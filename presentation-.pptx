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23.xml" ContentType="application/vnd.openxmlformats-officedocument.presentationml.slideLayout+xml"/>
  <Override PartName="/ppt/slideLayouts/slideLayout1.xml" ContentType="application/vnd.openxmlformats-officedocument.presentationml.slideLayout+xml"/>
  <Override PartName="/ppt/slideLayouts/slideLayout20.xml" ContentType="application/vnd.openxmlformats-officedocument.presentationml.slideLayout+xml"/>
  <Override PartName="/ppt/slideLayouts/slideLayout2.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2.xml" ContentType="application/vnd.openxmlformats-officedocument.presentationml.slideLayout+xml"/>
  <Override PartName="/ppt/slides/slide18.xml" ContentType="application/vnd.openxmlformats-officedocument.presentationml.slide+xml"/>
  <Override PartName="/ppt/slides/slide1.xml" ContentType="application/vnd.openxmlformats-officedocument.presentationml.slide+xml"/>
  <Override PartName="/ppt/slides/slide20.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23.xml" ContentType="application/vnd.openxmlformats-officedocument.presentationml.slide+xml"/>
  <Override PartName="/ppt/slides/slide6.xml" ContentType="application/vnd.openxmlformats-officedocument.presentationml.slide+xml"/>
  <Override PartName="/ppt/slides/slide24.xml" ContentType="application/vnd.openxmlformats-officedocument.presentationml.slide+xml"/>
  <Override PartName="/ppt/slides/slide7.xml" ContentType="application/vnd.openxmlformats-officedocument.presentationml.slide+xml"/>
  <Override PartName="/ppt/slides/slide25.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media/image2.svg" ContentType="image/svg"/>
  <Override PartName="/ppt/media/image21.emf" ContentType="image/x-emf"/>
  <Override PartName="/ppt/media/image22.emf" ContentType="image/x-emf"/>
  <Override PartName="/ppt/media/image4.svg" ContentType="image/svg"/>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embedTrueTypeFonts="1">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Lst>
  <p:sldSz cx="12192000" cy="6858000"/>
  <p:notesSz cx="7772400" cy="10058400"/>
  <p:embeddedFontLst>
    <p:embeddedFont>
      <p:font typeface="SRH"/>
    </p:embeddedFont>
    <p:embeddedFont>
      <p:font typeface="SRH Text"/>
    </p:embeddedFont>
    <p:embeddedFont>
      <p:font typeface="SRH Headline"/>
    </p:embeddedFont>
    <p:embeddedFont>
      <p:font typeface="Arial MT"/>
    </p:embeddedFont>
  </p:embeddedFontLst>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Inhalt">
    <p:bg>
      <p:bgPr>
        <a:solidFill>
          <a:schemeClr val="lt1"/>
        </a:solidFill>
      </p:bgPr>
    </p:bg>
    <p:spTree>
      <p:nvGrpSpPr>
        <p:cNvPr id="1" name=""/>
        <p:cNvGrpSpPr/>
        <p:nvPr/>
      </p:nvGrpSpPr>
      <p:grpSpPr>
        <a:xfrm>
          <a:off x="0" y="0"/>
          <a:ext cx="0" cy="0"/>
          <a:chOff x="0" y="0"/>
          <a:chExt cx="0" cy="0"/>
        </a:xfrm>
      </p:grpSpPr>
      <p:sp>
        <p:nvSpPr>
          <p:cNvPr id="2"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3" name="Logo-Fragment"/>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4"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5" name="PlaceHolder 2"/>
          <p:cNvSpPr>
            <a:spLocks noGrp="1"/>
          </p:cNvSpPr>
          <p:nvPr>
            <p:ph type="body"/>
          </p:nvPr>
        </p:nvSpPr>
        <p:spPr>
          <a:xfrm>
            <a:off x="359280" y="1728000"/>
            <a:ext cx="915660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6" name="PlaceHolder 3"/>
          <p:cNvSpPr>
            <a:spLocks noGrp="1"/>
          </p:cNvSpPr>
          <p:nvPr>
            <p:ph type="dt" idx="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7" name="PlaceHolder 4"/>
          <p:cNvSpPr>
            <a:spLocks noGrp="1"/>
          </p:cNvSpPr>
          <p:nvPr>
            <p:ph type="ftr" idx="2"/>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8" name="PlaceHolder 5"/>
          <p:cNvSpPr>
            <a:spLocks noGrp="1"/>
          </p:cNvSpPr>
          <p:nvPr>
            <p:ph type="sldNum" idx="3"/>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254556E-F890-46F0-AD40-30038B2F1CEF}"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folie Logo Farbe">
    <p:bg>
      <p:bgPr>
        <a:solidFill>
          <a:schemeClr val="lt1"/>
        </a:solidFill>
      </p:bgPr>
    </p:bg>
    <p:spTree>
      <p:nvGrpSpPr>
        <p:cNvPr id="1" name=""/>
        <p:cNvGrpSpPr/>
        <p:nvPr/>
      </p:nvGrpSpPr>
      <p:grpSpPr>
        <a:xfrm>
          <a:off x="0" y="0"/>
          <a:ext cx="0" cy="0"/>
          <a:chOff x="0" y="0"/>
          <a:chExt cx="0" cy="0"/>
        </a:xfrm>
      </p:grpSpPr>
      <p:sp>
        <p:nvSpPr>
          <p:cNvPr id="9" name="Freihandform: Form 11" hidden="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0" name="PlaceHolder 1"/>
          <p:cNvSpPr>
            <a:spLocks noGrp="1"/>
          </p:cNvSpPr>
          <p:nvPr>
            <p:ph type="body"/>
          </p:nvPr>
        </p:nvSpPr>
        <p:spPr>
          <a:xfrm>
            <a:off x="0" y="0"/>
            <a:ext cx="12189960" cy="6855840"/>
          </a:xfrm>
          <a:prstGeom prst="rect">
            <a:avLst/>
          </a:prstGeom>
          <a:solidFill>
            <a:srgbClr val="FED9C9"/>
          </a:solidFill>
          <a:ln w="0">
            <a:noFill/>
          </a:ln>
        </p:spPr>
        <p:txBody>
          <a:bodyPr lIns="90000" tIns="45000" rIns="90000" bIns="45000" anchor="t">
            <a:noAutofit/>
          </a:bodyPr>
          <a:lstStyle>
            <a:lvl1pPr indent="0" algn="l" defTabSz="914400">
              <a:lnSpc>
                <a:spcPct val="94000"/>
              </a:lnSpc>
              <a:buNone/>
              <a:tabLst>
                <a:tab pos="0" algn="l"/>
              </a:tabLst>
              <a:defRPr lang="de-DE" sz="18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4000"/>
              </a:lnSpc>
              <a:buNone/>
              <a:tabLst>
                <a:tab pos="0" algn="l"/>
              </a:tabLst>
            </a:pPr>
            <a:r>
              <a:rPr lang="de-DE" sz="1800" b="1" u="none" strike="noStrike">
                <a:solidFill>
                  <a:schemeClr val="lt1"/>
                </a:solidFill>
                <a:effectLst/>
                <a:uFillTx/>
                <a:latin typeface="SRH Text"/>
              </a:rPr>
              <a:t>Click to edit the outline text format</a:t>
            </a:r>
            <a:endParaRPr lang="de-DE" sz="18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1" name="PlaceHolder 2"/>
          <p:cNvSpPr>
            <a:spLocks noGrp="1"/>
          </p:cNvSpPr>
          <p:nvPr>
            <p:ph type="title"/>
          </p:nvPr>
        </p:nvSpPr>
        <p:spPr>
          <a:xfrm>
            <a:off x="630000" y="1079640"/>
            <a:ext cx="7399440" cy="301608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4000" b="1" u="none" strike="noStrike">
                <a:solidFill>
                  <a:schemeClr val="lt1"/>
                </a:solidFill>
                <a:effectLst/>
                <a:uFillTx/>
                <a:latin typeface="SRH Headline"/>
                <a:ea typeface="SRH Headline"/>
              </a:defRPr>
            </a:lvl1pPr>
          </a:lstStyle>
          <a:p>
            <a:pPr indent="0" algn="l" defTabSz="914400">
              <a:lnSpc>
                <a:spcPct val="100000"/>
              </a:lnSpc>
              <a:buNone/>
              <a:tabLst>
                <a:tab pos="0" algn="l"/>
              </a:tabLst>
            </a:pPr>
            <a:r>
              <a:rPr lang="de-DE" sz="4000" b="1" u="none" strike="noStrike">
                <a:solidFill>
                  <a:schemeClr val="lt1"/>
                </a:solidFill>
                <a:effectLst/>
                <a:uFillTx/>
                <a:latin typeface="SRH Headline"/>
                <a:ea typeface="SRH Headline"/>
              </a:rPr>
              <a:t>Mastertitelformat bearbeiten</a:t>
            </a:r>
            <a:endParaRPr lang="de-DE" sz="4000" b="1" u="none" strike="noStrike">
              <a:solidFill>
                <a:schemeClr val="lt1"/>
              </a:solidFill>
              <a:effectLst/>
              <a:uFillTx/>
              <a:latin typeface="SRH Headline"/>
            </a:endParaRPr>
          </a:p>
        </p:txBody>
      </p:sp>
      <p:sp>
        <p:nvSpPr>
          <p:cNvPr id="12" name="PlaceHolder 3"/>
          <p:cNvSpPr>
            <a:spLocks noGrp="1"/>
          </p:cNvSpPr>
          <p:nvPr>
            <p:ph type="body"/>
          </p:nvPr>
        </p:nvSpPr>
        <p:spPr>
          <a:xfrm>
            <a:off x="9652680" y="622440"/>
            <a:ext cx="1983960" cy="5508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1550" b="1" u="none" strike="noStrike">
                <a:solidFill>
                  <a:schemeClr val="lt1"/>
                </a:solidFill>
                <a:effectLst/>
                <a:uFillTx/>
                <a:latin typeface="SRH Text"/>
                <a:ea typeface="SRH Text"/>
              </a:defRPr>
            </a:lvl1pPr>
          </a:lstStyle>
          <a:p>
            <a:pPr indent="0" algn="l" defTabSz="914400">
              <a:lnSpc>
                <a:spcPct val="94000"/>
              </a:lnSpc>
              <a:buNone/>
              <a:tabLst>
                <a:tab pos="0" algn="l"/>
              </a:tabLst>
            </a:pPr>
            <a:r>
              <a:rPr lang="de-DE" sz="1550" b="1" u="none" strike="noStrike">
                <a:solidFill>
                  <a:schemeClr val="lt1"/>
                </a:solidFill>
                <a:effectLst/>
                <a:uFillTx/>
                <a:latin typeface="SRH Text"/>
                <a:ea typeface="SRH Text"/>
              </a:rPr>
              <a:t>Mastertextformat bearbeiten</a:t>
            </a:r>
            <a:endParaRPr lang="de-DE" sz="1550" b="1" u="none" strike="noStrike">
              <a:solidFill>
                <a:schemeClr val="lt1"/>
              </a:solidFill>
              <a:effectLst/>
              <a:uFillTx/>
              <a:latin typeface="SRH Text"/>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Statements, Farbe">
    <p:bg>
      <p:bgPr>
        <a:solidFill>
          <a:schemeClr val="accent1"/>
        </a:solidFill>
      </p:bgPr>
    </p:bg>
    <p:spTree>
      <p:nvGrpSpPr>
        <p:cNvPr id="1" name=""/>
        <p:cNvGrpSpPr/>
        <p:nvPr/>
      </p:nvGrpSpPr>
      <p:grpSpPr>
        <a:xfrm>
          <a:off x="0" y="0"/>
          <a:ext cx="0" cy="0"/>
          <a:chOff x="0" y="0"/>
          <a:chExt cx="0" cy="0"/>
        </a:xfrm>
      </p:grpSpPr>
      <p:sp>
        <p:nvSpPr>
          <p:cNvPr id="13" name="Freihandform: Form 11" hidden="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4" name="Freihandform: Form 10"/>
          <p:cNvSpPr/>
          <p:nvPr/>
        </p:nvSpPr>
        <p:spPr>
          <a:xfrm>
            <a:off x="8211960" y="2802240"/>
            <a:ext cx="3987720" cy="4053600"/>
          </a:xfrm>
          <a:custGeom>
            <a:avLst/>
            <a:gdLst>
              <a:gd name="textAreaLeft" fmla="*/ 0 w 3987720"/>
              <a:gd name="textAreaRight" fmla="*/ 1436293800 w 3987720"/>
              <a:gd name="textAreaTop" fmla="*/ 0 h 4053600"/>
              <a:gd name="textAreaBottom" fmla="*/ 1460068200 h 4053600"/>
            </a:gdLst>
            <a:ahLst/>
            <a:cxnLst/>
            <a:rect l="textAreaLeft" t="textAreaTop" r="textAreaRight" b="textAreaBottom"/>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w="0">
            <a:noFill/>
          </a:ln>
        </p:spPr>
        <p:style>
          <a:lnRef idx="0"/>
          <a:fillRef idx="0"/>
          <a:effectRef idx="0"/>
          <a:fontRef idx="minor"/>
        </p:style>
        <p:txBody>
          <a:bodyPr numCol="1" spcCol="216000" lIns="0" tIns="2802240" rIns="3988080" bIns="6858000" anchor="ctr">
            <a:noAutofit/>
          </a:bodyPr>
          <a:p>
            <a:endParaRPr lang="de-DE" sz="1800" b="0" u="none" strike="noStrike">
              <a:solidFill>
                <a:schemeClr val="dk1"/>
              </a:solidFill>
              <a:effectLst/>
              <a:uFillTx/>
              <a:latin typeface="SRH"/>
            </a:endParaRPr>
          </a:p>
        </p:txBody>
      </p:sp>
      <p:sp>
        <p:nvSpPr>
          <p:cNvPr id="15" name="PlaceHolder 1"/>
          <p:cNvSpPr>
            <a:spLocks noGrp="1"/>
          </p:cNvSpPr>
          <p:nvPr>
            <p:ph type="title"/>
          </p:nvPr>
        </p:nvSpPr>
        <p:spPr>
          <a:xfrm>
            <a:off x="360000" y="2329200"/>
            <a:ext cx="11471040" cy="397872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Headline"/>
              </a:rPr>
              <a:t>Mastertitelformat bearbeiten</a:t>
            </a:r>
            <a:endParaRPr lang="de-DE" sz="4800" b="1" u="none" strike="noStrike">
              <a:solidFill>
                <a:schemeClr val="lt1"/>
              </a:solidFill>
              <a:effectLst/>
              <a:uFillTx/>
              <a:latin typeface="SRH Headline"/>
            </a:endParaRPr>
          </a:p>
        </p:txBody>
      </p:sp>
      <p:sp>
        <p:nvSpPr>
          <p:cNvPr id="16" name="PlaceHolder 2"/>
          <p:cNvSpPr>
            <a:spLocks noGrp="1"/>
          </p:cNvSpPr>
          <p:nvPr>
            <p:ph type="dt" idx="4"/>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a:rPr>
              <a:t> </a:t>
            </a:r>
            <a:endParaRPr lang="en-US" sz="900" b="0" u="none" strike="noStrike">
              <a:solidFill>
                <a:srgbClr val="FFFFFF"/>
              </a:solidFill>
              <a:effectLst/>
              <a:uFillTx/>
              <a:latin typeface="Times New Roman"/>
            </a:endParaRPr>
          </a:p>
        </p:txBody>
      </p:sp>
      <p:sp>
        <p:nvSpPr>
          <p:cNvPr id="17" name="PlaceHolder 3"/>
          <p:cNvSpPr>
            <a:spLocks noGrp="1"/>
          </p:cNvSpPr>
          <p:nvPr>
            <p:ph type="ftr" idx="5"/>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 </a:t>
            </a:r>
            <a:endParaRPr lang="en-US" sz="900" b="0" u="none" strike="noStrike">
              <a:solidFill>
                <a:srgbClr val="FFFFFF"/>
              </a:solidFill>
              <a:effectLst/>
              <a:uFillTx/>
              <a:latin typeface="Times New Roman"/>
            </a:endParaRPr>
          </a:p>
        </p:txBody>
      </p:sp>
      <p:sp>
        <p:nvSpPr>
          <p:cNvPr id="18" name="PlaceHolder 4"/>
          <p:cNvSpPr>
            <a:spLocks noGrp="1"/>
          </p:cNvSpPr>
          <p:nvPr>
            <p:ph type="sldNum" idx="6"/>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F033F9B3-867D-46F0-A172-DC6A17C32C05}" type="slidenum">
              <a:rPr lang="de-DE" sz="1550" b="1" u="none" strike="noStrike">
                <a:solidFill>
                  <a:schemeClr val="lt1"/>
                </a:solidFill>
                <a:effectLst/>
                <a:uFillTx/>
                <a:latin typeface="SRH Text"/>
                <a:ea typeface="SRH"/>
              </a:rPr>
              <a:t>9</a:t>
            </a:fld>
            <a:endParaRPr lang="en-US" sz="1550" b="0" u="none" strike="noStrike">
              <a:solidFill>
                <a:srgbClr val="FFFFFF"/>
              </a:solidFill>
              <a:effectLst/>
              <a:uFillTx/>
              <a:latin typeface="Times New Roman"/>
            </a:endParaRPr>
          </a:p>
        </p:txBody>
      </p:sp>
      <p:pic>
        <p:nvPicPr>
          <p:cNvPr id="19" name="Grafik 6"/>
          <p:cNvPicPr/>
          <p:nvPr/>
        </p:nvPicPr>
        <p:blipFill>
          <a:blip r:embed="rId2">
            <a:extLst>
              <a:ext uri="{96DAC541-7B7A-43D3-8B79-37D633B846F1}">
                <asvg:svgBlip xmlns:asvg="http://schemas.microsoft.com/office/drawing/2016/SVG/main" r:embed="rId3"/>
              </a:ext>
            </a:extLst>
          </a:blip>
          <a:stretch/>
        </p:blipFill>
        <p:spPr>
          <a:xfrm>
            <a:off x="10877400" y="358920"/>
            <a:ext cx="948600" cy="735120"/>
          </a:xfrm>
          <a:prstGeom prst="rect">
            <a:avLst/>
          </a:prstGeom>
          <a:noFill/>
          <a:ln w="0">
            <a:noFill/>
          </a:ln>
        </p:spPr>
      </p:pic>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mit Bild">
    <p:bg>
      <p:bgPr>
        <a:solidFill>
          <a:schemeClr val="lt1"/>
        </a:solidFill>
      </p:bgPr>
    </p:bg>
    <p:spTree>
      <p:nvGrpSpPr>
        <p:cNvPr id="1" name=""/>
        <p:cNvGrpSpPr/>
        <p:nvPr/>
      </p:nvGrpSpPr>
      <p:grpSpPr>
        <a:xfrm>
          <a:off x="0" y="0"/>
          <a:ext cx="0" cy="0"/>
          <a:chOff x="0" y="0"/>
          <a:chExt cx="0" cy="0"/>
        </a:xfrm>
      </p:grpSpPr>
      <p:sp>
        <p:nvSpPr>
          <p:cNvPr id="20" name="Freihandform: Form 11" hidden="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21" name="PlaceHolder 1"/>
          <p:cNvSpPr>
            <a:spLocks noGrp="1"/>
          </p:cNvSpPr>
          <p:nvPr>
            <p:ph type="body"/>
          </p:nvPr>
        </p:nvSpPr>
        <p:spPr>
          <a:xfrm>
            <a:off x="0" y="0"/>
            <a:ext cx="12189960" cy="6855840"/>
          </a:xfrm>
          <a:prstGeom prst="rect">
            <a:avLst/>
          </a:prstGeom>
          <a:solidFill>
            <a:srgbClr val="FED9C9"/>
          </a:solidFill>
          <a:ln w="0">
            <a:noFill/>
          </a:ln>
        </p:spPr>
        <p:txBody>
          <a:bodyPr lIns="90000" tIns="45000" rIns="90000" bIns="45000" anchor="t">
            <a:noAutofit/>
          </a:bodyPr>
          <a:lstStyle>
            <a:lvl1pPr indent="0" algn="l" defTabSz="914400">
              <a:lnSpc>
                <a:spcPct val="98000"/>
              </a:lnSpc>
              <a:buNone/>
              <a:tabLst>
                <a:tab pos="0" algn="l"/>
              </a:tabLst>
              <a:defRPr lang="de-DE" sz="1800" b="1" u="none" strike="noStrike">
                <a:solidFill>
                  <a:schemeClr val="lt1"/>
                </a:solidFill>
                <a:effectLst/>
                <a:uFillTx/>
                <a:latin typeface="SRH Headline"/>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8000"/>
              </a:lnSpc>
              <a:buNone/>
              <a:tabLst>
                <a:tab pos="0" algn="l"/>
              </a:tabLst>
            </a:pPr>
            <a:r>
              <a:rPr lang="de-DE" sz="1800" b="1" u="none" strike="noStrike">
                <a:solidFill>
                  <a:schemeClr val="lt1"/>
                </a:solidFill>
                <a:effectLst/>
                <a:uFillTx/>
                <a:latin typeface="SRH Headline"/>
              </a:rPr>
              <a:t>Click to edit the outline text format</a:t>
            </a:r>
            <a:endParaRPr lang="de-DE" sz="1800" b="1" u="none" strike="noStrike">
              <a:solidFill>
                <a:schemeClr val="lt1"/>
              </a:solidFill>
              <a:effectLst/>
              <a:uFillTx/>
              <a:latin typeface="SRH Headline"/>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22" name="PlaceHolder 2"/>
          <p:cNvSpPr>
            <a:spLocks noGrp="1"/>
          </p:cNvSpPr>
          <p:nvPr>
            <p:ph type="title"/>
          </p:nvPr>
        </p:nvSpPr>
        <p:spPr>
          <a:xfrm>
            <a:off x="360000" y="616680"/>
            <a:ext cx="7640640" cy="2514960"/>
          </a:xfrm>
          <a:prstGeom prst="rect">
            <a:avLst/>
          </a:prstGeom>
          <a:noFill/>
          <a:ln w="0">
            <a:noFill/>
          </a:ln>
        </p:spPr>
        <p:txBody>
          <a:bodyPr numCol="1" spcCol="216000" lIns="0" tIns="0" rIns="0" bIns="0" anchor="b">
            <a:noAutofit/>
          </a:bodyPr>
          <a:lstStyle>
            <a:lvl1pPr indent="0" algn="l" defTabSz="914400">
              <a:lnSpc>
                <a:spcPct val="98000"/>
              </a:lnSpc>
              <a:buNone/>
              <a:tabLst>
                <a:tab pos="0" algn="l"/>
              </a:tabLst>
              <a:defRPr lang="de-DE" sz="4800" b="1" u="none" strike="noStrike">
                <a:solidFill>
                  <a:schemeClr val="accen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accent1"/>
                </a:solidFill>
                <a:effectLst/>
                <a:uFillTx/>
                <a:latin typeface="SRH Headline"/>
                <a:ea typeface="SRH Headline"/>
              </a:rPr>
              <a:t>Mastertitelformat bearbeiten</a:t>
            </a:r>
            <a:endParaRPr lang="de-DE" sz="4800" b="1" u="none" strike="noStrike">
              <a:solidFill>
                <a:schemeClr val="accent1"/>
              </a:solidFill>
              <a:effectLst/>
              <a:uFillTx/>
              <a:latin typeface="SRH Headline"/>
            </a:endParaRPr>
          </a:p>
        </p:txBody>
      </p:sp>
      <p:sp>
        <p:nvSpPr>
          <p:cNvPr id="23" name="PlaceHolder 3"/>
          <p:cNvSpPr>
            <a:spLocks noGrp="1"/>
          </p:cNvSpPr>
          <p:nvPr>
            <p:ph type="body"/>
          </p:nvPr>
        </p:nvSpPr>
        <p:spPr>
          <a:xfrm>
            <a:off x="360000" y="3124800"/>
            <a:ext cx="7640640" cy="251496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Text"/>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Text"/>
              </a:rPr>
              <a:t>Mastertextformat bearbeiten</a:t>
            </a:r>
            <a:endParaRPr lang="de-DE" sz="4800" b="1" u="none" strike="noStrike">
              <a:solidFill>
                <a:schemeClr val="lt1"/>
              </a:solidFill>
              <a:effectLst/>
              <a:uFillTx/>
              <a:latin typeface="SRH Headline"/>
            </a:endParaRPr>
          </a:p>
        </p:txBody>
      </p:sp>
      <p:sp>
        <p:nvSpPr>
          <p:cNvPr id="24" name="PlaceHolder 4"/>
          <p:cNvSpPr>
            <a:spLocks noGrp="1"/>
          </p:cNvSpPr>
          <p:nvPr>
            <p:ph type="dt" idx="7"/>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a:rPr>
              <a:t> </a:t>
            </a:r>
            <a:endParaRPr lang="en-US" sz="900" b="0" u="none" strike="noStrike">
              <a:solidFill>
                <a:srgbClr val="000000"/>
              </a:solidFill>
              <a:effectLst/>
              <a:uFillTx/>
              <a:latin typeface="Times New Roman"/>
            </a:endParaRPr>
          </a:p>
        </p:txBody>
      </p:sp>
      <p:sp>
        <p:nvSpPr>
          <p:cNvPr id="25" name="PlaceHolder 5"/>
          <p:cNvSpPr>
            <a:spLocks noGrp="1"/>
          </p:cNvSpPr>
          <p:nvPr>
            <p:ph type="ftr" idx="8"/>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 </a:t>
            </a:r>
            <a:endParaRPr lang="en-US" sz="900" b="0" u="none" strike="noStrike">
              <a:solidFill>
                <a:srgbClr val="000000"/>
              </a:solidFill>
              <a:effectLst/>
              <a:uFillTx/>
              <a:latin typeface="Times New Roman"/>
            </a:endParaRPr>
          </a:p>
        </p:txBody>
      </p:sp>
      <p:sp>
        <p:nvSpPr>
          <p:cNvPr id="26" name="PlaceHolder 6"/>
          <p:cNvSpPr>
            <a:spLocks noGrp="1"/>
          </p:cNvSpPr>
          <p:nvPr>
            <p:ph type="sldNum" idx="9"/>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75D43C04-AD71-411E-86FD-5EFAF0EF31BA}" type="slidenum">
              <a:rPr lang="de-DE" sz="1550" b="1" u="none" strike="noStrike">
                <a:solidFill>
                  <a:schemeClr val="lt1"/>
                </a:solidFill>
                <a:effectLst/>
                <a:uFillTx/>
                <a:latin typeface="SRH Text"/>
                <a:ea typeface="SRH"/>
              </a:rPr>
              <a:t>9</a:t>
            </a:fld>
            <a:endParaRPr lang="en-US" sz="1550" b="0" u="none" strike="noStrike">
              <a:solidFill>
                <a:srgbClr val="000000"/>
              </a:solidFill>
              <a:effectLst/>
              <a:uFillTx/>
              <a:latin typeface="Times New Roman"/>
            </a:endParaRPr>
          </a:p>
        </p:txBody>
      </p:sp>
      <p:sp>
        <p:nvSpPr>
          <p:cNvPr id="27" name="PlaceHolder 7"/>
          <p:cNvSpPr>
            <a:spLocks noGrp="1"/>
          </p:cNvSpPr>
          <p:nvPr>
            <p:ph type="body"/>
          </p:nvPr>
        </p:nvSpPr>
        <p:spPr>
          <a:xfrm>
            <a:off x="10877400" y="358920"/>
            <a:ext cx="948600" cy="73512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numCol="1" spcCol="216000" lIns="0" tIns="0" rIns="0" bIns="0" anchor="ctr">
            <a:noAutofit/>
          </a:bodyPr>
          <a:lstStyle>
            <a:lvl1pPr indent="0" algn="l" defTabSz="914400">
              <a:lnSpc>
                <a:spcPct val="98000"/>
              </a:lnSpc>
              <a:buNone/>
              <a:tabLst>
                <a:tab pos="0" algn="l"/>
              </a:tabLst>
              <a:defRPr lang="de-DE" sz="100" b="1" u="none" strike="noStrike">
                <a:solidFill>
                  <a:schemeClr val="lt1"/>
                </a:solidFill>
                <a:effectLst/>
                <a:uFillTx/>
                <a:latin typeface="SRH Headline"/>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98000"/>
              </a:lnSpc>
              <a:buNone/>
              <a:tabLst>
                <a:tab pos="0" algn="l"/>
              </a:tabLst>
            </a:pPr>
            <a:r>
              <a:rPr lang="de-DE" sz="100" b="1" u="none" strike="noStrike">
                <a:solidFill>
                  <a:schemeClr val="lt1"/>
                </a:solidFill>
                <a:effectLst/>
                <a:uFillTx/>
                <a:latin typeface="SRH Headline"/>
              </a:rPr>
              <a:t>Click to edit the outline text format</a:t>
            </a:r>
            <a:endParaRPr lang="de-DE" sz="100" b="1" u="none" strike="noStrike">
              <a:solidFill>
                <a:schemeClr val="lt1"/>
              </a:solidFill>
              <a:effectLst/>
              <a:uFillTx/>
              <a:latin typeface="SRH Headline"/>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warm grey">
    <p:bg>
      <p:bgPr>
        <a:solidFill>
          <a:srgbClr val="DDDBD9"/>
        </a:solidFill>
      </p:bgPr>
    </p:bg>
    <p:spTree>
      <p:nvGrpSpPr>
        <p:cNvPr id="1" name=""/>
        <p:cNvGrpSpPr/>
        <p:nvPr/>
      </p:nvGrpSpPr>
      <p:grpSpPr>
        <a:xfrm>
          <a:off x="0" y="0"/>
          <a:ext cx="0" cy="0"/>
          <a:chOff x="0" y="0"/>
          <a:chExt cx="0" cy="0"/>
        </a:xfrm>
      </p:grpSpPr>
      <p:sp>
        <p:nvSpPr>
          <p:cNvPr id="28"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29" name="Freihandform: Form 10"/>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chemeClr val="lt1">
              <a:alpha val="25000"/>
            </a:schemeClr>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30" name="PlaceHolder 1"/>
          <p:cNvSpPr>
            <a:spLocks noGrp="1"/>
          </p:cNvSpPr>
          <p:nvPr>
            <p:ph type="title"/>
          </p:nvPr>
        </p:nvSpPr>
        <p:spPr>
          <a:xfrm>
            <a:off x="360000" y="2191320"/>
            <a:ext cx="9894240" cy="14036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x</a:t>
            </a:r>
            <a:endParaRPr lang="de-DE" sz="4800" b="1" u="none" strike="noStrike">
              <a:solidFill>
                <a:schemeClr val="dk1"/>
              </a:solidFill>
              <a:effectLst/>
              <a:uFillTx/>
              <a:latin typeface="SRH Headline"/>
            </a:endParaRPr>
          </a:p>
        </p:txBody>
      </p:sp>
      <p:sp>
        <p:nvSpPr>
          <p:cNvPr id="31" name="PlaceHolder 2"/>
          <p:cNvSpPr>
            <a:spLocks noGrp="1"/>
          </p:cNvSpPr>
          <p:nvPr>
            <p:ph type="body"/>
          </p:nvPr>
        </p:nvSpPr>
        <p:spPr>
          <a:xfrm>
            <a:off x="360000" y="3597120"/>
            <a:ext cx="4253040" cy="26204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20000" b="1" u="none" strike="noStrike">
                <a:solidFill>
                  <a:schemeClr val="accent1"/>
                </a:solidFill>
                <a:effectLst/>
                <a:uFillTx/>
                <a:latin typeface="SRH Headline"/>
                <a:ea typeface="SRH Text"/>
              </a:defRPr>
            </a:lvl1pPr>
          </a:lstStyle>
          <a:p>
            <a:pPr indent="0" algn="l" defTabSz="914400">
              <a:lnSpc>
                <a:spcPct val="98000"/>
              </a:lnSpc>
              <a:buNone/>
              <a:tabLst>
                <a:tab pos="0" algn="l"/>
              </a:tabLst>
            </a:pPr>
            <a:r>
              <a:rPr lang="de-DE" sz="20000" b="1" u="none" strike="noStrike">
                <a:solidFill>
                  <a:schemeClr val="accent1"/>
                </a:solidFill>
                <a:effectLst/>
                <a:uFillTx/>
                <a:latin typeface="SRH Headline"/>
                <a:ea typeface="SRH Text"/>
              </a:rPr>
              <a:t>01</a:t>
            </a:r>
            <a:endParaRPr lang="de-DE" sz="20000" b="1" u="none" strike="noStrike">
              <a:solidFill>
                <a:schemeClr val="accent1"/>
              </a:solidFill>
              <a:effectLst/>
              <a:uFillTx/>
              <a:latin typeface="SRH Headline"/>
            </a:endParaRPr>
          </a:p>
        </p:txBody>
      </p:sp>
      <p:sp>
        <p:nvSpPr>
          <p:cNvPr id="32" name="PlaceHolder 3"/>
          <p:cNvSpPr>
            <a:spLocks noGrp="1"/>
          </p:cNvSpPr>
          <p:nvPr>
            <p:ph type="dt" idx="10"/>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33" name="PlaceHolder 4"/>
          <p:cNvSpPr>
            <a:spLocks noGrp="1"/>
          </p:cNvSpPr>
          <p:nvPr>
            <p:ph type="ftr" idx="11"/>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34" name="PlaceHolder 5"/>
          <p:cNvSpPr>
            <a:spLocks noGrp="1"/>
          </p:cNvSpPr>
          <p:nvPr>
            <p:ph type="sldNum" idx="12"/>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B59DA27-E924-4E7C-BA69-C5D24F628469}"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farbig">
    <p:bg>
      <p:bgPr>
        <a:solidFill>
          <a:schemeClr val="accent1"/>
        </a:solidFill>
      </p:bgPr>
    </p:bg>
    <p:spTree>
      <p:nvGrpSpPr>
        <p:cNvPr id="1" name=""/>
        <p:cNvGrpSpPr/>
        <p:nvPr/>
      </p:nvGrpSpPr>
      <p:grpSpPr>
        <a:xfrm>
          <a:off x="0" y="0"/>
          <a:ext cx="0" cy="0"/>
          <a:chOff x="0" y="0"/>
          <a:chExt cx="0" cy="0"/>
        </a:xfrm>
      </p:grpSpPr>
      <p:sp>
        <p:nvSpPr>
          <p:cNvPr id="35" name="Freihandform: Form 11" hidden="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36" name="PlaceHolder 1"/>
          <p:cNvSpPr>
            <a:spLocks noGrp="1"/>
          </p:cNvSpPr>
          <p:nvPr>
            <p:ph type="title"/>
          </p:nvPr>
        </p:nvSpPr>
        <p:spPr>
          <a:xfrm>
            <a:off x="360000" y="2191320"/>
            <a:ext cx="9894240" cy="14036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Headline"/>
              </a:rPr>
              <a:t>Mastertitelformat bearbeiten</a:t>
            </a:r>
            <a:endParaRPr lang="de-DE" sz="4800" b="1" u="none" strike="noStrike">
              <a:solidFill>
                <a:schemeClr val="lt1"/>
              </a:solidFill>
              <a:effectLst/>
              <a:uFillTx/>
              <a:latin typeface="SRH Headline"/>
            </a:endParaRPr>
          </a:p>
        </p:txBody>
      </p:sp>
      <p:sp>
        <p:nvSpPr>
          <p:cNvPr id="37" name="PlaceHolder 2"/>
          <p:cNvSpPr>
            <a:spLocks noGrp="1"/>
          </p:cNvSpPr>
          <p:nvPr>
            <p:ph type="body"/>
          </p:nvPr>
        </p:nvSpPr>
        <p:spPr>
          <a:xfrm>
            <a:off x="360000" y="3597120"/>
            <a:ext cx="4253040" cy="26204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20000" b="1" u="none" strike="noStrike">
                <a:solidFill>
                  <a:schemeClr val="lt1"/>
                </a:solidFill>
                <a:effectLst/>
                <a:uFillTx/>
                <a:latin typeface="SRH Headline"/>
                <a:ea typeface="SRH Text"/>
              </a:defRPr>
            </a:lvl1pPr>
          </a:lstStyle>
          <a:p>
            <a:pPr indent="0" algn="l" defTabSz="914400">
              <a:lnSpc>
                <a:spcPct val="98000"/>
              </a:lnSpc>
              <a:buNone/>
              <a:tabLst>
                <a:tab pos="0" algn="l"/>
              </a:tabLst>
            </a:pPr>
            <a:r>
              <a:rPr lang="de-DE" sz="20000" b="1" u="none" strike="noStrike">
                <a:solidFill>
                  <a:schemeClr val="lt1"/>
                </a:solidFill>
                <a:effectLst/>
                <a:uFillTx/>
                <a:latin typeface="SRH Headline"/>
                <a:ea typeface="SRH Text"/>
              </a:rPr>
              <a:t>01</a:t>
            </a:r>
            <a:endParaRPr lang="de-DE" sz="20000" b="1" u="none" strike="noStrike">
              <a:solidFill>
                <a:schemeClr val="lt1"/>
              </a:solidFill>
              <a:effectLst/>
              <a:uFillTx/>
              <a:latin typeface="SRH Headline"/>
            </a:endParaRPr>
          </a:p>
        </p:txBody>
      </p:sp>
      <p:sp>
        <p:nvSpPr>
          <p:cNvPr id="38" name="PlaceHolder 3"/>
          <p:cNvSpPr>
            <a:spLocks noGrp="1"/>
          </p:cNvSpPr>
          <p:nvPr>
            <p:ph type="dt" idx="13"/>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a:rPr>
              <a:t> </a:t>
            </a:r>
            <a:endParaRPr lang="en-US" sz="900" b="0" u="none" strike="noStrike">
              <a:solidFill>
                <a:srgbClr val="FFFFFF"/>
              </a:solidFill>
              <a:effectLst/>
              <a:uFillTx/>
              <a:latin typeface="Times New Roman"/>
            </a:endParaRPr>
          </a:p>
        </p:txBody>
      </p:sp>
      <p:sp>
        <p:nvSpPr>
          <p:cNvPr id="39" name="PlaceHolder 4"/>
          <p:cNvSpPr>
            <a:spLocks noGrp="1"/>
          </p:cNvSpPr>
          <p:nvPr>
            <p:ph type="ftr" idx="14"/>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 </a:t>
            </a:r>
            <a:endParaRPr lang="en-US" sz="900" b="0" u="none" strike="noStrike">
              <a:solidFill>
                <a:srgbClr val="FFFFFF"/>
              </a:solidFill>
              <a:effectLst/>
              <a:uFillTx/>
              <a:latin typeface="Times New Roman"/>
            </a:endParaRPr>
          </a:p>
        </p:txBody>
      </p:sp>
      <p:sp>
        <p:nvSpPr>
          <p:cNvPr id="40" name="PlaceHolder 5"/>
          <p:cNvSpPr>
            <a:spLocks noGrp="1"/>
          </p:cNvSpPr>
          <p:nvPr>
            <p:ph type="sldNum" idx="15"/>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BCE48DC0-879E-48F7-87DA-23AD2AA8122C}" type="slidenum">
              <a:rPr lang="de-DE" sz="1550" b="1" u="none" strike="noStrike">
                <a:solidFill>
                  <a:schemeClr val="lt1"/>
                </a:solidFill>
                <a:effectLst/>
                <a:uFillTx/>
                <a:latin typeface="SRH Text"/>
                <a:ea typeface="SRH"/>
              </a:rPr>
              <a:t>9</a:t>
            </a:fld>
            <a:endParaRPr lang="en-US" sz="1550" b="0" u="none" strike="noStrike">
              <a:solidFill>
                <a:srgbClr val="FFFFFF"/>
              </a:solidFill>
              <a:effectLst/>
              <a:uFillTx/>
              <a:latin typeface="Times New Roman"/>
            </a:endParaRPr>
          </a:p>
        </p:txBody>
      </p:sp>
      <p:pic>
        <p:nvPicPr>
          <p:cNvPr id="41" name="Grafik 6"/>
          <p:cNvPicPr/>
          <p:nvPr/>
        </p:nvPicPr>
        <p:blipFill>
          <a:blip r:embed="rId2">
            <a:extLst>
              <a:ext uri="{96DAC541-7B7A-43D3-8B79-37D633B846F1}">
                <asvg:svgBlip xmlns:asvg="http://schemas.microsoft.com/office/drawing/2016/SVG/main" r:embed="rId3"/>
              </a:ext>
            </a:extLst>
          </a:blip>
          <a:stretch/>
        </p:blipFill>
        <p:spPr>
          <a:xfrm>
            <a:off x="10877400" y="358920"/>
            <a:ext cx="948600" cy="735120"/>
          </a:xfrm>
          <a:prstGeom prst="rect">
            <a:avLst/>
          </a:prstGeom>
          <a:noFill/>
          <a:ln w="0">
            <a:noFill/>
          </a:ln>
        </p:spPr>
      </p:pic>
      <p:sp>
        <p:nvSpPr>
          <p:cNvPr id="42" name="Freihandform: Form 8"/>
          <p:cNvSpPr/>
          <p:nvPr/>
        </p:nvSpPr>
        <p:spPr>
          <a:xfrm>
            <a:off x="8211960" y="2802240"/>
            <a:ext cx="3987720" cy="4053600"/>
          </a:xfrm>
          <a:custGeom>
            <a:avLst/>
            <a:gdLst>
              <a:gd name="textAreaLeft" fmla="*/ 0 w 3987720"/>
              <a:gd name="textAreaRight" fmla="*/ 1436293800 w 3987720"/>
              <a:gd name="textAreaTop" fmla="*/ 0 h 4053600"/>
              <a:gd name="textAreaBottom" fmla="*/ 1460068200 h 4053600"/>
            </a:gdLst>
            <a:ahLst/>
            <a:cxnLst/>
            <a:rect l="textAreaLeft" t="textAreaTop" r="textAreaRight" b="textAreaBottom"/>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w="0">
            <a:noFill/>
          </a:ln>
        </p:spPr>
        <p:style>
          <a:lnRef idx="0"/>
          <a:fillRef idx="0"/>
          <a:effectRef idx="0"/>
          <a:fontRef idx="minor"/>
        </p:style>
        <p:txBody>
          <a:bodyPr numCol="1" spcCol="216000" lIns="0" tIns="2802240" rIns="3988080" bIns="6858000" anchor="ctr">
            <a:noAutofit/>
          </a:bodyPr>
          <a:p>
            <a:endParaRPr lang="de-DE" sz="1800" b="0" u="none" strike="noStrike">
              <a:solidFill>
                <a:schemeClr val="dk1"/>
              </a:solidFill>
              <a:effectLst/>
              <a:uFillTx/>
              <a:latin typeface="SRH"/>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weiß">
    <p:bg>
      <p:bgPr>
        <a:solidFill>
          <a:schemeClr val="lt1"/>
        </a:solidFill>
      </p:bgPr>
    </p:bg>
    <p:spTree>
      <p:nvGrpSpPr>
        <p:cNvPr id="1" name=""/>
        <p:cNvGrpSpPr/>
        <p:nvPr/>
      </p:nvGrpSpPr>
      <p:grpSpPr>
        <a:xfrm>
          <a:off x="0" y="0"/>
          <a:ext cx="0" cy="0"/>
          <a:chOff x="0" y="0"/>
          <a:chExt cx="0" cy="0"/>
        </a:xfrm>
      </p:grpSpPr>
      <p:sp>
        <p:nvSpPr>
          <p:cNvPr id="43"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44" name="Freihandform: Form 10"/>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45" name="PlaceHolder 1"/>
          <p:cNvSpPr>
            <a:spLocks noGrp="1"/>
          </p:cNvSpPr>
          <p:nvPr>
            <p:ph type="title"/>
          </p:nvPr>
        </p:nvSpPr>
        <p:spPr>
          <a:xfrm>
            <a:off x="360000" y="2191320"/>
            <a:ext cx="9894240" cy="14036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Mastertitelformat bearbeiten</a:t>
            </a:r>
            <a:endParaRPr lang="de-DE" sz="4800" b="1" u="none" strike="noStrike">
              <a:solidFill>
                <a:schemeClr val="dk1"/>
              </a:solidFill>
              <a:effectLst/>
              <a:uFillTx/>
              <a:latin typeface="SRH Headline"/>
            </a:endParaRPr>
          </a:p>
        </p:txBody>
      </p:sp>
      <p:sp>
        <p:nvSpPr>
          <p:cNvPr id="46" name="PlaceHolder 2"/>
          <p:cNvSpPr>
            <a:spLocks noGrp="1"/>
          </p:cNvSpPr>
          <p:nvPr>
            <p:ph type="body"/>
          </p:nvPr>
        </p:nvSpPr>
        <p:spPr>
          <a:xfrm>
            <a:off x="360000" y="3597120"/>
            <a:ext cx="4253040" cy="26204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20000" b="1" u="none" strike="noStrike">
                <a:solidFill>
                  <a:schemeClr val="accent1"/>
                </a:solidFill>
                <a:effectLst/>
                <a:uFillTx/>
                <a:latin typeface="SRH Headline"/>
                <a:ea typeface="SRH Text"/>
              </a:defRPr>
            </a:lvl1pPr>
          </a:lstStyle>
          <a:p>
            <a:pPr indent="0" algn="l" defTabSz="914400">
              <a:lnSpc>
                <a:spcPct val="98000"/>
              </a:lnSpc>
              <a:buNone/>
              <a:tabLst>
                <a:tab pos="0" algn="l"/>
              </a:tabLst>
            </a:pPr>
            <a:r>
              <a:rPr lang="de-DE" sz="20000" b="1" u="none" strike="noStrike">
                <a:solidFill>
                  <a:schemeClr val="accent1"/>
                </a:solidFill>
                <a:effectLst/>
                <a:uFillTx/>
                <a:latin typeface="SRH Headline"/>
                <a:ea typeface="SRH Text"/>
              </a:rPr>
              <a:t>01</a:t>
            </a:r>
            <a:endParaRPr lang="de-DE" sz="20000" b="1" u="none" strike="noStrike">
              <a:solidFill>
                <a:schemeClr val="accent1"/>
              </a:solidFill>
              <a:effectLst/>
              <a:uFillTx/>
              <a:latin typeface="SRH Headline"/>
            </a:endParaRPr>
          </a:p>
        </p:txBody>
      </p:sp>
      <p:sp>
        <p:nvSpPr>
          <p:cNvPr id="47" name="PlaceHolder 3"/>
          <p:cNvSpPr>
            <a:spLocks noGrp="1"/>
          </p:cNvSpPr>
          <p:nvPr>
            <p:ph type="dt" idx="16"/>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48" name="PlaceHolder 4"/>
          <p:cNvSpPr>
            <a:spLocks noGrp="1"/>
          </p:cNvSpPr>
          <p:nvPr>
            <p:ph type="ftr" idx="17"/>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49" name="PlaceHolder 5"/>
          <p:cNvSpPr>
            <a:spLocks noGrp="1"/>
          </p:cNvSpPr>
          <p:nvPr>
            <p:ph type="sldNum" idx="18"/>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2EEFC48A-A760-4D3B-B1B9-A2A5D1A1BB98}"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Statements, weiß">
    <p:bg>
      <p:bgPr>
        <a:solidFill>
          <a:schemeClr val="lt1"/>
        </a:solidFill>
      </p:bgPr>
    </p:bg>
    <p:spTree>
      <p:nvGrpSpPr>
        <p:cNvPr id="1" name=""/>
        <p:cNvGrpSpPr/>
        <p:nvPr/>
      </p:nvGrpSpPr>
      <p:grpSpPr>
        <a:xfrm>
          <a:off x="0" y="0"/>
          <a:ext cx="0" cy="0"/>
          <a:chOff x="0" y="0"/>
          <a:chExt cx="0" cy="0"/>
        </a:xfrm>
      </p:grpSpPr>
      <p:sp>
        <p:nvSpPr>
          <p:cNvPr id="50"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51" name="Freihandform: Form 10"/>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52" name="PlaceHolder 1"/>
          <p:cNvSpPr>
            <a:spLocks noGrp="1"/>
          </p:cNvSpPr>
          <p:nvPr>
            <p:ph type="title"/>
          </p:nvPr>
        </p:nvSpPr>
        <p:spPr>
          <a:xfrm>
            <a:off x="360000" y="2329200"/>
            <a:ext cx="11471040" cy="397872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Mastertitelformat bearbeiten</a:t>
            </a:r>
            <a:endParaRPr lang="de-DE" sz="4800" b="1" u="none" strike="noStrike">
              <a:solidFill>
                <a:schemeClr val="dk1"/>
              </a:solidFill>
              <a:effectLst/>
              <a:uFillTx/>
              <a:latin typeface="SRH Headline"/>
            </a:endParaRPr>
          </a:p>
        </p:txBody>
      </p:sp>
      <p:sp>
        <p:nvSpPr>
          <p:cNvPr id="53" name="PlaceHolder 2"/>
          <p:cNvSpPr>
            <a:spLocks noGrp="1"/>
          </p:cNvSpPr>
          <p:nvPr>
            <p:ph type="dt" idx="19"/>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54" name="PlaceHolder 3"/>
          <p:cNvSpPr>
            <a:spLocks noGrp="1"/>
          </p:cNvSpPr>
          <p:nvPr>
            <p:ph type="ftr" idx="20"/>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55" name="PlaceHolder 4"/>
          <p:cNvSpPr>
            <a:spLocks noGrp="1"/>
          </p:cNvSpPr>
          <p:nvPr>
            <p:ph type="sldNum" idx="21"/>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653BA4B4-5870-4AB2-92FF-0DB94AE75163}"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2 Text, 1/2 Bild">
    <p:bg>
      <p:bgPr>
        <a:solidFill>
          <a:schemeClr val="lt1"/>
        </a:solidFill>
      </p:bgPr>
    </p:bg>
    <p:spTree>
      <p:nvGrpSpPr>
        <p:cNvPr id="1" name=""/>
        <p:cNvGrpSpPr/>
        <p:nvPr/>
      </p:nvGrpSpPr>
      <p:grpSpPr>
        <a:xfrm>
          <a:off x="0" y="0"/>
          <a:ext cx="0" cy="0"/>
          <a:chOff x="0" y="0"/>
          <a:chExt cx="0" cy="0"/>
        </a:xfrm>
      </p:grpSpPr>
      <p:sp>
        <p:nvSpPr>
          <p:cNvPr id="56"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57" name="PlaceHolder 1"/>
          <p:cNvSpPr>
            <a:spLocks noGrp="1"/>
          </p:cNvSpPr>
          <p:nvPr>
            <p:ph type="body"/>
          </p:nvPr>
        </p:nvSpPr>
        <p:spPr>
          <a:xfrm>
            <a:off x="6095880" y="0"/>
            <a:ext cx="6093720" cy="6855840"/>
          </a:xfrm>
          <a:prstGeom prst="rect">
            <a:avLst/>
          </a:prstGeom>
          <a:solidFill>
            <a:srgbClr val="FED9C9"/>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58" name="Zeichen" hidden="1"/>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59" name="PlaceHolder 2"/>
          <p:cNvSpPr>
            <a:spLocks noGrp="1"/>
          </p:cNvSpPr>
          <p:nvPr>
            <p:ph type="title"/>
          </p:nvPr>
        </p:nvSpPr>
        <p:spPr>
          <a:xfrm>
            <a:off x="360000" y="358920"/>
            <a:ext cx="536544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60" name="PlaceHolder 3"/>
          <p:cNvSpPr>
            <a:spLocks noGrp="1"/>
          </p:cNvSpPr>
          <p:nvPr>
            <p:ph type="body"/>
          </p:nvPr>
        </p:nvSpPr>
        <p:spPr>
          <a:xfrm>
            <a:off x="367560" y="1728000"/>
            <a:ext cx="536544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61" name="PlaceHolder 4"/>
          <p:cNvSpPr>
            <a:spLocks noGrp="1"/>
          </p:cNvSpPr>
          <p:nvPr>
            <p:ph type="dt" idx="22"/>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62" name="PlaceHolder 5"/>
          <p:cNvSpPr>
            <a:spLocks noGrp="1"/>
          </p:cNvSpPr>
          <p:nvPr>
            <p:ph type="ftr" idx="23"/>
          </p:nvPr>
        </p:nvSpPr>
        <p:spPr>
          <a:xfrm>
            <a:off x="1319400" y="6356520"/>
            <a:ext cx="441360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63" name="PlaceHolder 6"/>
          <p:cNvSpPr>
            <a:spLocks noGrp="1"/>
          </p:cNvSpPr>
          <p:nvPr>
            <p:ph type="sldNum" idx="24"/>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5A86AE55-799D-4CF2-AC72-DE33BB0678EE}"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
        <p:nvSpPr>
          <p:cNvPr id="64" name="PlaceHolder 7"/>
          <p:cNvSpPr>
            <a:spLocks noGrp="1"/>
          </p:cNvSpPr>
          <p:nvPr>
            <p:ph type="body"/>
          </p:nvPr>
        </p:nvSpPr>
        <p:spPr>
          <a:xfrm>
            <a:off x="10877400" y="358920"/>
            <a:ext cx="948600" cy="73512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00" b="0" u="none" strike="noStrike">
                <a:solidFill>
                  <a:schemeClr val="dk1"/>
                </a:solidFill>
                <a:effectLst/>
                <a:uFillTx/>
                <a:latin typeface="SRH Text"/>
              </a:rPr>
              <a:t>Click to edit the outline text format</a:t>
            </a:r>
            <a:endParaRPr lang="de-DE" sz="1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auf weiss">
    <p:bg>
      <p:bgPr>
        <a:solidFill>
          <a:schemeClr val="lt1"/>
        </a:solidFill>
      </p:bgPr>
    </p:bg>
    <p:spTree>
      <p:nvGrpSpPr>
        <p:cNvPr id="1" name=""/>
        <p:cNvGrpSpPr/>
        <p:nvPr/>
      </p:nvGrpSpPr>
      <p:grpSpPr>
        <a:xfrm>
          <a:off x="0" y="0"/>
          <a:ext cx="0" cy="0"/>
          <a:chOff x="0" y="0"/>
          <a:chExt cx="0" cy="0"/>
        </a:xfrm>
      </p:grpSpPr>
      <p:sp>
        <p:nvSpPr>
          <p:cNvPr id="65"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66"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67" name="PlaceHolder 2"/>
          <p:cNvSpPr>
            <a:spLocks noGrp="1"/>
          </p:cNvSpPr>
          <p:nvPr>
            <p:ph type="body"/>
          </p:nvPr>
        </p:nvSpPr>
        <p:spPr>
          <a:xfrm>
            <a:off x="360000" y="2873880"/>
            <a:ext cx="9156600" cy="232380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68" name="PlaceHolder 3"/>
          <p:cNvSpPr>
            <a:spLocks noGrp="1"/>
          </p:cNvSpPr>
          <p:nvPr>
            <p:ph type="dt" idx="25"/>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69" name="PlaceHolder 4"/>
          <p:cNvSpPr>
            <a:spLocks noGrp="1"/>
          </p:cNvSpPr>
          <p:nvPr>
            <p:ph type="ftr" idx="26"/>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70" name="PlaceHolder 5"/>
          <p:cNvSpPr>
            <a:spLocks noGrp="1"/>
          </p:cNvSpPr>
          <p:nvPr>
            <p:ph type="sldNum" idx="27"/>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5BFC0503-C16D-4E56-9C2A-8A26A1B841E8}"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
        <p:nvSpPr>
          <p:cNvPr id="71" name="PlaceHolder 6"/>
          <p:cNvSpPr>
            <a:spLocks noGrp="1"/>
          </p:cNvSpPr>
          <p:nvPr>
            <p:ph type="body"/>
          </p:nvPr>
        </p:nvSpPr>
        <p:spPr>
          <a:xfrm>
            <a:off x="360000" y="1728000"/>
            <a:ext cx="9156600" cy="77904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72" name="PlaceHolder 7"/>
          <p:cNvSpPr>
            <a:spLocks noGrp="1"/>
          </p:cNvSpPr>
          <p:nvPr>
            <p:ph type="body"/>
          </p:nvPr>
        </p:nvSpPr>
        <p:spPr>
          <a:xfrm>
            <a:off x="360000" y="5463720"/>
            <a:ext cx="9156600" cy="49248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und Text auf warm grey">
    <p:bg>
      <p:bgPr>
        <a:solidFill>
          <a:schemeClr val="lt1"/>
        </a:solidFill>
      </p:bgPr>
    </p:bg>
    <p:spTree>
      <p:nvGrpSpPr>
        <p:cNvPr id="1" name=""/>
        <p:cNvGrpSpPr/>
        <p:nvPr/>
      </p:nvGrpSpPr>
      <p:grpSpPr>
        <a:xfrm>
          <a:off x="0" y="0"/>
          <a:ext cx="0" cy="0"/>
          <a:chOff x="0" y="0"/>
          <a:chExt cx="0" cy="0"/>
        </a:xfrm>
      </p:grpSpPr>
      <p:sp>
        <p:nvSpPr>
          <p:cNvPr id="73"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74" name="Rechteck 13"/>
          <p:cNvSpPr/>
          <p:nvPr/>
        </p:nvSpPr>
        <p:spPr>
          <a:xfrm>
            <a:off x="0" y="1405800"/>
            <a:ext cx="12189960" cy="545004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75"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76" name="PlaceHolder 2"/>
          <p:cNvSpPr>
            <a:spLocks noGrp="1"/>
          </p:cNvSpPr>
          <p:nvPr>
            <p:ph type="body"/>
          </p:nvPr>
        </p:nvSpPr>
        <p:spPr>
          <a:xfrm>
            <a:off x="360000" y="2873880"/>
            <a:ext cx="7526520" cy="232380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77" name="PlaceHolder 3"/>
          <p:cNvSpPr>
            <a:spLocks noGrp="1"/>
          </p:cNvSpPr>
          <p:nvPr>
            <p:ph type="dt" idx="28"/>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78" name="PlaceHolder 4"/>
          <p:cNvSpPr>
            <a:spLocks noGrp="1"/>
          </p:cNvSpPr>
          <p:nvPr>
            <p:ph type="ftr" idx="29"/>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79" name="PlaceHolder 5"/>
          <p:cNvSpPr>
            <a:spLocks noGrp="1"/>
          </p:cNvSpPr>
          <p:nvPr>
            <p:ph type="sldNum" idx="30"/>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8632B955-9D5D-4DA0-A31B-E91E49144AA3}"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
        <p:nvSpPr>
          <p:cNvPr id="80" name="PlaceHolder 6"/>
          <p:cNvSpPr>
            <a:spLocks noGrp="1"/>
          </p:cNvSpPr>
          <p:nvPr>
            <p:ph type="body"/>
          </p:nvPr>
        </p:nvSpPr>
        <p:spPr>
          <a:xfrm>
            <a:off x="360000" y="1728000"/>
            <a:ext cx="7526520" cy="77904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81" name="PlaceHolder 7"/>
          <p:cNvSpPr>
            <a:spLocks noGrp="1"/>
          </p:cNvSpPr>
          <p:nvPr>
            <p:ph type="body"/>
          </p:nvPr>
        </p:nvSpPr>
        <p:spPr>
          <a:xfrm>
            <a:off x="360000" y="5463720"/>
            <a:ext cx="7526520" cy="49140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
        <p:nvSpPr>
          <p:cNvPr id="82" name="PlaceHolder 8"/>
          <p:cNvSpPr>
            <a:spLocks noGrp="1"/>
          </p:cNvSpPr>
          <p:nvPr>
            <p:ph type="body"/>
          </p:nvPr>
        </p:nvSpPr>
        <p:spPr>
          <a:xfrm>
            <a:off x="8248680" y="1728000"/>
            <a:ext cx="358236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3 Text, 1/3 Bild">
    <p:bg>
      <p:bgPr>
        <a:solidFill>
          <a:schemeClr val="lt1"/>
        </a:solidFill>
      </p:bgPr>
    </p:bg>
    <p:spTree>
      <p:nvGrpSpPr>
        <p:cNvPr id="1" name=""/>
        <p:cNvGrpSpPr/>
        <p:nvPr/>
      </p:nvGrpSpPr>
      <p:grpSpPr>
        <a:xfrm>
          <a:off x="0" y="0"/>
          <a:ext cx="0" cy="0"/>
          <a:chOff x="0" y="0"/>
          <a:chExt cx="0" cy="0"/>
        </a:xfrm>
      </p:grpSpPr>
      <p:sp>
        <p:nvSpPr>
          <p:cNvPr id="83"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84" name="Zeichen" hidden="1"/>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85" name="PlaceHolder 1"/>
          <p:cNvSpPr>
            <a:spLocks noGrp="1"/>
          </p:cNvSpPr>
          <p:nvPr>
            <p:ph type="title"/>
          </p:nvPr>
        </p:nvSpPr>
        <p:spPr>
          <a:xfrm>
            <a:off x="360000" y="358920"/>
            <a:ext cx="916344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86" name="PlaceHolder 2"/>
          <p:cNvSpPr>
            <a:spLocks noGrp="1"/>
          </p:cNvSpPr>
          <p:nvPr>
            <p:ph type="body"/>
          </p:nvPr>
        </p:nvSpPr>
        <p:spPr>
          <a:xfrm>
            <a:off x="367560" y="1728000"/>
            <a:ext cx="751824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87" name="PlaceHolder 3"/>
          <p:cNvSpPr>
            <a:spLocks noGrp="1"/>
          </p:cNvSpPr>
          <p:nvPr>
            <p:ph type="dt" idx="3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88" name="PlaceHolder 4"/>
          <p:cNvSpPr>
            <a:spLocks noGrp="1"/>
          </p:cNvSpPr>
          <p:nvPr>
            <p:ph type="ftr" idx="32"/>
          </p:nvPr>
        </p:nvSpPr>
        <p:spPr>
          <a:xfrm>
            <a:off x="1319400" y="6356520"/>
            <a:ext cx="441360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89" name="PlaceHolder 5"/>
          <p:cNvSpPr>
            <a:spLocks noGrp="1"/>
          </p:cNvSpPr>
          <p:nvPr>
            <p:ph type="sldNum" idx="33"/>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D3F501BC-4A43-4D88-918A-0C27256DA14D}"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
        <p:nvSpPr>
          <p:cNvPr id="90" name="PlaceHolder 6"/>
          <p:cNvSpPr>
            <a:spLocks noGrp="1"/>
          </p:cNvSpPr>
          <p:nvPr>
            <p:ph type="body"/>
          </p:nvPr>
        </p:nvSpPr>
        <p:spPr>
          <a:xfrm>
            <a:off x="8247960" y="1728000"/>
            <a:ext cx="3582360" cy="4228200"/>
          </a:xfrm>
          <a:prstGeom prst="rect">
            <a:avLst/>
          </a:prstGeom>
          <a:solidFill>
            <a:srgbClr val="FED9C9"/>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2/3 Text, 1/3 Bild im Anschnitt">
    <p:bg>
      <p:bgPr>
        <a:solidFill>
          <a:schemeClr val="lt1"/>
        </a:solidFill>
      </p:bgPr>
    </p:bg>
    <p:spTree>
      <p:nvGrpSpPr>
        <p:cNvPr id="1" name=""/>
        <p:cNvGrpSpPr/>
        <p:nvPr/>
      </p:nvGrpSpPr>
      <p:grpSpPr>
        <a:xfrm>
          <a:off x="0" y="0"/>
          <a:ext cx="0" cy="0"/>
          <a:chOff x="0" y="0"/>
          <a:chExt cx="0" cy="0"/>
        </a:xfrm>
      </p:grpSpPr>
      <p:sp>
        <p:nvSpPr>
          <p:cNvPr id="91"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92" name="Zeichen" hidden="1"/>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93" name="PlaceHolder 1"/>
          <p:cNvSpPr>
            <a:spLocks noGrp="1"/>
          </p:cNvSpPr>
          <p:nvPr>
            <p:ph type="title"/>
          </p:nvPr>
        </p:nvSpPr>
        <p:spPr>
          <a:xfrm>
            <a:off x="360000" y="358920"/>
            <a:ext cx="916344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94" name="PlaceHolder 2"/>
          <p:cNvSpPr>
            <a:spLocks noGrp="1"/>
          </p:cNvSpPr>
          <p:nvPr>
            <p:ph type="body"/>
          </p:nvPr>
        </p:nvSpPr>
        <p:spPr>
          <a:xfrm>
            <a:off x="367560" y="1728000"/>
            <a:ext cx="751824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95" name="PlaceHolder 3"/>
          <p:cNvSpPr>
            <a:spLocks noGrp="1"/>
          </p:cNvSpPr>
          <p:nvPr>
            <p:ph type="dt" idx="34"/>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96" name="PlaceHolder 4"/>
          <p:cNvSpPr>
            <a:spLocks noGrp="1"/>
          </p:cNvSpPr>
          <p:nvPr>
            <p:ph type="ftr" idx="35"/>
          </p:nvPr>
        </p:nvSpPr>
        <p:spPr>
          <a:xfrm>
            <a:off x="1319400" y="6356520"/>
            <a:ext cx="441360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97" name="PlaceHolder 5"/>
          <p:cNvSpPr>
            <a:spLocks noGrp="1"/>
          </p:cNvSpPr>
          <p:nvPr>
            <p:ph type="sldNum" idx="36"/>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27039D76-FD46-4199-B6E7-8059F63EF75D}"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
        <p:nvSpPr>
          <p:cNvPr id="98" name="PlaceHolder 6"/>
          <p:cNvSpPr>
            <a:spLocks noGrp="1"/>
          </p:cNvSpPr>
          <p:nvPr>
            <p:ph type="body"/>
          </p:nvPr>
        </p:nvSpPr>
        <p:spPr>
          <a:xfrm>
            <a:off x="8247960" y="1728000"/>
            <a:ext cx="3942000" cy="4228200"/>
          </a:xfrm>
          <a:prstGeom prst="rect">
            <a:avLst/>
          </a:prstGeom>
          <a:solidFill>
            <a:srgbClr val="FED9C9"/>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1 Inhalt auf warm grey">
    <p:bg>
      <p:bgPr>
        <a:solidFill>
          <a:schemeClr val="lt1"/>
        </a:solidFill>
      </p:bgPr>
    </p:bg>
    <p:spTree>
      <p:nvGrpSpPr>
        <p:cNvPr id="1" name=""/>
        <p:cNvGrpSpPr/>
        <p:nvPr/>
      </p:nvGrpSpPr>
      <p:grpSpPr>
        <a:xfrm>
          <a:off x="0" y="0"/>
          <a:ext cx="0" cy="0"/>
          <a:chOff x="0" y="0"/>
          <a:chExt cx="0" cy="0"/>
        </a:xfrm>
      </p:grpSpPr>
      <p:sp>
        <p:nvSpPr>
          <p:cNvPr id="99"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00" name="Rechteck 9"/>
          <p:cNvSpPr/>
          <p:nvPr/>
        </p:nvSpPr>
        <p:spPr>
          <a:xfrm>
            <a:off x="0" y="1405800"/>
            <a:ext cx="12189960" cy="545004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101" name="Freihandform: Form 28"/>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6E3E2"/>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102" name="PlaceHolder 1"/>
          <p:cNvSpPr>
            <a:spLocks noGrp="1"/>
          </p:cNvSpPr>
          <p:nvPr>
            <p:ph type="title"/>
          </p:nvPr>
        </p:nvSpPr>
        <p:spPr>
          <a:xfrm>
            <a:off x="360000" y="358920"/>
            <a:ext cx="915660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03" name="PlaceHolder 2"/>
          <p:cNvSpPr>
            <a:spLocks noGrp="1"/>
          </p:cNvSpPr>
          <p:nvPr>
            <p:ph type="body"/>
          </p:nvPr>
        </p:nvSpPr>
        <p:spPr>
          <a:xfrm>
            <a:off x="359280" y="1728000"/>
            <a:ext cx="915660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104" name="PlaceHolder 3"/>
          <p:cNvSpPr>
            <a:spLocks noGrp="1"/>
          </p:cNvSpPr>
          <p:nvPr>
            <p:ph type="dt" idx="37"/>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05" name="PlaceHolder 4"/>
          <p:cNvSpPr>
            <a:spLocks noGrp="1"/>
          </p:cNvSpPr>
          <p:nvPr>
            <p:ph type="ftr" idx="38"/>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06" name="PlaceHolder 5"/>
          <p:cNvSpPr>
            <a:spLocks noGrp="1"/>
          </p:cNvSpPr>
          <p:nvPr>
            <p:ph type="sldNum" idx="39"/>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C5829B14-CBAF-4A1E-8170-16F9B41A38CE}"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iagramme auf warm grey">
    <p:bg>
      <p:bgPr>
        <a:solidFill>
          <a:schemeClr val="lt1"/>
        </a:solidFill>
      </p:bgPr>
    </p:bg>
    <p:spTree>
      <p:nvGrpSpPr>
        <p:cNvPr id="1" name=""/>
        <p:cNvGrpSpPr/>
        <p:nvPr/>
      </p:nvGrpSpPr>
      <p:grpSpPr>
        <a:xfrm>
          <a:off x="0" y="0"/>
          <a:ext cx="0" cy="0"/>
          <a:chOff x="0" y="0"/>
          <a:chExt cx="0" cy="0"/>
        </a:xfrm>
      </p:grpSpPr>
      <p:sp>
        <p:nvSpPr>
          <p:cNvPr id="107"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08" name="Rechteck 13"/>
          <p:cNvSpPr/>
          <p:nvPr/>
        </p:nvSpPr>
        <p:spPr>
          <a:xfrm>
            <a:off x="0" y="1405800"/>
            <a:ext cx="12189960" cy="545004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109"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10" name="PlaceHolder 2"/>
          <p:cNvSpPr>
            <a:spLocks noGrp="1"/>
          </p:cNvSpPr>
          <p:nvPr>
            <p:ph type="body"/>
          </p:nvPr>
        </p:nvSpPr>
        <p:spPr>
          <a:xfrm>
            <a:off x="2048040" y="1943640"/>
            <a:ext cx="3866400" cy="320220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11" name="PlaceHolder 3"/>
          <p:cNvSpPr>
            <a:spLocks noGrp="1"/>
          </p:cNvSpPr>
          <p:nvPr>
            <p:ph type="dt" idx="40"/>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12" name="PlaceHolder 4"/>
          <p:cNvSpPr>
            <a:spLocks noGrp="1"/>
          </p:cNvSpPr>
          <p:nvPr>
            <p:ph type="ftr" idx="41"/>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13" name="PlaceHolder 5"/>
          <p:cNvSpPr>
            <a:spLocks noGrp="1"/>
          </p:cNvSpPr>
          <p:nvPr>
            <p:ph type="sldNum" idx="42"/>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9FD135DE-B566-4E0B-AAE5-07FCDF36B5A2}"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
        <p:nvSpPr>
          <p:cNvPr id="114" name="PlaceHolder 6"/>
          <p:cNvSpPr>
            <a:spLocks noGrp="1"/>
          </p:cNvSpPr>
          <p:nvPr>
            <p:ph type="body"/>
          </p:nvPr>
        </p:nvSpPr>
        <p:spPr>
          <a:xfrm>
            <a:off x="2048040" y="5212800"/>
            <a:ext cx="3866400" cy="736920"/>
          </a:xfrm>
          <a:prstGeom prst="rect">
            <a:avLst/>
          </a:prstGeom>
          <a:noFill/>
          <a:ln w="0">
            <a:noFill/>
          </a:ln>
        </p:spPr>
        <p:txBody>
          <a:bodyPr numCol="1" spcCol="216000" lIns="0" tIns="0" rIns="0" bIns="0" anchor="t">
            <a:noAutofit/>
          </a:bodyPr>
          <a:lstStyle>
            <a:lvl1pPr indent="0" algn="ctr" defTabSz="914400">
              <a:lnSpc>
                <a:spcPct val="110000"/>
              </a:lnSpc>
              <a:buNone/>
              <a:tabLst>
                <a:tab pos="0" algn="l"/>
              </a:tabLst>
              <a:defRPr lang="de-DE" sz="1400" b="0" u="none" strike="noStrike">
                <a:solidFill>
                  <a:schemeClr val="dk1"/>
                </a:solidFill>
                <a:effectLst/>
                <a:uFillTx/>
                <a:latin typeface="SRH Text"/>
                <a:ea typeface="SRH Text"/>
              </a:defRPr>
            </a:lvl1pPr>
          </a:lstStyle>
          <a:p>
            <a:pPr indent="0" algn="ctr" defTabSz="914400">
              <a:lnSpc>
                <a:spcPct val="110000"/>
              </a:lnSpc>
              <a:buNone/>
              <a:tabLst>
                <a:tab pos="0" algn="l"/>
              </a:tabLst>
            </a:pPr>
            <a:r>
              <a:rPr lang="de-DE" sz="1400" b="0" u="none" strike="noStrike">
                <a:solidFill>
                  <a:schemeClr val="dk1"/>
                </a:solidFill>
                <a:effectLst/>
                <a:uFillTx/>
                <a:latin typeface="SRH Text"/>
                <a:ea typeface="SRH Text"/>
              </a:rPr>
              <a:t>Mastertextformat bearbeiten</a:t>
            </a:r>
            <a:endParaRPr lang="de-DE" sz="1400" b="0" u="none" strike="noStrike">
              <a:solidFill>
                <a:schemeClr val="dk1"/>
              </a:solidFill>
              <a:effectLst/>
              <a:uFillTx/>
              <a:latin typeface="SRH Text"/>
            </a:endParaRPr>
          </a:p>
        </p:txBody>
      </p:sp>
      <p:sp>
        <p:nvSpPr>
          <p:cNvPr id="115" name="PlaceHolder 7"/>
          <p:cNvSpPr>
            <a:spLocks noGrp="1"/>
          </p:cNvSpPr>
          <p:nvPr>
            <p:ph type="body"/>
          </p:nvPr>
        </p:nvSpPr>
        <p:spPr>
          <a:xfrm>
            <a:off x="6275880" y="5212800"/>
            <a:ext cx="3866400" cy="736920"/>
          </a:xfrm>
          <a:prstGeom prst="rect">
            <a:avLst/>
          </a:prstGeom>
          <a:noFill/>
          <a:ln w="0">
            <a:noFill/>
          </a:ln>
        </p:spPr>
        <p:txBody>
          <a:bodyPr numCol="1" spcCol="216000" lIns="0" tIns="0" rIns="0" bIns="0" anchor="t">
            <a:noAutofit/>
          </a:bodyPr>
          <a:lstStyle>
            <a:lvl1pPr indent="0" algn="ctr" defTabSz="914400">
              <a:lnSpc>
                <a:spcPct val="110000"/>
              </a:lnSpc>
              <a:buNone/>
              <a:tabLst>
                <a:tab pos="0" algn="l"/>
              </a:tabLst>
              <a:defRPr lang="de-DE" sz="1400" b="0" u="none" strike="noStrike">
                <a:solidFill>
                  <a:schemeClr val="dk1"/>
                </a:solidFill>
                <a:effectLst/>
                <a:uFillTx/>
                <a:latin typeface="SRH Text"/>
                <a:ea typeface="SRH Text"/>
              </a:defRPr>
            </a:lvl1pPr>
          </a:lstStyle>
          <a:p>
            <a:pPr indent="0" algn="ctr" defTabSz="914400">
              <a:lnSpc>
                <a:spcPct val="110000"/>
              </a:lnSpc>
              <a:buNone/>
              <a:tabLst>
                <a:tab pos="0" algn="l"/>
              </a:tabLst>
            </a:pPr>
            <a:r>
              <a:rPr lang="de-DE" sz="1400" b="0" u="none" strike="noStrike">
                <a:solidFill>
                  <a:schemeClr val="dk1"/>
                </a:solidFill>
                <a:effectLst/>
                <a:uFillTx/>
                <a:latin typeface="SRH Text"/>
                <a:ea typeface="SRH Text"/>
              </a:rPr>
              <a:t>Mastertextformat bearbeiten</a:t>
            </a:r>
            <a:endParaRPr lang="de-DE" sz="1400" b="0" u="none" strike="noStrike">
              <a:solidFill>
                <a:schemeClr val="dk1"/>
              </a:solidFill>
              <a:effectLst/>
              <a:uFillTx/>
              <a:latin typeface="SRH Text"/>
            </a:endParaRPr>
          </a:p>
        </p:txBody>
      </p:sp>
      <p:sp>
        <p:nvSpPr>
          <p:cNvPr id="116" name="PlaceHolder 8"/>
          <p:cNvSpPr>
            <a:spLocks noGrp="1"/>
          </p:cNvSpPr>
          <p:nvPr>
            <p:ph type="body"/>
          </p:nvPr>
        </p:nvSpPr>
        <p:spPr>
          <a:xfrm>
            <a:off x="6275880" y="1943640"/>
            <a:ext cx="3866400" cy="320220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auf warm grey">
    <p:bg>
      <p:bgPr>
        <a:solidFill>
          <a:schemeClr val="lt1"/>
        </a:solidFill>
      </p:bgPr>
    </p:bg>
    <p:spTree>
      <p:nvGrpSpPr>
        <p:cNvPr id="1" name=""/>
        <p:cNvGrpSpPr/>
        <p:nvPr/>
      </p:nvGrpSpPr>
      <p:grpSpPr>
        <a:xfrm>
          <a:off x="0" y="0"/>
          <a:ext cx="0" cy="0"/>
          <a:chOff x="0" y="0"/>
          <a:chExt cx="0" cy="0"/>
        </a:xfrm>
      </p:grpSpPr>
      <p:sp>
        <p:nvSpPr>
          <p:cNvPr id="117"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18" name="Rechteck 13"/>
          <p:cNvSpPr/>
          <p:nvPr/>
        </p:nvSpPr>
        <p:spPr>
          <a:xfrm>
            <a:off x="0" y="1405800"/>
            <a:ext cx="12189960" cy="545004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119"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20" name="PlaceHolder 2"/>
          <p:cNvSpPr>
            <a:spLocks noGrp="1"/>
          </p:cNvSpPr>
          <p:nvPr>
            <p:ph type="body"/>
          </p:nvPr>
        </p:nvSpPr>
        <p:spPr>
          <a:xfrm>
            <a:off x="360000" y="2873880"/>
            <a:ext cx="9156600" cy="232380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21" name="PlaceHolder 3"/>
          <p:cNvSpPr>
            <a:spLocks noGrp="1"/>
          </p:cNvSpPr>
          <p:nvPr>
            <p:ph type="dt" idx="43"/>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22" name="PlaceHolder 4"/>
          <p:cNvSpPr>
            <a:spLocks noGrp="1"/>
          </p:cNvSpPr>
          <p:nvPr>
            <p:ph type="ftr" idx="44"/>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23" name="PlaceHolder 5"/>
          <p:cNvSpPr>
            <a:spLocks noGrp="1"/>
          </p:cNvSpPr>
          <p:nvPr>
            <p:ph type="sldNum" idx="45"/>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B6156AF3-D738-4ACA-9A72-87E94E1634C0}"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
        <p:nvSpPr>
          <p:cNvPr id="124" name="PlaceHolder 6"/>
          <p:cNvSpPr>
            <a:spLocks noGrp="1"/>
          </p:cNvSpPr>
          <p:nvPr>
            <p:ph type="body"/>
          </p:nvPr>
        </p:nvSpPr>
        <p:spPr>
          <a:xfrm>
            <a:off x="360000" y="1728000"/>
            <a:ext cx="9156600" cy="77904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25" name="PlaceHolder 7"/>
          <p:cNvSpPr>
            <a:spLocks noGrp="1"/>
          </p:cNvSpPr>
          <p:nvPr>
            <p:ph type="body"/>
          </p:nvPr>
        </p:nvSpPr>
        <p:spPr>
          <a:xfrm>
            <a:off x="360000" y="5463720"/>
            <a:ext cx="9156600" cy="49248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und Text auf weiss">
    <p:bg>
      <p:bgPr>
        <a:solidFill>
          <a:schemeClr val="lt1"/>
        </a:solidFill>
      </p:bgPr>
    </p:bg>
    <p:spTree>
      <p:nvGrpSpPr>
        <p:cNvPr id="1" name=""/>
        <p:cNvGrpSpPr/>
        <p:nvPr/>
      </p:nvGrpSpPr>
      <p:grpSpPr>
        <a:xfrm>
          <a:off x="0" y="0"/>
          <a:ext cx="0" cy="0"/>
          <a:chOff x="0" y="0"/>
          <a:chExt cx="0" cy="0"/>
        </a:xfrm>
      </p:grpSpPr>
      <p:sp>
        <p:nvSpPr>
          <p:cNvPr id="126"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27"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28" name="PlaceHolder 2"/>
          <p:cNvSpPr>
            <a:spLocks noGrp="1"/>
          </p:cNvSpPr>
          <p:nvPr>
            <p:ph type="body"/>
          </p:nvPr>
        </p:nvSpPr>
        <p:spPr>
          <a:xfrm>
            <a:off x="360000" y="2873880"/>
            <a:ext cx="7526520" cy="232380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29" name="PlaceHolder 3"/>
          <p:cNvSpPr>
            <a:spLocks noGrp="1"/>
          </p:cNvSpPr>
          <p:nvPr>
            <p:ph type="dt" idx="46"/>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30" name="PlaceHolder 4"/>
          <p:cNvSpPr>
            <a:spLocks noGrp="1"/>
          </p:cNvSpPr>
          <p:nvPr>
            <p:ph type="ftr" idx="47"/>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31" name="PlaceHolder 5"/>
          <p:cNvSpPr>
            <a:spLocks noGrp="1"/>
          </p:cNvSpPr>
          <p:nvPr>
            <p:ph type="sldNum" idx="48"/>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6E764F07-A6A1-43AB-868D-4BC2A3A61534}"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
        <p:nvSpPr>
          <p:cNvPr id="132" name="PlaceHolder 6"/>
          <p:cNvSpPr>
            <a:spLocks noGrp="1"/>
          </p:cNvSpPr>
          <p:nvPr>
            <p:ph type="body"/>
          </p:nvPr>
        </p:nvSpPr>
        <p:spPr>
          <a:xfrm>
            <a:off x="360000" y="1728000"/>
            <a:ext cx="7526520" cy="77904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33" name="PlaceHolder 7"/>
          <p:cNvSpPr>
            <a:spLocks noGrp="1"/>
          </p:cNvSpPr>
          <p:nvPr>
            <p:ph type="body"/>
          </p:nvPr>
        </p:nvSpPr>
        <p:spPr>
          <a:xfrm>
            <a:off x="360000" y="5463720"/>
            <a:ext cx="7526520" cy="49140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
        <p:nvSpPr>
          <p:cNvPr id="134" name="PlaceHolder 8"/>
          <p:cNvSpPr>
            <a:spLocks noGrp="1"/>
          </p:cNvSpPr>
          <p:nvPr>
            <p:ph type="body"/>
          </p:nvPr>
        </p:nvSpPr>
        <p:spPr>
          <a:xfrm>
            <a:off x="8248680" y="1728000"/>
            <a:ext cx="358236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Gliederung">
    <p:bg>
      <p:bgPr>
        <a:solidFill>
          <a:schemeClr val="lt1"/>
        </a:solidFill>
      </p:bgPr>
    </p:bg>
    <p:spTree>
      <p:nvGrpSpPr>
        <p:cNvPr id="1" name=""/>
        <p:cNvGrpSpPr/>
        <p:nvPr/>
      </p:nvGrpSpPr>
      <p:grpSpPr>
        <a:xfrm>
          <a:off x="0" y="0"/>
          <a:ext cx="0" cy="0"/>
          <a:chOff x="0" y="0"/>
          <a:chExt cx="0" cy="0"/>
        </a:xfrm>
      </p:grpSpPr>
      <p:sp>
        <p:nvSpPr>
          <p:cNvPr id="135"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36" name="Logo-Fragment"/>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137" name="PlaceHolder 1"/>
          <p:cNvSpPr>
            <a:spLocks noGrp="1"/>
          </p:cNvSpPr>
          <p:nvPr>
            <p:ph type="sldNum" idx="49"/>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F8F0D85-BFEB-48D9-BC89-462614B0F5B4}"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
        <p:nvSpPr>
          <p:cNvPr id="138" name="PlaceHolder 2"/>
          <p:cNvSpPr>
            <a:spLocks noGrp="1"/>
          </p:cNvSpPr>
          <p:nvPr>
            <p:ph type="ftr" idx="50"/>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39" name="PlaceHolder 3"/>
          <p:cNvSpPr>
            <a:spLocks noGrp="1"/>
          </p:cNvSpPr>
          <p:nvPr>
            <p:ph type="dt" idx="5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40" name="PlaceHolder 4"/>
          <p:cNvSpPr>
            <a:spLocks noGrp="1"/>
          </p:cNvSpPr>
          <p:nvPr>
            <p:ph type="body"/>
          </p:nvPr>
        </p:nvSpPr>
        <p:spPr>
          <a:xfrm>
            <a:off x="6773400" y="4853880"/>
            <a:ext cx="505116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41" name="PlaceHolder 5"/>
          <p:cNvSpPr>
            <a:spLocks noGrp="1"/>
          </p:cNvSpPr>
          <p:nvPr>
            <p:ph type="body"/>
          </p:nvPr>
        </p:nvSpPr>
        <p:spPr>
          <a:xfrm>
            <a:off x="6275880" y="4853880"/>
            <a:ext cx="42408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42" name="PlaceHolder 6"/>
          <p:cNvSpPr>
            <a:spLocks noGrp="1"/>
          </p:cNvSpPr>
          <p:nvPr>
            <p:ph type="body"/>
          </p:nvPr>
        </p:nvSpPr>
        <p:spPr>
          <a:xfrm>
            <a:off x="6773400" y="4073040"/>
            <a:ext cx="505116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43" name="PlaceHolder 7"/>
          <p:cNvSpPr>
            <a:spLocks noGrp="1"/>
          </p:cNvSpPr>
          <p:nvPr>
            <p:ph type="body"/>
          </p:nvPr>
        </p:nvSpPr>
        <p:spPr>
          <a:xfrm>
            <a:off x="6275880" y="4073040"/>
            <a:ext cx="42408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44" name="PlaceHolder 8"/>
          <p:cNvSpPr>
            <a:spLocks noGrp="1"/>
          </p:cNvSpPr>
          <p:nvPr>
            <p:ph type="body"/>
          </p:nvPr>
        </p:nvSpPr>
        <p:spPr>
          <a:xfrm>
            <a:off x="6773400" y="3291120"/>
            <a:ext cx="505116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45" name="PlaceHolder 9"/>
          <p:cNvSpPr>
            <a:spLocks noGrp="1"/>
          </p:cNvSpPr>
          <p:nvPr>
            <p:ph type="body"/>
          </p:nvPr>
        </p:nvSpPr>
        <p:spPr>
          <a:xfrm>
            <a:off x="6275880" y="3291120"/>
            <a:ext cx="42408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46" name="PlaceHolder 10"/>
          <p:cNvSpPr>
            <a:spLocks noGrp="1"/>
          </p:cNvSpPr>
          <p:nvPr>
            <p:ph type="body"/>
          </p:nvPr>
        </p:nvSpPr>
        <p:spPr>
          <a:xfrm>
            <a:off x="6773400" y="2509560"/>
            <a:ext cx="505116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47" name="PlaceHolder 11"/>
          <p:cNvSpPr>
            <a:spLocks noGrp="1"/>
          </p:cNvSpPr>
          <p:nvPr>
            <p:ph type="body"/>
          </p:nvPr>
        </p:nvSpPr>
        <p:spPr>
          <a:xfrm>
            <a:off x="6275880" y="2509560"/>
            <a:ext cx="42408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48" name="PlaceHolder 12"/>
          <p:cNvSpPr>
            <a:spLocks noGrp="1"/>
          </p:cNvSpPr>
          <p:nvPr>
            <p:ph type="body"/>
          </p:nvPr>
        </p:nvSpPr>
        <p:spPr>
          <a:xfrm>
            <a:off x="6773400" y="1728000"/>
            <a:ext cx="505116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49" name="PlaceHolder 13"/>
          <p:cNvSpPr>
            <a:spLocks noGrp="1"/>
          </p:cNvSpPr>
          <p:nvPr>
            <p:ph type="body"/>
          </p:nvPr>
        </p:nvSpPr>
        <p:spPr>
          <a:xfrm>
            <a:off x="6275880" y="1728000"/>
            <a:ext cx="42408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50" name="PlaceHolder 14"/>
          <p:cNvSpPr>
            <a:spLocks noGrp="1"/>
          </p:cNvSpPr>
          <p:nvPr>
            <p:ph type="body"/>
          </p:nvPr>
        </p:nvSpPr>
        <p:spPr>
          <a:xfrm>
            <a:off x="862200" y="4853880"/>
            <a:ext cx="505188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51" name="PlaceHolder 15"/>
          <p:cNvSpPr>
            <a:spLocks noGrp="1"/>
          </p:cNvSpPr>
          <p:nvPr>
            <p:ph type="body"/>
          </p:nvPr>
        </p:nvSpPr>
        <p:spPr>
          <a:xfrm>
            <a:off x="359280" y="4853880"/>
            <a:ext cx="42336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52" name="PlaceHolder 16"/>
          <p:cNvSpPr>
            <a:spLocks noGrp="1"/>
          </p:cNvSpPr>
          <p:nvPr>
            <p:ph type="body"/>
          </p:nvPr>
        </p:nvSpPr>
        <p:spPr>
          <a:xfrm>
            <a:off x="862200" y="4073040"/>
            <a:ext cx="505188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53" name="PlaceHolder 17"/>
          <p:cNvSpPr>
            <a:spLocks noGrp="1"/>
          </p:cNvSpPr>
          <p:nvPr>
            <p:ph type="body"/>
          </p:nvPr>
        </p:nvSpPr>
        <p:spPr>
          <a:xfrm>
            <a:off x="359280" y="4073040"/>
            <a:ext cx="42336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54" name="PlaceHolder 18"/>
          <p:cNvSpPr>
            <a:spLocks noGrp="1"/>
          </p:cNvSpPr>
          <p:nvPr>
            <p:ph type="body"/>
          </p:nvPr>
        </p:nvSpPr>
        <p:spPr>
          <a:xfrm>
            <a:off x="862200" y="3291120"/>
            <a:ext cx="505188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55" name="PlaceHolder 19"/>
          <p:cNvSpPr>
            <a:spLocks noGrp="1"/>
          </p:cNvSpPr>
          <p:nvPr>
            <p:ph type="body"/>
          </p:nvPr>
        </p:nvSpPr>
        <p:spPr>
          <a:xfrm>
            <a:off x="359280" y="3291120"/>
            <a:ext cx="42336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03</a:t>
            </a:r>
            <a:endParaRPr lang="de-DE" sz="2000" b="1" u="none" strike="noStrike">
              <a:solidFill>
                <a:schemeClr val="accent1"/>
              </a:solidFill>
              <a:effectLst/>
              <a:uFillTx/>
              <a:latin typeface="SRH Text"/>
            </a:endParaRPr>
          </a:p>
        </p:txBody>
      </p:sp>
      <p:sp>
        <p:nvSpPr>
          <p:cNvPr id="156" name="PlaceHolder 20"/>
          <p:cNvSpPr>
            <a:spLocks noGrp="1"/>
          </p:cNvSpPr>
          <p:nvPr>
            <p:ph type="body"/>
          </p:nvPr>
        </p:nvSpPr>
        <p:spPr>
          <a:xfrm>
            <a:off x="862200" y="2509560"/>
            <a:ext cx="505188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57" name="PlaceHolder 21"/>
          <p:cNvSpPr>
            <a:spLocks noGrp="1"/>
          </p:cNvSpPr>
          <p:nvPr>
            <p:ph type="body"/>
          </p:nvPr>
        </p:nvSpPr>
        <p:spPr>
          <a:xfrm>
            <a:off x="359280" y="2509560"/>
            <a:ext cx="42336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02</a:t>
            </a:r>
            <a:endParaRPr lang="de-DE" sz="2000" b="1" u="none" strike="noStrike">
              <a:solidFill>
                <a:schemeClr val="accent1"/>
              </a:solidFill>
              <a:effectLst/>
              <a:uFillTx/>
              <a:latin typeface="SRH Text"/>
            </a:endParaRPr>
          </a:p>
        </p:txBody>
      </p:sp>
      <p:sp>
        <p:nvSpPr>
          <p:cNvPr id="158" name="PlaceHolder 22"/>
          <p:cNvSpPr>
            <a:spLocks noGrp="1"/>
          </p:cNvSpPr>
          <p:nvPr>
            <p:ph type="body"/>
          </p:nvPr>
        </p:nvSpPr>
        <p:spPr>
          <a:xfrm>
            <a:off x="862200" y="1728000"/>
            <a:ext cx="505188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59" name="PlaceHolder 23"/>
          <p:cNvSpPr>
            <a:spLocks noGrp="1"/>
          </p:cNvSpPr>
          <p:nvPr>
            <p:ph type="body"/>
          </p:nvPr>
        </p:nvSpPr>
        <p:spPr>
          <a:xfrm>
            <a:off x="359280" y="1728000"/>
            <a:ext cx="42336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01</a:t>
            </a:r>
            <a:endParaRPr lang="de-DE" sz="2000" b="1" u="none" strike="noStrike">
              <a:solidFill>
                <a:schemeClr val="accent1"/>
              </a:solidFill>
              <a:effectLst/>
              <a:uFillTx/>
              <a:latin typeface="SRH Text"/>
            </a:endParaRPr>
          </a:p>
        </p:txBody>
      </p:sp>
      <p:sp>
        <p:nvSpPr>
          <p:cNvPr id="160" name="PlaceHolder 24"/>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Gliederung</a:t>
            </a:r>
            <a:endParaRPr lang="de-DE" sz="3000" b="1" u="none" strike="noStrike">
              <a:solidFill>
                <a:schemeClr val="dk1"/>
              </a:solidFill>
              <a:effectLst/>
              <a:uFillTx/>
              <a:latin typeface="SRH Headline"/>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folie Logo weiß">
    <p:bg>
      <p:bgPr>
        <a:solidFill>
          <a:schemeClr val="lt1"/>
        </a:solidFill>
      </p:bgPr>
    </p:bg>
    <p:spTree>
      <p:nvGrpSpPr>
        <p:cNvPr id="1" name=""/>
        <p:cNvGrpSpPr/>
        <p:nvPr/>
      </p:nvGrpSpPr>
      <p:grpSpPr>
        <a:xfrm>
          <a:off x="0" y="0"/>
          <a:ext cx="0" cy="0"/>
          <a:chOff x="0" y="0"/>
          <a:chExt cx="0" cy="0"/>
        </a:xfrm>
      </p:grpSpPr>
      <p:sp>
        <p:nvSpPr>
          <p:cNvPr id="161" name="Freihandform: Form 11" hidden="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62" name="PlaceHolder 1"/>
          <p:cNvSpPr>
            <a:spLocks noGrp="1"/>
          </p:cNvSpPr>
          <p:nvPr>
            <p:ph type="body"/>
          </p:nvPr>
        </p:nvSpPr>
        <p:spPr>
          <a:xfrm>
            <a:off x="0" y="0"/>
            <a:ext cx="12189960" cy="6855840"/>
          </a:xfrm>
          <a:prstGeom prst="rect">
            <a:avLst/>
          </a:prstGeom>
          <a:solidFill>
            <a:srgbClr val="FED9C9"/>
          </a:solidFill>
          <a:ln w="0">
            <a:noFill/>
          </a:ln>
        </p:spPr>
        <p:txBody>
          <a:bodyPr lIns="90000" tIns="45000" rIns="90000" bIns="45000" anchor="t">
            <a:noAutofit/>
          </a:bodyPr>
          <a:lstStyle>
            <a:lvl1pPr indent="0" algn="l" defTabSz="914400">
              <a:lnSpc>
                <a:spcPct val="94000"/>
              </a:lnSpc>
              <a:buNone/>
              <a:tabLst>
                <a:tab pos="0" algn="l"/>
              </a:tabLst>
              <a:defRPr lang="de-DE" sz="18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4000"/>
              </a:lnSpc>
              <a:buNone/>
              <a:tabLst>
                <a:tab pos="0" algn="l"/>
              </a:tabLst>
            </a:pPr>
            <a:r>
              <a:rPr lang="de-DE" sz="1800" b="1" u="none" strike="noStrike">
                <a:solidFill>
                  <a:schemeClr val="lt1"/>
                </a:solidFill>
                <a:effectLst/>
                <a:uFillTx/>
                <a:latin typeface="SRH Text"/>
              </a:rPr>
              <a:t>Click to edit the outline text format</a:t>
            </a:r>
            <a:endParaRPr lang="de-DE" sz="18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63" name="PlaceHolder 2"/>
          <p:cNvSpPr>
            <a:spLocks noGrp="1"/>
          </p:cNvSpPr>
          <p:nvPr>
            <p:ph type="title"/>
          </p:nvPr>
        </p:nvSpPr>
        <p:spPr>
          <a:xfrm>
            <a:off x="630000" y="1079640"/>
            <a:ext cx="7399440" cy="301608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4000" b="1" u="none" strike="noStrike">
                <a:solidFill>
                  <a:schemeClr val="lt1"/>
                </a:solidFill>
                <a:effectLst/>
                <a:uFillTx/>
                <a:latin typeface="SRH Headline"/>
                <a:ea typeface="SRH Headline"/>
              </a:defRPr>
            </a:lvl1pPr>
          </a:lstStyle>
          <a:p>
            <a:pPr indent="0" algn="l" defTabSz="914400">
              <a:lnSpc>
                <a:spcPct val="100000"/>
              </a:lnSpc>
              <a:buNone/>
              <a:tabLst>
                <a:tab pos="0" algn="l"/>
              </a:tabLst>
            </a:pPr>
            <a:r>
              <a:rPr lang="de-DE" sz="4000" b="1" u="none" strike="noStrike">
                <a:solidFill>
                  <a:schemeClr val="lt1"/>
                </a:solidFill>
                <a:effectLst/>
                <a:uFillTx/>
                <a:latin typeface="SRH Headline"/>
                <a:ea typeface="SRH Headline"/>
              </a:rPr>
              <a:t>Mastertitelformat bearbeiten</a:t>
            </a:r>
            <a:endParaRPr lang="de-DE" sz="4000" b="1" u="none" strike="noStrike">
              <a:solidFill>
                <a:schemeClr val="lt1"/>
              </a:solidFill>
              <a:effectLst/>
              <a:uFillTx/>
              <a:latin typeface="SRH Headline"/>
            </a:endParaRPr>
          </a:p>
        </p:txBody>
      </p:sp>
      <p:sp>
        <p:nvSpPr>
          <p:cNvPr id="164" name="PlaceHolder 3"/>
          <p:cNvSpPr>
            <a:spLocks noGrp="1"/>
          </p:cNvSpPr>
          <p:nvPr>
            <p:ph type="body"/>
          </p:nvPr>
        </p:nvSpPr>
        <p:spPr>
          <a:xfrm>
            <a:off x="9652680" y="622440"/>
            <a:ext cx="1983960" cy="5508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1550" b="1" u="none" strike="noStrike">
                <a:solidFill>
                  <a:schemeClr val="lt1"/>
                </a:solidFill>
                <a:effectLst/>
                <a:uFillTx/>
                <a:latin typeface="SRH Text"/>
                <a:ea typeface="SRH Text"/>
              </a:defRPr>
            </a:lvl1pPr>
          </a:lstStyle>
          <a:p>
            <a:pPr indent="0" algn="l" defTabSz="914400">
              <a:lnSpc>
                <a:spcPct val="94000"/>
              </a:lnSpc>
              <a:buNone/>
              <a:tabLst>
                <a:tab pos="0" algn="l"/>
              </a:tabLst>
            </a:pPr>
            <a:r>
              <a:rPr lang="de-DE" sz="1550" b="1" u="none" strike="noStrike">
                <a:solidFill>
                  <a:schemeClr val="lt1"/>
                </a:solidFill>
                <a:effectLst/>
                <a:uFillTx/>
                <a:latin typeface="SRH Text"/>
                <a:ea typeface="SRH Text"/>
              </a:rPr>
              <a:t>Mastertextformat bearbeiten</a:t>
            </a:r>
            <a:endParaRPr lang="de-DE" sz="1550" b="1" u="none" strike="noStrike">
              <a:solidFill>
                <a:schemeClr val="lt1"/>
              </a:solidFill>
              <a:effectLst/>
              <a:uFillTx/>
              <a:latin typeface="SRH Text"/>
            </a:endParaRPr>
          </a:p>
        </p:txBody>
      </p:sp>
      <p:sp>
        <p:nvSpPr>
          <p:cNvPr id="165" name="PlaceHolder 4"/>
          <p:cNvSpPr>
            <a:spLocks noGrp="1"/>
          </p:cNvSpPr>
          <p:nvPr>
            <p:ph type="body"/>
          </p:nvPr>
        </p:nvSpPr>
        <p:spPr>
          <a:xfrm>
            <a:off x="630000" y="457920"/>
            <a:ext cx="946440" cy="73188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numCol="1" spcCol="216000" lIns="0" tIns="0" rIns="0" bIns="0" anchor="ctr">
            <a:noAutofit/>
          </a:bodyPr>
          <a:lstStyle>
            <a:lvl1pPr indent="0" algn="l" defTabSz="914400">
              <a:lnSpc>
                <a:spcPct val="94000"/>
              </a:lnSpc>
              <a:buNone/>
              <a:tabLst>
                <a:tab pos="0" algn="l"/>
              </a:tabLst>
              <a:defRPr lang="de-DE" sz="1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94000"/>
              </a:lnSpc>
              <a:buNone/>
              <a:tabLst>
                <a:tab pos="0" algn="l"/>
              </a:tabLst>
            </a:pPr>
            <a:r>
              <a:rPr lang="de-DE" sz="100" b="1" u="none" strike="noStrike">
                <a:solidFill>
                  <a:schemeClr val="lt1"/>
                </a:solidFill>
                <a:effectLst/>
                <a:uFillTx/>
                <a:latin typeface="SRH Text"/>
              </a:rPr>
              <a:t>Click to edit the outline text format</a:t>
            </a:r>
            <a:endParaRPr lang="de-DE" sz="1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Nur Titel">
    <p:bg>
      <p:bgPr>
        <a:solidFill>
          <a:schemeClr val="lt1"/>
        </a:solidFill>
      </p:bgPr>
    </p:bg>
    <p:spTree>
      <p:nvGrpSpPr>
        <p:cNvPr id="1" name=""/>
        <p:cNvGrpSpPr/>
        <p:nvPr/>
      </p:nvGrpSpPr>
      <p:grpSpPr>
        <a:xfrm>
          <a:off x="0" y="0"/>
          <a:ext cx="0" cy="0"/>
          <a:chOff x="0" y="0"/>
          <a:chExt cx="0" cy="0"/>
        </a:xfrm>
      </p:grpSpPr>
      <p:sp>
        <p:nvSpPr>
          <p:cNvPr id="166"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67"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68" name="PlaceHolder 2"/>
          <p:cNvSpPr>
            <a:spLocks noGrp="1"/>
          </p:cNvSpPr>
          <p:nvPr>
            <p:ph type="dt" idx="52"/>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69" name="PlaceHolder 3"/>
          <p:cNvSpPr>
            <a:spLocks noGrp="1"/>
          </p:cNvSpPr>
          <p:nvPr>
            <p:ph type="ftr" idx="53"/>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70" name="PlaceHolder 4"/>
          <p:cNvSpPr>
            <a:spLocks noGrp="1"/>
          </p:cNvSpPr>
          <p:nvPr>
            <p:ph type="sldNum" idx="54"/>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2A8545B0-2992-4D94-9EB5-0DDB4D3BFCBA}"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eer">
    <p:bg>
      <p:bgPr>
        <a:solidFill>
          <a:schemeClr val="lt1"/>
        </a:solidFill>
      </p:bgPr>
    </p:bg>
    <p:spTree>
      <p:nvGrpSpPr>
        <p:cNvPr id="1" name=""/>
        <p:cNvGrpSpPr/>
        <p:nvPr/>
      </p:nvGrpSpPr>
      <p:grpSpPr>
        <a:xfrm>
          <a:off x="0" y="0"/>
          <a:ext cx="0" cy="0"/>
          <a:chOff x="0" y="0"/>
          <a:chExt cx="0" cy="0"/>
        </a:xfrm>
      </p:grpSpPr>
      <p:sp>
        <p:nvSpPr>
          <p:cNvPr id="171"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72" name="PlaceHolder 1"/>
          <p:cNvSpPr>
            <a:spLocks noGrp="1"/>
          </p:cNvSpPr>
          <p:nvPr>
            <p:ph type="dt" idx="55"/>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73" name="PlaceHolder 2"/>
          <p:cNvSpPr>
            <a:spLocks noGrp="1"/>
          </p:cNvSpPr>
          <p:nvPr>
            <p:ph type="ftr" idx="56"/>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 </a:t>
            </a:r>
            <a:endParaRPr lang="en-US" sz="900" b="0" u="none" strike="noStrike">
              <a:solidFill>
                <a:srgbClr val="000000"/>
              </a:solidFill>
              <a:effectLst/>
              <a:uFillTx/>
              <a:latin typeface="Times New Roman"/>
            </a:endParaRPr>
          </a:p>
        </p:txBody>
      </p:sp>
      <p:sp>
        <p:nvSpPr>
          <p:cNvPr id="174" name="PlaceHolder 3"/>
          <p:cNvSpPr>
            <a:spLocks noGrp="1"/>
          </p:cNvSpPr>
          <p:nvPr>
            <p:ph type="sldNum" idx="57"/>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82031F8B-46DA-4803-9C00-1B805D1B0C72}"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ontakt weiß">
    <p:bg>
      <p:bgPr>
        <a:solidFill>
          <a:schemeClr val="lt1"/>
        </a:solidFill>
      </p:bgPr>
    </p:bg>
    <p:spTree>
      <p:nvGrpSpPr>
        <p:cNvPr id="1" name=""/>
        <p:cNvGrpSpPr/>
        <p:nvPr/>
      </p:nvGrpSpPr>
      <p:grpSpPr>
        <a:xfrm>
          <a:off x="0" y="0"/>
          <a:ext cx="0" cy="0"/>
          <a:chOff x="0" y="0"/>
          <a:chExt cx="0" cy="0"/>
        </a:xfrm>
      </p:grpSpPr>
      <p:sp>
        <p:nvSpPr>
          <p:cNvPr id="175"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76" name="Freihandform: Form 10"/>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177" name="Textfeld 11"/>
          <p:cNvSpPr/>
          <p:nvPr/>
        </p:nvSpPr>
        <p:spPr>
          <a:xfrm>
            <a:off x="360000" y="1891800"/>
            <a:ext cx="7453440" cy="2079360"/>
          </a:xfrm>
          <a:prstGeom prst="rect">
            <a:avLst/>
          </a:prstGeom>
          <a:noFill/>
          <a:ln w="0">
            <a:noFill/>
          </a:ln>
        </p:spPr>
        <p:style>
          <a:lnRef idx="0"/>
          <a:fillRef idx="0"/>
          <a:effectRef idx="0"/>
          <a:fontRef idx="minor"/>
        </p:style>
        <p:txBody>
          <a:bodyPr numCol="1" spcCol="216000" lIns="0" tIns="0" rIns="0" bIns="0" anchor="t">
            <a:noAutofit/>
          </a:bodyPr>
          <a:p>
            <a:pPr defTabSz="914400">
              <a:lnSpc>
                <a:spcPct val="100000"/>
              </a:lnSpc>
              <a:tabLst>
                <a:tab pos="0" algn="l"/>
              </a:tabLst>
            </a:pPr>
            <a:r>
              <a:rPr lang="de-DE" sz="4800" b="1" u="none" strike="noStrike">
                <a:solidFill>
                  <a:schemeClr val="dk1"/>
                </a:solidFill>
                <a:effectLst/>
                <a:uFillTx/>
                <a:latin typeface="SRH Headline"/>
                <a:ea typeface="SRH Headline"/>
              </a:rPr>
              <a:t>Vielen Dank für Ihre </a:t>
            </a:r>
            <a:br>
              <a:rPr sz="1800"/>
            </a:br>
            <a:r>
              <a:rPr lang="de-DE" sz="4800" b="1" u="none" strike="noStrike">
                <a:solidFill>
                  <a:schemeClr val="dk1"/>
                </a:solidFill>
                <a:effectLst/>
                <a:uFillTx/>
                <a:latin typeface="SRH Headline"/>
                <a:ea typeface="SRH Headline"/>
              </a:rPr>
              <a:t>Aufmerksamkeit!</a:t>
            </a:r>
            <a:endParaRPr lang="en-US" sz="4800" b="0" u="none" strike="noStrike">
              <a:solidFill>
                <a:srgbClr val="000000"/>
              </a:solidFill>
              <a:effectLst/>
              <a:uFillTx/>
              <a:latin typeface="Arial"/>
            </a:endParaRPr>
          </a:p>
        </p:txBody>
      </p:sp>
      <p:sp>
        <p:nvSpPr>
          <p:cNvPr id="178" name="PlaceHolder 1"/>
          <p:cNvSpPr>
            <a:spLocks noGrp="1"/>
          </p:cNvSpPr>
          <p:nvPr>
            <p:ph type="body"/>
          </p:nvPr>
        </p:nvSpPr>
        <p:spPr>
          <a:xfrm>
            <a:off x="360000" y="4881240"/>
            <a:ext cx="4628880" cy="1269720"/>
          </a:xfrm>
          <a:prstGeom prst="rect">
            <a:avLst/>
          </a:prstGeom>
          <a:noFill/>
          <a:ln w="0">
            <a:noFill/>
          </a:ln>
        </p:spPr>
        <p:txBody>
          <a:bodyPr numCol="1" spcCol="216000" lIns="0" tIns="0" rIns="0" bIns="0" anchor="t">
            <a:noAutofit/>
          </a:bodyPr>
          <a:lstStyle>
            <a:lvl1pPr indent="0" algn="l" defTabSz="914400">
              <a:lnSpc>
                <a:spcPct val="110000"/>
              </a:lnSpc>
              <a:buNone/>
              <a:tabLst>
                <a:tab pos="0" algn="l"/>
              </a:tabLst>
              <a:defRPr lang="de-DE" sz="1200" b="1"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1" u="none" strike="noStrike">
                <a:solidFill>
                  <a:schemeClr val="dk1"/>
                </a:solidFill>
                <a:effectLst/>
                <a:uFillTx/>
                <a:latin typeface="SRH Text"/>
                <a:ea typeface="SRH Text"/>
              </a:rPr>
              <a:t>Mastertextformat bearbeiten</a:t>
            </a:r>
            <a:endParaRPr lang="de-DE" sz="1200" b="1" u="none" strike="noStrike">
              <a:solidFill>
                <a:schemeClr val="dk1"/>
              </a:solidFill>
              <a:effectLst/>
              <a:uFillTx/>
              <a:latin typeface="SRH Text"/>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ontakt Farbe">
    <p:bg>
      <p:bgPr>
        <a:solidFill>
          <a:schemeClr val="accent1"/>
        </a:solidFill>
      </p:bgPr>
    </p:bg>
    <p:spTree>
      <p:nvGrpSpPr>
        <p:cNvPr id="1" name=""/>
        <p:cNvGrpSpPr/>
        <p:nvPr/>
      </p:nvGrpSpPr>
      <p:grpSpPr>
        <a:xfrm>
          <a:off x="0" y="0"/>
          <a:ext cx="0" cy="0"/>
          <a:chOff x="0" y="0"/>
          <a:chExt cx="0" cy="0"/>
        </a:xfrm>
      </p:grpSpPr>
      <p:sp>
        <p:nvSpPr>
          <p:cNvPr id="179" name="Freihandform: Form 11" hidden="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80" name="Textfeld 11"/>
          <p:cNvSpPr/>
          <p:nvPr/>
        </p:nvSpPr>
        <p:spPr>
          <a:xfrm>
            <a:off x="360000" y="1891800"/>
            <a:ext cx="7453440" cy="2079360"/>
          </a:xfrm>
          <a:prstGeom prst="rect">
            <a:avLst/>
          </a:prstGeom>
          <a:noFill/>
          <a:ln w="0">
            <a:noFill/>
          </a:ln>
        </p:spPr>
        <p:style>
          <a:lnRef idx="0"/>
          <a:fillRef idx="0"/>
          <a:effectRef idx="0"/>
          <a:fontRef idx="minor"/>
        </p:style>
        <p:txBody>
          <a:bodyPr numCol="1" spcCol="216000" lIns="0" tIns="0" rIns="0" bIns="0" anchor="t">
            <a:noAutofit/>
          </a:bodyPr>
          <a:p>
            <a:pPr defTabSz="914400">
              <a:lnSpc>
                <a:spcPct val="100000"/>
              </a:lnSpc>
              <a:tabLst>
                <a:tab pos="0" algn="l"/>
              </a:tabLst>
            </a:pPr>
            <a:r>
              <a:rPr lang="de-DE" sz="4800" b="1" u="none" strike="noStrike">
                <a:solidFill>
                  <a:schemeClr val="lt1"/>
                </a:solidFill>
                <a:effectLst/>
                <a:uFillTx/>
                <a:latin typeface="SRH Headline"/>
                <a:ea typeface="SRH Headline"/>
              </a:rPr>
              <a:t>Vielen Dank für deine</a:t>
            </a:r>
            <a:br>
              <a:rPr sz="1800"/>
            </a:br>
            <a:r>
              <a:rPr lang="de-DE" sz="4800" b="1" u="none" strike="noStrike">
                <a:solidFill>
                  <a:schemeClr val="lt1"/>
                </a:solidFill>
                <a:effectLst/>
                <a:uFillTx/>
                <a:latin typeface="SRH Headline"/>
                <a:ea typeface="SRH Headline"/>
              </a:rPr>
              <a:t>Aufmerksamkeit!</a:t>
            </a:r>
            <a:endParaRPr lang="en-US" sz="4800" b="0" u="none" strike="noStrike">
              <a:solidFill>
                <a:srgbClr val="FFFFFF"/>
              </a:solidFill>
              <a:effectLst/>
              <a:uFillTx/>
              <a:latin typeface="Arial"/>
            </a:endParaRPr>
          </a:p>
        </p:txBody>
      </p:sp>
      <p:sp>
        <p:nvSpPr>
          <p:cNvPr id="181" name="PlaceHolder 1"/>
          <p:cNvSpPr>
            <a:spLocks noGrp="1"/>
          </p:cNvSpPr>
          <p:nvPr>
            <p:ph type="body"/>
          </p:nvPr>
        </p:nvSpPr>
        <p:spPr>
          <a:xfrm>
            <a:off x="360000" y="4881240"/>
            <a:ext cx="4628880" cy="1269000"/>
          </a:xfrm>
          <a:prstGeom prst="rect">
            <a:avLst/>
          </a:prstGeom>
          <a:noFill/>
          <a:ln w="0">
            <a:noFill/>
          </a:ln>
        </p:spPr>
        <p:txBody>
          <a:bodyPr numCol="1" spcCol="216000" lIns="0" tIns="0" rIns="0" bIns="0" anchor="t">
            <a:noAutofit/>
          </a:bodyPr>
          <a:lstStyle>
            <a:lvl1pPr indent="0" algn="l" defTabSz="914400">
              <a:lnSpc>
                <a:spcPct val="110000"/>
              </a:lnSpc>
              <a:buNone/>
              <a:tabLst>
                <a:tab pos="0" algn="l"/>
              </a:tabLst>
              <a:defRPr lang="de-DE" sz="1200" b="1" u="none" strike="noStrike">
                <a:solidFill>
                  <a:schemeClr val="lt1"/>
                </a:solidFill>
                <a:effectLst/>
                <a:uFillTx/>
                <a:latin typeface="SRH Text"/>
                <a:ea typeface="SRH Text"/>
              </a:defRPr>
            </a:lvl1pPr>
          </a:lstStyle>
          <a:p>
            <a:pPr indent="0" algn="l" defTabSz="914400">
              <a:lnSpc>
                <a:spcPct val="110000"/>
              </a:lnSpc>
              <a:buNone/>
              <a:tabLst>
                <a:tab pos="0" algn="l"/>
              </a:tabLst>
            </a:pPr>
            <a:r>
              <a:rPr lang="de-DE" sz="1200" b="1" u="none" strike="noStrike">
                <a:solidFill>
                  <a:schemeClr val="lt1"/>
                </a:solidFill>
                <a:effectLst/>
                <a:uFillTx/>
                <a:latin typeface="SRH Text"/>
                <a:ea typeface="SRH Text"/>
              </a:rPr>
              <a:t>Mastertextformat bearbeiten</a:t>
            </a:r>
            <a:endParaRPr lang="de-DE" sz="1200" b="1" u="none" strike="noStrike">
              <a:solidFill>
                <a:schemeClr val="lt1"/>
              </a:solidFill>
              <a:effectLst/>
              <a:uFillTx/>
              <a:latin typeface="SRH Text"/>
            </a:endParaRPr>
          </a:p>
        </p:txBody>
      </p:sp>
      <p:sp>
        <p:nvSpPr>
          <p:cNvPr id="182" name="Freihandform: Form 5"/>
          <p:cNvSpPr/>
          <p:nvPr/>
        </p:nvSpPr>
        <p:spPr>
          <a:xfrm>
            <a:off x="8211960" y="2802240"/>
            <a:ext cx="3987720" cy="4053600"/>
          </a:xfrm>
          <a:custGeom>
            <a:avLst/>
            <a:gdLst>
              <a:gd name="textAreaLeft" fmla="*/ 0 w 3987720"/>
              <a:gd name="textAreaRight" fmla="*/ 1436293800 w 3987720"/>
              <a:gd name="textAreaTop" fmla="*/ 0 h 4053600"/>
              <a:gd name="textAreaBottom" fmla="*/ 1460068200 h 4053600"/>
            </a:gdLst>
            <a:ahLst/>
            <a:cxnLst/>
            <a:rect l="textAreaLeft" t="textAreaTop" r="textAreaRight" b="textAreaBottom"/>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w="0">
            <a:noFill/>
          </a:ln>
        </p:spPr>
        <p:style>
          <a:lnRef idx="0"/>
          <a:fillRef idx="0"/>
          <a:effectRef idx="0"/>
          <a:fontRef idx="minor"/>
        </p:style>
        <p:txBody>
          <a:bodyPr numCol="1" spcCol="216000" lIns="0" tIns="2802240" rIns="3988080" bIns="6858000" anchor="ctr">
            <a:noAutofit/>
          </a:bodyPr>
          <a:p>
            <a:endParaRPr lang="de-DE" sz="1800" b="0" u="none" strike="noStrike">
              <a:solidFill>
                <a:schemeClr val="dk1"/>
              </a:solidFill>
              <a:effectLst/>
              <a:uFillTx/>
              <a:latin typeface="SRH"/>
            </a:endParaRPr>
          </a:p>
        </p:txBody>
      </p:sp>
      <p:pic>
        <p:nvPicPr>
          <p:cNvPr id="183" name="Grafik 6"/>
          <p:cNvPicPr/>
          <p:nvPr/>
        </p:nvPicPr>
        <p:blipFill>
          <a:blip r:embed="rId2">
            <a:extLst>
              <a:ext uri="{96DAC541-7B7A-43D3-8B79-37D633B846F1}">
                <asvg:svgBlip xmlns:asvg="http://schemas.microsoft.com/office/drawing/2016/SVG/main" r:embed="rId3"/>
              </a:ext>
            </a:extLst>
          </a:blip>
          <a:stretch/>
        </p:blipFill>
        <p:spPr>
          <a:xfrm>
            <a:off x="10877400" y="358920"/>
            <a:ext cx="948600" cy="735120"/>
          </a:xfrm>
          <a:prstGeom prst="rect">
            <a:avLst/>
          </a:prstGeom>
          <a:noFill/>
          <a:ln w="0">
            <a:noFill/>
          </a:ln>
        </p:spPr>
      </p:pic>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image" Target="../media/image5.jpeg"/><Relationship Id="rId2"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
</Relationships>
</file>

<file path=ppt/slides/_rels/slide16.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
</Relationships>
</file>

<file path=ppt/slides/_rels/slide17.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
</Relationships>
</file>

<file path=ppt/slides/_rels/slide18.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0.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
</Relationships>
</file>

<file path=ppt/slides/_rels/slide21.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3.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
</Relationships>
</file>

<file path=ppt/slides/_rels/slide24.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1.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6.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slideLayout" Target="../slideLayouts/slideLayout1.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3.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1.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5.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1.xml"/>
</Relationships>
</file>

<file path=ppt/slides/_rels/slide36.xml.rels><?xml version="1.0" encoding="UTF-8"?>
<Relationships xmlns="http://schemas.openxmlformats.org/package/2006/relationships"><Relationship Id="rId1" Type="http://schemas.openxmlformats.org/officeDocument/2006/relationships/image" Target="../media/image21.emf"/><Relationship Id="rId2" Type="http://schemas.openxmlformats.org/officeDocument/2006/relationships/image" Target="../media/image22.emf"/><Relationship Id="rId3" Type="http://schemas.openxmlformats.org/officeDocument/2006/relationships/slideLayout" Target="../slideLayouts/slideLayout2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299880" y="821160"/>
            <a:ext cx="11254320" cy="2024640"/>
          </a:xfrm>
          <a:prstGeom prst="rect">
            <a:avLst/>
          </a:prstGeom>
          <a:noFill/>
          <a:ln w="0">
            <a:noFill/>
          </a:ln>
        </p:spPr>
        <p:txBody>
          <a:bodyPr numCol="1" spcCol="216000" lIns="0" tIns="0" rIns="0" bIns="0" anchor="t">
            <a:noAutofit/>
          </a:bodyPr>
          <a:p>
            <a:pPr indent="0" algn="ctr" defTabSz="914400">
              <a:lnSpc>
                <a:spcPct val="98000"/>
              </a:lnSpc>
              <a:buNone/>
              <a:tabLst>
                <a:tab pos="0" algn="l"/>
              </a:tabLst>
            </a:pPr>
            <a:br>
              <a:rPr sz="4800"/>
            </a:br>
            <a:r>
              <a:rPr lang="en-US" sz="4000" b="1" u="none" strike="noStrike">
                <a:solidFill>
                  <a:schemeClr val="lt1"/>
                </a:solidFill>
                <a:effectLst/>
                <a:uFillTx/>
                <a:latin typeface="SRH Headline"/>
                <a:ea typeface="SRH Headline"/>
              </a:rPr>
              <a:t>Thesis:</a:t>
            </a:r>
            <a:br>
              <a:rPr sz="4800"/>
            </a:br>
            <a:r>
              <a:rPr lang="en-US" sz="4000" b="1" u="none" strike="noStrike">
                <a:solidFill>
                  <a:schemeClr val="lt1"/>
                </a:solidFill>
                <a:effectLst/>
                <a:uFillTx/>
                <a:latin typeface="SRH Headline"/>
                <a:ea typeface="SRH Headline"/>
              </a:rPr>
              <a:t>Reliability  Monitoring  and  Cost-Sensitive  Selective Prediction for Credit Risk under Distribution Shift</a:t>
            </a:r>
            <a:br>
              <a:rPr sz="4000"/>
            </a:br>
            <a:br>
              <a:rPr sz="4000"/>
            </a:br>
            <a:br>
              <a:rPr sz="4000"/>
            </a:br>
            <a:br>
              <a:rPr sz="4000"/>
            </a:br>
            <a:endParaRPr lang="de-DE" sz="4000" b="1" u="none" strike="noStrike">
              <a:solidFill>
                <a:schemeClr val="lt1"/>
              </a:solidFill>
              <a:effectLst/>
              <a:uFillTx/>
              <a:latin typeface="SRH Headline"/>
            </a:endParaRPr>
          </a:p>
          <a:p>
            <a:pPr indent="0" algn="ctr" defTabSz="914400">
              <a:lnSpc>
                <a:spcPct val="98000"/>
              </a:lnSpc>
              <a:buNone/>
              <a:tabLst>
                <a:tab pos="0" algn="l"/>
              </a:tabLst>
            </a:pPr>
            <a:endParaRPr lang="de-DE" sz="4000" b="1" u="none" strike="noStrike">
              <a:solidFill>
                <a:schemeClr val="lt1"/>
              </a:solidFill>
              <a:effectLst/>
              <a:uFillTx/>
              <a:latin typeface="SRH Headline"/>
            </a:endParaRPr>
          </a:p>
        </p:txBody>
      </p:sp>
      <p:sp>
        <p:nvSpPr>
          <p:cNvPr id="185" name="object 12"/>
          <p:cNvSpPr/>
          <p:nvPr/>
        </p:nvSpPr>
        <p:spPr>
          <a:xfrm rot="21561000">
            <a:off x="453600" y="4151520"/>
            <a:ext cx="6418080" cy="2930400"/>
          </a:xfrm>
          <a:prstGeom prst="rect">
            <a:avLst/>
          </a:prstGeom>
          <a:noFill/>
          <a:ln w="0">
            <a:noFill/>
          </a:ln>
        </p:spPr>
        <p:style>
          <a:lnRef idx="0"/>
          <a:fillRef idx="0"/>
          <a:effectRef idx="0"/>
          <a:fontRef idx="minor"/>
        </p:style>
        <p:txBody>
          <a:bodyPr numCol="1" spcCol="216000" lIns="0" tIns="12600" rIns="0" bIns="0" anchor="t">
            <a:noAutofit/>
          </a:bodyPr>
          <a:p>
            <a:pPr marL="12600" defTabSz="914400">
              <a:lnSpc>
                <a:spcPct val="100000"/>
              </a:lnSpc>
              <a:spcBef>
                <a:spcPts val="3345"/>
              </a:spcBef>
              <a:tabLst>
                <a:tab pos="0" algn="l"/>
              </a:tabLst>
            </a:pPr>
            <a:r>
              <a:rPr lang="en-US" sz="2400" b="1" u="none" strike="noStrike">
                <a:solidFill>
                  <a:schemeClr val="lt1"/>
                </a:solidFill>
                <a:effectLst/>
                <a:uFillTx/>
                <a:latin typeface="SRH Headline"/>
                <a:ea typeface="SRH Headline"/>
              </a:rPr>
              <a:t>Amin</a:t>
            </a:r>
            <a:r>
              <a:rPr lang="en-US" sz="2400" b="0" u="none" strike="noStrike">
                <a:solidFill>
                  <a:schemeClr val="dk1"/>
                </a:solidFill>
                <a:effectLst/>
                <a:uFillTx/>
                <a:latin typeface="SRH"/>
                <a:ea typeface="SRH"/>
              </a:rPr>
              <a:t> </a:t>
            </a:r>
            <a:r>
              <a:rPr lang="en-US" sz="2400" b="1" u="none" strike="noStrike">
                <a:solidFill>
                  <a:schemeClr val="lt1"/>
                </a:solidFill>
                <a:effectLst/>
                <a:uFillTx/>
                <a:latin typeface="SRH Headline"/>
                <a:ea typeface="SRH Headline"/>
              </a:rPr>
              <a:t>Feli (11038701) </a:t>
            </a:r>
            <a:endParaRPr lang="en-US" sz="2400" b="0" u="none" strike="noStrike">
              <a:solidFill>
                <a:srgbClr val="FFFFFF"/>
              </a:solidFill>
              <a:effectLst/>
              <a:uFillTx/>
              <a:latin typeface="Arial"/>
            </a:endParaRPr>
          </a:p>
          <a:p>
            <a:pPr marL="12600" defTabSz="914400">
              <a:lnSpc>
                <a:spcPct val="100000"/>
              </a:lnSpc>
              <a:spcBef>
                <a:spcPts val="3345"/>
              </a:spcBef>
              <a:tabLst>
                <a:tab pos="0" algn="l"/>
              </a:tabLst>
            </a:pPr>
            <a:r>
              <a:rPr lang="en-US" sz="2400" b="1" u="none" strike="noStrike">
                <a:solidFill>
                  <a:schemeClr val="lt1"/>
                </a:solidFill>
                <a:effectLst/>
                <a:uFillTx/>
                <a:latin typeface="SRH Headline"/>
                <a:ea typeface="SRH Headline"/>
              </a:rPr>
              <a:t>Supervisor: Prof . Dr. Mehrdad Jalali</a:t>
            </a:r>
            <a:endParaRPr lang="en-US" sz="2400" b="0" u="none" strike="noStrike">
              <a:solidFill>
                <a:srgbClr val="FFFFFF"/>
              </a:solidFill>
              <a:effectLst/>
              <a:uFillTx/>
              <a:latin typeface="Arial"/>
            </a:endParaRPr>
          </a:p>
          <a:p>
            <a:pPr marL="12600" defTabSz="914400">
              <a:lnSpc>
                <a:spcPct val="100000"/>
              </a:lnSpc>
              <a:spcBef>
                <a:spcPts val="3345"/>
              </a:spcBef>
              <a:tabLst>
                <a:tab pos="0" algn="l"/>
              </a:tabLst>
            </a:pPr>
            <a:r>
              <a:rPr lang="en-US" sz="2400" b="1" u="none" strike="noStrike">
                <a:solidFill>
                  <a:schemeClr val="lt1"/>
                </a:solidFill>
                <a:effectLst/>
                <a:uFillTx/>
                <a:latin typeface="SRH Headline"/>
                <a:ea typeface="SRH Headline"/>
              </a:rPr>
              <a:t>SRH Hochschule Heidelberg</a:t>
            </a:r>
            <a:endParaRPr lang="en-US" sz="2400" b="0" u="none" strike="noStrike">
              <a:solidFill>
                <a:srgbClr val="FFFFFF"/>
              </a:solidFill>
              <a:effectLst/>
              <a:uFillTx/>
              <a:latin typeface="Arial"/>
            </a:endParaRPr>
          </a:p>
          <a:p>
            <a:pPr marL="12600" defTabSz="914400">
              <a:lnSpc>
                <a:spcPct val="150000"/>
              </a:lnSpc>
              <a:spcBef>
                <a:spcPts val="3345"/>
              </a:spcBef>
              <a:tabLst>
                <a:tab pos="0" algn="l"/>
              </a:tabLst>
            </a:pPr>
            <a:endParaRPr lang="en-US" sz="2400" b="0" u="none" strike="noStrike">
              <a:solidFill>
                <a:srgbClr val="FFFFFF"/>
              </a:solidFill>
              <a:effectLst/>
              <a:uFillTx/>
              <a:latin typeface="Arial"/>
            </a:endParaRPr>
          </a:p>
        </p:txBody>
      </p:sp>
      <p:sp>
        <p:nvSpPr>
          <p:cNvPr id="186" name="PlaceHolder 2"/>
          <p:cNvSpPr>
            <a:spLocks noGrp="1"/>
          </p:cNvSpPr>
          <p:nvPr>
            <p:ph type="dt" idx="58"/>
          </p:nvPr>
        </p:nvSpPr>
        <p:spPr>
          <a:xfrm>
            <a:off x="172080" y="6231960"/>
            <a:ext cx="87300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fld id="{D9E8DD4B-95A0-43EA-B750-3D15DAADA91A}" type="datetime1">
              <a:rPr lang="en-CA" sz="900" b="1" u="none" strike="noStrike">
                <a:solidFill>
                  <a:schemeClr val="lt1"/>
                </a:solidFill>
                <a:effectLst/>
                <a:uFillTx/>
                <a:latin typeface="SRH Text"/>
                <a:ea typeface="SRH"/>
              </a:rPr>
              <a:t>2026-08-12</a:t>
            </a:fld>
            <a:endParaRPr lang="en-US" sz="900" b="0" u="none" strike="noStrike">
              <a:solidFill>
                <a:srgbClr val="FFFFFF"/>
              </a:solidFill>
              <a:effectLst/>
              <a:uFillTx/>
              <a:latin typeface="Times New Roman"/>
            </a:endParaRPr>
          </a:p>
        </p:txBody>
      </p:sp>
      <p:sp>
        <p:nvSpPr>
          <p:cNvPr id="187" name="PlaceHolder 3"/>
          <p:cNvSpPr>
            <a:spLocks noGrp="1"/>
          </p:cNvSpPr>
          <p:nvPr>
            <p:ph type="ftr" idx="59"/>
          </p:nvPr>
        </p:nvSpPr>
        <p:spPr>
          <a:xfrm>
            <a:off x="1133640" y="6285240"/>
            <a:ext cx="649332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SRH Hochschule Heidelberg</a:t>
            </a:r>
            <a:endParaRPr lang="en-US" sz="900" b="0" u="none" strike="noStrike">
              <a:solidFill>
                <a:srgbClr val="FFFFFF"/>
              </a:solidFill>
              <a:effectLst/>
              <a:uFillTx/>
              <a:latin typeface="Times New Roman"/>
            </a:endParaRPr>
          </a:p>
        </p:txBody>
      </p:sp>
      <p:sp>
        <p:nvSpPr>
          <p:cNvPr id="188" name="PlaceHolder 4"/>
          <p:cNvSpPr>
            <a:spLocks noGrp="1"/>
          </p:cNvSpPr>
          <p:nvPr>
            <p:ph type="sldNum" idx="60"/>
          </p:nvPr>
        </p:nvSpPr>
        <p:spPr>
          <a:xfrm>
            <a:off x="11058480" y="6311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D8564DE7-5E2B-4DCE-BBD9-0C6DECAB999C}" type="slidenum">
              <a:rPr lang="de-DE" sz="1550" b="1" u="none" strike="noStrike">
                <a:solidFill>
                  <a:schemeClr val="lt1"/>
                </a:solidFill>
                <a:effectLst/>
                <a:uFillTx/>
                <a:latin typeface="SRH Text"/>
                <a:ea typeface="SRH"/>
              </a:rPr>
              <a:t>9</a:t>
            </a:fld>
            <a:endParaRPr lang="en-US" sz="1550" b="0" u="none" strike="noStrik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9"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2600" b="1" u="none" strike="noStrike">
                <a:solidFill>
                  <a:srgbClr val="DF4807"/>
                </a:solidFill>
                <a:effectLst/>
                <a:uFillTx/>
                <a:latin typeface="SRH Headline"/>
                <a:ea typeface="SRH Headline"/>
              </a:rPr>
              <a:t>Introduction</a:t>
            </a:r>
            <a:endParaRPr lang="de-DE" sz="2600" b="1" u="none" strike="noStrike">
              <a:solidFill>
                <a:schemeClr val="dk1"/>
              </a:solidFill>
              <a:effectLst/>
              <a:uFillTx/>
              <a:latin typeface="SRH Headline"/>
            </a:endParaRPr>
          </a:p>
        </p:txBody>
      </p:sp>
      <p:sp>
        <p:nvSpPr>
          <p:cNvPr id="190" name="PlaceHolder 2"/>
          <p:cNvSpPr>
            <a:spLocks noGrp="1"/>
          </p:cNvSpPr>
          <p:nvPr>
            <p:ph/>
          </p:nvPr>
        </p:nvSpPr>
        <p:spPr>
          <a:xfrm>
            <a:off x="276840" y="914400"/>
            <a:ext cx="10803600" cy="57038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500" b="0" u="none" strike="noStrike">
                <a:solidFill>
                  <a:srgbClr val="FF4000"/>
                </a:solidFill>
                <a:effectLst/>
                <a:uFillTx/>
                <a:latin typeface="SRH Text"/>
                <a:ea typeface="SRH Text"/>
              </a:rPr>
              <a:t>What is Credit Risk?</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Most customers need loans from banks, but a bank cannot know for sure whether a customer will repay the loan. Credit risk is a score that helps the bank measure how safe or risky a customer is based on their financial information and repayment ability.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500" b="0" u="none" strike="noStrike">
                <a:solidFill>
                  <a:srgbClr val="FF4000"/>
                </a:solidFill>
                <a:effectLst/>
                <a:uFillTx/>
                <a:latin typeface="SRH Text"/>
                <a:ea typeface="SRH Text"/>
              </a:rPr>
              <a:t>Why is Credit Risk Prediction Important?</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Banks make decisions based on information about applicants, such as their occupation_status , credit history, and credit_score . Machine Learning (ML) models can learn patterns from historical data and estimate the probability that an applicant will default. refine it in the simple way.</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Accurate credit risk prediction helps banks to: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Reduce losses from unpaid loans.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Make better lending decisions.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Manage money and capital more efficiently.</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 </a:t>
            </a:r>
            <a:endParaRPr lang="de-DE" sz="1300" b="0" u="none" strike="noStrike">
              <a:solidFill>
                <a:schemeClr val="dk1"/>
              </a:solidFill>
              <a:effectLst/>
              <a:uFillTx/>
              <a:latin typeface="SRH Text"/>
            </a:endParaRPr>
          </a:p>
        </p:txBody>
      </p:sp>
      <p:sp>
        <p:nvSpPr>
          <p:cNvPr id="191" name="PlaceHolder 3"/>
          <p:cNvSpPr>
            <a:spLocks noGrp="1"/>
          </p:cNvSpPr>
          <p:nvPr>
            <p:ph type="dt" idx="6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7A540107-5FD8-4AEB-A1CB-660136ACC468}"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192" name="PlaceHolder 4"/>
          <p:cNvSpPr>
            <a:spLocks noGrp="1"/>
          </p:cNvSpPr>
          <p:nvPr>
            <p:ph type="ftr" idx="62"/>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193" name="PlaceHolder 5"/>
          <p:cNvSpPr>
            <a:spLocks noGrp="1"/>
          </p:cNvSpPr>
          <p:nvPr>
            <p:ph type="sldNum" idx="63"/>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768AC75-F575-4FEC-8F97-97423D375463}"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4" name="PlaceHolder 1"/>
          <p:cNvSpPr>
            <a:spLocks noGrp="1"/>
          </p:cNvSpPr>
          <p:nvPr>
            <p:ph type="title"/>
          </p:nvPr>
        </p:nvSpPr>
        <p:spPr>
          <a:xfrm>
            <a:off x="191880" y="90720"/>
            <a:ext cx="9155880" cy="61056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2600" b="1" u="none" strike="noStrike">
                <a:solidFill>
                  <a:srgbClr val="DF4807"/>
                </a:solidFill>
                <a:effectLst/>
                <a:uFillTx/>
                <a:latin typeface="SRH Headline"/>
                <a:ea typeface="SRH Headline"/>
              </a:rPr>
              <a:t>Problem Statement:</a:t>
            </a:r>
            <a:endParaRPr lang="de-DE" sz="2600" b="1" u="none" strike="noStrike">
              <a:solidFill>
                <a:schemeClr val="dk1"/>
              </a:solidFill>
              <a:effectLst/>
              <a:uFillTx/>
              <a:latin typeface="SRH Headline"/>
            </a:endParaRPr>
          </a:p>
        </p:txBody>
      </p:sp>
      <p:sp>
        <p:nvSpPr>
          <p:cNvPr id="195" name="PlaceHolder 2"/>
          <p:cNvSpPr>
            <a:spLocks noGrp="1"/>
          </p:cNvSpPr>
          <p:nvPr>
            <p:ph/>
          </p:nvPr>
        </p:nvSpPr>
        <p:spPr>
          <a:xfrm>
            <a:off x="276840" y="741600"/>
            <a:ext cx="11610000" cy="5949720"/>
          </a:xfrm>
          <a:prstGeom prst="rect">
            <a:avLst/>
          </a:prstGeom>
          <a:noFill/>
          <a:ln w="0">
            <a:noFill/>
          </a:ln>
        </p:spPr>
        <p:txBody>
          <a:bodyPr numCol="1" spcCol="216000" lIns="0" tIns="0" rIns="0" bIns="0" anchor="t">
            <a:noAutofit/>
          </a:bodyPr>
          <a:p>
            <a:pPr indent="0" algn="l" defTabSz="914400">
              <a:lnSpc>
                <a:spcPct val="150000"/>
              </a:lnSpc>
              <a:spcBef>
                <a:spcPts val="1191"/>
              </a:spcBef>
              <a:spcAft>
                <a:spcPts val="992"/>
              </a:spcAft>
              <a:buNone/>
              <a:tabLst>
                <a:tab pos="0" algn="l"/>
              </a:tabLst>
            </a:pPr>
            <a:r>
              <a:rPr lang="de-DE" sz="1300" b="1" u="none" strike="noStrike">
                <a:solidFill>
                  <a:srgbClr val="FF4000"/>
                </a:solidFill>
                <a:effectLst/>
                <a:uFillTx/>
                <a:latin typeface="SRH Text"/>
                <a:ea typeface="Times New Roman"/>
              </a:rPr>
              <a:t>Static decision thresholds:</a:t>
            </a:r>
            <a:r>
              <a:rPr lang="de-DE" sz="1300" b="0" u="none" strike="noStrike">
                <a:solidFill>
                  <a:srgbClr val="000000"/>
                </a:solidFill>
                <a:effectLst/>
                <a:uFillTx/>
                <a:latin typeface="SRH Text"/>
                <a:ea typeface="Times New Roman"/>
              </a:rPr>
              <a:t> </a:t>
            </a:r>
            <a:r>
              <a:rPr lang="de-DE" sz="1300" b="0" u="none" strike="noStrike">
                <a:solidFill>
                  <a:srgbClr val="1C1C1C"/>
                </a:solidFill>
                <a:effectLst/>
                <a:uFillTx/>
                <a:latin typeface="SRH Text"/>
                <a:ea typeface="Times New Roman"/>
              </a:rPr>
              <a:t>Most traditional credit risk models </a:t>
            </a:r>
            <a:r>
              <a:rPr lang="de-DE" sz="1300" b="1" u="none" strike="noStrike">
                <a:solidFill>
                  <a:srgbClr val="1C1C1C"/>
                </a:solidFill>
                <a:effectLst/>
                <a:uFillTx/>
                <a:latin typeface="SRH Text"/>
                <a:ea typeface="Times New Roman"/>
              </a:rPr>
              <a:t>rely on a fixed decision threshold</a:t>
            </a:r>
            <a:r>
              <a:rPr lang="de-DE" sz="1300" b="0" u="none" strike="noStrike">
                <a:solidFill>
                  <a:srgbClr val="1C1C1C"/>
                </a:solidFill>
                <a:effectLst/>
                <a:uFillTx/>
                <a:latin typeface="SRH Text"/>
                <a:ea typeface="Times New Roman"/>
              </a:rPr>
              <a:t>, commonly 0.5, which does not adequately reflect the changing financial </a:t>
            </a:r>
            <a:r>
              <a:rPr lang="de-DE" sz="1300" b="1" u="none" strike="noStrike">
                <a:solidFill>
                  <a:srgbClr val="1C1C1C"/>
                </a:solidFill>
                <a:effectLst/>
                <a:uFillTx/>
                <a:latin typeface="SRH Text"/>
                <a:ea typeface="Times New Roman"/>
              </a:rPr>
              <a:t>trade-offs between false positives and false negatives</a:t>
            </a:r>
            <a:r>
              <a:rPr lang="de-DE" sz="1300" b="0" u="none" strike="noStrike">
                <a:solidFill>
                  <a:srgbClr val="1C1C1C"/>
                </a:solidFill>
                <a:effectLst/>
                <a:uFillTx/>
                <a:latin typeface="SRH Text"/>
                <a:ea typeface="Times New Roman"/>
              </a:rPr>
              <a:t>. This can lead to suboptimal lending decisions under different risk and cost conditions.</a:t>
            </a:r>
            <a:endParaRPr lang="de-DE" sz="1300" b="0" u="none" strike="noStrike">
              <a:solidFill>
                <a:schemeClr val="dk1"/>
              </a:solidFill>
              <a:effectLst/>
              <a:uFillTx/>
              <a:latin typeface="SRH Text"/>
            </a:endParaRPr>
          </a:p>
          <a:p>
            <a:pPr indent="0" algn="l" defTabSz="914400">
              <a:lnSpc>
                <a:spcPct val="150000"/>
              </a:lnSpc>
              <a:spcBef>
                <a:spcPts val="1191"/>
              </a:spcBef>
              <a:spcAft>
                <a:spcPts val="992"/>
              </a:spcAft>
              <a:buNone/>
              <a:tabLst>
                <a:tab pos="0" algn="l"/>
              </a:tabLst>
            </a:pPr>
            <a:r>
              <a:rPr lang="de-DE" sz="1300" b="1" u="none" strike="noStrike">
                <a:solidFill>
                  <a:srgbClr val="FF4000"/>
                </a:solidFill>
                <a:effectLst/>
                <a:uFillTx/>
                <a:latin typeface="SRH Text"/>
                <a:ea typeface="Times New Roman"/>
              </a:rPr>
              <a:t>Fixed cost-sensitive learning:</a:t>
            </a:r>
            <a:r>
              <a:rPr lang="de-DE" sz="1300" b="0" u="none" strike="noStrike">
                <a:solidFill>
                  <a:srgbClr val="000000"/>
                </a:solidFill>
                <a:effectLst/>
                <a:uFillTx/>
                <a:latin typeface="SRH Text"/>
                <a:ea typeface="Times New Roman"/>
              </a:rPr>
              <a:t> </a:t>
            </a:r>
            <a:r>
              <a:rPr lang="de-DE" sz="1300" b="0" u="none" strike="noStrike">
                <a:solidFill>
                  <a:srgbClr val="1C1C1C"/>
                </a:solidFill>
                <a:effectLst/>
                <a:uFillTx/>
                <a:latin typeface="SRH Text"/>
                <a:ea typeface="Times New Roman"/>
              </a:rPr>
              <a:t>Although cost-sensitive learning is widely used to account for the unequal consequences of classification errors, penalty structures are generally predefined and fixed. They therefore lack the flexibility to adapt to changing business constraints, operational conditions, and risk preferences.</a:t>
            </a:r>
            <a:endParaRPr lang="de-DE" sz="1300" b="0" u="none" strike="noStrike">
              <a:solidFill>
                <a:schemeClr val="dk1"/>
              </a:solidFill>
              <a:effectLst/>
              <a:uFillTx/>
              <a:latin typeface="SRH Text"/>
            </a:endParaRPr>
          </a:p>
          <a:p>
            <a:pPr indent="0" algn="l" defTabSz="914400">
              <a:lnSpc>
                <a:spcPct val="150000"/>
              </a:lnSpc>
              <a:spcBef>
                <a:spcPts val="1191"/>
              </a:spcBef>
              <a:spcAft>
                <a:spcPts val="992"/>
              </a:spcAft>
              <a:buNone/>
              <a:tabLst>
                <a:tab pos="0" algn="l"/>
              </a:tabLst>
            </a:pPr>
            <a:r>
              <a:rPr lang="de-DE" sz="1300" b="1" u="none" strike="noStrike">
                <a:solidFill>
                  <a:srgbClr val="FF4000"/>
                </a:solidFill>
                <a:effectLst/>
                <a:uFillTx/>
                <a:latin typeface="SRH Text"/>
                <a:ea typeface="Times New Roman"/>
              </a:rPr>
              <a:t>Lack of uncertainty/selective prediction:</a:t>
            </a:r>
            <a:r>
              <a:rPr lang="de-DE" sz="1300" b="0" u="none" strike="noStrike">
                <a:solidFill>
                  <a:srgbClr val="000000"/>
                </a:solidFill>
                <a:effectLst/>
                <a:uFillTx/>
                <a:latin typeface="SRH Text"/>
                <a:ea typeface="Times New Roman"/>
              </a:rPr>
              <a:t> </a:t>
            </a:r>
            <a:r>
              <a:rPr lang="de-DE" sz="1300" b="0" u="none" strike="noStrike">
                <a:solidFill>
                  <a:srgbClr val="1C1C1C"/>
                </a:solidFill>
                <a:effectLst/>
                <a:uFillTx/>
                <a:latin typeface="SRH Text"/>
                <a:ea typeface="Times New Roman"/>
              </a:rPr>
              <a:t>Conventional credit risk models typically provide deterministic </a:t>
            </a:r>
            <a:r>
              <a:rPr lang="de-DE" sz="1300" b="1" u="none" strike="noStrike">
                <a:solidFill>
                  <a:srgbClr val="1C1C1C"/>
                </a:solidFill>
                <a:effectLst/>
                <a:uFillTx/>
                <a:latin typeface="SRH Text"/>
                <a:ea typeface="Times New Roman"/>
              </a:rPr>
              <a:t>binary predictions</a:t>
            </a:r>
            <a:r>
              <a:rPr lang="de-DE" sz="1300" b="0" u="none" strike="noStrike">
                <a:solidFill>
                  <a:srgbClr val="1C1C1C"/>
                </a:solidFill>
                <a:effectLst/>
                <a:uFillTx/>
                <a:latin typeface="SRH Text"/>
                <a:ea typeface="Times New Roman"/>
              </a:rPr>
              <a:t> without explicitly quantifying prediction uncertainty. Consequently, they may automatically make decisions for ambiguous cases where the model is insufficiently confident and human intervention would be more appropriate.</a:t>
            </a:r>
            <a:endParaRPr lang="de-DE" sz="1300" b="0" u="none" strike="noStrike">
              <a:solidFill>
                <a:schemeClr val="dk1"/>
              </a:solidFill>
              <a:effectLst/>
              <a:uFillTx/>
              <a:latin typeface="SRH Text"/>
            </a:endParaRPr>
          </a:p>
          <a:p>
            <a:pPr indent="0" algn="l" defTabSz="914400">
              <a:lnSpc>
                <a:spcPct val="150000"/>
              </a:lnSpc>
              <a:spcBef>
                <a:spcPts val="1191"/>
              </a:spcBef>
              <a:spcAft>
                <a:spcPts val="992"/>
              </a:spcAft>
              <a:buNone/>
              <a:tabLst>
                <a:tab pos="0" algn="l"/>
              </a:tabLst>
            </a:pPr>
            <a:r>
              <a:rPr lang="de-DE" sz="1300" b="1" u="none" strike="noStrike">
                <a:solidFill>
                  <a:srgbClr val="FF4000"/>
                </a:solidFill>
                <a:effectLst/>
                <a:uFillTx/>
                <a:latin typeface="SRH Text"/>
                <a:ea typeface="Times New Roman"/>
              </a:rPr>
              <a:t>distribution shift:</a:t>
            </a:r>
            <a:r>
              <a:rPr lang="de-DE" sz="1300" b="0" u="none" strike="noStrike">
                <a:solidFill>
                  <a:srgbClr val="FF4000"/>
                </a:solidFill>
                <a:effectLst/>
                <a:uFillTx/>
                <a:latin typeface="SRH Text"/>
                <a:ea typeface="Times New Roman"/>
              </a:rPr>
              <a:t> </a:t>
            </a:r>
            <a:r>
              <a:rPr lang="de-DE" sz="1300" b="0" u="none" strike="noStrike">
                <a:solidFill>
                  <a:srgbClr val="1C1C1C"/>
                </a:solidFill>
                <a:effectLst/>
                <a:uFillTx/>
                <a:latin typeface="SRH Text"/>
                <a:ea typeface="Times New Roman"/>
              </a:rPr>
              <a:t>Most credit risk models are developed and evaluated under the assumption that the </a:t>
            </a:r>
            <a:r>
              <a:rPr lang="de-DE" sz="1300" b="1" u="none" strike="noStrike">
                <a:solidFill>
                  <a:srgbClr val="1C1C1C"/>
                </a:solidFill>
                <a:effectLst/>
                <a:uFillTx/>
                <a:latin typeface="SRH Text"/>
                <a:ea typeface="Times New Roman"/>
              </a:rPr>
              <a:t>underlying data distribution remains relatively stable</a:t>
            </a:r>
            <a:r>
              <a:rPr lang="de-DE" sz="1300" b="0" u="none" strike="noStrike">
                <a:solidFill>
                  <a:srgbClr val="1C1C1C"/>
                </a:solidFill>
                <a:effectLst/>
                <a:uFillTx/>
                <a:latin typeface="SRH Text"/>
                <a:ea typeface="Times New Roman"/>
              </a:rPr>
              <a:t>.</a:t>
            </a:r>
            <a:r>
              <a:rPr lang="de-DE" sz="1300" b="0" u="none" strike="noStrike">
                <a:solidFill>
                  <a:srgbClr val="000000"/>
                </a:solidFill>
                <a:effectLst/>
                <a:uFillTx/>
                <a:latin typeface="SRH Text"/>
                <a:ea typeface="Times New Roman"/>
              </a:rPr>
              <a:t> In real </a:t>
            </a:r>
            <a:r>
              <a:rPr lang="de-DE" sz="1300" b="0" u="none" strike="noStrike">
                <a:solidFill>
                  <a:srgbClr val="1C1C1C"/>
                </a:solidFill>
                <a:effectLst/>
                <a:uFillTx/>
                <a:latin typeface="SRH Text"/>
                <a:ea typeface="Times New Roman"/>
              </a:rPr>
              <a:t>banking environments, however, economic conditions, customer behavior, and credit patterns continuously change, resulting in data distribution shifts that can reduce model performance and reliability over time.</a:t>
            </a:r>
            <a:endParaRPr lang="de-DE" sz="1300" b="0" u="none" strike="noStrike">
              <a:solidFill>
                <a:schemeClr val="dk1"/>
              </a:solidFill>
              <a:effectLst/>
              <a:uFillTx/>
              <a:latin typeface="SRH Text"/>
            </a:endParaRPr>
          </a:p>
          <a:p>
            <a:pPr indent="0" algn="l" defTabSz="914400">
              <a:lnSpc>
                <a:spcPct val="150000"/>
              </a:lnSpc>
              <a:spcBef>
                <a:spcPts val="1191"/>
              </a:spcBef>
              <a:spcAft>
                <a:spcPts val="992"/>
              </a:spcAft>
              <a:buNone/>
              <a:tabLst>
                <a:tab pos="0" algn="l"/>
              </a:tabLst>
            </a:pPr>
            <a:r>
              <a:rPr lang="de-DE" sz="1300" b="1" u="none" strike="noStrike">
                <a:solidFill>
                  <a:srgbClr val="FF4000"/>
                </a:solidFill>
                <a:effectLst/>
                <a:uFillTx/>
                <a:latin typeface="SRH Text"/>
                <a:ea typeface="Times New Roman"/>
              </a:rPr>
              <a:t>Lack of continuous reliability monitoring:</a:t>
            </a:r>
            <a:r>
              <a:rPr lang="de-DE" sz="1300" b="0" u="none" strike="noStrike">
                <a:solidFill>
                  <a:srgbClr val="FF4000"/>
                </a:solidFill>
                <a:effectLst/>
                <a:uFillTx/>
                <a:latin typeface="SRH Text"/>
                <a:ea typeface="Times New Roman"/>
              </a:rPr>
              <a:t> </a:t>
            </a:r>
            <a:r>
              <a:rPr lang="de-DE" sz="1300" b="0" u="none" strike="noStrike">
                <a:solidFill>
                  <a:srgbClr val="1C1C1C"/>
                </a:solidFill>
                <a:effectLst/>
                <a:uFillTx/>
                <a:latin typeface="SRH Text"/>
                <a:ea typeface="Times New Roman"/>
              </a:rPr>
              <a:t>Existing approaches often evaluate model performance periodically rather than continuously after deployment. As a result, changes in data distributions, prediction patterns, error rates, and other indicators of model degradation may remain undetected until they cause significant financial or operational consequences.</a:t>
            </a:r>
            <a:endParaRPr lang="de-DE" sz="1300" b="0" u="none" strike="noStrike">
              <a:solidFill>
                <a:schemeClr val="dk1"/>
              </a:solidFill>
              <a:effectLst/>
              <a:uFillTx/>
              <a:latin typeface="SRH Text"/>
            </a:endParaRPr>
          </a:p>
          <a:p>
            <a:pPr indent="0" algn="l" defTabSz="914400">
              <a:lnSpc>
                <a:spcPct val="150000"/>
              </a:lnSpc>
              <a:spcBef>
                <a:spcPts val="1191"/>
              </a:spcBef>
              <a:spcAft>
                <a:spcPts val="992"/>
              </a:spcAft>
              <a:buNone/>
              <a:tabLst>
                <a:tab pos="0" algn="l"/>
              </a:tabLst>
            </a:pPr>
            <a:endParaRPr lang="de-DE" sz="1100" b="0" u="none" strike="noStrike">
              <a:solidFill>
                <a:schemeClr val="dk1"/>
              </a:solidFill>
              <a:effectLst/>
              <a:uFillTx/>
              <a:latin typeface="SRH Text"/>
            </a:endParaRPr>
          </a:p>
        </p:txBody>
      </p:sp>
      <p:sp>
        <p:nvSpPr>
          <p:cNvPr id="196" name="PlaceHolder 3"/>
          <p:cNvSpPr>
            <a:spLocks noGrp="1"/>
          </p:cNvSpPr>
          <p:nvPr>
            <p:ph type="dt" idx="64"/>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A40A9F8B-0495-4050-804C-1AE36D53F0C4}"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197" name="PlaceHolder 4"/>
          <p:cNvSpPr>
            <a:spLocks noGrp="1"/>
          </p:cNvSpPr>
          <p:nvPr>
            <p:ph type="ftr" idx="65"/>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198" name="PlaceHolder 5"/>
          <p:cNvSpPr>
            <a:spLocks noGrp="1"/>
          </p:cNvSpPr>
          <p:nvPr>
            <p:ph type="sldNum" idx="66"/>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2F8CD097-22A3-43F3-95C7-CB86C8D60DB3}"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9" name="PlaceHolder 1"/>
          <p:cNvSpPr>
            <a:spLocks noGrp="1"/>
          </p:cNvSpPr>
          <p:nvPr>
            <p:ph type="title"/>
          </p:nvPr>
        </p:nvSpPr>
        <p:spPr>
          <a:xfrm>
            <a:off x="191880" y="90720"/>
            <a:ext cx="9155880" cy="83304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2600" b="1" u="none" strike="noStrike">
                <a:solidFill>
                  <a:srgbClr val="DF4807"/>
                </a:solidFill>
                <a:effectLst/>
                <a:uFillTx/>
                <a:latin typeface="SRH Headline"/>
                <a:ea typeface="SRH Headline"/>
              </a:rPr>
              <a:t>Table of Content</a:t>
            </a:r>
            <a:endParaRPr lang="de-DE" sz="2600" b="1" u="none" strike="noStrike">
              <a:solidFill>
                <a:schemeClr val="dk1"/>
              </a:solidFill>
              <a:effectLst/>
              <a:uFillTx/>
              <a:latin typeface="SRH Headline"/>
            </a:endParaRPr>
          </a:p>
        </p:txBody>
      </p:sp>
      <p:sp>
        <p:nvSpPr>
          <p:cNvPr id="200" name="PlaceHolder 2"/>
          <p:cNvSpPr>
            <a:spLocks noGrp="1"/>
          </p:cNvSpPr>
          <p:nvPr>
            <p:ph/>
          </p:nvPr>
        </p:nvSpPr>
        <p:spPr>
          <a:xfrm>
            <a:off x="276840" y="987480"/>
            <a:ext cx="10803600" cy="5703840"/>
          </a:xfrm>
          <a:prstGeom prst="rect">
            <a:avLst/>
          </a:prstGeom>
          <a:noFill/>
          <a:ln w="0">
            <a:noFill/>
          </a:ln>
        </p:spPr>
        <p:txBody>
          <a:bodyPr numCol="1" spcCol="216000" lIns="0" tIns="0" rIns="0" bIns="0" anchor="t">
            <a:noAutofit/>
          </a:bodyPr>
          <a:p>
            <a:pPr marL="360000" lvl="1" indent="-360000" algn="l" defTabSz="914400">
              <a:lnSpc>
                <a:spcPct val="150000"/>
              </a:lnSpc>
              <a:spcBef>
                <a:spcPts val="1199"/>
              </a:spcBef>
              <a:buClr>
                <a:srgbClr val="DF4807"/>
              </a:buClr>
              <a:buFont typeface="SRH"/>
              <a:buChar char="—"/>
              <a:tabLst>
                <a:tab pos="0" algn="l"/>
              </a:tabLst>
            </a:pPr>
            <a:r>
              <a:rPr lang="en-US" sz="1800" b="1" u="none" strike="noStrike">
                <a:solidFill>
                  <a:srgbClr val="333333"/>
                </a:solidFill>
                <a:effectLst/>
                <a:uFillTx/>
                <a:latin typeface="SRH Text"/>
                <a:ea typeface="SRH Text"/>
              </a:rPr>
              <a:t>Introduction</a:t>
            </a:r>
            <a:endParaRPr lang="de-DE" sz="1800" b="0" u="none" strike="noStrike">
              <a:solidFill>
                <a:schemeClr val="dk1"/>
              </a:solidFill>
              <a:effectLst/>
              <a:uFillTx/>
              <a:latin typeface="SRH Text"/>
            </a:endParaRPr>
          </a:p>
          <a:p>
            <a:pPr marL="360000" lvl="1" indent="-360000" algn="l" defTabSz="914400">
              <a:lnSpc>
                <a:spcPct val="150000"/>
              </a:lnSpc>
              <a:spcBef>
                <a:spcPts val="1199"/>
              </a:spcBef>
              <a:buClr>
                <a:srgbClr val="DF4807"/>
              </a:buClr>
              <a:buFont typeface="SRH"/>
              <a:buChar char="—"/>
              <a:tabLst>
                <a:tab pos="0" algn="l"/>
              </a:tabLst>
            </a:pPr>
            <a:r>
              <a:rPr lang="en-US" sz="1800" b="1" u="none" strike="noStrike">
                <a:solidFill>
                  <a:srgbClr val="333333"/>
                </a:solidFill>
                <a:effectLst/>
                <a:uFillTx/>
                <a:latin typeface="SRH Text"/>
                <a:ea typeface="SRH Text"/>
              </a:rPr>
              <a:t>Dataset Description</a:t>
            </a:r>
            <a:endParaRPr lang="de-DE" sz="1800" b="0" u="none" strike="noStrike">
              <a:solidFill>
                <a:schemeClr val="dk1"/>
              </a:solidFill>
              <a:effectLst/>
              <a:uFillTx/>
              <a:latin typeface="SRH Text"/>
            </a:endParaRPr>
          </a:p>
          <a:p>
            <a:pPr marL="360000" lvl="1" indent="-360000" algn="l" defTabSz="914400">
              <a:lnSpc>
                <a:spcPct val="150000"/>
              </a:lnSpc>
              <a:spcBef>
                <a:spcPts val="1199"/>
              </a:spcBef>
              <a:buClr>
                <a:srgbClr val="DF4807"/>
              </a:buClr>
              <a:buFont typeface="SRH"/>
              <a:buChar char="—"/>
              <a:tabLst>
                <a:tab pos="0" algn="l"/>
              </a:tabLst>
            </a:pPr>
            <a:r>
              <a:rPr lang="en-US" sz="1800" b="1" u="none" strike="noStrike">
                <a:solidFill>
                  <a:srgbClr val="333333"/>
                </a:solidFill>
                <a:effectLst/>
                <a:uFillTx/>
                <a:latin typeface="SRH Text"/>
                <a:ea typeface="SRH Text"/>
              </a:rPr>
              <a:t>Related Work</a:t>
            </a:r>
            <a:endParaRPr lang="de-DE" sz="1800" b="0" u="none" strike="noStrike">
              <a:solidFill>
                <a:schemeClr val="dk1"/>
              </a:solidFill>
              <a:effectLst/>
              <a:uFillTx/>
              <a:latin typeface="SRH Text"/>
            </a:endParaRPr>
          </a:p>
          <a:p>
            <a:pPr marL="360000" lvl="1" indent="-360000" algn="l" defTabSz="914400">
              <a:lnSpc>
                <a:spcPct val="150000"/>
              </a:lnSpc>
              <a:spcBef>
                <a:spcPts val="1199"/>
              </a:spcBef>
              <a:buClr>
                <a:srgbClr val="DF4807"/>
              </a:buClr>
              <a:buFont typeface="SRH"/>
              <a:buChar char="—"/>
              <a:tabLst>
                <a:tab pos="0" algn="l"/>
              </a:tabLst>
            </a:pPr>
            <a:r>
              <a:rPr lang="en-US" sz="1800" b="1" u="none" strike="noStrike">
                <a:solidFill>
                  <a:srgbClr val="333333"/>
                </a:solidFill>
                <a:effectLst/>
                <a:uFillTx/>
                <a:latin typeface="SRH Text"/>
                <a:ea typeface="SRH Text"/>
              </a:rPr>
              <a:t>Exploratory Data Analysis (EDA)</a:t>
            </a:r>
            <a:endParaRPr lang="de-DE" sz="1800" b="0" u="none" strike="noStrike">
              <a:solidFill>
                <a:schemeClr val="dk1"/>
              </a:solidFill>
              <a:effectLst/>
              <a:uFillTx/>
              <a:latin typeface="SRH Text"/>
            </a:endParaRPr>
          </a:p>
          <a:p>
            <a:pPr marL="360000" lvl="1" indent="-360000" algn="l" defTabSz="914400">
              <a:lnSpc>
                <a:spcPct val="150000"/>
              </a:lnSpc>
              <a:spcBef>
                <a:spcPts val="1199"/>
              </a:spcBef>
              <a:buClr>
                <a:srgbClr val="DF4807"/>
              </a:buClr>
              <a:buFont typeface="SRH"/>
              <a:buChar char="—"/>
              <a:tabLst>
                <a:tab pos="0" algn="l"/>
              </a:tabLst>
            </a:pPr>
            <a:r>
              <a:rPr lang="en-US" sz="1800" b="1" u="none" strike="noStrike">
                <a:solidFill>
                  <a:srgbClr val="333333"/>
                </a:solidFill>
                <a:effectLst/>
                <a:uFillTx/>
                <a:latin typeface="SRH Text"/>
                <a:ea typeface="SRH Text"/>
              </a:rPr>
              <a:t>Feature Importance</a:t>
            </a:r>
            <a:endParaRPr lang="de-DE" sz="1800" b="0" u="none" strike="noStrike">
              <a:solidFill>
                <a:schemeClr val="dk1"/>
              </a:solidFill>
              <a:effectLst/>
              <a:uFillTx/>
              <a:latin typeface="SRH Text"/>
            </a:endParaRPr>
          </a:p>
          <a:p>
            <a:pPr marL="360000" lvl="1" indent="-360000" algn="l" defTabSz="914400">
              <a:lnSpc>
                <a:spcPct val="150000"/>
              </a:lnSpc>
              <a:spcBef>
                <a:spcPts val="1199"/>
              </a:spcBef>
              <a:buClr>
                <a:srgbClr val="DF4807"/>
              </a:buClr>
              <a:buFont typeface="SRH"/>
              <a:buChar char="—"/>
              <a:tabLst>
                <a:tab pos="0" algn="l"/>
              </a:tabLst>
            </a:pPr>
            <a:r>
              <a:rPr lang="en-US" sz="1800" b="1" u="none" strike="noStrike">
                <a:solidFill>
                  <a:srgbClr val="333333"/>
                </a:solidFill>
                <a:effectLst/>
                <a:uFillTx/>
                <a:latin typeface="SRH Text"/>
                <a:ea typeface="SRH Text"/>
              </a:rPr>
              <a:t>Modeling and Algorithms</a:t>
            </a:r>
            <a:endParaRPr lang="de-DE" sz="1800" b="0" u="none" strike="noStrike">
              <a:solidFill>
                <a:schemeClr val="dk1"/>
              </a:solidFill>
              <a:effectLst/>
              <a:uFillTx/>
              <a:latin typeface="SRH Text"/>
            </a:endParaRPr>
          </a:p>
          <a:p>
            <a:pPr marL="360000" lvl="1" indent="-360000" algn="l" defTabSz="914400">
              <a:lnSpc>
                <a:spcPct val="150000"/>
              </a:lnSpc>
              <a:spcBef>
                <a:spcPts val="1199"/>
              </a:spcBef>
              <a:buClr>
                <a:srgbClr val="DF4807"/>
              </a:buClr>
              <a:buFont typeface="SRH"/>
              <a:buChar char="—"/>
              <a:tabLst>
                <a:tab pos="0" algn="l"/>
              </a:tabLst>
            </a:pPr>
            <a:r>
              <a:rPr lang="en-US" sz="1800" b="1" u="none" strike="noStrike">
                <a:solidFill>
                  <a:srgbClr val="333333"/>
                </a:solidFill>
                <a:effectLst/>
                <a:uFillTx/>
                <a:latin typeface="SRH Text"/>
                <a:ea typeface="SRH Text"/>
              </a:rPr>
              <a:t>Results &amp; Discussion</a:t>
            </a:r>
            <a:endParaRPr lang="de-DE" sz="1800" b="0" u="none" strike="noStrike">
              <a:solidFill>
                <a:schemeClr val="dk1"/>
              </a:solidFill>
              <a:effectLst/>
              <a:uFillTx/>
              <a:latin typeface="SRH Text"/>
            </a:endParaRPr>
          </a:p>
          <a:p>
            <a:pPr marL="360000" lvl="1" indent="-360000" algn="l" defTabSz="914400">
              <a:lnSpc>
                <a:spcPct val="150000"/>
              </a:lnSpc>
              <a:spcBef>
                <a:spcPts val="1199"/>
              </a:spcBef>
              <a:buClr>
                <a:srgbClr val="DF4807"/>
              </a:buClr>
              <a:buFont typeface="SRH"/>
              <a:buChar char="—"/>
              <a:tabLst>
                <a:tab pos="0" algn="l"/>
              </a:tabLst>
            </a:pPr>
            <a:r>
              <a:rPr lang="en-US" sz="1800" b="1" u="none" strike="noStrike">
                <a:solidFill>
                  <a:srgbClr val="333333"/>
                </a:solidFill>
                <a:effectLst/>
                <a:uFillTx/>
                <a:latin typeface="SRH Text"/>
                <a:ea typeface="SRH Text"/>
              </a:rPr>
              <a:t>Conclusion &amp; Future Work</a:t>
            </a:r>
            <a:endParaRPr lang="de-DE" sz="1800" b="0" u="none" strike="noStrike">
              <a:solidFill>
                <a:schemeClr val="dk1"/>
              </a:solidFill>
              <a:effectLst/>
              <a:uFillTx/>
              <a:latin typeface="SRH Text"/>
            </a:endParaRPr>
          </a:p>
        </p:txBody>
      </p:sp>
      <p:sp>
        <p:nvSpPr>
          <p:cNvPr id="201" name="PlaceHolder 3"/>
          <p:cNvSpPr>
            <a:spLocks noGrp="1"/>
          </p:cNvSpPr>
          <p:nvPr>
            <p:ph type="dt" idx="67"/>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2B8062AE-C44F-46DE-A174-EFC27ABA7416}"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202" name="PlaceHolder 4"/>
          <p:cNvSpPr>
            <a:spLocks noGrp="1"/>
          </p:cNvSpPr>
          <p:nvPr>
            <p:ph type="ftr" idx="68"/>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03" name="PlaceHolder 5"/>
          <p:cNvSpPr>
            <a:spLocks noGrp="1"/>
          </p:cNvSpPr>
          <p:nvPr>
            <p:ph type="sldNum" idx="69"/>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2AC961D6-FEA4-4C90-8230-05DAD5CD6038}"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 name="PlaceHolder 1"/>
          <p:cNvSpPr>
            <a:spLocks noGrp="1"/>
          </p:cNvSpPr>
          <p:nvPr>
            <p:ph type="title"/>
          </p:nvPr>
        </p:nvSpPr>
        <p:spPr>
          <a:xfrm>
            <a:off x="191880" y="9072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DF4807"/>
                </a:solidFill>
                <a:effectLst/>
                <a:uFillTx/>
                <a:latin typeface="SRH Headline"/>
                <a:ea typeface="SRH Headline"/>
              </a:rPr>
              <a:t>Research Gap </a:t>
            </a:r>
            <a:endParaRPr lang="de-DE" sz="2600" b="1" u="none" strike="noStrike">
              <a:solidFill>
                <a:schemeClr val="dk1"/>
              </a:solidFill>
              <a:effectLst/>
              <a:uFillTx/>
              <a:latin typeface="SRH Headline"/>
            </a:endParaRPr>
          </a:p>
        </p:txBody>
      </p:sp>
      <p:sp>
        <p:nvSpPr>
          <p:cNvPr id="205" name="PlaceHolder 2"/>
          <p:cNvSpPr>
            <a:spLocks noGrp="1"/>
          </p:cNvSpPr>
          <p:nvPr>
            <p:ph/>
          </p:nvPr>
        </p:nvSpPr>
        <p:spPr>
          <a:xfrm>
            <a:off x="276840" y="987480"/>
            <a:ext cx="10803600" cy="5703840"/>
          </a:xfrm>
          <a:prstGeom prst="rect">
            <a:avLst/>
          </a:prstGeom>
          <a:noFill/>
          <a:ln w="0">
            <a:noFill/>
          </a:ln>
        </p:spPr>
        <p:txBody>
          <a:bodyPr numCol="1" spcCol="216000" lIns="0" tIns="0" rIns="0" bIns="0" anchor="t">
            <a:noAutofit/>
          </a:bodyPr>
          <a:p>
            <a:pPr marL="360000" lvl="1" indent="-360000" algn="l" defTabSz="914400">
              <a:lnSpc>
                <a:spcPct val="150000"/>
              </a:lnSpc>
              <a:spcBef>
                <a:spcPts val="1191"/>
              </a:spcBef>
              <a:spcAft>
                <a:spcPts val="992"/>
              </a:spcAft>
              <a:buClr>
                <a:srgbClr val="DF4807"/>
              </a:buClr>
              <a:buFont typeface="SRH"/>
              <a:buChar char="—"/>
              <a:tabLst>
                <a:tab pos="0" algn="l"/>
              </a:tabLst>
            </a:pPr>
            <a:r>
              <a:rPr lang="en-US" sz="1800" b="1" u="none" strike="noStrike">
                <a:solidFill>
                  <a:srgbClr val="333333"/>
                </a:solidFill>
                <a:effectLst/>
                <a:uFillTx/>
                <a:latin typeface="SRH Text"/>
                <a:ea typeface="SRH Text"/>
              </a:rPr>
              <a:t>Explain what existing approaches do not provide as an integrated solution. </a:t>
            </a:r>
            <a:endParaRPr lang="de-DE" sz="1800" b="0" u="none" strike="noStrike">
              <a:solidFill>
                <a:schemeClr val="dk1"/>
              </a:solidFill>
              <a:effectLst/>
              <a:uFillTx/>
              <a:latin typeface="SRH Text"/>
            </a:endParaRPr>
          </a:p>
        </p:txBody>
      </p:sp>
      <p:sp>
        <p:nvSpPr>
          <p:cNvPr id="206" name="PlaceHolder 3"/>
          <p:cNvSpPr>
            <a:spLocks noGrp="1"/>
          </p:cNvSpPr>
          <p:nvPr>
            <p:ph type="dt" idx="70"/>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518BEF3F-102F-47F7-8131-53B8106C23B1}"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207" name="PlaceHolder 4"/>
          <p:cNvSpPr>
            <a:spLocks noGrp="1"/>
          </p:cNvSpPr>
          <p:nvPr>
            <p:ph type="ftr" idx="71"/>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08" name="PlaceHolder 5"/>
          <p:cNvSpPr>
            <a:spLocks noGrp="1"/>
          </p:cNvSpPr>
          <p:nvPr>
            <p:ph type="sldNum" idx="72"/>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A290A199-E453-49A7-B5C4-1714A73AB7F5}"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 name="PlaceHolder 1"/>
          <p:cNvSpPr>
            <a:spLocks noGrp="1"/>
          </p:cNvSpPr>
          <p:nvPr>
            <p:ph type="title"/>
          </p:nvPr>
        </p:nvSpPr>
        <p:spPr>
          <a:xfrm>
            <a:off x="191880" y="9072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Methodology</a:t>
            </a:r>
            <a:endParaRPr lang="de-DE" sz="2600" b="1" u="none" strike="noStrike">
              <a:solidFill>
                <a:schemeClr val="dk1"/>
              </a:solidFill>
              <a:effectLst/>
              <a:uFillTx/>
              <a:latin typeface="SRH Headline"/>
            </a:endParaRPr>
          </a:p>
        </p:txBody>
      </p:sp>
      <p:sp>
        <p:nvSpPr>
          <p:cNvPr id="210" name="PlaceHolder 2"/>
          <p:cNvSpPr>
            <a:spLocks noGrp="1"/>
          </p:cNvSpPr>
          <p:nvPr>
            <p:ph/>
          </p:nvPr>
        </p:nvSpPr>
        <p:spPr>
          <a:xfrm>
            <a:off x="276840" y="1143000"/>
            <a:ext cx="10803600" cy="5548320"/>
          </a:xfrm>
          <a:prstGeom prst="rect">
            <a:avLst/>
          </a:prstGeom>
          <a:noFill/>
          <a:ln w="0">
            <a:noFill/>
          </a:ln>
        </p:spPr>
        <p:txBody>
          <a:bodyPr numCol="1" spcCol="216000" lIns="0" tIns="0" rIns="0" bIns="0" anchor="t">
            <a:noAutofit/>
          </a:bodyPr>
          <a:p>
            <a:pPr marL="360000" indent="0" algn="just" defTabSz="914400">
              <a:lnSpc>
                <a:spcPct val="11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Dataset Overview </a:t>
            </a:r>
            <a:endParaRPr lang="de-DE" sz="15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r>
              <a:rPr lang="en-US" sz="1600" b="0" u="none" strike="noStrike">
                <a:solidFill>
                  <a:srgbClr val="333333"/>
                </a:solidFill>
                <a:effectLst/>
                <a:uFillTx/>
                <a:latin typeface="SRH Text"/>
                <a:ea typeface="SRH Text"/>
              </a:rPr>
              <a:t>This dataset contains </a:t>
            </a:r>
            <a:r>
              <a:rPr lang="en-US" sz="1600" b="1" u="none" strike="noStrike">
                <a:solidFill>
                  <a:srgbClr val="333333"/>
                </a:solidFill>
                <a:effectLst/>
                <a:uFillTx/>
                <a:latin typeface="SRH Text"/>
                <a:ea typeface="SRH Text"/>
              </a:rPr>
              <a:t>50,000 loan application records </a:t>
            </a:r>
            <a:r>
              <a:rPr lang="en-US" sz="1600" b="0" u="none" strike="noStrike">
                <a:solidFill>
                  <a:srgbClr val="333333"/>
                </a:solidFill>
                <a:effectLst/>
                <a:uFillTx/>
                <a:latin typeface="SRH Text"/>
                <a:ea typeface="SRH Text"/>
              </a:rPr>
              <a:t>with </a:t>
            </a:r>
            <a:r>
              <a:rPr lang="en-US" sz="1600" b="1" u="none" strike="noStrike">
                <a:solidFill>
                  <a:srgbClr val="333333"/>
                </a:solidFill>
                <a:effectLst/>
                <a:uFillTx/>
                <a:latin typeface="SRH Text"/>
                <a:ea typeface="SRH Text"/>
              </a:rPr>
              <a:t>20 features</a:t>
            </a:r>
            <a:r>
              <a:rPr lang="en-US" sz="1600" b="0" u="none" strike="noStrike">
                <a:solidFill>
                  <a:srgbClr val="333333"/>
                </a:solidFill>
                <a:effectLst/>
                <a:uFillTx/>
                <a:latin typeface="SRH Text"/>
                <a:ea typeface="SRH Text"/>
              </a:rPr>
              <a:t> describing applicants' demographic characteristics, employment and financial status, credit history, and loan information. It is designed for credit risk assessment and loan outcome prediction using machine learning methods.</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r>
              <a:rPr lang="en-US" sz="1600" b="0" u="none" strike="noStrike">
                <a:solidFill>
                  <a:srgbClr val="333333"/>
                </a:solidFill>
                <a:effectLst/>
                <a:uFillTx/>
                <a:latin typeface="SRH Text"/>
                <a:ea typeface="SRH Text"/>
              </a:rPr>
              <a:t>The dataset includes information such as age, occupation status, employment history, annual income, credit score, savings, debt, previous defaults, delinquencies, loan amount, interest rate, and several financial ratios.</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r>
              <a:rPr lang="en-US" sz="1600" b="0" u="none" strike="noStrike">
                <a:solidFill>
                  <a:srgbClr val="333333"/>
                </a:solidFill>
                <a:effectLst/>
                <a:uFillTx/>
                <a:latin typeface="SRH Text"/>
                <a:ea typeface="SRH Text"/>
              </a:rPr>
              <a:t>The dataset also contains categorical variables describing the applicant's employment status, product type, and loan intent, together with numerical variables representing the applicant's financial and credit characteristics.</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r>
              <a:rPr lang="en-US" sz="1600" b="0" u="none" strike="noStrike">
                <a:solidFill>
                  <a:srgbClr val="333333"/>
                </a:solidFill>
                <a:effectLst/>
                <a:uFillTx/>
                <a:latin typeface="SRH Text"/>
                <a:ea typeface="SRH Text"/>
              </a:rPr>
              <a:t>The target variable, </a:t>
            </a:r>
            <a:r>
              <a:rPr lang="en-US" sz="1600" b="1" u="none" strike="noStrike">
                <a:solidFill>
                  <a:srgbClr val="333333"/>
                </a:solidFill>
                <a:effectLst/>
                <a:uFillTx/>
                <a:latin typeface="SRH Text"/>
                <a:ea typeface="SRH Text"/>
              </a:rPr>
              <a:t>loan_status</a:t>
            </a:r>
            <a:r>
              <a:rPr lang="en-US" sz="1600" b="0" u="none" strike="noStrike">
                <a:solidFill>
                  <a:srgbClr val="333333"/>
                </a:solidFill>
                <a:effectLst/>
                <a:uFillTx/>
                <a:latin typeface="SRH Text"/>
                <a:ea typeface="SRH Text"/>
              </a:rPr>
              <a:t>, represents the loan outcome:</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r>
              <a:rPr lang="en-US" sz="1600" b="0" u="none" strike="noStrike">
                <a:solidFill>
                  <a:srgbClr val="333333"/>
                </a:solidFill>
                <a:effectLst/>
                <a:uFillTx/>
                <a:latin typeface="SRH Text"/>
                <a:ea typeface="SRH Text"/>
              </a:rPr>
              <a:t>0 = Rejected</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r>
              <a:rPr lang="en-US" sz="1600" b="0" u="none" strike="noStrike">
                <a:solidFill>
                  <a:srgbClr val="333333"/>
                </a:solidFill>
                <a:effectLst/>
                <a:uFillTx/>
                <a:latin typeface="SRH Text"/>
                <a:ea typeface="SRH Text"/>
              </a:rPr>
              <a:t>1 = Approved</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endParaRPr lang="de-DE" sz="1600" b="0" u="none" strike="noStrike">
              <a:solidFill>
                <a:schemeClr val="dk1"/>
              </a:solidFill>
              <a:effectLst/>
              <a:uFillTx/>
              <a:latin typeface="SRH Text"/>
            </a:endParaRPr>
          </a:p>
        </p:txBody>
      </p:sp>
      <p:sp>
        <p:nvSpPr>
          <p:cNvPr id="211" name="PlaceHolder 3"/>
          <p:cNvSpPr>
            <a:spLocks noGrp="1"/>
          </p:cNvSpPr>
          <p:nvPr>
            <p:ph type="dt" idx="73"/>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B48B0D4F-DE08-4762-A2F2-8A1C3854BA5E}"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212" name="PlaceHolder 4"/>
          <p:cNvSpPr>
            <a:spLocks noGrp="1"/>
          </p:cNvSpPr>
          <p:nvPr>
            <p:ph type="ftr" idx="74"/>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13" name="PlaceHolder 5"/>
          <p:cNvSpPr>
            <a:spLocks noGrp="1"/>
          </p:cNvSpPr>
          <p:nvPr>
            <p:ph type="sldNum" idx="75"/>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9121CCF-1F61-47BC-89DD-C2C66B4E7B94}"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14" name="Picture 1"/>
          <p:cNvPicPr/>
          <p:nvPr/>
        </p:nvPicPr>
        <p:blipFill>
          <a:blip r:embed="rId1"/>
          <a:stretch/>
        </p:blipFill>
        <p:spPr>
          <a:xfrm>
            <a:off x="1706760" y="1076760"/>
            <a:ext cx="8569800" cy="5175360"/>
          </a:xfrm>
          <a:prstGeom prst="rect">
            <a:avLst/>
          </a:prstGeom>
          <a:noFill/>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marL="285840" indent="0" algn="l" defTabSz="914400">
              <a:lnSpc>
                <a:spcPct val="150000"/>
              </a:lnSpc>
              <a:spcBef>
                <a:spcPts val="1191"/>
              </a:spcBef>
              <a:spcAft>
                <a:spcPts val="992"/>
              </a:spcAft>
              <a:buNone/>
              <a:tabLst>
                <a:tab pos="0" algn="l"/>
              </a:tabLst>
            </a:pPr>
            <a:r>
              <a:rPr lang="en-US" sz="2600" b="1" u="none" strike="noStrike">
                <a:solidFill>
                  <a:srgbClr val="FF4000"/>
                </a:solidFill>
                <a:effectLst/>
                <a:uFillTx/>
                <a:latin typeface="SRH Text"/>
                <a:ea typeface="SRH Text"/>
              </a:rPr>
              <a:t>Data Processing</a:t>
            </a:r>
            <a:endParaRPr lang="de-DE" sz="2600" b="1" u="none" strike="noStrike">
              <a:solidFill>
                <a:srgbClr val="FF4000"/>
              </a:solidFill>
              <a:effectLst/>
              <a:uFillTx/>
              <a:latin typeface="SRH Headline"/>
            </a:endParaRPr>
          </a:p>
        </p:txBody>
      </p:sp>
      <p:sp>
        <p:nvSpPr>
          <p:cNvPr id="216" name="PlaceHolder 2"/>
          <p:cNvSpPr>
            <a:spLocks noGrp="1"/>
          </p:cNvSpPr>
          <p:nvPr>
            <p:ph/>
          </p:nvPr>
        </p:nvSpPr>
        <p:spPr>
          <a:xfrm>
            <a:off x="228600" y="914400"/>
            <a:ext cx="10803600" cy="54860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Checking Corrupted Rows</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500" b="0" u="none" strike="noStrike">
                <a:solidFill>
                  <a:srgbClr val="000000"/>
                </a:solidFill>
                <a:effectLst/>
                <a:uFillTx/>
                <a:latin typeface="SRH Text"/>
                <a:ea typeface="SRH Text"/>
              </a:rPr>
              <a:t>The purpose of this step was to identify invalid, corrupted, or logically inconsistent records before applying machine learning models.</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500" b="0" u="none" strike="noStrike">
                <a:solidFill>
                  <a:srgbClr val="000000"/>
                </a:solidFill>
                <a:effectLst/>
                <a:uFillTx/>
                <a:latin typeface="SRH Text"/>
                <a:ea typeface="SRH Text"/>
              </a:rPr>
              <a:t>The code performed the following validation processes:</a:t>
            </a:r>
            <a:endParaRPr lang="de-DE" sz="15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Symbol" charset="2"/>
              <a:buChar char=""/>
              <a:tabLst>
                <a:tab pos="0" algn="l"/>
              </a:tabLst>
            </a:pPr>
            <a:r>
              <a:rPr lang="en-US" sz="1500" b="0" u="none" strike="noStrike">
                <a:solidFill>
                  <a:srgbClr val="FF4000"/>
                </a:solidFill>
                <a:effectLst/>
                <a:uFillTx/>
                <a:latin typeface="SRH Text"/>
                <a:ea typeface="SRH Text"/>
              </a:rPr>
              <a:t>Range Validation:</a:t>
            </a:r>
            <a:r>
              <a:rPr lang="en-US" sz="1500" b="1" u="none" strike="noStrike">
                <a:solidFill>
                  <a:srgbClr val="000000"/>
                </a:solidFill>
                <a:effectLst/>
                <a:uFillTx/>
                <a:latin typeface="SRH Text"/>
                <a:ea typeface="SRH Text"/>
              </a:rPr>
              <a:t> </a:t>
            </a:r>
            <a:r>
              <a:rPr lang="en-US" sz="1500" b="0" u="none" strike="noStrike">
                <a:solidFill>
                  <a:srgbClr val="000000"/>
                </a:solidFill>
                <a:effectLst/>
                <a:uFillTx/>
                <a:latin typeface="SRH Text"/>
                <a:ea typeface="SRH Text"/>
              </a:rPr>
              <a:t>Checked realistic ranges for age, credit score, employment, and credit history. </a:t>
            </a:r>
            <a:endParaRPr lang="de-DE" sz="15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Symbol" charset="2"/>
              <a:buChar char=""/>
              <a:tabLst>
                <a:tab pos="0" algn="l"/>
              </a:tabLst>
            </a:pPr>
            <a:r>
              <a:rPr lang="en-US" sz="1500" b="0" u="none" strike="noStrike">
                <a:solidFill>
                  <a:srgbClr val="FF4000"/>
                </a:solidFill>
                <a:effectLst/>
                <a:uFillTx/>
                <a:latin typeface="SRH Text"/>
                <a:ea typeface="SRH Text"/>
              </a:rPr>
              <a:t>Negative Values:</a:t>
            </a:r>
            <a:r>
              <a:rPr lang="en-US" sz="1500" b="0" u="none" strike="noStrike">
                <a:solidFill>
                  <a:srgbClr val="000000"/>
                </a:solidFill>
                <a:effectLst/>
                <a:uFillTx/>
                <a:latin typeface="SRH Text"/>
                <a:ea typeface="SRH Text"/>
              </a:rPr>
              <a:t> Detected invalid negative values in financial and credit variables. </a:t>
            </a:r>
            <a:endParaRPr lang="de-DE" sz="15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Symbol" charset="2"/>
              <a:buChar char=""/>
              <a:tabLst>
                <a:tab pos="0" algn="l"/>
              </a:tabLst>
            </a:pPr>
            <a:r>
              <a:rPr lang="en-US" sz="1500" b="0" u="none" strike="noStrike">
                <a:solidFill>
                  <a:srgbClr val="FF4000"/>
                </a:solidFill>
                <a:effectLst/>
                <a:uFillTx/>
                <a:latin typeface="SRH Text"/>
                <a:ea typeface="SRH Text"/>
              </a:rPr>
              <a:t>Ratio Validation:</a:t>
            </a:r>
            <a:r>
              <a:rPr lang="en-US" sz="1500" b="0" u="none" strike="noStrike">
                <a:solidFill>
                  <a:srgbClr val="000000"/>
                </a:solidFill>
                <a:effectLst/>
                <a:uFillTx/>
                <a:latin typeface="SRH Text"/>
                <a:ea typeface="SRH Text"/>
              </a:rPr>
              <a:t> Verified Debt-to-Income Ratio, Loan-to-Income Ratio, and payment-to-income ratios. </a:t>
            </a:r>
            <a:endParaRPr lang="de-DE" sz="15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Symbol" charset="2"/>
              <a:buChar char=""/>
              <a:tabLst>
                <a:tab pos="0" algn="l"/>
              </a:tabLst>
            </a:pPr>
            <a:r>
              <a:rPr lang="en-US" sz="1500" b="0" u="none" strike="noStrike">
                <a:solidFill>
                  <a:srgbClr val="FF4000"/>
                </a:solidFill>
                <a:effectLst/>
                <a:uFillTx/>
                <a:latin typeface="SRH Text"/>
                <a:ea typeface="SRH Text"/>
              </a:rPr>
              <a:t>Text Validation:</a:t>
            </a:r>
            <a:r>
              <a:rPr lang="en-US" sz="1500" b="0" u="none" strike="noStrike">
                <a:solidFill>
                  <a:srgbClr val="000000"/>
                </a:solidFill>
                <a:effectLst/>
                <a:uFillTx/>
                <a:latin typeface="SRH Text"/>
                <a:ea typeface="SRH Text"/>
              </a:rPr>
              <a:t> Used Regex to identify malformed categorical values and validated loan_status. </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217" name="PlaceHolder 3"/>
          <p:cNvSpPr>
            <a:spLocks noGrp="1"/>
          </p:cNvSpPr>
          <p:nvPr>
            <p:ph type="dt" idx="76"/>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3B961905-3D44-408E-B679-3F6D6B5C9463}"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218" name="PlaceHolder 4"/>
          <p:cNvSpPr>
            <a:spLocks noGrp="1"/>
          </p:cNvSpPr>
          <p:nvPr>
            <p:ph type="ftr" idx="77"/>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19" name="PlaceHolder 5"/>
          <p:cNvSpPr>
            <a:spLocks noGrp="1"/>
          </p:cNvSpPr>
          <p:nvPr>
            <p:ph type="sldNum" idx="78"/>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C131C979-89EE-4D8F-815A-B67C2392A7B6}"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buNone/>
              <a:tabLst>
                <a:tab pos="0" algn="l"/>
              </a:tabLst>
            </a:pPr>
            <a:endParaRPr lang="de-DE" sz="3000" b="1" u="none" strike="noStrike">
              <a:solidFill>
                <a:schemeClr val="dk1"/>
              </a:solidFill>
              <a:effectLst/>
              <a:uFillTx/>
              <a:latin typeface="SRH Headline"/>
            </a:endParaRPr>
          </a:p>
        </p:txBody>
      </p:sp>
      <p:sp>
        <p:nvSpPr>
          <p:cNvPr id="221" name="PlaceHolder 2"/>
          <p:cNvSpPr>
            <a:spLocks noGrp="1"/>
          </p:cNvSpPr>
          <p:nvPr>
            <p:ph/>
          </p:nvPr>
        </p:nvSpPr>
        <p:spPr>
          <a:xfrm>
            <a:off x="228600" y="457200"/>
            <a:ext cx="10803600" cy="59432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Data Type Standardization</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Ensured all key numerical variables use consistent data types.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Missing Value Analysis</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Identified missing values that could affect model performance.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Categorical Data Consistency</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Examined categorical variables for inconsistent labels.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Identified potential duplicates such as “Male” and “male.”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Duplicate Records</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The dataset was checked for duplicated observations.</a:t>
            </a:r>
            <a:endParaRPr lang="de-DE" sz="1300" b="0" u="none" strike="noStrike">
              <a:solidFill>
                <a:schemeClr val="dk1"/>
              </a:solidFill>
              <a:effectLst/>
              <a:uFillTx/>
              <a:latin typeface="SRH Text"/>
            </a:endParaRPr>
          </a:p>
        </p:txBody>
      </p:sp>
      <p:sp>
        <p:nvSpPr>
          <p:cNvPr id="222" name="PlaceHolder 3"/>
          <p:cNvSpPr>
            <a:spLocks noGrp="1"/>
          </p:cNvSpPr>
          <p:nvPr>
            <p:ph type="dt" idx="79"/>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5C3866D1-64DA-46C9-AE36-B0B8F678A954}"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223" name="PlaceHolder 4"/>
          <p:cNvSpPr>
            <a:spLocks noGrp="1"/>
          </p:cNvSpPr>
          <p:nvPr>
            <p:ph type="ftr" idx="80"/>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24" name="PlaceHolder 5"/>
          <p:cNvSpPr>
            <a:spLocks noGrp="1"/>
          </p:cNvSpPr>
          <p:nvPr>
            <p:ph type="sldNum" idx="81"/>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9E4240C-444D-44EE-BD99-50F4497B345C}"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buNone/>
              <a:tabLst>
                <a:tab pos="0" algn="l"/>
              </a:tabLst>
            </a:pPr>
            <a:endParaRPr lang="de-DE" sz="3000" b="1" u="none" strike="noStrike">
              <a:solidFill>
                <a:schemeClr val="dk1"/>
              </a:solidFill>
              <a:effectLst/>
              <a:uFillTx/>
              <a:latin typeface="SRH Headline"/>
            </a:endParaRPr>
          </a:p>
        </p:txBody>
      </p:sp>
      <p:sp>
        <p:nvSpPr>
          <p:cNvPr id="226" name="PlaceHolder 2"/>
          <p:cNvSpPr>
            <a:spLocks noGrp="1"/>
          </p:cNvSpPr>
          <p:nvPr>
            <p:ph/>
          </p:nvPr>
        </p:nvSpPr>
        <p:spPr>
          <a:xfrm>
            <a:off x="228600" y="696600"/>
            <a:ext cx="10803600" cy="57038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227" name="PlaceHolder 3"/>
          <p:cNvSpPr>
            <a:spLocks noGrp="1"/>
          </p:cNvSpPr>
          <p:nvPr>
            <p:ph type="dt" idx="82"/>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701B477A-B827-4B21-8337-5B9568ED54F0}"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228" name="PlaceHolder 4"/>
          <p:cNvSpPr>
            <a:spLocks noGrp="1"/>
          </p:cNvSpPr>
          <p:nvPr>
            <p:ph type="ftr" idx="83"/>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29" name="PlaceHolder 5"/>
          <p:cNvSpPr>
            <a:spLocks noGrp="1"/>
          </p:cNvSpPr>
          <p:nvPr>
            <p:ph type="sldNum" idx="84"/>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76594E0-0A7C-42CD-A944-1423BE3FD0AE}"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Exploratory Data Analysis (EDA) </a:t>
            </a:r>
            <a:endParaRPr lang="de-DE" sz="2600" b="1" u="none" strike="noStrike">
              <a:solidFill>
                <a:srgbClr val="FF4000"/>
              </a:solidFill>
              <a:effectLst/>
              <a:uFillTx/>
              <a:latin typeface="SRH Headline"/>
            </a:endParaRPr>
          </a:p>
        </p:txBody>
      </p:sp>
      <p:sp>
        <p:nvSpPr>
          <p:cNvPr id="231" name="PlaceHolder 2"/>
          <p:cNvSpPr>
            <a:spLocks noGrp="1"/>
          </p:cNvSpPr>
          <p:nvPr>
            <p:ph/>
          </p:nvPr>
        </p:nvSpPr>
        <p:spPr>
          <a:xfrm>
            <a:off x="228600" y="696600"/>
            <a:ext cx="5257440" cy="57038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500" b="0" u="none" strike="noStrike">
                <a:solidFill>
                  <a:srgbClr val="FF4000"/>
                </a:solidFill>
                <a:effectLst/>
                <a:uFillTx/>
                <a:latin typeface="SRH Text"/>
                <a:ea typeface="SRH Text"/>
              </a:rPr>
              <a:t>Statistical Overview</a:t>
            </a:r>
            <a:endParaRPr lang="de-DE" sz="15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The dataset contains 49,999 valid loan applications across the analyzed variables. The statistical analysis was performed to understand the distribution, variability, and characteristics of the applicant and loan data before model development.</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 Applicant Characteristics</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Age: 18–70 years, with a mean of 35.0 years</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Years employed: 0–39.9 years, with a mean of 7.45 years</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Annual income: €15,000–€250,000, with a mean of approximately €50,063</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Credit score: 348–850, with a mean of 643.6</a:t>
            </a:r>
            <a:endParaRPr lang="de-DE" sz="1100" b="0" u="none" strike="noStrike">
              <a:solidFill>
                <a:schemeClr val="dk1"/>
              </a:solidFill>
              <a:effectLst/>
              <a:uFillTx/>
              <a:latin typeface="SRH Text"/>
            </a:endParaRPr>
          </a:p>
        </p:txBody>
      </p:sp>
      <p:sp>
        <p:nvSpPr>
          <p:cNvPr id="232" name="PlaceHolder 3"/>
          <p:cNvSpPr>
            <a:spLocks noGrp="1"/>
          </p:cNvSpPr>
          <p:nvPr>
            <p:ph type="dt" idx="85"/>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09EF1E0E-2D10-4FD3-BF20-71C70E63D3A4}"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233" name="PlaceHolder 4"/>
          <p:cNvSpPr>
            <a:spLocks noGrp="1"/>
          </p:cNvSpPr>
          <p:nvPr>
            <p:ph type="ftr" idx="86"/>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34" name="PlaceHolder 5"/>
          <p:cNvSpPr>
            <a:spLocks noGrp="1"/>
          </p:cNvSpPr>
          <p:nvPr>
            <p:ph type="sldNum" idx="87"/>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B845A14A-4E60-4C25-8B45-6CD3487206F0}"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
        <p:nvSpPr>
          <p:cNvPr id="235" name="PlaceHolder 151"/>
          <p:cNvSpPr/>
          <p:nvPr/>
        </p:nvSpPr>
        <p:spPr>
          <a:xfrm>
            <a:off x="6348960" y="1272960"/>
            <a:ext cx="5257440" cy="5356080"/>
          </a:xfrm>
          <a:prstGeom prst="rect">
            <a:avLst/>
          </a:prstGeom>
          <a:noFill/>
          <a:ln w="0">
            <a:noFill/>
          </a:ln>
        </p:spPr>
        <p:style>
          <a:lnRef idx="0"/>
          <a:fillRef idx="0"/>
          <a:effectRef idx="0"/>
          <a:fontRef idx="minor"/>
        </p:style>
        <p:txBody>
          <a:bodyPr numCol="1" spcCol="216000" lIns="0" tIns="0" rIns="0" bIns="0" anchor="t">
            <a:noAutofit/>
          </a:bodyPr>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 Financial Characteristics</a:t>
            </a:r>
            <a:endParaRPr lang="en-US" sz="11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Savings assets: Mean ≈ €3,596, with a very wide range up to €300,000</a:t>
            </a:r>
            <a:endParaRPr lang="en-US" sz="11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Current debt: Mean ≈ €14,291, maximum ≈ €163,344</a:t>
            </a:r>
            <a:endParaRPr lang="en-US" sz="11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Loan amount: Mean ≈ €33,043, ranging from €500 to €100,000</a:t>
            </a:r>
            <a:endParaRPr lang="en-US" sz="11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Interest rate: Mean ≈ 15.5%, ranging from 6% to 23%</a:t>
            </a:r>
            <a:endParaRPr lang="en-US" sz="11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 Credit History</a:t>
            </a:r>
            <a:endParaRPr lang="en-US" sz="11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Average credit history: 8.17 years</a:t>
            </a:r>
            <a:endParaRPr lang="en-US" sz="11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Previous defaults: 5.35% of applicants have a recorded default</a:t>
            </a:r>
            <a:endParaRPr lang="en-US" sz="11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Average delinquencies in the last two years: 0.55</a:t>
            </a:r>
            <a:endParaRPr lang="en-US" sz="11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Derogatory marks: mean 0.15, with a maximum of 4</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Outlier Analysis </a:t>
            </a:r>
            <a:endParaRPr lang="de-DE" sz="2600" b="1" u="none" strike="noStrike">
              <a:solidFill>
                <a:srgbClr val="FF4000"/>
              </a:solidFill>
              <a:effectLst/>
              <a:uFillTx/>
              <a:latin typeface="SRH Headline"/>
            </a:endParaRPr>
          </a:p>
        </p:txBody>
      </p:sp>
      <p:sp>
        <p:nvSpPr>
          <p:cNvPr id="237" name="PlaceHolder 2"/>
          <p:cNvSpPr>
            <a:spLocks noGrp="1"/>
          </p:cNvSpPr>
          <p:nvPr>
            <p:ph/>
          </p:nvPr>
        </p:nvSpPr>
        <p:spPr>
          <a:xfrm>
            <a:off x="228600" y="696600"/>
            <a:ext cx="10803600" cy="57038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Most variables contained normal-range observations with some outliers.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The highest number of </a:t>
            </a:r>
            <a:r>
              <a:rPr lang="en-US" sz="1300" b="1" u="none" strike="noStrike">
                <a:solidFill>
                  <a:srgbClr val="333333"/>
                </a:solidFill>
                <a:effectLst/>
                <a:uFillTx/>
                <a:latin typeface="SRH Text"/>
                <a:ea typeface="SRH Text"/>
              </a:rPr>
              <a:t>normal outliers</a:t>
            </a:r>
            <a:r>
              <a:rPr lang="en-US" sz="1300" b="0" u="none" strike="noStrike">
                <a:solidFill>
                  <a:srgbClr val="333333"/>
                </a:solidFill>
                <a:effectLst/>
                <a:uFillTx/>
                <a:latin typeface="SRH Text"/>
                <a:ea typeface="SRH Text"/>
              </a:rPr>
              <a:t> was found in: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Savings assets: 6,508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Current debt: 2,932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Annual income: 2,355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Years employed: 1,373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333333"/>
                </a:solidFill>
                <a:effectLst/>
                <a:uFillTx/>
                <a:latin typeface="SRH Text"/>
                <a:ea typeface="SRH Text"/>
              </a:rPr>
              <a:t>Extreme outliers</a:t>
            </a:r>
            <a:r>
              <a:rPr lang="en-US" sz="1300" b="0" u="none" strike="noStrike">
                <a:solidFill>
                  <a:srgbClr val="333333"/>
                </a:solidFill>
                <a:effectLst/>
                <a:uFillTx/>
                <a:latin typeface="SRH Text"/>
                <a:ea typeface="SRH Text"/>
              </a:rPr>
              <a:t> were mainly observed in: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Savings assets: 4,353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Current debt: 859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Annual income: 515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No extreme outliers were detected in age, credit score, loan amount, interest rate, or the ratio variables.</a:t>
            </a:r>
            <a:endParaRPr lang="de-DE" sz="1300" b="0" u="none" strike="noStrike">
              <a:solidFill>
                <a:schemeClr val="dk1"/>
              </a:solidFill>
              <a:effectLst/>
              <a:uFillTx/>
              <a:latin typeface="SRH Text"/>
            </a:endParaRPr>
          </a:p>
        </p:txBody>
      </p:sp>
      <p:sp>
        <p:nvSpPr>
          <p:cNvPr id="238" name="PlaceHolder 3"/>
          <p:cNvSpPr>
            <a:spLocks noGrp="1"/>
          </p:cNvSpPr>
          <p:nvPr>
            <p:ph type="dt" idx="88"/>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93C1C69E-A86F-45DF-B9E9-11523890D7FB}"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239" name="PlaceHolder 4"/>
          <p:cNvSpPr>
            <a:spLocks noGrp="1"/>
          </p:cNvSpPr>
          <p:nvPr>
            <p:ph type="ftr" idx="89"/>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40" name="PlaceHolder 5"/>
          <p:cNvSpPr>
            <a:spLocks noGrp="1"/>
          </p:cNvSpPr>
          <p:nvPr>
            <p:ph type="sldNum" idx="90"/>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8159E5E8-84EE-4548-9DDB-A1F43E54EF1F}"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pic>
        <p:nvPicPr>
          <p:cNvPr id="241" name=""/>
          <p:cNvPicPr/>
          <p:nvPr/>
        </p:nvPicPr>
        <p:blipFill>
          <a:blip r:embed="rId1"/>
          <a:stretch/>
        </p:blipFill>
        <p:spPr>
          <a:xfrm>
            <a:off x="4800600" y="1828800"/>
            <a:ext cx="7038360" cy="4343040"/>
          </a:xfrm>
          <a:prstGeom prst="rect">
            <a:avLst/>
          </a:prstGeom>
          <a:noFill/>
          <a:ln w="0">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Distribution &amp; Skewness</a:t>
            </a:r>
            <a:endParaRPr lang="de-DE" sz="2600" b="1" u="none" strike="noStrike">
              <a:solidFill>
                <a:srgbClr val="FF4000"/>
              </a:solidFill>
              <a:effectLst/>
              <a:uFillTx/>
              <a:latin typeface="SRH Headline"/>
            </a:endParaRPr>
          </a:p>
        </p:txBody>
      </p:sp>
      <p:sp>
        <p:nvSpPr>
          <p:cNvPr id="243" name="PlaceHolder 2"/>
          <p:cNvSpPr>
            <a:spLocks noGrp="1"/>
          </p:cNvSpPr>
          <p:nvPr>
            <p:ph/>
          </p:nvPr>
        </p:nvSpPr>
        <p:spPr>
          <a:xfrm>
            <a:off x="228600" y="914400"/>
            <a:ext cx="10803600" cy="54860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Transformation Strategy</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333333"/>
                </a:solidFill>
                <a:effectLst/>
                <a:uFillTx/>
                <a:latin typeface="SRH Text"/>
                <a:ea typeface="SRH Text"/>
              </a:rPr>
              <a:t>Highly Skewed Features → Log Transformation</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Compresses extreme values</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Reduces right-skewness</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Produces more stable distributions</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333333"/>
                </a:solidFill>
                <a:effectLst/>
                <a:uFillTx/>
                <a:latin typeface="SRH Text"/>
                <a:ea typeface="SRH Text"/>
              </a:rPr>
              <a:t>Continuous Features → StandardScaler</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Centers features around zero</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Normalizes the scale</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Prevents large-scale variables from dominating model training</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100" b="0" u="none" strike="noStrike">
              <a:solidFill>
                <a:schemeClr val="dk1"/>
              </a:solidFill>
              <a:effectLst/>
              <a:uFillTx/>
              <a:latin typeface="SRH Text"/>
            </a:endParaRPr>
          </a:p>
        </p:txBody>
      </p:sp>
      <p:sp>
        <p:nvSpPr>
          <p:cNvPr id="244" name="PlaceHolder 3"/>
          <p:cNvSpPr>
            <a:spLocks noGrp="1"/>
          </p:cNvSpPr>
          <p:nvPr>
            <p:ph type="dt" idx="9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C75E9767-8D99-4705-B644-19CEC1E7275F}"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245" name="PlaceHolder 4"/>
          <p:cNvSpPr>
            <a:spLocks noGrp="1"/>
          </p:cNvSpPr>
          <p:nvPr>
            <p:ph type="ftr" idx="92"/>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46" name="PlaceHolder 5"/>
          <p:cNvSpPr>
            <a:spLocks noGrp="1"/>
          </p:cNvSpPr>
          <p:nvPr>
            <p:ph type="sldNum" idx="93"/>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476FCB9-F512-4F48-8E15-A497FA05AA8E}"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pic>
        <p:nvPicPr>
          <p:cNvPr id="247" name=""/>
          <p:cNvPicPr/>
          <p:nvPr/>
        </p:nvPicPr>
        <p:blipFill>
          <a:blip r:embed="rId1"/>
          <a:stretch/>
        </p:blipFill>
        <p:spPr>
          <a:xfrm>
            <a:off x="5832720" y="1371600"/>
            <a:ext cx="5368320" cy="4571640"/>
          </a:xfrm>
          <a:prstGeom prst="rect">
            <a:avLst/>
          </a:prstGeom>
          <a:noFill/>
          <a:ln w="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8"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Distribution &amp; Skewness</a:t>
            </a:r>
            <a:endParaRPr lang="de-DE" sz="2600" b="1" u="none" strike="noStrike">
              <a:solidFill>
                <a:srgbClr val="FF4000"/>
              </a:solidFill>
              <a:effectLst/>
              <a:uFillTx/>
              <a:latin typeface="SRH Headline"/>
            </a:endParaRPr>
          </a:p>
        </p:txBody>
      </p:sp>
      <p:sp>
        <p:nvSpPr>
          <p:cNvPr id="249" name="PlaceHolder 2"/>
          <p:cNvSpPr>
            <a:spLocks noGrp="1"/>
          </p:cNvSpPr>
          <p:nvPr>
            <p:ph/>
          </p:nvPr>
        </p:nvSpPr>
        <p:spPr>
          <a:xfrm>
            <a:off x="228600" y="914400"/>
            <a:ext cx="11201040" cy="4568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Effect of Log Transformation on Skewness </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500" b="0" u="none" strike="noStrike">
              <a:solidFill>
                <a:schemeClr val="dk1"/>
              </a:solidFill>
              <a:effectLst/>
              <a:uFillTx/>
              <a:latin typeface="SRH Text"/>
            </a:endParaRPr>
          </a:p>
        </p:txBody>
      </p:sp>
      <p:sp>
        <p:nvSpPr>
          <p:cNvPr id="250" name="PlaceHolder 3"/>
          <p:cNvSpPr>
            <a:spLocks noGrp="1"/>
          </p:cNvSpPr>
          <p:nvPr>
            <p:ph type="dt" idx="94"/>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7AE28232-DF50-4334-9D50-E4886001FA9D}"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251" name="PlaceHolder 4"/>
          <p:cNvSpPr>
            <a:spLocks noGrp="1"/>
          </p:cNvSpPr>
          <p:nvPr>
            <p:ph type="ftr" idx="95"/>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52" name="PlaceHolder 5"/>
          <p:cNvSpPr>
            <a:spLocks noGrp="1"/>
          </p:cNvSpPr>
          <p:nvPr>
            <p:ph type="sldNum" idx="96"/>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B862C27-21B8-4AE3-93A0-AB2057F7F3A2}"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pic>
        <p:nvPicPr>
          <p:cNvPr id="253" name=""/>
          <p:cNvPicPr/>
          <p:nvPr/>
        </p:nvPicPr>
        <p:blipFill>
          <a:blip r:embed="rId1"/>
          <a:stretch/>
        </p:blipFill>
        <p:spPr>
          <a:xfrm>
            <a:off x="457200" y="1600200"/>
            <a:ext cx="8673480" cy="2567160"/>
          </a:xfrm>
          <a:prstGeom prst="rect">
            <a:avLst/>
          </a:prstGeom>
          <a:noFill/>
          <a:ln w="0">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4"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Correlation Analysis</a:t>
            </a:r>
            <a:endParaRPr lang="de-DE" sz="2600" b="1" u="none" strike="noStrike">
              <a:solidFill>
                <a:srgbClr val="FF4000"/>
              </a:solidFill>
              <a:effectLst/>
              <a:uFillTx/>
              <a:latin typeface="SRH Headline"/>
            </a:endParaRPr>
          </a:p>
        </p:txBody>
      </p:sp>
      <p:sp>
        <p:nvSpPr>
          <p:cNvPr id="255" name="PlaceHolder 2"/>
          <p:cNvSpPr>
            <a:spLocks noGrp="1"/>
          </p:cNvSpPr>
          <p:nvPr>
            <p:ph/>
          </p:nvPr>
        </p:nvSpPr>
        <p:spPr>
          <a:xfrm>
            <a:off x="228600" y="914400"/>
            <a:ext cx="10803600" cy="54860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Spearman rank correlation (ρ) was used to examine relationships between the engineered numerical features and the target variable.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Important Feature Relationships</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Some predictors also show relatively strong correlations with each other:</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Loan-to-Income ↔ Payment-to-Income: ρ = 0.815</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Loan Amount ↔ Loan-to-Income: ρ = 0.755</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Current Debt ↔ Debt-to-Income: ρ = 0.716</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Age ↔ Credit History: ρ = 0.664</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Annual Income ↔ Current Debt: ρ = 0.657</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100" b="0" u="none" strike="noStrike">
              <a:solidFill>
                <a:schemeClr val="dk1"/>
              </a:solidFill>
              <a:effectLst/>
              <a:uFillTx/>
              <a:latin typeface="SRH Text"/>
            </a:endParaRPr>
          </a:p>
        </p:txBody>
      </p:sp>
      <p:sp>
        <p:nvSpPr>
          <p:cNvPr id="256" name="PlaceHolder 3"/>
          <p:cNvSpPr>
            <a:spLocks noGrp="1"/>
          </p:cNvSpPr>
          <p:nvPr>
            <p:ph type="dt" idx="97"/>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374C80FC-8D9F-46FB-9C31-EC69BD1DC5C7}"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257" name="PlaceHolder 4"/>
          <p:cNvSpPr>
            <a:spLocks noGrp="1"/>
          </p:cNvSpPr>
          <p:nvPr>
            <p:ph type="ftr" idx="98"/>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58" name="PlaceHolder 5"/>
          <p:cNvSpPr>
            <a:spLocks noGrp="1"/>
          </p:cNvSpPr>
          <p:nvPr>
            <p:ph type="sldNum" idx="99"/>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CC7CC7C-0DE2-4462-8916-797A7118518B}"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pic>
        <p:nvPicPr>
          <p:cNvPr id="259" name=""/>
          <p:cNvPicPr/>
          <p:nvPr/>
        </p:nvPicPr>
        <p:blipFill>
          <a:blip r:embed="rId1"/>
          <a:stretch/>
        </p:blipFill>
        <p:spPr>
          <a:xfrm>
            <a:off x="6071400" y="1600200"/>
            <a:ext cx="6075720" cy="4766040"/>
          </a:xfrm>
          <a:prstGeom prst="rect">
            <a:avLst/>
          </a:prstGeom>
          <a:noFill/>
          <a:ln w="0">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0"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Correlation Analysis</a:t>
            </a:r>
            <a:endParaRPr lang="de-DE" sz="2600" b="1" u="none" strike="noStrike">
              <a:solidFill>
                <a:srgbClr val="FF4000"/>
              </a:solidFill>
              <a:effectLst/>
              <a:uFillTx/>
              <a:latin typeface="SRH Headline"/>
            </a:endParaRPr>
          </a:p>
        </p:txBody>
      </p:sp>
      <p:pic>
        <p:nvPicPr>
          <p:cNvPr id="261" name=""/>
          <p:cNvPicPr/>
          <p:nvPr/>
        </p:nvPicPr>
        <p:blipFill>
          <a:blip r:embed="rId1"/>
          <a:stretch/>
        </p:blipFill>
        <p:spPr>
          <a:xfrm>
            <a:off x="1600200" y="914400"/>
            <a:ext cx="8457840" cy="5703840"/>
          </a:xfrm>
          <a:prstGeom prst="rect">
            <a:avLst/>
          </a:prstGeom>
          <a:noFill/>
          <a:ln w="0">
            <a:noFill/>
          </a:ln>
        </p:spPr>
      </p:pic>
      <p:sp>
        <p:nvSpPr>
          <p:cNvPr id="262" name="PlaceHolder 2"/>
          <p:cNvSpPr>
            <a:spLocks noGrp="1"/>
          </p:cNvSpPr>
          <p:nvPr>
            <p:ph type="dt" idx="100"/>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03B8AD3C-35C3-4730-B7BA-AF9377B67C7C}"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263" name="PlaceHolder 3"/>
          <p:cNvSpPr>
            <a:spLocks noGrp="1"/>
          </p:cNvSpPr>
          <p:nvPr>
            <p:ph type="ftr" idx="101"/>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64" name="PlaceHolder 4"/>
          <p:cNvSpPr>
            <a:spLocks noGrp="1"/>
          </p:cNvSpPr>
          <p:nvPr>
            <p:ph type="sldNum" idx="102"/>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050E37AB-B082-47B8-B31D-93E01D3A62C9}"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5"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Class Imbalance</a:t>
            </a:r>
            <a:endParaRPr lang="de-DE" sz="2600" b="1" u="none" strike="noStrike">
              <a:solidFill>
                <a:srgbClr val="FF4000"/>
              </a:solidFill>
              <a:effectLst/>
              <a:uFillTx/>
              <a:latin typeface="SRH Headline"/>
            </a:endParaRPr>
          </a:p>
        </p:txBody>
      </p:sp>
      <p:sp>
        <p:nvSpPr>
          <p:cNvPr id="266" name="PlaceHolder 2"/>
          <p:cNvSpPr>
            <a:spLocks noGrp="1"/>
          </p:cNvSpPr>
          <p:nvPr>
            <p:ph/>
          </p:nvPr>
        </p:nvSpPr>
        <p:spPr>
          <a:xfrm>
            <a:off x="228600" y="685800"/>
            <a:ext cx="10803600" cy="57146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The distribution of the target variable was examined to determine whether the dataset contains a significant class imbalance and whether imbalance-handling techniques are required.</a:t>
            </a:r>
            <a:endParaRPr lang="de-DE" sz="1300" b="0" u="none" strike="noStrike">
              <a:solidFill>
                <a:schemeClr val="dk1"/>
              </a:solidFill>
              <a:effectLst/>
              <a:uFillTx/>
              <a:latin typeface="SRH Text"/>
            </a:endParaRPr>
          </a:p>
        </p:txBody>
      </p:sp>
      <p:sp>
        <p:nvSpPr>
          <p:cNvPr id="267" name="PlaceHolder 3"/>
          <p:cNvSpPr>
            <a:spLocks noGrp="1"/>
          </p:cNvSpPr>
          <p:nvPr>
            <p:ph type="dt" idx="103"/>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62BE2BC7-AED1-4683-850F-4625E099D90C}"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268" name="PlaceHolder 4"/>
          <p:cNvSpPr>
            <a:spLocks noGrp="1"/>
          </p:cNvSpPr>
          <p:nvPr>
            <p:ph type="ftr" idx="104"/>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69" name="PlaceHolder 5"/>
          <p:cNvSpPr>
            <a:spLocks noGrp="1"/>
          </p:cNvSpPr>
          <p:nvPr>
            <p:ph type="sldNum" idx="105"/>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C2C79254-CE26-44CF-B96D-219036F784BE}"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pic>
        <p:nvPicPr>
          <p:cNvPr id="270" name=""/>
          <p:cNvPicPr/>
          <p:nvPr/>
        </p:nvPicPr>
        <p:blipFill>
          <a:blip r:embed="rId1"/>
          <a:stretch/>
        </p:blipFill>
        <p:spPr>
          <a:xfrm>
            <a:off x="6919200" y="1371600"/>
            <a:ext cx="4487040" cy="5028840"/>
          </a:xfrm>
          <a:prstGeom prst="rect">
            <a:avLst/>
          </a:prstGeom>
          <a:noFill/>
          <a:ln w="0">
            <a:noFill/>
          </a:ln>
        </p:spPr>
      </p:pic>
      <p:pic>
        <p:nvPicPr>
          <p:cNvPr id="271" name=""/>
          <p:cNvPicPr/>
          <p:nvPr/>
        </p:nvPicPr>
        <p:blipFill>
          <a:blip r:embed="rId2"/>
          <a:stretch/>
        </p:blipFill>
        <p:spPr>
          <a:xfrm>
            <a:off x="84600" y="1333800"/>
            <a:ext cx="6758640" cy="2323440"/>
          </a:xfrm>
          <a:prstGeom prst="rect">
            <a:avLst/>
          </a:prstGeom>
          <a:noFill/>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2"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Feature Importance</a:t>
            </a:r>
            <a:r>
              <a:rPr lang="de-DE" sz="2600" b="1" u="none" strike="noStrike">
                <a:solidFill>
                  <a:srgbClr val="FF4000"/>
                </a:solidFill>
                <a:effectLst/>
                <a:uFillTx/>
                <a:latin typeface="SRH Headline"/>
                <a:ea typeface="SRH Headline"/>
              </a:rPr>
              <a:t> — XGBoost </a:t>
            </a:r>
            <a:endParaRPr lang="de-DE" sz="2600" b="1" u="none" strike="noStrike">
              <a:solidFill>
                <a:schemeClr val="dk1"/>
              </a:solidFill>
              <a:effectLst/>
              <a:uFillTx/>
              <a:latin typeface="SRH Headline"/>
            </a:endParaRPr>
          </a:p>
        </p:txBody>
      </p:sp>
      <p:sp>
        <p:nvSpPr>
          <p:cNvPr id="273" name="PlaceHolder 2"/>
          <p:cNvSpPr>
            <a:spLocks noGrp="1"/>
          </p:cNvSpPr>
          <p:nvPr>
            <p:ph/>
          </p:nvPr>
        </p:nvSpPr>
        <p:spPr>
          <a:xfrm>
            <a:off x="228600" y="914400"/>
            <a:ext cx="4800240" cy="54860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XGBoost was used to identify the most influential features for credit-risk prediction.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The most important features were: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Credit score: 22.8%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Delinquencies: 14.9%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Debt-to-income ratio: 14.2%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No features had importance below 0.02,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so no feature was removed based on this criterion.</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274" name="PlaceHolder 3"/>
          <p:cNvSpPr>
            <a:spLocks noGrp="1"/>
          </p:cNvSpPr>
          <p:nvPr>
            <p:ph type="dt" idx="106"/>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3D43ED6B-8C5A-4DE4-827A-58908FD91232}"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275" name="PlaceHolder 4"/>
          <p:cNvSpPr>
            <a:spLocks noGrp="1"/>
          </p:cNvSpPr>
          <p:nvPr>
            <p:ph type="ftr" idx="107"/>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76" name="PlaceHolder 5"/>
          <p:cNvSpPr>
            <a:spLocks noGrp="1"/>
          </p:cNvSpPr>
          <p:nvPr>
            <p:ph type="sldNum" idx="108"/>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2D97AA4A-01C9-4A3B-B497-86F534435075}"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pic>
        <p:nvPicPr>
          <p:cNvPr id="277" name=""/>
          <p:cNvPicPr/>
          <p:nvPr/>
        </p:nvPicPr>
        <p:blipFill>
          <a:blip r:embed="rId1"/>
          <a:stretch/>
        </p:blipFill>
        <p:spPr>
          <a:xfrm>
            <a:off x="4755240" y="1600200"/>
            <a:ext cx="7169760" cy="3885840"/>
          </a:xfrm>
          <a:prstGeom prst="rect">
            <a:avLst/>
          </a:prstGeom>
          <a:noFill/>
          <a:ln w="0">
            <a:noFill/>
          </a:ln>
        </p:spPr>
      </p:pic>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8"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2600" b="1" u="none" strike="noStrike">
                <a:solidFill>
                  <a:srgbClr val="FF4000"/>
                </a:solidFill>
                <a:effectLst/>
                <a:uFillTx/>
                <a:latin typeface="SRH Headline"/>
                <a:ea typeface="SRH Headline"/>
              </a:rPr>
              <a:t>Permutation Feature Importance</a:t>
            </a:r>
            <a:endParaRPr lang="de-DE" sz="2600" b="1" u="none" strike="noStrike">
              <a:solidFill>
                <a:schemeClr val="dk1"/>
              </a:solidFill>
              <a:effectLst/>
              <a:uFillTx/>
              <a:latin typeface="SRH Headline"/>
            </a:endParaRPr>
          </a:p>
        </p:txBody>
      </p:sp>
      <p:sp>
        <p:nvSpPr>
          <p:cNvPr id="279" name="PlaceHolder 2"/>
          <p:cNvSpPr>
            <a:spLocks noGrp="1"/>
          </p:cNvSpPr>
          <p:nvPr>
            <p:ph/>
          </p:nvPr>
        </p:nvSpPr>
        <p:spPr>
          <a:xfrm>
            <a:off x="228600" y="914400"/>
            <a:ext cx="10515240" cy="5486040"/>
          </a:xfrm>
          <a:prstGeom prst="rect">
            <a:avLst/>
          </a:prstGeom>
          <a:noFill/>
          <a:ln w="0">
            <a:noFill/>
          </a:ln>
        </p:spPr>
        <p:txBody>
          <a:bodyPr numCol="1" spcCol="216000" lIns="0" tIns="0" rIns="0" bIns="0" anchor="t">
            <a:noAutofit/>
          </a:bodyPr>
          <a:p>
            <a:pPr marL="285840" indent="-285840" algn="l" defTabSz="914400">
              <a:lnSpc>
                <a:spcPct val="110000"/>
              </a:lnSpc>
              <a:spcBef>
                <a:spcPts val="1199"/>
              </a:spcBef>
              <a:buClr>
                <a:srgbClr val="575756"/>
              </a:buClr>
              <a:buFont typeface="Wingdings" charset="2"/>
              <a:buChar char=""/>
              <a:tabLst>
                <a:tab pos="0" algn="l"/>
              </a:tabLst>
            </a:pPr>
            <a:r>
              <a:rPr lang="en-US" sz="1300" b="0" u="none" strike="noStrike">
                <a:solidFill>
                  <a:schemeClr val="dk1"/>
                </a:solidFill>
                <a:effectLst/>
                <a:uFillTx/>
                <a:latin typeface="SRH Text"/>
                <a:ea typeface="SRH Text"/>
              </a:rPr>
              <a:t>A method to measure the importance of each feature in a machine learning model.</a:t>
            </a:r>
            <a:endParaRPr lang="de-DE" sz="1300" b="0" u="none" strike="noStrike">
              <a:solidFill>
                <a:schemeClr val="dk1"/>
              </a:solidFill>
              <a:effectLst/>
              <a:uFillTx/>
              <a:latin typeface="SRH Text"/>
            </a:endParaRPr>
          </a:p>
          <a:p>
            <a:pPr marL="285840" indent="-285840" algn="l" defTabSz="914400">
              <a:lnSpc>
                <a:spcPct val="110000"/>
              </a:lnSpc>
              <a:spcBef>
                <a:spcPts val="1199"/>
              </a:spcBef>
              <a:buClr>
                <a:srgbClr val="575756"/>
              </a:buClr>
              <a:buFont typeface="Wingdings" charset="2"/>
              <a:buChar char=""/>
              <a:tabLst>
                <a:tab pos="0" algn="l"/>
              </a:tabLst>
            </a:pPr>
            <a:r>
              <a:rPr lang="en-US" sz="1300" b="0" u="none" strike="noStrike">
                <a:solidFill>
                  <a:schemeClr val="dk1"/>
                </a:solidFill>
                <a:effectLst/>
                <a:uFillTx/>
                <a:latin typeface="SRH Text"/>
                <a:ea typeface="SRH Text"/>
              </a:rPr>
              <a:t>Idea: Randomly shuffle a feature’s values and see how the model performance changes.</a:t>
            </a:r>
            <a:endParaRPr lang="de-DE" sz="1300" b="0" u="none" strike="noStrike">
              <a:solidFill>
                <a:schemeClr val="dk1"/>
              </a:solidFill>
              <a:effectLst/>
              <a:uFillTx/>
              <a:latin typeface="SRH Text"/>
            </a:endParaRPr>
          </a:p>
          <a:p>
            <a:pPr marL="285840" indent="-285840" algn="l" defTabSz="914400">
              <a:lnSpc>
                <a:spcPct val="110000"/>
              </a:lnSpc>
              <a:spcBef>
                <a:spcPts val="1199"/>
              </a:spcBef>
              <a:buClr>
                <a:srgbClr val="575756"/>
              </a:buClr>
              <a:buFont typeface="Wingdings" charset="2"/>
              <a:buChar char=""/>
              <a:tabLst>
                <a:tab pos="0" algn="l"/>
              </a:tabLst>
            </a:pPr>
            <a:r>
              <a:rPr lang="en-US" sz="1300" b="1" u="none" strike="noStrike">
                <a:solidFill>
                  <a:schemeClr val="dk1"/>
                </a:solidFill>
                <a:effectLst/>
                <a:uFillTx/>
                <a:latin typeface="SRH Text"/>
                <a:ea typeface="SRH Text"/>
              </a:rPr>
              <a:t>How it works:</a:t>
            </a:r>
            <a:endParaRPr lang="de-DE" sz="1300" b="0" u="none" strike="noStrike">
              <a:solidFill>
                <a:schemeClr val="dk1"/>
              </a:solidFill>
              <a:effectLst/>
              <a:uFillTx/>
              <a:latin typeface="SRH Text"/>
            </a:endParaRPr>
          </a:p>
          <a:p>
            <a:pPr marL="285840" indent="-285840" algn="l" defTabSz="914400">
              <a:lnSpc>
                <a:spcPct val="110000"/>
              </a:lnSpc>
              <a:spcBef>
                <a:spcPts val="1199"/>
              </a:spcBef>
              <a:buClr>
                <a:srgbClr val="575756"/>
              </a:buClr>
              <a:buFont typeface="Wingdings" charset="2"/>
              <a:buChar char=""/>
              <a:tabLst>
                <a:tab pos="0" algn="l"/>
              </a:tabLst>
            </a:pPr>
            <a:r>
              <a:rPr lang="en-US" sz="1300" b="0" u="none" strike="noStrike">
                <a:solidFill>
                  <a:schemeClr val="dk1"/>
                </a:solidFill>
                <a:effectLst/>
                <a:uFillTx/>
                <a:latin typeface="SRH Text"/>
                <a:ea typeface="SRH Text"/>
              </a:rPr>
              <a:t>Train the model on the data and calculate </a:t>
            </a:r>
            <a:r>
              <a:rPr lang="en-US" sz="1300" b="1" u="none" strike="noStrike">
                <a:solidFill>
                  <a:schemeClr val="dk1"/>
                </a:solidFill>
                <a:effectLst/>
                <a:uFillTx/>
                <a:latin typeface="SRH Text"/>
                <a:ea typeface="SRH Text"/>
              </a:rPr>
              <a:t>baseline performance</a:t>
            </a:r>
            <a:r>
              <a:rPr lang="en-US" sz="1300" b="0" u="none" strike="noStrike">
                <a:solidFill>
                  <a:schemeClr val="dk1"/>
                </a:solidFill>
                <a:effectLst/>
                <a:uFillTx/>
                <a:latin typeface="SRH Text"/>
                <a:ea typeface="SRH Text"/>
              </a:rPr>
              <a:t> (e.g., accuracy, R²).</a:t>
            </a:r>
            <a:endParaRPr lang="de-DE" sz="1300" b="0" u="none" strike="noStrike">
              <a:solidFill>
                <a:schemeClr val="dk1"/>
              </a:solidFill>
              <a:effectLst/>
              <a:uFillTx/>
              <a:latin typeface="SRH Text"/>
            </a:endParaRPr>
          </a:p>
          <a:p>
            <a:pPr marL="285840" indent="-285840" algn="l" defTabSz="914400">
              <a:lnSpc>
                <a:spcPct val="110000"/>
              </a:lnSpc>
              <a:spcBef>
                <a:spcPts val="1199"/>
              </a:spcBef>
              <a:buClr>
                <a:srgbClr val="575756"/>
              </a:buClr>
              <a:buFont typeface="Wingdings" charset="2"/>
              <a:buChar char=""/>
              <a:tabLst>
                <a:tab pos="0" algn="l"/>
              </a:tabLst>
            </a:pPr>
            <a:r>
              <a:rPr lang="en-US" sz="1300" b="0" u="none" strike="noStrike">
                <a:solidFill>
                  <a:schemeClr val="dk1"/>
                </a:solidFill>
                <a:effectLst/>
                <a:uFillTx/>
                <a:latin typeface="SRH Text"/>
                <a:ea typeface="SRH Text"/>
              </a:rPr>
              <a:t>For each feature:</a:t>
            </a:r>
            <a:endParaRPr lang="de-DE" sz="13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en-US" sz="1300" b="0" u="none" strike="noStrike">
                <a:solidFill>
                  <a:schemeClr val="dk1"/>
                </a:solidFill>
                <a:effectLst/>
                <a:uFillTx/>
                <a:latin typeface="SRH Text"/>
                <a:ea typeface="SRH Text"/>
              </a:rPr>
              <a:t>Shuffle its values randomly.</a:t>
            </a:r>
            <a:endParaRPr lang="de-DE" sz="13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en-US" sz="1300" b="0" u="none" strike="noStrike">
                <a:solidFill>
                  <a:schemeClr val="dk1"/>
                </a:solidFill>
                <a:effectLst/>
                <a:uFillTx/>
                <a:latin typeface="SRH Text"/>
                <a:ea typeface="SRH Text"/>
              </a:rPr>
              <a:t>Re-evaluate the model performance.</a:t>
            </a:r>
            <a:endParaRPr lang="de-DE" sz="1300" b="0" u="none" strike="noStrike">
              <a:solidFill>
                <a:schemeClr val="dk1"/>
              </a:solidFill>
              <a:effectLst/>
              <a:uFillTx/>
              <a:latin typeface="SRH Text"/>
            </a:endParaRPr>
          </a:p>
          <a:p>
            <a:pPr marL="285840" indent="-285840" algn="l" defTabSz="914400">
              <a:lnSpc>
                <a:spcPct val="110000"/>
              </a:lnSpc>
              <a:spcBef>
                <a:spcPts val="1199"/>
              </a:spcBef>
              <a:buClr>
                <a:srgbClr val="575756"/>
              </a:buClr>
              <a:buFont typeface="Wingdings" charset="2"/>
              <a:buChar char=""/>
              <a:tabLst>
                <a:tab pos="0" algn="l"/>
              </a:tabLst>
            </a:pPr>
            <a:r>
              <a:rPr lang="en-US" sz="1300" b="0" u="none" strike="noStrike">
                <a:solidFill>
                  <a:schemeClr val="dk1"/>
                </a:solidFill>
                <a:effectLst/>
                <a:uFillTx/>
                <a:latin typeface="SRH Text"/>
                <a:ea typeface="SRH Text"/>
              </a:rPr>
              <a:t>Compare performance:</a:t>
            </a:r>
            <a:endParaRPr lang="de-DE" sz="13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en-US" sz="1300" b="1" u="none" strike="noStrike">
                <a:solidFill>
                  <a:schemeClr val="dk1"/>
                </a:solidFill>
                <a:effectLst/>
                <a:uFillTx/>
                <a:latin typeface="SRH Text"/>
                <a:ea typeface="SRH Text"/>
              </a:rPr>
              <a:t>Big drop in performance → feature is very important</a:t>
            </a:r>
            <a:endParaRPr lang="de-DE" sz="13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en-US" sz="1300" b="1" u="none" strike="noStrike">
                <a:solidFill>
                  <a:schemeClr val="dk1"/>
                </a:solidFill>
                <a:effectLst/>
                <a:uFillTx/>
                <a:latin typeface="SRH Text"/>
                <a:ea typeface="SRH Text"/>
              </a:rPr>
              <a:t>Little or no change → feature is less important</a:t>
            </a:r>
            <a:endParaRPr lang="de-DE" sz="1300" b="0" u="none" strike="noStrike">
              <a:solidFill>
                <a:schemeClr val="dk1"/>
              </a:solidFill>
              <a:effectLst/>
              <a:uFillTx/>
              <a:latin typeface="SRH Text"/>
            </a:endParaRPr>
          </a:p>
          <a:p>
            <a:pPr marL="285840"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p:txBody>
      </p:sp>
      <p:sp>
        <p:nvSpPr>
          <p:cNvPr id="280" name="PlaceHolder 3"/>
          <p:cNvSpPr>
            <a:spLocks noGrp="1"/>
          </p:cNvSpPr>
          <p:nvPr>
            <p:ph type="dt" idx="109"/>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A3A2A8DA-EEB7-4030-BCDE-D476774EE529}"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281" name="PlaceHolder 4"/>
          <p:cNvSpPr>
            <a:spLocks noGrp="1"/>
          </p:cNvSpPr>
          <p:nvPr>
            <p:ph type="ftr" idx="110"/>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82" name="PlaceHolder 5"/>
          <p:cNvSpPr>
            <a:spLocks noGrp="1"/>
          </p:cNvSpPr>
          <p:nvPr>
            <p:ph type="sldNum" idx="111"/>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9E95E259-E110-43E9-B3D5-BB38BE4ED45A}"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3"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600" b="1" u="none" strike="noStrike">
                <a:solidFill>
                  <a:srgbClr val="FF4000"/>
                </a:solidFill>
                <a:effectLst/>
                <a:uFillTx/>
                <a:latin typeface="SRH Headline"/>
                <a:ea typeface="SRH Headline"/>
              </a:rPr>
              <a:t>Permutation Importance Analysis</a:t>
            </a:r>
            <a:endParaRPr lang="de-DE" sz="2600" b="1" u="none" strike="noStrike">
              <a:solidFill>
                <a:schemeClr val="dk1"/>
              </a:solidFill>
              <a:effectLst/>
              <a:uFillTx/>
              <a:latin typeface="SRH Headline"/>
            </a:endParaRPr>
          </a:p>
        </p:txBody>
      </p:sp>
      <p:sp>
        <p:nvSpPr>
          <p:cNvPr id="284" name="PlaceHolder 2"/>
          <p:cNvSpPr>
            <a:spLocks noGrp="1"/>
          </p:cNvSpPr>
          <p:nvPr>
            <p:ph/>
          </p:nvPr>
        </p:nvSpPr>
        <p:spPr>
          <a:xfrm>
            <a:off x="228600" y="914400"/>
            <a:ext cx="6171840" cy="54860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Permutation importance was used to measure the actual impact of each feature on model performance.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The most influential features were: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Credit score: 0.177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Debt-to-income ratio: 0.112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Loan-to-income ratio: 0.033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Features such as annual income and savings assets showed almost no impact.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Negative or near-zero importance indicates that shuffling these features did not improve or slightly improved—model performance.</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285" name="PlaceHolder 3"/>
          <p:cNvSpPr>
            <a:spLocks noGrp="1"/>
          </p:cNvSpPr>
          <p:nvPr>
            <p:ph type="dt" idx="112"/>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7A732F9C-0F33-43BC-9F65-6630777D69CE}"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286" name="PlaceHolder 4"/>
          <p:cNvSpPr>
            <a:spLocks noGrp="1"/>
          </p:cNvSpPr>
          <p:nvPr>
            <p:ph type="ftr" idx="113"/>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87" name="PlaceHolder 5"/>
          <p:cNvSpPr>
            <a:spLocks noGrp="1"/>
          </p:cNvSpPr>
          <p:nvPr>
            <p:ph type="sldNum" idx="114"/>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2CEC767E-52E1-41CB-BC71-243D12ED3A0E}"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pic>
        <p:nvPicPr>
          <p:cNvPr id="288" name=""/>
          <p:cNvPicPr/>
          <p:nvPr/>
        </p:nvPicPr>
        <p:blipFill>
          <a:blip r:embed="rId1"/>
          <a:stretch/>
        </p:blipFill>
        <p:spPr>
          <a:xfrm>
            <a:off x="6406920" y="2044800"/>
            <a:ext cx="5413320" cy="2742840"/>
          </a:xfrm>
          <a:prstGeom prst="rect">
            <a:avLst/>
          </a:prstGeom>
          <a:noFill/>
          <a:ln w="0">
            <a:noFill/>
          </a:ln>
        </p:spPr>
      </p:pic>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9"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600" b="1" u="none" strike="noStrike">
                <a:solidFill>
                  <a:srgbClr val="FF4000"/>
                </a:solidFill>
                <a:effectLst/>
                <a:uFillTx/>
                <a:latin typeface="SRH Headline"/>
                <a:ea typeface="SRH Headline"/>
              </a:rPr>
              <a:t>SHAP-Based Feature Importance </a:t>
            </a:r>
            <a:endParaRPr lang="de-DE" sz="2600" b="1" u="none" strike="noStrike">
              <a:solidFill>
                <a:schemeClr val="dk1"/>
              </a:solidFill>
              <a:effectLst/>
              <a:uFillTx/>
              <a:latin typeface="SRH Headline"/>
            </a:endParaRPr>
          </a:p>
        </p:txBody>
      </p:sp>
      <p:sp>
        <p:nvSpPr>
          <p:cNvPr id="290" name="PlaceHolder 2"/>
          <p:cNvSpPr>
            <a:spLocks noGrp="1"/>
          </p:cNvSpPr>
          <p:nvPr>
            <p:ph/>
          </p:nvPr>
        </p:nvSpPr>
        <p:spPr>
          <a:xfrm>
            <a:off x="228600" y="696600"/>
            <a:ext cx="6171840" cy="57038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SHAP was used to measure how strongly each feature contributes to the model's predictions.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The most influential features were: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Credit score: 1.477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Debt-to-income ratio: 1.294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Credit history: 0.676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Loan-to-income ratio: 0.566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Delinquencies: 0.557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Savings assets, payment-to-income ratio, and current debt had relatively low contributions.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Based on the SHAP results, low-impact features were considered for removal to simplify the model.</a:t>
            </a:r>
            <a:endParaRPr lang="de-DE" sz="1300" b="0" u="none" strike="noStrike">
              <a:solidFill>
                <a:schemeClr val="dk1"/>
              </a:solidFill>
              <a:effectLst/>
              <a:uFillTx/>
              <a:latin typeface="SRH Text"/>
            </a:endParaRPr>
          </a:p>
        </p:txBody>
      </p:sp>
      <p:sp>
        <p:nvSpPr>
          <p:cNvPr id="291" name="PlaceHolder 3"/>
          <p:cNvSpPr>
            <a:spLocks noGrp="1"/>
          </p:cNvSpPr>
          <p:nvPr>
            <p:ph type="dt" idx="115"/>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5DF4D059-A94E-416F-BE45-B5A8017B14A0}"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292" name="PlaceHolder 4"/>
          <p:cNvSpPr>
            <a:spLocks noGrp="1"/>
          </p:cNvSpPr>
          <p:nvPr>
            <p:ph type="ftr" idx="116"/>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93" name="PlaceHolder 5"/>
          <p:cNvSpPr>
            <a:spLocks noGrp="1"/>
          </p:cNvSpPr>
          <p:nvPr>
            <p:ph type="sldNum" idx="117"/>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24A26BBD-D804-462C-A175-325076AA4371}"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pic>
        <p:nvPicPr>
          <p:cNvPr id="294" name=""/>
          <p:cNvPicPr/>
          <p:nvPr/>
        </p:nvPicPr>
        <p:blipFill>
          <a:blip r:embed="rId1"/>
          <a:stretch/>
        </p:blipFill>
        <p:spPr>
          <a:xfrm>
            <a:off x="7086600" y="914400"/>
            <a:ext cx="4403880" cy="5486040"/>
          </a:xfrm>
          <a:prstGeom prst="rect">
            <a:avLst/>
          </a:prstGeom>
          <a:noFill/>
          <a:ln w="0">
            <a:noFill/>
          </a:ln>
        </p:spPr>
      </p:pic>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5"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1800" b="1" u="none" strike="noStrike">
                <a:solidFill>
                  <a:srgbClr val="FF4000"/>
                </a:solidFill>
                <a:effectLst/>
                <a:uFillTx/>
                <a:latin typeface="SRH Headline"/>
                <a:ea typeface="SRH Headline"/>
              </a:rPr>
              <a:t>Machine Learning Model Development &amp; Cost-Sensitive Optimization</a:t>
            </a:r>
            <a:endParaRPr lang="de-DE" sz="1800" b="1" u="none" strike="noStrike">
              <a:solidFill>
                <a:schemeClr val="dk1"/>
              </a:solidFill>
              <a:effectLst/>
              <a:uFillTx/>
              <a:latin typeface="SRH Headline"/>
            </a:endParaRPr>
          </a:p>
        </p:txBody>
      </p:sp>
      <p:sp>
        <p:nvSpPr>
          <p:cNvPr id="296" name="PlaceHolder 2"/>
          <p:cNvSpPr>
            <a:spLocks noGrp="1"/>
          </p:cNvSpPr>
          <p:nvPr>
            <p:ph/>
          </p:nvPr>
        </p:nvSpPr>
        <p:spPr>
          <a:xfrm>
            <a:off x="228600" y="914400"/>
            <a:ext cx="11201040" cy="68576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Algorithm: XGBoost (Extreme Gradient Boosting)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Data Split: </a:t>
            </a:r>
            <a:r>
              <a:rPr lang="en-US" sz="1300" b="1" u="none" strike="noStrike">
                <a:solidFill>
                  <a:srgbClr val="1C1C1C"/>
                </a:solidFill>
                <a:effectLst/>
                <a:uFillTx/>
                <a:latin typeface="SRH Text"/>
                <a:ea typeface="SRH Text"/>
              </a:rPr>
              <a:t>80% Training | 10% Validation | 10% Test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Class Imbalance: Class weights applied during training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Hyperparameter Optimization: Grid Search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Parameters evaluated: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n_estimators: [200, 300, 400, 500,600,700]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learning_rate: [0.03, 0.05, 0.07, 0.1 ,0.2, 0.3]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max_depth: [3, 4, 5, 6,7,8]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min_child_weight: [1, 3, 5, 7, 9]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Total: 256 XGBoost configurations evaluated </a:t>
            </a:r>
            <a:endParaRPr lang="de-DE" sz="1300" b="0" u="none" strike="noStrike">
              <a:solidFill>
                <a:schemeClr val="dk1"/>
              </a:solidFill>
              <a:effectLst/>
              <a:uFillTx/>
              <a:latin typeface="SRH Text"/>
            </a:endParaRPr>
          </a:p>
        </p:txBody>
      </p:sp>
      <p:sp>
        <p:nvSpPr>
          <p:cNvPr id="297" name="PlaceHolder 3"/>
          <p:cNvSpPr>
            <a:spLocks noGrp="1"/>
          </p:cNvSpPr>
          <p:nvPr>
            <p:ph type="dt" idx="118"/>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53219304-6F68-491A-8302-1AC03F97500F}"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298" name="PlaceHolder 4"/>
          <p:cNvSpPr>
            <a:spLocks noGrp="1"/>
          </p:cNvSpPr>
          <p:nvPr>
            <p:ph type="ftr" idx="119"/>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99" name="PlaceHolder 5"/>
          <p:cNvSpPr>
            <a:spLocks noGrp="1"/>
          </p:cNvSpPr>
          <p:nvPr>
            <p:ph type="sldNum" idx="120"/>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B978BB30-D652-41B3-8E7A-D8A1948B6D21}"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0"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buNone/>
              <a:tabLst>
                <a:tab pos="0" algn="l"/>
              </a:tabLst>
            </a:pPr>
            <a:endParaRPr lang="de-DE" sz="3000" b="1" u="none" strike="noStrike">
              <a:solidFill>
                <a:schemeClr val="dk1"/>
              </a:solidFill>
              <a:effectLst/>
              <a:uFillTx/>
              <a:latin typeface="SRH Headline"/>
            </a:endParaRPr>
          </a:p>
        </p:txBody>
      </p:sp>
      <p:sp>
        <p:nvSpPr>
          <p:cNvPr id="301" name="PlaceHolder 2"/>
          <p:cNvSpPr>
            <a:spLocks noGrp="1"/>
          </p:cNvSpPr>
          <p:nvPr>
            <p:ph/>
          </p:nvPr>
        </p:nvSpPr>
        <p:spPr>
          <a:xfrm>
            <a:off x="228600" y="300600"/>
            <a:ext cx="4571640" cy="6785640"/>
          </a:xfrm>
          <a:prstGeom prst="rect">
            <a:avLst/>
          </a:prstGeom>
          <a:noFill/>
          <a:ln w="0">
            <a:noFill/>
          </a:ln>
        </p:spPr>
        <p:txBody>
          <a:bodyPr numCol="1" spcCol="216000" lIns="0" tIns="0" rIns="0" bIns="0" anchor="t">
            <a:noAutofit/>
          </a:bodyPr>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600" b="0" u="none" strike="noStrike">
                <a:solidFill>
                  <a:srgbClr val="FF4000"/>
                </a:solidFill>
                <a:effectLst/>
                <a:uFillTx/>
                <a:latin typeface="SRH Text"/>
                <a:ea typeface="SRH Text"/>
              </a:rPr>
              <a:t>Find optimal threshold:</a:t>
            </a:r>
            <a:endParaRPr lang="de-DE" sz="16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1C1C1C"/>
                </a:solidFill>
                <a:effectLst/>
                <a:uFillTx/>
                <a:latin typeface="SRH Text"/>
                <a:ea typeface="SRH Text"/>
              </a:rPr>
              <a:t>Standard approach → Fixed threshold = 0.50 </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1C1C1C"/>
                </a:solidFill>
                <a:effectLst/>
                <a:uFillTx/>
                <a:latin typeface="SRH Text"/>
                <a:ea typeface="SRH Text"/>
              </a:rPr>
              <a:t>Proposed approach → Optimize the decision threshold </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1" u="none" strike="noStrike">
                <a:solidFill>
                  <a:srgbClr val="FF4000"/>
                </a:solidFill>
                <a:effectLst/>
                <a:uFillTx/>
                <a:latin typeface="SRH Text"/>
                <a:ea typeface="SRH Text"/>
              </a:rPr>
              <a:t>Tested thresholds: (0.15, 0.6, 0.01)</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1C1C1C"/>
                </a:solidFill>
                <a:effectLst/>
                <a:uFillTx/>
                <a:latin typeface="SRH Text"/>
                <a:ea typeface="SRH Text"/>
              </a:rPr>
              <a:t>Business cost function: prioritize low FN, penalize FP </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1" u="none" strike="noStrike">
                <a:solidFill>
                  <a:srgbClr val="FF4000"/>
                </a:solidFill>
                <a:effectLst/>
                <a:uFillTx/>
                <a:latin typeface="SRH Text"/>
                <a:ea typeface="SRH Text"/>
              </a:rPr>
              <a:t>Cost = 2.5 × FN + FP</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1C1C1C"/>
                </a:solidFill>
                <a:effectLst/>
                <a:uFillTx/>
                <a:latin typeface="SRH Text"/>
                <a:ea typeface="SRH Text"/>
              </a:rPr>
              <a:t>Each model was evaluated using: </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1C1C1C"/>
                </a:solidFill>
                <a:effectLst/>
                <a:uFillTx/>
                <a:latin typeface="SRH Text"/>
                <a:ea typeface="SRH Text"/>
              </a:rPr>
              <a:t>AUC </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1C1C1C"/>
                </a:solidFill>
                <a:effectLst/>
                <a:uFillTx/>
                <a:latin typeface="SRH Text"/>
                <a:ea typeface="SRH Text"/>
              </a:rPr>
              <a:t>False Negatives (FN) </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1C1C1C"/>
                </a:solidFill>
                <a:effectLst/>
                <a:uFillTx/>
                <a:latin typeface="SRH Text"/>
                <a:ea typeface="SRH Text"/>
              </a:rPr>
              <a:t>False Positives (FP) </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1C1C1C"/>
                </a:solidFill>
                <a:effectLst/>
                <a:uFillTx/>
                <a:latin typeface="SRH Text"/>
                <a:ea typeface="SRH Text"/>
              </a:rPr>
              <a:t>Error balance:FP/FN Ratio </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1C1C1C"/>
                </a:solidFill>
                <a:effectLst/>
                <a:uFillTx/>
                <a:latin typeface="SRH Text"/>
                <a:ea typeface="SRH Text"/>
              </a:rPr>
              <a:t>Business Cost</a:t>
            </a:r>
            <a:endParaRPr lang="de-DE" sz="1100" b="0" u="none" strike="noStrike">
              <a:solidFill>
                <a:schemeClr val="dk1"/>
              </a:solidFill>
              <a:effectLst/>
              <a:uFillTx/>
              <a:latin typeface="SRH Text"/>
            </a:endParaRPr>
          </a:p>
        </p:txBody>
      </p:sp>
      <p:sp>
        <p:nvSpPr>
          <p:cNvPr id="302" name="PlaceHolder 3"/>
          <p:cNvSpPr>
            <a:spLocks noGrp="1"/>
          </p:cNvSpPr>
          <p:nvPr>
            <p:ph type="dt" idx="12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4F4CD957-D59A-4B2A-9075-A0046ED13174}"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303" name="PlaceHolder 4"/>
          <p:cNvSpPr>
            <a:spLocks noGrp="1"/>
          </p:cNvSpPr>
          <p:nvPr>
            <p:ph type="ftr" idx="122"/>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04" name="PlaceHolder 5"/>
          <p:cNvSpPr>
            <a:spLocks noGrp="1"/>
          </p:cNvSpPr>
          <p:nvPr>
            <p:ph type="sldNum" idx="123"/>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5061240-1F74-4281-B2B0-B175A9067D91}"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pic>
        <p:nvPicPr>
          <p:cNvPr id="305" name=""/>
          <p:cNvPicPr/>
          <p:nvPr/>
        </p:nvPicPr>
        <p:blipFill>
          <a:blip r:embed="rId1"/>
          <a:stretch/>
        </p:blipFill>
        <p:spPr>
          <a:xfrm>
            <a:off x="6126840" y="1791000"/>
            <a:ext cx="3016800" cy="3466440"/>
          </a:xfrm>
          <a:prstGeom prst="rect">
            <a:avLst/>
          </a:prstGeom>
          <a:noFill/>
          <a:ln w="0">
            <a:noFill/>
          </a:ln>
        </p:spPr>
      </p:pic>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6"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buNone/>
              <a:tabLst>
                <a:tab pos="0" algn="l"/>
              </a:tabLst>
            </a:pPr>
            <a:endParaRPr lang="de-DE" sz="3000" b="1" u="none" strike="noStrike">
              <a:solidFill>
                <a:schemeClr val="dk1"/>
              </a:solidFill>
              <a:effectLst/>
              <a:uFillTx/>
              <a:latin typeface="SRH Headline"/>
            </a:endParaRPr>
          </a:p>
        </p:txBody>
      </p:sp>
      <p:pic>
        <p:nvPicPr>
          <p:cNvPr id="307" name=""/>
          <p:cNvPicPr/>
          <p:nvPr/>
        </p:nvPicPr>
        <p:blipFill>
          <a:blip r:embed="rId1"/>
          <a:stretch/>
        </p:blipFill>
        <p:spPr>
          <a:xfrm>
            <a:off x="1618200" y="696240"/>
            <a:ext cx="7525440" cy="5505480"/>
          </a:xfrm>
          <a:prstGeom prst="rect">
            <a:avLst/>
          </a:prstGeom>
          <a:noFill/>
          <a:ln w="0">
            <a:noFill/>
          </a:ln>
        </p:spPr>
      </p:pic>
      <p:sp>
        <p:nvSpPr>
          <p:cNvPr id="308" name="PlaceHolder 2"/>
          <p:cNvSpPr>
            <a:spLocks noGrp="1"/>
          </p:cNvSpPr>
          <p:nvPr>
            <p:ph type="dt" idx="124"/>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285B5912-B33F-4008-AC37-A85F2B5A5546}"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309" name="PlaceHolder 3"/>
          <p:cNvSpPr>
            <a:spLocks noGrp="1"/>
          </p:cNvSpPr>
          <p:nvPr>
            <p:ph type="ftr" idx="125"/>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10" name="PlaceHolder 4"/>
          <p:cNvSpPr>
            <a:spLocks noGrp="1"/>
          </p:cNvSpPr>
          <p:nvPr>
            <p:ph type="sldNum" idx="126"/>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357C6695-FE13-40D9-A7AA-7685ED5202A1}"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1"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000" b="1" u="none" strike="noStrike">
                <a:solidFill>
                  <a:srgbClr val="FF4000"/>
                </a:solidFill>
                <a:effectLst/>
                <a:uFillTx/>
                <a:latin typeface="SRH Headline"/>
                <a:ea typeface="SRH Headline"/>
              </a:rPr>
              <a:t>Explainable AI: SHAP-Based Model Interpretation</a:t>
            </a:r>
            <a:endParaRPr lang="de-DE" sz="2000" b="1" u="none" strike="noStrike">
              <a:solidFill>
                <a:schemeClr val="dk1"/>
              </a:solidFill>
              <a:effectLst/>
              <a:uFillTx/>
              <a:latin typeface="SRH Headline"/>
            </a:endParaRPr>
          </a:p>
        </p:txBody>
      </p:sp>
      <p:sp>
        <p:nvSpPr>
          <p:cNvPr id="312" name="PlaceHolder 2"/>
          <p:cNvSpPr>
            <a:spLocks noGrp="1"/>
          </p:cNvSpPr>
          <p:nvPr>
            <p:ph/>
          </p:nvPr>
        </p:nvSpPr>
        <p:spPr>
          <a:xfrm>
            <a:off x="228600" y="696600"/>
            <a:ext cx="6400440" cy="6032880"/>
          </a:xfrm>
          <a:prstGeom prst="rect">
            <a:avLst/>
          </a:prstGeom>
          <a:noFill/>
          <a:ln w="0">
            <a:noFill/>
          </a:ln>
        </p:spPr>
        <p:txBody>
          <a:bodyPr numCol="1" spcCol="216000" lIns="0" tIns="0" rIns="0" bIns="0" anchor="t">
            <a:noAutofit/>
          </a:bodyPr>
          <a:p>
            <a:pPr indent="0" algn="l" defTabSz="914400">
              <a:lnSpc>
                <a:spcPct val="110000"/>
              </a:lnSpc>
              <a:spcBef>
                <a:spcPts val="1191"/>
              </a:spcBef>
              <a:spcAft>
                <a:spcPts val="992"/>
              </a:spcAft>
              <a:buNone/>
              <a:tabLst>
                <a:tab pos="0" algn="l"/>
              </a:tabLst>
            </a:pPr>
            <a:r>
              <a:rPr lang="de-DE" sz="1000" b="1" u="none" strike="noStrike">
                <a:solidFill>
                  <a:schemeClr val="dk1"/>
                </a:solidFill>
                <a:effectLst/>
                <a:uFillTx/>
                <a:latin typeface="SRH Text"/>
                <a:ea typeface="SRH Text"/>
              </a:rPr>
              <a:t>Objective:</a:t>
            </a:r>
            <a:endParaRPr lang="de-DE" sz="10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000" b="0" u="none" strike="noStrike">
                <a:solidFill>
                  <a:schemeClr val="dk1"/>
                </a:solidFill>
                <a:effectLst/>
                <a:uFillTx/>
                <a:latin typeface="SRH Text"/>
                <a:ea typeface="SRH Text"/>
              </a:rPr>
              <a:t>Interpret how the XGBoost model makes credit-risk predictions and identify the features that drive its decisions.</a:t>
            </a:r>
            <a:endParaRPr lang="de-DE" sz="10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000" b="1" u="none" strike="noStrike">
                <a:solidFill>
                  <a:schemeClr val="dk1"/>
                </a:solidFill>
                <a:effectLst/>
                <a:uFillTx/>
                <a:latin typeface="SRH Text"/>
                <a:ea typeface="SRH Text"/>
              </a:rPr>
              <a:t>SHAP Framework</a:t>
            </a:r>
            <a:endParaRPr lang="de-DE" sz="10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000" b="0" u="none" strike="noStrike">
                <a:solidFill>
                  <a:schemeClr val="dk1"/>
                </a:solidFill>
                <a:effectLst/>
                <a:uFillTx/>
                <a:latin typeface="SRH Text"/>
                <a:ea typeface="SRH Text"/>
              </a:rPr>
              <a:t>TreeExplainer applied to the final XGBoost model</a:t>
            </a:r>
            <a:endParaRPr lang="de-DE" sz="10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000" b="0" u="none" strike="noStrike">
                <a:solidFill>
                  <a:schemeClr val="dk1"/>
                </a:solidFill>
                <a:effectLst/>
                <a:uFillTx/>
                <a:latin typeface="SRH Text"/>
                <a:ea typeface="SRH Text"/>
              </a:rPr>
              <a:t>2,000 test observations analyzed</a:t>
            </a:r>
            <a:endParaRPr lang="de-DE" sz="10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000" b="0" u="none" strike="noStrike">
                <a:solidFill>
                  <a:schemeClr val="dk1"/>
                </a:solidFill>
                <a:effectLst/>
                <a:uFillTx/>
                <a:latin typeface="SRH Text"/>
                <a:ea typeface="SRH Text"/>
              </a:rPr>
              <a:t>Global feature importance based on mean |SHAP value|</a:t>
            </a:r>
            <a:endParaRPr lang="de-DE" sz="10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000" b="0" u="none" strike="noStrike">
                <a:solidFill>
                  <a:schemeClr val="dk1"/>
                </a:solidFill>
                <a:effectLst/>
                <a:uFillTx/>
                <a:latin typeface="SRH Text"/>
                <a:ea typeface="SRH Text"/>
              </a:rPr>
              <a:t>SHAP dependence plots used to examine feature effects</a:t>
            </a:r>
            <a:endParaRPr lang="de-DE" sz="10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000" b="1" u="none" strike="noStrike">
                <a:solidFill>
                  <a:schemeClr val="dk1"/>
                </a:solidFill>
                <a:effectLst/>
                <a:uFillTx/>
                <a:latin typeface="SRH Text"/>
                <a:ea typeface="SRH Text"/>
              </a:rPr>
              <a:t>Key Findings:</a:t>
            </a:r>
            <a:endParaRPr lang="de-DE" sz="10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000" b="0" u="none" strike="noStrike">
                <a:solidFill>
                  <a:schemeClr val="dk1"/>
                </a:solidFill>
                <a:effectLst/>
                <a:uFillTx/>
                <a:latin typeface="SRH Text"/>
                <a:ea typeface="SRH Text"/>
              </a:rPr>
              <a:t>Credit Score: 19.42% of total SHAP importance</a:t>
            </a:r>
            <a:endParaRPr lang="de-DE" sz="10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000" b="0" u="none" strike="noStrike">
                <a:solidFill>
                  <a:schemeClr val="dk1"/>
                </a:solidFill>
                <a:effectLst/>
                <a:uFillTx/>
                <a:latin typeface="SRH Text"/>
                <a:ea typeface="SRH Text"/>
              </a:rPr>
              <a:t>Debt-to-Income Ratio: 15.95%</a:t>
            </a:r>
            <a:endParaRPr lang="de-DE" sz="10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000" b="0" u="none" strike="noStrike">
                <a:solidFill>
                  <a:schemeClr val="dk1"/>
                </a:solidFill>
                <a:effectLst/>
                <a:uFillTx/>
                <a:latin typeface="SRH Text"/>
                <a:ea typeface="SRH Text"/>
              </a:rPr>
              <a:t>Credit History: 9.65%</a:t>
            </a:r>
            <a:endParaRPr lang="de-DE" sz="10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000" b="0" u="none" strike="noStrike">
                <a:solidFill>
                  <a:schemeClr val="dk1"/>
                </a:solidFill>
                <a:effectLst/>
                <a:uFillTx/>
                <a:latin typeface="SRH Text"/>
                <a:ea typeface="SRH Text"/>
              </a:rPr>
              <a:t>Loan-to-Income Ratio: 8.42%</a:t>
            </a:r>
            <a:endParaRPr lang="de-DE" sz="10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000" b="0" u="none" strike="noStrike">
                <a:solidFill>
                  <a:schemeClr val="dk1"/>
                </a:solidFill>
                <a:effectLst/>
                <a:uFillTx/>
                <a:latin typeface="SRH Text"/>
                <a:ea typeface="SRH Text"/>
              </a:rPr>
              <a:t>Education Loan Intent: 8.15%</a:t>
            </a:r>
            <a:endParaRPr lang="de-DE" sz="10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000" b="0" u="none" strike="noStrike">
                <a:solidFill>
                  <a:schemeClr val="dk1"/>
                </a:solidFill>
                <a:effectLst/>
                <a:uFillTx/>
                <a:latin typeface="SRH Text"/>
                <a:ea typeface="SRH Text"/>
              </a:rPr>
              <a:t> </a:t>
            </a:r>
            <a:endParaRPr lang="de-DE" sz="1000" b="0" u="none" strike="noStrike">
              <a:solidFill>
                <a:schemeClr val="dk1"/>
              </a:solidFill>
              <a:effectLst/>
              <a:uFillTx/>
              <a:latin typeface="SRH Text"/>
            </a:endParaRPr>
          </a:p>
        </p:txBody>
      </p:sp>
      <p:sp>
        <p:nvSpPr>
          <p:cNvPr id="313" name="PlaceHolder 3"/>
          <p:cNvSpPr>
            <a:spLocks noGrp="1"/>
          </p:cNvSpPr>
          <p:nvPr>
            <p:ph type="dt" idx="127"/>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25EC3DCD-EF0D-4F45-A20D-2D28E609BD9C}"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314" name="PlaceHolder 4"/>
          <p:cNvSpPr>
            <a:spLocks noGrp="1"/>
          </p:cNvSpPr>
          <p:nvPr>
            <p:ph type="ftr" idx="128"/>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15" name="PlaceHolder 5"/>
          <p:cNvSpPr>
            <a:spLocks noGrp="1"/>
          </p:cNvSpPr>
          <p:nvPr>
            <p:ph type="sldNum" idx="129"/>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592ED32-3304-4EDF-BEBE-59175455F6CA}"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6"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600" b="1" u="none" strike="noStrike">
                <a:solidFill>
                  <a:srgbClr val="FF4000"/>
                </a:solidFill>
                <a:effectLst/>
                <a:uFillTx/>
                <a:latin typeface="SRH Headline"/>
                <a:ea typeface="SRH Headline"/>
              </a:rPr>
              <a:t>Explainable AI: SHAP-Based Model Interpretation</a:t>
            </a:r>
            <a:endParaRPr lang="de-DE" sz="2600" b="1" u="none" strike="noStrike">
              <a:solidFill>
                <a:schemeClr val="dk1"/>
              </a:solidFill>
              <a:effectLst/>
              <a:uFillTx/>
              <a:latin typeface="SRH Headline"/>
            </a:endParaRPr>
          </a:p>
        </p:txBody>
      </p:sp>
      <p:sp>
        <p:nvSpPr>
          <p:cNvPr id="317" name="PlaceHolder 2"/>
          <p:cNvSpPr>
            <a:spLocks noGrp="1"/>
          </p:cNvSpPr>
          <p:nvPr>
            <p:ph/>
          </p:nvPr>
        </p:nvSpPr>
        <p:spPr>
          <a:xfrm>
            <a:off x="228600" y="1371600"/>
            <a:ext cx="6400440" cy="5357880"/>
          </a:xfrm>
          <a:prstGeom prst="rect">
            <a:avLst/>
          </a:prstGeom>
          <a:noFill/>
          <a:ln w="0">
            <a:noFill/>
          </a:ln>
        </p:spPr>
        <p:txBody>
          <a:bodyPr numCol="1" spcCol="216000" lIns="0" tIns="0" rIns="0" bIns="0" anchor="t">
            <a:noAutofit/>
          </a:bodyPr>
          <a:p>
            <a:pPr indent="0" algn="l" defTabSz="914400">
              <a:lnSpc>
                <a:spcPct val="110000"/>
              </a:lnSpc>
              <a:spcBef>
                <a:spcPts val="1199"/>
              </a:spcBef>
              <a:buNone/>
              <a:tabLst>
                <a:tab pos="0" algn="l"/>
              </a:tabLst>
            </a:pPr>
            <a:r>
              <a:rPr lang="de-DE" sz="1300" b="0" u="none" strike="noStrike">
                <a:solidFill>
                  <a:srgbClr val="333333"/>
                </a:solidFill>
                <a:effectLst/>
                <a:uFillTx/>
                <a:latin typeface="SRH Text"/>
                <a:ea typeface="SRH Text"/>
              </a:rPr>
              <a:t>Cumulative importance of top 10 features: 84.39% </a:t>
            </a:r>
            <a:endParaRPr lang="de-DE" sz="13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1300" b="0" u="none" strike="noStrike">
                <a:solidFill>
                  <a:srgbClr val="333333"/>
                </a:solidFill>
                <a:effectLst/>
                <a:uFillTx/>
                <a:latin typeface="SRH Text"/>
                <a:ea typeface="SRH Text"/>
              </a:rPr>
              <a:t>Cumulative importance of top 20 features: 98.83% </a:t>
            </a:r>
            <a:endParaRPr lang="de-DE" sz="1300" b="0" u="none" strike="noStrike">
              <a:solidFill>
                <a:schemeClr val="dk1"/>
              </a:solidFill>
              <a:effectLst/>
              <a:uFillTx/>
              <a:latin typeface="SRH Text"/>
            </a:endParaRPr>
          </a:p>
        </p:txBody>
      </p:sp>
      <p:sp>
        <p:nvSpPr>
          <p:cNvPr id="318" name="PlaceHolder 3"/>
          <p:cNvSpPr>
            <a:spLocks noGrp="1"/>
          </p:cNvSpPr>
          <p:nvPr>
            <p:ph type="dt" idx="130"/>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8989B31D-17EB-4FCF-B01C-73CF69B550CF}"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319" name="PlaceHolder 4"/>
          <p:cNvSpPr>
            <a:spLocks noGrp="1"/>
          </p:cNvSpPr>
          <p:nvPr>
            <p:ph type="ftr" idx="131"/>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20" name="PlaceHolder 5"/>
          <p:cNvSpPr>
            <a:spLocks noGrp="1"/>
          </p:cNvSpPr>
          <p:nvPr>
            <p:ph type="sldNum" idx="132"/>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76695FA-9CEB-43F6-895F-B81CE31653E1}"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pic>
        <p:nvPicPr>
          <p:cNvPr id="321" name=""/>
          <p:cNvPicPr/>
          <p:nvPr/>
        </p:nvPicPr>
        <p:blipFill>
          <a:blip r:embed="rId1"/>
          <a:stretch/>
        </p:blipFill>
        <p:spPr>
          <a:xfrm>
            <a:off x="5729400" y="1009800"/>
            <a:ext cx="4942440" cy="5714640"/>
          </a:xfrm>
          <a:prstGeom prst="rect">
            <a:avLst/>
          </a:prstGeom>
          <a:noFill/>
          <a:ln w="0">
            <a:noFill/>
          </a:ln>
        </p:spPr>
      </p:pic>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2"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600" b="1" u="none" strike="noStrike">
                <a:solidFill>
                  <a:srgbClr val="FF4000"/>
                </a:solidFill>
                <a:effectLst/>
                <a:uFillTx/>
                <a:latin typeface="SRH Headline"/>
                <a:ea typeface="SRH Headline"/>
              </a:rPr>
              <a:t>Selective Prediction Framework</a:t>
            </a:r>
            <a:endParaRPr lang="de-DE" sz="2600" b="1" u="none" strike="noStrike">
              <a:solidFill>
                <a:schemeClr val="dk1"/>
              </a:solidFill>
              <a:effectLst/>
              <a:uFillTx/>
              <a:latin typeface="SRH Headline"/>
            </a:endParaRPr>
          </a:p>
        </p:txBody>
      </p:sp>
      <p:sp>
        <p:nvSpPr>
          <p:cNvPr id="323" name="PlaceHolder 2"/>
          <p:cNvSpPr>
            <a:spLocks noGrp="1"/>
          </p:cNvSpPr>
          <p:nvPr>
            <p:ph/>
          </p:nvPr>
        </p:nvSpPr>
        <p:spPr>
          <a:xfrm>
            <a:off x="228600" y="914400"/>
            <a:ext cx="11201040" cy="581508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From Automatic Decisions to Risk-Aware Decisions</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Traditional classification forces an automatic decision for every applicant.</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Our approach: allow the model to abstain from uncertain cases and refer them to human loan officers.</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Two-Threshold Decision Policy:</a:t>
            </a:r>
            <a:endParaRPr lang="de-DE" sz="1300" b="0" u="none" strike="noStrike">
              <a:solidFill>
                <a:schemeClr val="dk1"/>
              </a:solidFill>
              <a:effectLst/>
              <a:uFillTx/>
              <a:latin typeface="SRH Text"/>
            </a:endParaRPr>
          </a:p>
          <a:p>
            <a:pPr marL="285840" indent="0" algn="ctr" defTabSz="914400">
              <a:lnSpc>
                <a:spcPct val="150000"/>
              </a:lnSpc>
              <a:spcBef>
                <a:spcPts val="1191"/>
              </a:spcBef>
              <a:spcAft>
                <a:spcPts val="992"/>
              </a:spcAft>
              <a:buNone/>
              <a:tabLst>
                <a:tab pos="0" algn="l"/>
              </a:tabLst>
            </a:pPr>
            <a:r>
              <a:rPr lang="en-US" sz="1300" b="1" u="none" strike="noStrike">
                <a:solidFill>
                  <a:srgbClr val="1C1C1C"/>
                </a:solidFill>
                <a:effectLst/>
                <a:uFillTx/>
                <a:latin typeface="SRH Text"/>
                <a:ea typeface="SRH Text"/>
              </a:rPr>
              <a:t>t₁ — Automatic Approval</a:t>
            </a:r>
            <a:endParaRPr lang="de-DE" sz="1300" b="0" u="none" strike="noStrike">
              <a:solidFill>
                <a:schemeClr val="dk1"/>
              </a:solidFill>
              <a:effectLst/>
              <a:uFillTx/>
              <a:latin typeface="SRH Text"/>
            </a:endParaRPr>
          </a:p>
          <a:p>
            <a:pPr marL="285840" indent="0" algn="ctr" defTabSz="914400">
              <a:lnSpc>
                <a:spcPct val="150000"/>
              </a:lnSpc>
              <a:spcBef>
                <a:spcPts val="1191"/>
              </a:spcBef>
              <a:spcAft>
                <a:spcPts val="992"/>
              </a:spcAft>
              <a:buNone/>
              <a:tabLst>
                <a:tab pos="0" algn="l"/>
              </a:tabLst>
            </a:pPr>
            <a:r>
              <a:rPr lang="en-US" sz="1300" b="1" u="none" strike="noStrike">
                <a:solidFill>
                  <a:srgbClr val="1C1C1C"/>
                </a:solidFill>
                <a:effectLst/>
                <a:uFillTx/>
                <a:latin typeface="SRH Text"/>
                <a:ea typeface="SRH Text"/>
              </a:rPr>
              <a:t>↓</a:t>
            </a:r>
            <a:endParaRPr lang="de-DE" sz="1300" b="0" u="none" strike="noStrike">
              <a:solidFill>
                <a:schemeClr val="dk1"/>
              </a:solidFill>
              <a:effectLst/>
              <a:uFillTx/>
              <a:latin typeface="SRH Text"/>
            </a:endParaRPr>
          </a:p>
          <a:p>
            <a:pPr marL="285840" indent="0" algn="ctr" defTabSz="914400">
              <a:lnSpc>
                <a:spcPct val="150000"/>
              </a:lnSpc>
              <a:spcBef>
                <a:spcPts val="1191"/>
              </a:spcBef>
              <a:spcAft>
                <a:spcPts val="992"/>
              </a:spcAft>
              <a:buNone/>
              <a:tabLst>
                <a:tab pos="0" algn="l"/>
              </a:tabLst>
            </a:pPr>
            <a:r>
              <a:rPr lang="en-US" sz="1300" b="1" u="none" strike="noStrike">
                <a:solidFill>
                  <a:srgbClr val="1C1C1C"/>
                </a:solidFill>
                <a:effectLst/>
                <a:uFillTx/>
                <a:latin typeface="SRH Text"/>
                <a:ea typeface="SRH Text"/>
              </a:rPr>
              <a:t>t₁ ≤ p &lt; t₂ — Manual Review</a:t>
            </a:r>
            <a:endParaRPr lang="de-DE" sz="1300" b="0" u="none" strike="noStrike">
              <a:solidFill>
                <a:schemeClr val="dk1"/>
              </a:solidFill>
              <a:effectLst/>
              <a:uFillTx/>
              <a:latin typeface="SRH Text"/>
            </a:endParaRPr>
          </a:p>
          <a:p>
            <a:pPr marL="285840" indent="0" algn="ctr" defTabSz="914400">
              <a:lnSpc>
                <a:spcPct val="150000"/>
              </a:lnSpc>
              <a:spcBef>
                <a:spcPts val="1191"/>
              </a:spcBef>
              <a:spcAft>
                <a:spcPts val="992"/>
              </a:spcAft>
              <a:buNone/>
              <a:tabLst>
                <a:tab pos="0" algn="l"/>
              </a:tabLst>
            </a:pPr>
            <a:r>
              <a:rPr lang="en-US" sz="1300" b="1" u="none" strike="noStrike">
                <a:solidFill>
                  <a:srgbClr val="1C1C1C"/>
                </a:solidFill>
                <a:effectLst/>
                <a:uFillTx/>
                <a:latin typeface="SRH Text"/>
                <a:ea typeface="SRH Text"/>
              </a:rPr>
              <a:t>↓</a:t>
            </a:r>
            <a:endParaRPr lang="de-DE" sz="1300" b="0" u="none" strike="noStrike">
              <a:solidFill>
                <a:schemeClr val="dk1"/>
              </a:solidFill>
              <a:effectLst/>
              <a:uFillTx/>
              <a:latin typeface="SRH Text"/>
            </a:endParaRPr>
          </a:p>
          <a:p>
            <a:pPr marL="285840" indent="0" algn="ctr" defTabSz="914400">
              <a:lnSpc>
                <a:spcPct val="150000"/>
              </a:lnSpc>
              <a:spcBef>
                <a:spcPts val="1191"/>
              </a:spcBef>
              <a:spcAft>
                <a:spcPts val="992"/>
              </a:spcAft>
              <a:buNone/>
              <a:tabLst>
                <a:tab pos="0" algn="l"/>
              </a:tabLst>
            </a:pPr>
            <a:r>
              <a:rPr lang="en-US" sz="1300" b="1" u="none" strike="noStrike">
                <a:solidFill>
                  <a:srgbClr val="1C1C1C"/>
                </a:solidFill>
                <a:effectLst/>
                <a:uFillTx/>
                <a:latin typeface="SRH Text"/>
                <a:ea typeface="SRH Text"/>
              </a:rPr>
              <a:t>t₂ — Automatic Rejection</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The thresholds t₁ and t₂ were jointly optimized with the XGBoost hyperparameters using grid search and a business-cost function.</a:t>
            </a:r>
            <a:endParaRPr lang="de-DE" sz="1300" b="0" u="none" strike="noStrike">
              <a:solidFill>
                <a:schemeClr val="dk1"/>
              </a:solidFill>
              <a:effectLst/>
              <a:uFillTx/>
              <a:latin typeface="SRH Text"/>
            </a:endParaRPr>
          </a:p>
        </p:txBody>
      </p:sp>
      <p:sp>
        <p:nvSpPr>
          <p:cNvPr id="324" name="PlaceHolder 3"/>
          <p:cNvSpPr>
            <a:spLocks noGrp="1"/>
          </p:cNvSpPr>
          <p:nvPr>
            <p:ph type="dt" idx="133"/>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DDA02A7F-4CA0-4834-88CD-AF959CD79BF0}"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325" name="PlaceHolder 4"/>
          <p:cNvSpPr>
            <a:spLocks noGrp="1"/>
          </p:cNvSpPr>
          <p:nvPr>
            <p:ph type="ftr" idx="134"/>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26" name="PlaceHolder 5"/>
          <p:cNvSpPr>
            <a:spLocks noGrp="1"/>
          </p:cNvSpPr>
          <p:nvPr>
            <p:ph type="sldNum" idx="135"/>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8583D559-7C21-4B07-9A82-A016DCF0DCA3}"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7"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600" b="1" u="none" strike="noStrike">
                <a:solidFill>
                  <a:srgbClr val="FF4000"/>
                </a:solidFill>
                <a:effectLst/>
                <a:uFillTx/>
                <a:latin typeface="SRH Headline"/>
                <a:ea typeface="SRH Headline"/>
              </a:rPr>
              <a:t>Reliability Monitoring Framework</a:t>
            </a:r>
            <a:endParaRPr lang="de-DE" sz="2600" b="1" u="none" strike="noStrike">
              <a:solidFill>
                <a:schemeClr val="dk1"/>
              </a:solidFill>
              <a:effectLst/>
              <a:uFillTx/>
              <a:latin typeface="SRH Headline"/>
            </a:endParaRPr>
          </a:p>
        </p:txBody>
      </p:sp>
      <p:sp>
        <p:nvSpPr>
          <p:cNvPr id="328" name="PlaceHolder 2"/>
          <p:cNvSpPr>
            <a:spLocks noGrp="1"/>
          </p:cNvSpPr>
          <p:nvPr>
            <p:ph/>
          </p:nvPr>
        </p:nvSpPr>
        <p:spPr>
          <a:xfrm>
            <a:off x="228600" y="696600"/>
            <a:ext cx="5257440" cy="603288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Ensure that the credit-risk model remains reliable after deployment when customer populations and data distributions change.</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Automated Monitoring Pipeline</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FF4000"/>
                </a:solidFill>
                <a:effectLst/>
                <a:uFillTx/>
                <a:latin typeface="SRH Text"/>
                <a:ea typeface="SRH Text"/>
              </a:rPr>
              <a:t>1. DATA DRIFT</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Monitor changes in customer characteristics</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PSI → measures changes in feature distributions</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PSI Interpretation:</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 PSI &lt; 0.1 : No significant change</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 0.1 ≤ PSI &lt; 0.2 : Moderate change (monitor)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PSI ≥ 0.2 : Significant change (investigate/retrain)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PSI ≥ 0.3 : Severe drift (immediate action required)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329" name="PlaceHolder 3"/>
          <p:cNvSpPr>
            <a:spLocks noGrp="1"/>
          </p:cNvSpPr>
          <p:nvPr>
            <p:ph type="dt" idx="136"/>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3D20C2BB-59CC-4DD5-B96F-BC7E673BFFAB}"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330" name="PlaceHolder 4"/>
          <p:cNvSpPr>
            <a:spLocks noGrp="1"/>
          </p:cNvSpPr>
          <p:nvPr>
            <p:ph type="ftr" idx="137"/>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31" name="PlaceHolder 5"/>
          <p:cNvSpPr>
            <a:spLocks noGrp="1"/>
          </p:cNvSpPr>
          <p:nvPr>
            <p:ph type="sldNum" idx="138"/>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BBE2CCFE-C86F-49A8-B02B-5FE26B7BD08A}"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
        <p:nvSpPr>
          <p:cNvPr id="332" name="PlaceHolder 114"/>
          <p:cNvSpPr/>
          <p:nvPr/>
        </p:nvSpPr>
        <p:spPr>
          <a:xfrm>
            <a:off x="6172200" y="685800"/>
            <a:ext cx="5257440" cy="6032880"/>
          </a:xfrm>
          <a:prstGeom prst="rect">
            <a:avLst/>
          </a:prstGeom>
          <a:noFill/>
          <a:ln w="0">
            <a:noFill/>
          </a:ln>
        </p:spPr>
        <p:style>
          <a:lnRef idx="0"/>
          <a:fillRef idx="0"/>
          <a:effectRef idx="0"/>
          <a:fontRef idx="minor"/>
        </p:style>
        <p:txBody>
          <a:bodyPr numCol="1" spcCol="216000" lIns="0" tIns="0" rIns="0" bIns="0" anchor="t">
            <a:noAutofit/>
          </a:bodyPr>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KS Test → compares reference and new distributions</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KS Interpretation:</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KS &lt; 0.05 : No significant difference</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0.05 ≤ KS &lt; 0.1 : Moderate difference (monitor)</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KS ≥ 0.1 : Significant difference (investigate) </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3"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600" b="1" u="none" strike="noStrike">
                <a:solidFill>
                  <a:srgbClr val="FF4000"/>
                </a:solidFill>
                <a:effectLst/>
                <a:uFillTx/>
                <a:latin typeface="SRH Headline"/>
                <a:ea typeface="SRH Headline"/>
              </a:rPr>
              <a:t>Reliability Monitoring Framework</a:t>
            </a:r>
            <a:endParaRPr lang="de-DE" sz="2600" b="1" u="none" strike="noStrike">
              <a:solidFill>
                <a:schemeClr val="dk1"/>
              </a:solidFill>
              <a:effectLst/>
              <a:uFillTx/>
              <a:latin typeface="SRH Headline"/>
            </a:endParaRPr>
          </a:p>
        </p:txBody>
      </p:sp>
      <p:sp>
        <p:nvSpPr>
          <p:cNvPr id="334" name="PlaceHolder 2"/>
          <p:cNvSpPr>
            <a:spLocks noGrp="1"/>
          </p:cNvSpPr>
          <p:nvPr>
            <p:ph type="dt" idx="139"/>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5FF3E24D-E729-4E11-BEF2-68F793BE117E}"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335" name="PlaceHolder 3"/>
          <p:cNvSpPr>
            <a:spLocks noGrp="1"/>
          </p:cNvSpPr>
          <p:nvPr>
            <p:ph type="ftr" idx="140"/>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36" name="PlaceHolder 4"/>
          <p:cNvSpPr>
            <a:spLocks noGrp="1"/>
          </p:cNvSpPr>
          <p:nvPr>
            <p:ph type="sldNum" idx="141"/>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2497FA8E-B71D-4466-AFAB-B9AE960984ED}"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
        <p:nvSpPr>
          <p:cNvPr id="337" name="PlaceHolder 125"/>
          <p:cNvSpPr/>
          <p:nvPr/>
        </p:nvSpPr>
        <p:spPr>
          <a:xfrm>
            <a:off x="228600" y="824760"/>
            <a:ext cx="5257440" cy="6032880"/>
          </a:xfrm>
          <a:prstGeom prst="rect">
            <a:avLst/>
          </a:prstGeom>
          <a:noFill/>
          <a:ln w="0">
            <a:noFill/>
          </a:ln>
        </p:spPr>
        <p:style>
          <a:lnRef idx="0"/>
          <a:fillRef idx="0"/>
          <a:effectRef idx="0"/>
          <a:fontRef idx="minor"/>
        </p:style>
        <p:txBody>
          <a:bodyPr numCol="1" spcCol="216000" lIns="0" tIns="0" rIns="0" bIns="0" anchor="t">
            <a:noAutofit/>
          </a:bodyPr>
          <a:p>
            <a:pPr defTabSz="914400">
              <a:lnSpc>
                <a:spcPct val="150000"/>
              </a:lnSpc>
              <a:spcBef>
                <a:spcPts val="1191"/>
              </a:spcBef>
              <a:spcAft>
                <a:spcPts val="992"/>
              </a:spcAft>
              <a:tabLst>
                <a:tab pos="0" algn="l"/>
              </a:tabLst>
            </a:pP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2. PREDICTION / MODEL MONITORING</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Monitor changes in model behavior and performance</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AUC</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Accuracy</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False Negatives</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False Positives</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Business Cost</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8"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600" b="1" u="none" strike="noStrike">
                <a:solidFill>
                  <a:srgbClr val="FF4000"/>
                </a:solidFill>
                <a:effectLst/>
                <a:uFillTx/>
                <a:latin typeface="SRH Headline"/>
                <a:ea typeface="SRH Headline"/>
              </a:rPr>
              <a:t>Reliability Monitoring Framework</a:t>
            </a:r>
            <a:endParaRPr lang="de-DE" sz="2600" b="1" u="none" strike="noStrike">
              <a:solidFill>
                <a:schemeClr val="dk1"/>
              </a:solidFill>
              <a:effectLst/>
              <a:uFillTx/>
              <a:latin typeface="SRH Headline"/>
            </a:endParaRPr>
          </a:p>
        </p:txBody>
      </p:sp>
      <p:sp>
        <p:nvSpPr>
          <p:cNvPr id="339" name="PlaceHolder 2"/>
          <p:cNvSpPr>
            <a:spLocks noGrp="1"/>
          </p:cNvSpPr>
          <p:nvPr>
            <p:ph/>
          </p:nvPr>
        </p:nvSpPr>
        <p:spPr>
          <a:xfrm>
            <a:off x="228600" y="914400"/>
            <a:ext cx="6629040" cy="54518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1" u="none" strike="noStrike">
                <a:solidFill>
                  <a:srgbClr val="1C1C1C"/>
                </a:solidFill>
                <a:effectLst/>
                <a:uFillTx/>
                <a:latin typeface="SRH Text"/>
                <a:ea typeface="SRH Text"/>
              </a:rPr>
              <a:t>3. RELIABILITY ACTION</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1C1C1C"/>
                </a:solidFill>
                <a:effectLst/>
                <a:uFillTx/>
                <a:latin typeface="SRH Text"/>
                <a:ea typeface="SRH Text"/>
              </a:rPr>
              <a:t>Detect degradation → Generate alert → Investigate / Retrain</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1C1C1C"/>
                </a:solidFill>
                <a:effectLst/>
                <a:uFillTx/>
                <a:latin typeface="SRH Text"/>
                <a:ea typeface="SRH Text"/>
              </a:rPr>
              <a:t>Drift Classification</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1C1C1C"/>
                </a:solidFill>
                <a:effectLst/>
                <a:uFillTx/>
                <a:latin typeface="SRH Text"/>
                <a:ea typeface="SRH Text"/>
              </a:rPr>
              <a:t>🟢 Stable</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1C1C1C"/>
                </a:solidFill>
                <a:effectLst/>
                <a:uFillTx/>
                <a:latin typeface="SRH Text"/>
                <a:ea typeface="SRH Text"/>
              </a:rPr>
              <a:t>🟠 Moderate Drift</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1C1C1C"/>
                </a:solidFill>
                <a:effectLst/>
                <a:uFillTx/>
                <a:latin typeface="SRH Text"/>
                <a:ea typeface="SRH Text"/>
              </a:rPr>
              <a:t>🔴 Significant Drift</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340" name="PlaceHolder 3"/>
          <p:cNvSpPr>
            <a:spLocks noGrp="1"/>
          </p:cNvSpPr>
          <p:nvPr>
            <p:ph type="dt" idx="142"/>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020D2026-32DA-41D4-A0CE-4A59538A912E}"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341" name="PlaceHolder 4"/>
          <p:cNvSpPr>
            <a:spLocks noGrp="1"/>
          </p:cNvSpPr>
          <p:nvPr>
            <p:ph type="ftr" idx="143"/>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42" name="PlaceHolder 5"/>
          <p:cNvSpPr>
            <a:spLocks noGrp="1"/>
          </p:cNvSpPr>
          <p:nvPr>
            <p:ph type="sldNum" idx="144"/>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4BD542E1-86FF-4EED-AD5D-47A11E4B0FDE}"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
        <p:nvSpPr>
          <p:cNvPr id="343" name="PlaceHolder 152"/>
          <p:cNvSpPr/>
          <p:nvPr/>
        </p:nvSpPr>
        <p:spPr>
          <a:xfrm>
            <a:off x="6168960" y="914400"/>
            <a:ext cx="5946480" cy="5486040"/>
          </a:xfrm>
          <a:prstGeom prst="rect">
            <a:avLst/>
          </a:prstGeom>
          <a:noFill/>
          <a:ln w="0">
            <a:noFill/>
          </a:ln>
        </p:spPr>
        <p:style>
          <a:lnRef idx="0"/>
          <a:fillRef idx="0"/>
          <a:effectRef idx="0"/>
          <a:fontRef idx="minor"/>
        </p:style>
        <p:txBody>
          <a:bodyPr numCol="1" spcCol="216000" lIns="0" tIns="0" rIns="0" bIns="0" anchor="t">
            <a:noAutofit/>
          </a:bodyPr>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1C1C1C"/>
                </a:solidFill>
                <a:effectLst/>
                <a:uFillTx/>
                <a:latin typeface="SRH Text"/>
                <a:ea typeface="SRH Text"/>
              </a:rPr>
              <a:t>Reference Population</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1C1C1C"/>
                </a:solidFill>
                <a:effectLst/>
                <a:uFillTx/>
                <a:latin typeface="SRH Text"/>
                <a:ea typeface="SRH Text"/>
              </a:rPr>
              <a:t>The validation dataset was used as the baseline because it represents unseen customers.</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1C1C1C"/>
                </a:solidFill>
                <a:effectLst/>
                <a:uFillTx/>
                <a:latin typeface="SRH Text"/>
                <a:ea typeface="SRH Text"/>
              </a:rPr>
              <a:t>Key Contribution</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1C1C1C"/>
                </a:solidFill>
                <a:effectLst/>
                <a:uFillTx/>
                <a:latin typeface="SRH Text"/>
                <a:ea typeface="SRH Text"/>
              </a:rPr>
              <a:t>The model is not treated as a static predictor.</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1C1C1C"/>
                </a:solidFill>
                <a:effectLst/>
                <a:uFillTx/>
                <a:latin typeface="SRH Text"/>
                <a:ea typeface="SRH Text"/>
              </a:rPr>
              <a:t>Reliability is continuously monitored under distribution shift.</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4"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marL="285840" indent="0" algn="l" defTabSz="914400">
              <a:lnSpc>
                <a:spcPct val="150000"/>
              </a:lnSpc>
              <a:spcBef>
                <a:spcPts val="1191"/>
              </a:spcBef>
              <a:spcAft>
                <a:spcPts val="992"/>
              </a:spcAft>
              <a:buNone/>
              <a:tabLst>
                <a:tab pos="0" algn="l"/>
              </a:tabLst>
            </a:pPr>
            <a:r>
              <a:rPr lang="en-US" sz="2600" b="1" u="none" strike="noStrike">
                <a:solidFill>
                  <a:srgbClr val="FF4000"/>
                </a:solidFill>
                <a:effectLst/>
                <a:uFillTx/>
                <a:latin typeface="SRH Text"/>
                <a:ea typeface="SRH Text"/>
              </a:rPr>
              <a:t>Selective Prediction Framework</a:t>
            </a:r>
            <a:endParaRPr lang="de-DE" sz="2600" b="1" u="none" strike="noStrike">
              <a:solidFill>
                <a:schemeClr val="dk1"/>
              </a:solidFill>
              <a:effectLst/>
              <a:uFillTx/>
              <a:latin typeface="SRH Headline"/>
            </a:endParaRPr>
          </a:p>
        </p:txBody>
      </p:sp>
      <p:sp>
        <p:nvSpPr>
          <p:cNvPr id="345" name="PlaceHolder 2"/>
          <p:cNvSpPr>
            <a:spLocks noGrp="1"/>
          </p:cNvSpPr>
          <p:nvPr>
            <p:ph/>
          </p:nvPr>
        </p:nvSpPr>
        <p:spPr>
          <a:xfrm>
            <a:off x="228600" y="914400"/>
            <a:ext cx="5486040" cy="5451840"/>
          </a:xfrm>
          <a:prstGeom prst="rect">
            <a:avLst/>
          </a:prstGeom>
          <a:noFill/>
          <a:ln w="0">
            <a:noFill/>
          </a:ln>
        </p:spPr>
        <p:txBody>
          <a:bodyPr numCol="1" spcCol="216000" lIns="0" tIns="0" rIns="0" bIns="0" anchor="t">
            <a:noAutofit/>
          </a:bodyPr>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Selective prediction allows the model to abstain from uncertain cases and refer them to human loan officers.</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Two-Threshold Decision Policy</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Probability of Default</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0 ─────── 0.20 ───────────── 0.60 ─────── 1</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AUTO APPROVE</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p(default) &lt; 0.20</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MANUAL REVIEW</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0.20 ≤ p(default) ≤ 0.60</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AUTO REJECT</a:t>
            </a:r>
            <a:endParaRPr lang="de-DE" sz="1300" b="0" u="none" strike="noStrike">
              <a:solidFill>
                <a:schemeClr val="dk1"/>
              </a:solidFill>
              <a:effectLst/>
              <a:uFillTx/>
              <a:latin typeface="SRH Text"/>
            </a:endParaRPr>
          </a:p>
        </p:txBody>
      </p:sp>
      <p:sp>
        <p:nvSpPr>
          <p:cNvPr id="346" name="PlaceHolder 3"/>
          <p:cNvSpPr>
            <a:spLocks noGrp="1"/>
          </p:cNvSpPr>
          <p:nvPr>
            <p:ph type="dt" idx="145"/>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7F04DC9D-A2CE-425E-9837-DD2043CAF73C}"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347" name="PlaceHolder 4"/>
          <p:cNvSpPr>
            <a:spLocks noGrp="1"/>
          </p:cNvSpPr>
          <p:nvPr>
            <p:ph type="ftr" idx="146"/>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48" name="PlaceHolder 5"/>
          <p:cNvSpPr>
            <a:spLocks noGrp="1"/>
          </p:cNvSpPr>
          <p:nvPr>
            <p:ph type="sldNum" idx="147"/>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473BA6B5-16ED-4F8D-85AA-6AE8B7B1BBBF}" type="slidenum">
              <a:rPr lang="de-DE" sz="1550" b="1" u="none" strike="noStrike">
                <a:solidFill>
                  <a:srgbClr val="6D7373"/>
                </a:solidFill>
                <a:effectLst/>
                <a:uFillTx/>
                <a:latin typeface="SRH Text"/>
                <a:ea typeface="SRH"/>
              </a:rPr>
              <a:t>9</a:t>
            </a:fld>
            <a:endParaRPr lang="en-US" sz="1550" b="0" u="none" strike="noStrike">
              <a:solidFill>
                <a:srgbClr val="000000"/>
              </a:solidFill>
              <a:effectLst/>
              <a:uFillTx/>
              <a:latin typeface="Times New Roman"/>
            </a:endParaRPr>
          </a:p>
        </p:txBody>
      </p:sp>
      <p:sp>
        <p:nvSpPr>
          <p:cNvPr id="349" name="PlaceHolder 130"/>
          <p:cNvSpPr/>
          <p:nvPr/>
        </p:nvSpPr>
        <p:spPr>
          <a:xfrm>
            <a:off x="5952600" y="914400"/>
            <a:ext cx="5486040" cy="5486040"/>
          </a:xfrm>
          <a:prstGeom prst="rect">
            <a:avLst/>
          </a:prstGeom>
          <a:noFill/>
          <a:ln w="0">
            <a:noFill/>
          </a:ln>
        </p:spPr>
        <p:style>
          <a:lnRef idx="0"/>
          <a:fillRef idx="0"/>
          <a:effectRef idx="0"/>
          <a:fontRef idx="minor"/>
        </p:style>
        <p:txBody>
          <a:bodyPr numCol="1" spcCol="216000" lIns="0" tIns="0" rIns="0" bIns="0" anchor="t">
            <a:noAutofit/>
          </a:bodyPr>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p(default) &gt; 0.60</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The thresholds t₁ = 0.20 and t₂ = 0.60 were optimized using grid search with a cost-sensitive objective and a maximum manual-review rate of 20%.</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Core Idea</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High confidence → Automation</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Low confidence → Human expertise</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This creates a decision system that explicitly manages prediction uncertainty.</a:t>
            </a:r>
            <a:endParaRPr lang="en-US" sz="1300" b="0" u="none" strike="noStrike">
              <a:solidFill>
                <a:srgbClr val="000000"/>
              </a:solidFill>
              <a:effectLst/>
              <a:uFillTx/>
              <a:latin typeface="Arial"/>
            </a:endParaRPr>
          </a:p>
          <a:p>
            <a:pPr defTabSz="914400">
              <a:lnSpc>
                <a:spcPct val="150000"/>
              </a:lnSpc>
              <a:spcBef>
                <a:spcPts val="1191"/>
              </a:spcBef>
              <a:spcAft>
                <a:spcPts val="992"/>
              </a:spcAft>
              <a:tabLst>
                <a:tab pos="0" algn="l"/>
              </a:tabLst>
            </a:pP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0"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marL="285840" indent="0" algn="l" defTabSz="914400">
              <a:lnSpc>
                <a:spcPct val="150000"/>
              </a:lnSpc>
              <a:spcBef>
                <a:spcPts val="1191"/>
              </a:spcBef>
              <a:spcAft>
                <a:spcPts val="992"/>
              </a:spcAft>
              <a:buNone/>
              <a:tabLst>
                <a:tab pos="0" algn="l"/>
              </a:tabLst>
            </a:pPr>
            <a:r>
              <a:rPr lang="en-US" sz="2600" b="1" u="none" strike="noStrike">
                <a:solidFill>
                  <a:srgbClr val="FF4000"/>
                </a:solidFill>
                <a:effectLst/>
                <a:uFillTx/>
                <a:latin typeface="SRH Text"/>
                <a:ea typeface="SRH Text"/>
              </a:rPr>
              <a:t>Selective Prediction Framework</a:t>
            </a:r>
            <a:endParaRPr lang="de-DE" sz="2600" b="1" u="none" strike="noStrike">
              <a:solidFill>
                <a:schemeClr val="dk1"/>
              </a:solidFill>
              <a:effectLst/>
              <a:uFillTx/>
              <a:latin typeface="SRH Headline"/>
            </a:endParaRPr>
          </a:p>
        </p:txBody>
      </p:sp>
      <p:sp>
        <p:nvSpPr>
          <p:cNvPr id="351" name="PlaceHolder 2"/>
          <p:cNvSpPr>
            <a:spLocks noGrp="1"/>
          </p:cNvSpPr>
          <p:nvPr>
            <p:ph/>
          </p:nvPr>
        </p:nvSpPr>
        <p:spPr>
          <a:xfrm>
            <a:off x="228600" y="696600"/>
            <a:ext cx="8229240" cy="7075440"/>
          </a:xfrm>
          <a:prstGeom prst="rect">
            <a:avLst/>
          </a:prstGeom>
          <a:noFill/>
          <a:ln w="0">
            <a:noFill/>
          </a:ln>
        </p:spPr>
        <p:txBody>
          <a:bodyPr numCol="1" spcCol="216000" lIns="0" tIns="0" rIns="0" bIns="0" anchor="t">
            <a:noAutofit/>
          </a:bodyPr>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1C1C1C"/>
                </a:solidFill>
                <a:effectLst/>
                <a:uFillTx/>
                <a:latin typeface="SRH Text"/>
                <a:ea typeface="SRH Text"/>
              </a:rPr>
              <a:t>ALERT &amp; ACTION</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1C1C1C"/>
                </a:solidFill>
                <a:effectLst/>
                <a:uFillTx/>
                <a:latin typeface="SRH Text"/>
                <a:ea typeface="SRH Text"/>
              </a:rPr>
              <a:t>Stable → Continue Monitoring</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1C1C1C"/>
                </a:solidFill>
                <a:effectLst/>
                <a:uFillTx/>
                <a:latin typeface="SRH Text"/>
                <a:ea typeface="SRH Text"/>
              </a:rPr>
              <a:t>Drift / Degradation → Alert → Investigation</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1C1C1C"/>
                </a:solidFill>
                <a:effectLst/>
                <a:uFillTx/>
                <a:latin typeface="SRH Text"/>
                <a:ea typeface="SRH Text"/>
              </a:rPr>
              <a:t>Persistent degradation → Retraining Trigger</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1C1C1C"/>
                </a:solidFill>
                <a:effectLst/>
                <a:uFillTx/>
                <a:latin typeface="SRH Text"/>
                <a:ea typeface="SRH Text"/>
              </a:rPr>
              <a:t>Production-Oriented Features</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1C1C1C"/>
                </a:solidFill>
                <a:effectLst/>
                <a:uFillTx/>
                <a:latin typeface="SRH Text"/>
                <a:ea typeface="SRH Text"/>
              </a:rPr>
              <a:t>Persistent reference baseline</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1C1C1C"/>
                </a:solidFill>
                <a:effectLst/>
                <a:uFillTx/>
                <a:latin typeface="SRH Text"/>
                <a:ea typeface="SRH Text"/>
              </a:rPr>
              <a:t>Timestamped monitoring history</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1C1C1C"/>
                </a:solidFill>
                <a:effectLst/>
                <a:uFillTx/>
                <a:latin typeface="SRH Text"/>
                <a:ea typeface="SRH Text"/>
              </a:rPr>
              <a:t>Batch-level monitoring</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1C1C1C"/>
                </a:solidFill>
                <a:effectLst/>
                <a:uFillTx/>
                <a:latin typeface="SRH Text"/>
                <a:ea typeface="SRH Text"/>
              </a:rPr>
              <a:t>Automated alerts</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1C1C1C"/>
                </a:solidFill>
                <a:effectLst/>
                <a:uFillTx/>
                <a:latin typeface="SRH Text"/>
                <a:ea typeface="SRH Text"/>
              </a:rPr>
              <a:t>Retraining trigger based on repeated degradation</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1C1C1C"/>
                </a:solidFill>
                <a:effectLst/>
                <a:uFillTx/>
                <a:latin typeface="SRH Text"/>
                <a:ea typeface="SRH Text"/>
              </a:rPr>
              <a:t>Key Contribution</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1C1C1C"/>
                </a:solidFill>
                <a:effectLst/>
                <a:uFillTx/>
                <a:latin typeface="SRH Text"/>
                <a:ea typeface="SRH Text"/>
              </a:rPr>
              <a:t>Predict → Select → Monitor → Adapt</a:t>
            </a:r>
            <a:endParaRPr lang="de-DE" sz="1100" b="0" u="none" strike="noStrike">
              <a:solidFill>
                <a:schemeClr val="dk1"/>
              </a:solidFill>
              <a:effectLst/>
              <a:uFillTx/>
              <a:latin typeface="SRH Text"/>
            </a:endParaRPr>
          </a:p>
        </p:txBody>
      </p:sp>
      <p:sp>
        <p:nvSpPr>
          <p:cNvPr id="352" name="PlaceHolder 3"/>
          <p:cNvSpPr>
            <a:spLocks noGrp="1"/>
          </p:cNvSpPr>
          <p:nvPr>
            <p:ph type="dt" idx="148"/>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C4D16340-09B1-41A8-926B-6C0FC827B0C3}"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353" name="PlaceHolder 4"/>
          <p:cNvSpPr>
            <a:spLocks noGrp="1"/>
          </p:cNvSpPr>
          <p:nvPr>
            <p:ph type="ftr" idx="149"/>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54" name="PlaceHolder 5"/>
          <p:cNvSpPr>
            <a:spLocks noGrp="1"/>
          </p:cNvSpPr>
          <p:nvPr>
            <p:ph type="sldNum" idx="150"/>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CFDD7CB8-F0D3-48A0-8222-A8439BC369B5}"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5"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marL="285840" indent="0" algn="l" defTabSz="914400">
              <a:lnSpc>
                <a:spcPct val="150000"/>
              </a:lnSpc>
              <a:spcBef>
                <a:spcPts val="1191"/>
              </a:spcBef>
              <a:spcAft>
                <a:spcPts val="992"/>
              </a:spcAft>
              <a:buNone/>
              <a:tabLst>
                <a:tab pos="0" algn="l"/>
              </a:tabLst>
            </a:pPr>
            <a:r>
              <a:rPr lang="en-US" sz="2600" b="1" u="none" strike="noStrike">
                <a:solidFill>
                  <a:srgbClr val="FF4000"/>
                </a:solidFill>
                <a:effectLst/>
                <a:uFillTx/>
                <a:latin typeface="SRH Text"/>
                <a:ea typeface="SRH Text"/>
              </a:rPr>
              <a:t>Selective Prediction — Test Set Results </a:t>
            </a:r>
            <a:endParaRPr lang="de-DE" sz="2600" b="1" u="none" strike="noStrike">
              <a:solidFill>
                <a:schemeClr val="dk1"/>
              </a:solidFill>
              <a:effectLst/>
              <a:uFillTx/>
              <a:latin typeface="SRH Headline"/>
            </a:endParaRPr>
          </a:p>
        </p:txBody>
      </p:sp>
      <p:sp>
        <p:nvSpPr>
          <p:cNvPr id="356" name="PlaceHolder 2"/>
          <p:cNvSpPr>
            <a:spLocks noGrp="1"/>
          </p:cNvSpPr>
          <p:nvPr>
            <p:ph/>
          </p:nvPr>
        </p:nvSpPr>
        <p:spPr>
          <a:xfrm>
            <a:off x="228600" y="696600"/>
            <a:ext cx="3657240" cy="5246640"/>
          </a:xfrm>
          <a:prstGeom prst="rect">
            <a:avLst/>
          </a:prstGeom>
          <a:noFill/>
          <a:ln w="0">
            <a:noFill/>
          </a:ln>
        </p:spPr>
        <p:txBody>
          <a:bodyPr numCol="1" spcCol="216000" lIns="0" tIns="0" rIns="0" bIns="0" anchor="t">
            <a:noAutofit/>
          </a:bodyPr>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1" u="none" strike="noStrike">
                <a:solidFill>
                  <a:schemeClr val="dk1"/>
                </a:solidFill>
                <a:effectLst/>
                <a:uFillTx/>
                <a:latin typeface="SRH Text"/>
                <a:ea typeface="SRH Text"/>
              </a:rPr>
              <a:t>Test-Set Decision Distribution</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Auto Accept: 1,780 (35.60%)</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Auto Reject: 2,604 (52.08%)</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Manual Review: 616 (12.32%)</a:t>
            </a:r>
            <a:endParaRPr lang="de-DE" sz="13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357" name="PlaceHolder 3"/>
          <p:cNvSpPr>
            <a:spLocks noGrp="1"/>
          </p:cNvSpPr>
          <p:nvPr>
            <p:ph type="dt" idx="15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5C0D2ACC-B3F0-4C63-BE70-70F223D954A4}"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358" name="PlaceHolder 4"/>
          <p:cNvSpPr>
            <a:spLocks noGrp="1"/>
          </p:cNvSpPr>
          <p:nvPr>
            <p:ph type="ftr" idx="152"/>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59" name="PlaceHolder 5"/>
          <p:cNvSpPr>
            <a:spLocks noGrp="1"/>
          </p:cNvSpPr>
          <p:nvPr>
            <p:ph type="sldNum" idx="153"/>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C8EC4F76-815A-4182-AC96-AD955E0D45B9}"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360" name=""/>
          <p:cNvPicPr/>
          <p:nvPr/>
        </p:nvPicPr>
        <p:blipFill>
          <a:blip r:embed="rId1"/>
          <a:stretch/>
        </p:blipFill>
        <p:spPr>
          <a:xfrm>
            <a:off x="4212000" y="1143000"/>
            <a:ext cx="6989040" cy="5257440"/>
          </a:xfrm>
          <a:prstGeom prst="rect">
            <a:avLst/>
          </a:prstGeom>
          <a:noFill/>
          <a:ln w="0">
            <a:noFill/>
          </a:ln>
        </p:spPr>
      </p:pic>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1"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marL="285840" indent="0" algn="l" defTabSz="914400">
              <a:lnSpc>
                <a:spcPct val="150000"/>
              </a:lnSpc>
              <a:spcBef>
                <a:spcPts val="1191"/>
              </a:spcBef>
              <a:spcAft>
                <a:spcPts val="992"/>
              </a:spcAft>
              <a:buNone/>
              <a:tabLst>
                <a:tab pos="0" algn="l"/>
              </a:tabLst>
            </a:pPr>
            <a:r>
              <a:rPr lang="en-US" sz="2600" b="1" u="none" strike="noStrike">
                <a:solidFill>
                  <a:srgbClr val="FF4000"/>
                </a:solidFill>
                <a:effectLst/>
                <a:uFillTx/>
                <a:latin typeface="SRH Text"/>
                <a:ea typeface="SRH Text"/>
              </a:rPr>
              <a:t>Nightly Automated Model Monitoring</a:t>
            </a:r>
            <a:endParaRPr lang="de-DE" sz="2600" b="1" u="none" strike="noStrike">
              <a:solidFill>
                <a:schemeClr val="dk1"/>
              </a:solidFill>
              <a:effectLst/>
              <a:uFillTx/>
              <a:latin typeface="SRH Headline"/>
            </a:endParaRPr>
          </a:p>
        </p:txBody>
      </p:sp>
      <p:sp>
        <p:nvSpPr>
          <p:cNvPr id="362" name="PlaceHolder 2"/>
          <p:cNvSpPr>
            <a:spLocks noGrp="1"/>
          </p:cNvSpPr>
          <p:nvPr>
            <p:ph/>
          </p:nvPr>
        </p:nvSpPr>
        <p:spPr>
          <a:xfrm>
            <a:off x="228600" y="914400"/>
            <a:ext cx="5943240" cy="5451840"/>
          </a:xfrm>
          <a:prstGeom prst="rect">
            <a:avLst/>
          </a:prstGeom>
          <a:noFill/>
          <a:ln w="0">
            <a:noFill/>
          </a:ln>
        </p:spPr>
        <p:txBody>
          <a:bodyPr numCol="1" spcCol="216000" lIns="0" tIns="0" rIns="0" bIns="0" anchor="t">
            <a:noAutofit/>
          </a:bodyPr>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Purpose: Continuously monitor the deployed credit-risk model for data and prediction changes.</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Monitoring Pipeline</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Collect new data</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Latest scored loan applications </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Data Drift Detection</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Compare current features with reference data</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Identify MODERATE / SEVERE drift </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Prediction Drift</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Monitor predicted probabilities</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Calculate Population Stability Index (PSI) </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a:t>
            </a:r>
            <a:endParaRPr lang="de-DE" sz="1300" b="0" u="none" strike="noStrike">
              <a:solidFill>
                <a:schemeClr val="dk1"/>
              </a:solidFill>
              <a:effectLst/>
              <a:uFillTx/>
              <a:latin typeface="SRH Text"/>
            </a:endParaRPr>
          </a:p>
        </p:txBody>
      </p:sp>
      <p:sp>
        <p:nvSpPr>
          <p:cNvPr id="363" name="PlaceHolder 3"/>
          <p:cNvSpPr>
            <a:spLocks noGrp="1"/>
          </p:cNvSpPr>
          <p:nvPr>
            <p:ph type="dt" idx="154"/>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95B48E4D-6BC6-45B6-90FB-2A753200E0D7}"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364" name="PlaceHolder 4"/>
          <p:cNvSpPr>
            <a:spLocks noGrp="1"/>
          </p:cNvSpPr>
          <p:nvPr>
            <p:ph type="ftr" idx="155"/>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65" name="PlaceHolder 5"/>
          <p:cNvSpPr>
            <a:spLocks noGrp="1"/>
          </p:cNvSpPr>
          <p:nvPr>
            <p:ph type="sldNum" idx="156"/>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4FFE7C0-4925-4D3C-886B-B9E52DF4303B}"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366" name="PlaceHolder 150"/>
          <p:cNvSpPr/>
          <p:nvPr/>
        </p:nvSpPr>
        <p:spPr>
          <a:xfrm>
            <a:off x="6172200" y="914400"/>
            <a:ext cx="5615640" cy="5257440"/>
          </a:xfrm>
          <a:prstGeom prst="rect">
            <a:avLst/>
          </a:prstGeom>
          <a:noFill/>
          <a:ln w="0">
            <a:noFill/>
          </a:ln>
        </p:spPr>
        <p:style>
          <a:lnRef idx="0"/>
          <a:fillRef idx="0"/>
          <a:effectRef idx="0"/>
          <a:fontRef idx="minor"/>
        </p:style>
        <p:txBody>
          <a:bodyPr numCol="1" spcCol="216000" lIns="0" tIns="0" rIns="0" bIns="0" anchor="t">
            <a:noAutofit/>
          </a:bodyPr>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Performance Monitoring</a:t>
            </a:r>
            <a:endParaRPr lang="en-US" sz="1300" b="0" u="none" strike="noStrike">
              <a:solidFill>
                <a:srgbClr val="000000"/>
              </a:solidFill>
              <a:effectLst/>
              <a:uFillTx/>
              <a:latin typeface="Arial"/>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 AUC, False Negatives (FN), False Positives (FP)</a:t>
            </a:r>
            <a:endParaRPr lang="en-US" sz="1300" b="0" u="none" strike="noStrike">
              <a:solidFill>
                <a:srgbClr val="000000"/>
              </a:solidFill>
              <a:effectLst/>
              <a:uFillTx/>
              <a:latin typeface="Arial"/>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 Cost-sensitive performance </a:t>
            </a:r>
            <a:endParaRPr lang="en-US" sz="1300" b="0" u="none" strike="noStrike">
              <a:solidFill>
                <a:srgbClr val="000000"/>
              </a:solidFill>
              <a:effectLst/>
              <a:uFillTx/>
              <a:latin typeface="Arial"/>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Automated Alerting</a:t>
            </a:r>
            <a:endParaRPr lang="en-US" sz="1300" b="0" u="none" strike="noStrike">
              <a:solidFill>
                <a:srgbClr val="000000"/>
              </a:solidFill>
              <a:effectLst/>
              <a:uFillTx/>
              <a:latin typeface="Arial"/>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 Trigger alert when severe drift, prediction drift, or performance degradation is detected </a:t>
            </a:r>
            <a:endParaRPr lang="en-US" sz="1300" b="0" u="none" strike="noStrike">
              <a:solidFill>
                <a:srgbClr val="000000"/>
              </a:solidFill>
              <a:effectLst/>
              <a:uFillTx/>
              <a:latin typeface="Arial"/>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Schedule: Daily at 02:00 AM</a:t>
            </a:r>
            <a:endParaRPr lang="en-US" sz="1300" b="0" u="none" strike="noStrike">
              <a:solidFill>
                <a:srgbClr val="000000"/>
              </a:solidFill>
              <a:effectLst/>
              <a:uFillTx/>
              <a:latin typeface="Arial"/>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 </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7"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marL="285840" indent="0" algn="l" defTabSz="914400">
              <a:lnSpc>
                <a:spcPct val="150000"/>
              </a:lnSpc>
              <a:spcBef>
                <a:spcPts val="1191"/>
              </a:spcBef>
              <a:spcAft>
                <a:spcPts val="992"/>
              </a:spcAft>
              <a:buNone/>
              <a:tabLst>
                <a:tab pos="0" algn="l"/>
              </a:tabLst>
            </a:pPr>
            <a:r>
              <a:rPr lang="en-US" sz="2600" b="1" u="none" strike="noStrike">
                <a:solidFill>
                  <a:srgbClr val="FF4000"/>
                </a:solidFill>
                <a:effectLst/>
                <a:uFillTx/>
                <a:latin typeface="SRH Text"/>
                <a:ea typeface="SRH Text"/>
              </a:rPr>
              <a:t>Selective Prediction — Test Set Results </a:t>
            </a:r>
            <a:endParaRPr lang="de-DE" sz="2600" b="1" u="none" strike="noStrike">
              <a:solidFill>
                <a:schemeClr val="dk1"/>
              </a:solidFill>
              <a:effectLst/>
              <a:uFillTx/>
              <a:latin typeface="SRH Headline"/>
            </a:endParaRPr>
          </a:p>
        </p:txBody>
      </p:sp>
      <p:sp>
        <p:nvSpPr>
          <p:cNvPr id="368" name="PlaceHolder 2"/>
          <p:cNvSpPr>
            <a:spLocks noGrp="1"/>
          </p:cNvSpPr>
          <p:nvPr>
            <p:ph type="dt" idx="157"/>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EA5A8CE0-F313-4B96-AAB7-B326D50755A8}" type="datetime1">
              <a:rPr lang="en-CA" sz="900" b="1" u="none" strike="noStrike">
                <a:solidFill>
                  <a:srgbClr val="6D7373"/>
                </a:solidFill>
                <a:effectLst/>
                <a:uFillTx/>
                <a:latin typeface="SRH Text"/>
                <a:ea typeface="SRH"/>
              </a:rPr>
              <a:t>2026-08-12</a:t>
            </a:fld>
            <a:endParaRPr lang="en-US" sz="900" b="0" u="none" strike="noStrike">
              <a:solidFill>
                <a:srgbClr val="000000"/>
              </a:solidFill>
              <a:effectLst/>
              <a:uFillTx/>
              <a:latin typeface="Times New Roman"/>
            </a:endParaRPr>
          </a:p>
        </p:txBody>
      </p:sp>
      <p:sp>
        <p:nvSpPr>
          <p:cNvPr id="369" name="PlaceHolder 3"/>
          <p:cNvSpPr>
            <a:spLocks noGrp="1"/>
          </p:cNvSpPr>
          <p:nvPr>
            <p:ph type="ftr" idx="158"/>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70" name="PlaceHolder 4"/>
          <p:cNvSpPr>
            <a:spLocks noGrp="1"/>
          </p:cNvSpPr>
          <p:nvPr>
            <p:ph type="sldNum" idx="159"/>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C8BECE47-1C30-4205-BB33-268CC51A156E}"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371" name=""/>
          <p:cNvPicPr/>
          <p:nvPr/>
        </p:nvPicPr>
        <p:blipFill>
          <a:blip r:embed="rId1"/>
          <a:stretch/>
        </p:blipFill>
        <p:spPr>
          <a:xfrm>
            <a:off x="479520" y="1242360"/>
            <a:ext cx="10721520" cy="4472280"/>
          </a:xfrm>
          <a:prstGeom prst="rect">
            <a:avLst/>
          </a:prstGeom>
          <a:noFill/>
          <a:ln w="0">
            <a:noFill/>
          </a:ln>
        </p:spPr>
      </p:pic>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72" name="Picture 10"/>
          <p:cNvPicPr/>
          <p:nvPr/>
        </p:nvPicPr>
        <p:blipFill>
          <a:blip r:embed="rId1"/>
          <a:stretch/>
        </p:blipFill>
        <p:spPr>
          <a:xfrm>
            <a:off x="101520" y="1472400"/>
            <a:ext cx="9449280" cy="1730880"/>
          </a:xfrm>
          <a:prstGeom prst="rect">
            <a:avLst/>
          </a:prstGeom>
          <a:noFill/>
          <a:ln w="0">
            <a:noFill/>
          </a:ln>
        </p:spPr>
      </p:pic>
      <p:pic>
        <p:nvPicPr>
          <p:cNvPr id="373" name="Picture 11"/>
          <p:cNvPicPr/>
          <p:nvPr/>
        </p:nvPicPr>
        <p:blipFill>
          <a:blip r:embed="rId2"/>
          <a:stretch/>
        </p:blipFill>
        <p:spPr>
          <a:xfrm>
            <a:off x="1456200" y="2779920"/>
            <a:ext cx="7668720" cy="848880"/>
          </a:xfrm>
          <a:prstGeom prst="rect">
            <a:avLst/>
          </a:prstGeom>
          <a:noFill/>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Presentation">
  <a:themeElements>
    <a:clrScheme name="Presentation 1">
      <a:dk1>
        <a:srgbClr val="575756"/>
      </a:dk1>
      <a:lt1>
        <a:srgbClr val="FFFFFF"/>
      </a:lt1>
      <a:dk2>
        <a:srgbClr val="00699A"/>
      </a:dk2>
      <a:lt2>
        <a:srgbClr val="AAA39D"/>
      </a:lt2>
      <a:accent1>
        <a:srgbClr val="DF4807"/>
      </a:accent1>
      <a:accent2>
        <a:srgbClr val="AAA39D"/>
      </a:accent2>
      <a:accent3>
        <a:srgbClr val="FCC61E"/>
      </a:accent3>
      <a:accent4>
        <a:srgbClr val="35B4A0"/>
      </a:accent4>
      <a:accent5>
        <a:srgbClr val="CA007F"/>
      </a:accent5>
      <a:accent6>
        <a:srgbClr val="021E30"/>
      </a:accent6>
      <a:hlink>
        <a:srgbClr val="000000"/>
      </a:hlink>
      <a:folHlink>
        <a:srgbClr val="000000"/>
      </a:folHlink>
    </a:clrScheme>
    <a:fontScheme name="Presentation">
      <a:majorFont>
        <a:latin typeface="SRH Headline" pitchFamily="0" charset="1"/>
        <a:ea typeface="SRH Headline" pitchFamily="0" charset="1"/>
        <a:cs typeface="SRH Headline" pitchFamily="0" charset="1"/>
      </a:majorFont>
      <a:minorFont>
        <a:latin typeface="SRH Text" pitchFamily="0" charset="1"/>
        <a:ea typeface="SRH Text" pitchFamily="0" charset="1"/>
        <a:cs typeface="SRH Text"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3009</TotalTime>
  <Application>LibreOffice/26.2.5.2$Windows_X86_64 LibreOffice_project/cd7284b4cbbfeb507e630c1aac019f4157393acb</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2020-06-05T16:20:53Z</dcterms:created>
  <dc:creator>Henrike Voelker</dc:creator>
  <dc:description/>
  <dc:language>en-US</dc:language>
  <cp:lastModifiedBy/>
  <dcterms:modified xsi:type="dcterms:W3CDTF">2026-08-12T19:54:33Z</dcterms:modified>
  <cp:revision>76</cp:revision>
  <dc:subject/>
  <dc:title>PowerPoint-Präsentation</dc:title>
</cp:coreProperties>
</file>

<file path=docProps/custom.xml><?xml version="1.0" encoding="utf-8"?>
<Properties xmlns="http://schemas.openxmlformats.org/officeDocument/2006/custom-properties" xmlns:vt="http://schemas.openxmlformats.org/officeDocument/2006/docPropsVTypes"/>
</file>