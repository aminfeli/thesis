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4.xml" ContentType="application/vnd.openxmlformats-officedocument.theme+xml"/>
  <Override PartName="/ppt/presentation.xml" ContentType="application/vnd.openxmlformats-officedocument.presentationml.presentation.main+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7.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media/image2.svg" ContentType="image/svg"/>
  <Override PartName="/ppt/media/image4.svg" ContentType="image/svg"/>
  <Override PartName="/ppt/media/image13.emf" ContentType="image/x-emf"/>
  <Override PartName="/ppt/media/image14.emf" ContentType="image/x-emf"/>
  <Override PartName="/ppt/slideMasters/slideMaster1.xml" ContentType="application/vnd.openxmlformats-officedocument.presentationml.slideMaster+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slideLayouts/slideLayout23.xml" ContentType="application/vnd.openxmlformats-officedocument.presentationml.slideLayout+xml"/>
  <Override PartName="/ppt/slideLayouts/slideLayout1.xml" ContentType="application/vnd.openxmlformats-officedocument.presentationml.slideLayout+xml"/>
  <Override PartName="/ppt/slideLayouts/slideLayout20.xml" ContentType="application/vnd.openxmlformats-officedocument.presentationml.slideLayout+xml"/>
  <Override PartName="/ppt/slideLayouts/slideLayout2.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embedTrueTypeFonts="1">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Lst>
  <p:sldSz cx="12192000" cy="6858000"/>
  <p:notesSz cx="7772400" cy="10058400"/>
  <p:embeddedFontLst>
    <p:embeddedFont>
      <p:font typeface="SRH"/>
    </p:embeddedFont>
    <p:embeddedFont>
      <p:font typeface="SRH Text"/>
    </p:embeddedFont>
    <p:embeddedFont>
      <p:font typeface="SRH Headline"/>
    </p:embeddedFont>
    <p:embeddedFont>
      <p:font typeface="Arial MT"/>
    </p:embeddedFont>
  </p:embeddedFon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defTabSz="914400">
              <a:lnSpc>
                <a:spcPct val="98000"/>
              </a:lnSpc>
              <a:tabLst>
                <a:tab pos="0" algn="l"/>
              </a:tabLst>
            </a:pPr>
            <a:r>
              <a:rPr lang="de-DE" sz="4800" b="1" u="none" strike="noStrike">
                <a:solidFill>
                  <a:schemeClr val="lt1"/>
                </a:solidFill>
                <a:effectLst/>
                <a:uFillTx/>
                <a:latin typeface="SRH Headline"/>
              </a:rPr>
              <a:t>Click to move the slide</a:t>
            </a:r>
            <a:endParaRPr lang="de-DE" sz="4800" b="1" u="none" strike="noStrike">
              <a:solidFill>
                <a:schemeClr val="lt1"/>
              </a:solidFill>
              <a:effectLst/>
              <a:uFillTx/>
              <a:latin typeface="SRH Headline"/>
            </a:endParaRPr>
          </a:p>
        </p:txBody>
      </p:sp>
      <p:sp>
        <p:nvSpPr>
          <p:cNvPr id="18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8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87" name="PlaceHolder 4"/>
          <p:cNvSpPr>
            <a:spLocks noGrp="1"/>
          </p:cNvSpPr>
          <p:nvPr>
            <p:ph type="dt" idx="58"/>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88" name="PlaceHolder 5"/>
          <p:cNvSpPr>
            <a:spLocks noGrp="1"/>
          </p:cNvSpPr>
          <p:nvPr>
            <p:ph type="ftr" idx="59"/>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89" name="PlaceHolder 6"/>
          <p:cNvSpPr>
            <a:spLocks noGrp="1"/>
          </p:cNvSpPr>
          <p:nvPr>
            <p:ph type="sldNum" idx="60"/>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F97C7074-20B9-4C59-B284-9EE390C18C57}" type="slidenum">
              <a:rPr lang="en-US" sz="1400" b="0" u="none" strike="noStrike">
                <a:solidFill>
                  <a:srgbClr val="000000"/>
                </a:solidFill>
                <a:effectLst/>
                <a:uFillTx/>
                <a:latin typeface="Times New Roman"/>
              </a:rPr>
              <a:t>17</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5" name="PlaceHolder 1"/>
          <p:cNvSpPr>
            <a:spLocks noGrp="1"/>
          </p:cNvSpPr>
          <p:nvPr>
            <p:ph type="sldImg"/>
          </p:nvPr>
        </p:nvSpPr>
        <p:spPr>
          <a:xfrm>
            <a:off x="685800" y="1143000"/>
            <a:ext cx="5484600" cy="3084480"/>
          </a:xfrm>
          <a:prstGeom prst="rect">
            <a:avLst/>
          </a:prstGeom>
          <a:ln w="0">
            <a:noFill/>
          </a:ln>
        </p:spPr>
      </p:sp>
      <p:sp>
        <p:nvSpPr>
          <p:cNvPr id="336" name="PlaceHolder 2"/>
          <p:cNvSpPr>
            <a:spLocks noGrp="1"/>
          </p:cNvSpPr>
          <p:nvPr>
            <p:ph type="body"/>
          </p:nvPr>
        </p:nvSpPr>
        <p:spPr>
          <a:xfrm>
            <a:off x="685800" y="4400640"/>
            <a:ext cx="5484600" cy="3598560"/>
          </a:xfrm>
          <a:prstGeom prst="rect">
            <a:avLst/>
          </a:prstGeom>
          <a:noFill/>
          <a:ln w="0">
            <a:noFill/>
          </a:ln>
        </p:spPr>
        <p:txBody>
          <a:bodyPr numCol="1" spcCol="216000"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37" name="PlaceHolder 3"/>
          <p:cNvSpPr>
            <a:spLocks noGrp="1"/>
          </p:cNvSpPr>
          <p:nvPr>
            <p:ph type="sldNum" idx="145"/>
          </p:nvPr>
        </p:nvSpPr>
        <p:spPr>
          <a:xfrm>
            <a:off x="3884760" y="8685360"/>
            <a:ext cx="2970000" cy="456840"/>
          </a:xfrm>
          <a:prstGeom prst="rect">
            <a:avLst/>
          </a:prstGeom>
          <a:noFill/>
          <a:ln w="0">
            <a:noFill/>
          </a:ln>
        </p:spPr>
        <p:txBody>
          <a:bodyPr numCol="1" spcCol="216000" lIns="91440" tIns="45720" rIns="91440" bIns="45720" anchor="b">
            <a:noAutofit/>
          </a:bodyPr>
          <a:lstStyle>
            <a:lvl1pPr indent="0" algn="r">
              <a:lnSpc>
                <a:spcPct val="100000"/>
              </a:lnSpc>
              <a:buNone/>
              <a:tabLst>
                <a:tab pos="0" algn="l"/>
              </a:tabLst>
              <a:defRPr lang="de-DE" sz="1200" b="0" u="none" strike="noStrike">
                <a:solidFill>
                  <a:srgbClr val="000000"/>
                </a:solidFill>
                <a:effectLst/>
                <a:uFillTx/>
                <a:latin typeface="Times New Roman"/>
              </a:defRPr>
            </a:lvl1pPr>
          </a:lstStyle>
          <a:p>
            <a:pPr indent="0" algn="r">
              <a:lnSpc>
                <a:spcPct val="100000"/>
              </a:lnSpc>
              <a:buNone/>
              <a:tabLst>
                <a:tab pos="0" algn="l"/>
              </a:tabLst>
            </a:pPr>
            <a:fld id="{2AC2FA22-93B5-4F91-A1FD-733C2C3525DB}" type="slidenum">
              <a:rPr lang="de-DE"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 name="PlaceHolder 1"/>
          <p:cNvSpPr>
            <a:spLocks noGrp="1"/>
          </p:cNvSpPr>
          <p:nvPr>
            <p:ph type="sldImg"/>
          </p:nvPr>
        </p:nvSpPr>
        <p:spPr>
          <a:xfrm>
            <a:off x="685800" y="1143000"/>
            <a:ext cx="5484600" cy="3084480"/>
          </a:xfrm>
          <a:prstGeom prst="rect">
            <a:avLst/>
          </a:prstGeom>
          <a:ln w="0">
            <a:noFill/>
          </a:ln>
        </p:spPr>
      </p:sp>
      <p:sp>
        <p:nvSpPr>
          <p:cNvPr id="339" name="PlaceHolder 2"/>
          <p:cNvSpPr>
            <a:spLocks noGrp="1"/>
          </p:cNvSpPr>
          <p:nvPr>
            <p:ph type="body"/>
          </p:nvPr>
        </p:nvSpPr>
        <p:spPr>
          <a:xfrm>
            <a:off x="685800" y="4400640"/>
            <a:ext cx="5484600" cy="3598560"/>
          </a:xfrm>
          <a:prstGeom prst="rect">
            <a:avLst/>
          </a:prstGeom>
          <a:noFill/>
          <a:ln w="0">
            <a:noFill/>
          </a:ln>
        </p:spPr>
        <p:txBody>
          <a:bodyPr numCol="1" spcCol="216000"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40" name="PlaceHolder 3"/>
          <p:cNvSpPr>
            <a:spLocks noGrp="1"/>
          </p:cNvSpPr>
          <p:nvPr>
            <p:ph type="sldNum" idx="146"/>
          </p:nvPr>
        </p:nvSpPr>
        <p:spPr>
          <a:xfrm>
            <a:off x="3884760" y="8685360"/>
            <a:ext cx="2970000" cy="456840"/>
          </a:xfrm>
          <a:prstGeom prst="rect">
            <a:avLst/>
          </a:prstGeom>
          <a:noFill/>
          <a:ln w="0">
            <a:noFill/>
          </a:ln>
        </p:spPr>
        <p:txBody>
          <a:bodyPr numCol="1" spcCol="216000" lIns="91440" tIns="45720" rIns="91440" bIns="45720" anchor="b">
            <a:noAutofit/>
          </a:bodyPr>
          <a:lstStyle>
            <a:lvl1pPr indent="0" algn="r">
              <a:lnSpc>
                <a:spcPct val="100000"/>
              </a:lnSpc>
              <a:buNone/>
              <a:tabLst>
                <a:tab pos="0" algn="l"/>
              </a:tabLst>
              <a:defRPr lang="de-DE" sz="1200" b="0" u="none" strike="noStrike">
                <a:solidFill>
                  <a:srgbClr val="000000"/>
                </a:solidFill>
                <a:effectLst/>
                <a:uFillTx/>
                <a:latin typeface="Times New Roman"/>
              </a:defRPr>
            </a:lvl1pPr>
          </a:lstStyle>
          <a:p>
            <a:pPr indent="0" algn="r">
              <a:lnSpc>
                <a:spcPct val="100000"/>
              </a:lnSpc>
              <a:buNone/>
              <a:tabLst>
                <a:tab pos="0" algn="l"/>
              </a:tabLst>
            </a:pPr>
            <a:fld id="{7706FA85-E4AF-498D-9C83-702589E9CCFA}" type="slidenum">
              <a:rPr lang="de-DE"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1" name="PlaceHolder 1"/>
          <p:cNvSpPr>
            <a:spLocks noGrp="1"/>
          </p:cNvSpPr>
          <p:nvPr>
            <p:ph type="sldImg"/>
          </p:nvPr>
        </p:nvSpPr>
        <p:spPr>
          <a:xfrm>
            <a:off x="685800" y="1143000"/>
            <a:ext cx="5484600" cy="3084480"/>
          </a:xfrm>
          <a:prstGeom prst="rect">
            <a:avLst/>
          </a:prstGeom>
          <a:ln w="0">
            <a:noFill/>
          </a:ln>
        </p:spPr>
      </p:sp>
      <p:sp>
        <p:nvSpPr>
          <p:cNvPr id="342" name="PlaceHolder 2"/>
          <p:cNvSpPr>
            <a:spLocks noGrp="1"/>
          </p:cNvSpPr>
          <p:nvPr>
            <p:ph type="body"/>
          </p:nvPr>
        </p:nvSpPr>
        <p:spPr>
          <a:xfrm>
            <a:off x="685800" y="4400640"/>
            <a:ext cx="5484600" cy="3598560"/>
          </a:xfrm>
          <a:prstGeom prst="rect">
            <a:avLst/>
          </a:prstGeom>
          <a:noFill/>
          <a:ln w="0">
            <a:noFill/>
          </a:ln>
        </p:spPr>
        <p:txBody>
          <a:bodyPr numCol="1" spcCol="216000"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343" name="PlaceHolder 3"/>
          <p:cNvSpPr>
            <a:spLocks noGrp="1"/>
          </p:cNvSpPr>
          <p:nvPr>
            <p:ph type="sldNum" idx="147"/>
          </p:nvPr>
        </p:nvSpPr>
        <p:spPr>
          <a:xfrm>
            <a:off x="3884760" y="8685360"/>
            <a:ext cx="2970000" cy="456840"/>
          </a:xfrm>
          <a:prstGeom prst="rect">
            <a:avLst/>
          </a:prstGeom>
          <a:noFill/>
          <a:ln w="0">
            <a:noFill/>
          </a:ln>
        </p:spPr>
        <p:txBody>
          <a:bodyPr numCol="1" spcCol="216000" lIns="91440" tIns="45720" rIns="91440" bIns="45720" anchor="b">
            <a:noAutofit/>
          </a:bodyPr>
          <a:lstStyle>
            <a:lvl1pPr indent="0" algn="r">
              <a:lnSpc>
                <a:spcPct val="100000"/>
              </a:lnSpc>
              <a:buNone/>
              <a:tabLst>
                <a:tab pos="0" algn="l"/>
              </a:tabLst>
              <a:defRPr lang="de-DE" sz="1200" b="0" u="none" strike="noStrike">
                <a:solidFill>
                  <a:srgbClr val="000000"/>
                </a:solidFill>
                <a:effectLst/>
                <a:uFillTx/>
                <a:latin typeface="Times New Roman"/>
              </a:defRPr>
            </a:lvl1pPr>
          </a:lstStyle>
          <a:p>
            <a:pPr indent="0" algn="r">
              <a:lnSpc>
                <a:spcPct val="100000"/>
              </a:lnSpc>
              <a:buNone/>
              <a:tabLst>
                <a:tab pos="0" algn="l"/>
              </a:tabLst>
            </a:pPr>
            <a:fld id="{0E1A11F6-7259-452D-9A9E-135C2B9BEE5E}" type="slidenum">
              <a:rPr lang="de-DE"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arm grey">
    <p:bg>
      <p:bgPr>
        <a:solidFill>
          <a:schemeClr val="lt1"/>
        </a:solidFill>
      </p:bgPr>
    </p:bg>
    <p:spTree>
      <p:nvGrpSpPr>
        <p:cNvPr id="1" name=""/>
        <p:cNvGrpSpPr/>
        <p:nvPr/>
      </p:nvGrpSpPr>
      <p:grpSpPr>
        <a:xfrm>
          <a:off x="0" y="0"/>
          <a:ext cx="0" cy="0"/>
          <a:chOff x="0" y="0"/>
          <a:chExt cx="0" cy="0"/>
        </a:xfrm>
      </p:grpSpPr>
      <p:sp>
        <p:nvSpPr>
          <p:cNvPr id="2"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3" name="Rechteck 13"/>
          <p:cNvSpPr/>
          <p:nvPr/>
        </p:nvSpPr>
        <p:spPr>
          <a:xfrm>
            <a:off x="0" y="1405800"/>
            <a:ext cx="12190320" cy="545040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4" name="PlaceHolder 1"/>
          <p:cNvSpPr>
            <a:spLocks noGrp="1"/>
          </p:cNvSpPr>
          <p:nvPr>
            <p:ph type="title"/>
          </p:nvPr>
        </p:nvSpPr>
        <p:spPr>
          <a:xfrm>
            <a:off x="360000" y="358920"/>
            <a:ext cx="9155520" cy="83340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5" name="PlaceHolder 2"/>
          <p:cNvSpPr>
            <a:spLocks noGrp="1"/>
          </p:cNvSpPr>
          <p:nvPr>
            <p:ph type="body"/>
          </p:nvPr>
        </p:nvSpPr>
        <p:spPr>
          <a:xfrm>
            <a:off x="360000" y="2873880"/>
            <a:ext cx="7526880" cy="232416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6" name="PlaceHolder 3"/>
          <p:cNvSpPr>
            <a:spLocks noGrp="1"/>
          </p:cNvSpPr>
          <p:nvPr>
            <p:ph type="dt" idx="1"/>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7" name="PlaceHolder 4"/>
          <p:cNvSpPr>
            <a:spLocks noGrp="1"/>
          </p:cNvSpPr>
          <p:nvPr>
            <p:ph type="ftr" idx="2"/>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8" name="PlaceHolder 5"/>
          <p:cNvSpPr>
            <a:spLocks noGrp="1"/>
          </p:cNvSpPr>
          <p:nvPr>
            <p:ph type="sldNum" idx="3"/>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0F811BB-C777-47DE-85A8-52909E262919}"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9" name="PlaceHolder 6"/>
          <p:cNvSpPr>
            <a:spLocks noGrp="1"/>
          </p:cNvSpPr>
          <p:nvPr>
            <p:ph type="body"/>
          </p:nvPr>
        </p:nvSpPr>
        <p:spPr>
          <a:xfrm>
            <a:off x="360000" y="1728000"/>
            <a:ext cx="7526880" cy="77940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0" name="PlaceHolder 7"/>
          <p:cNvSpPr>
            <a:spLocks noGrp="1"/>
          </p:cNvSpPr>
          <p:nvPr>
            <p:ph type="body"/>
          </p:nvPr>
        </p:nvSpPr>
        <p:spPr>
          <a:xfrm>
            <a:off x="360000" y="5463720"/>
            <a:ext cx="7526880" cy="49176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11" name="PlaceHolder 8"/>
          <p:cNvSpPr>
            <a:spLocks noGrp="1"/>
          </p:cNvSpPr>
          <p:nvPr>
            <p:ph type="body"/>
          </p:nvPr>
        </p:nvSpPr>
        <p:spPr>
          <a:xfrm>
            <a:off x="8248680" y="1728000"/>
            <a:ext cx="3582720" cy="422856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eiss">
    <p:bg>
      <p:bgPr>
        <a:solidFill>
          <a:schemeClr val="lt1"/>
        </a:solidFill>
      </p:bgPr>
    </p:bg>
    <p:spTree>
      <p:nvGrpSpPr>
        <p:cNvPr id="1" name=""/>
        <p:cNvGrpSpPr/>
        <p:nvPr/>
      </p:nvGrpSpPr>
      <p:grpSpPr>
        <a:xfrm>
          <a:off x="0" y="0"/>
          <a:ext cx="0" cy="0"/>
          <a:chOff x="0" y="0"/>
          <a:chExt cx="0" cy="0"/>
        </a:xfrm>
      </p:grpSpPr>
      <p:sp>
        <p:nvSpPr>
          <p:cNvPr id="12"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13" name="PlaceHolder 1"/>
          <p:cNvSpPr>
            <a:spLocks noGrp="1"/>
          </p:cNvSpPr>
          <p:nvPr>
            <p:ph type="title"/>
          </p:nvPr>
        </p:nvSpPr>
        <p:spPr>
          <a:xfrm>
            <a:off x="360000" y="358920"/>
            <a:ext cx="9155520" cy="83340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4" name="PlaceHolder 2"/>
          <p:cNvSpPr>
            <a:spLocks noGrp="1"/>
          </p:cNvSpPr>
          <p:nvPr>
            <p:ph type="body"/>
          </p:nvPr>
        </p:nvSpPr>
        <p:spPr>
          <a:xfrm>
            <a:off x="360000" y="2873880"/>
            <a:ext cx="7526880" cy="232416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5" name="PlaceHolder 3"/>
          <p:cNvSpPr>
            <a:spLocks noGrp="1"/>
          </p:cNvSpPr>
          <p:nvPr>
            <p:ph type="dt" idx="4"/>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6" name="PlaceHolder 4"/>
          <p:cNvSpPr>
            <a:spLocks noGrp="1"/>
          </p:cNvSpPr>
          <p:nvPr>
            <p:ph type="ftr" idx="5"/>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7" name="PlaceHolder 5"/>
          <p:cNvSpPr>
            <a:spLocks noGrp="1"/>
          </p:cNvSpPr>
          <p:nvPr>
            <p:ph type="sldNum" idx="6"/>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20DE6CA-5ADA-46F2-8E68-8516FABA78A7}"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18" name="PlaceHolder 6"/>
          <p:cNvSpPr>
            <a:spLocks noGrp="1"/>
          </p:cNvSpPr>
          <p:nvPr>
            <p:ph type="body"/>
          </p:nvPr>
        </p:nvSpPr>
        <p:spPr>
          <a:xfrm>
            <a:off x="360000" y="1728000"/>
            <a:ext cx="7526880" cy="77940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9" name="PlaceHolder 7"/>
          <p:cNvSpPr>
            <a:spLocks noGrp="1"/>
          </p:cNvSpPr>
          <p:nvPr>
            <p:ph type="body"/>
          </p:nvPr>
        </p:nvSpPr>
        <p:spPr>
          <a:xfrm>
            <a:off x="360000" y="5463720"/>
            <a:ext cx="7526880" cy="49176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20" name="PlaceHolder 8"/>
          <p:cNvSpPr>
            <a:spLocks noGrp="1"/>
          </p:cNvSpPr>
          <p:nvPr>
            <p:ph type="body"/>
          </p:nvPr>
        </p:nvSpPr>
        <p:spPr>
          <a:xfrm>
            <a:off x="8248680" y="1728000"/>
            <a:ext cx="3582720" cy="422856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Gliederung">
    <p:bg>
      <p:bgPr>
        <a:solidFill>
          <a:schemeClr val="lt1"/>
        </a:solidFill>
      </p:bgPr>
    </p:bg>
    <p:spTree>
      <p:nvGrpSpPr>
        <p:cNvPr id="1" name=""/>
        <p:cNvGrpSpPr/>
        <p:nvPr/>
      </p:nvGrpSpPr>
      <p:grpSpPr>
        <a:xfrm>
          <a:off x="0" y="0"/>
          <a:ext cx="0" cy="0"/>
          <a:chOff x="0" y="0"/>
          <a:chExt cx="0" cy="0"/>
        </a:xfrm>
      </p:grpSpPr>
      <p:sp>
        <p:nvSpPr>
          <p:cNvPr id="21"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22" name="Logo-Fragment"/>
          <p:cNvSpPr/>
          <p:nvPr/>
        </p:nvSpPr>
        <p:spPr>
          <a:xfrm>
            <a:off x="8202960" y="2802240"/>
            <a:ext cx="3987360" cy="4053960"/>
          </a:xfrm>
          <a:custGeom>
            <a:avLst/>
            <a:gdLst>
              <a:gd name="textAreaLeft" fmla="*/ 0 w 3987360"/>
              <a:gd name="textAreaRight" fmla="*/ 1436065200 w 3987360"/>
              <a:gd name="textAreaTop" fmla="*/ 0 h 4053960"/>
              <a:gd name="textAreaBottom" fmla="*/ 1460068200 h 405396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720" bIns="6858000" anchor="ctr">
            <a:noAutofit/>
          </a:bodyPr>
          <a:p>
            <a:endParaRPr lang="de-DE" sz="1800" b="0" u="none" strike="noStrike">
              <a:solidFill>
                <a:schemeClr val="dk1"/>
              </a:solidFill>
              <a:effectLst/>
              <a:uFillTx/>
              <a:latin typeface="SRH"/>
            </a:endParaRPr>
          </a:p>
        </p:txBody>
      </p:sp>
      <p:sp>
        <p:nvSpPr>
          <p:cNvPr id="23" name="PlaceHolder 1"/>
          <p:cNvSpPr>
            <a:spLocks noGrp="1"/>
          </p:cNvSpPr>
          <p:nvPr>
            <p:ph type="sldNum" idx="7"/>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03BD223-9C96-406E-B95E-67E841625A97}"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24" name="PlaceHolder 2"/>
          <p:cNvSpPr>
            <a:spLocks noGrp="1"/>
          </p:cNvSpPr>
          <p:nvPr>
            <p:ph type="ftr" idx="8"/>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25" name="PlaceHolder 3"/>
          <p:cNvSpPr>
            <a:spLocks noGrp="1"/>
          </p:cNvSpPr>
          <p:nvPr>
            <p:ph type="dt" idx="9"/>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26" name="PlaceHolder 4"/>
          <p:cNvSpPr>
            <a:spLocks noGrp="1"/>
          </p:cNvSpPr>
          <p:nvPr>
            <p:ph type="body"/>
          </p:nvPr>
        </p:nvSpPr>
        <p:spPr>
          <a:xfrm>
            <a:off x="6773400" y="4853880"/>
            <a:ext cx="505152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27" name="PlaceHolder 5"/>
          <p:cNvSpPr>
            <a:spLocks noGrp="1"/>
          </p:cNvSpPr>
          <p:nvPr>
            <p:ph type="body"/>
          </p:nvPr>
        </p:nvSpPr>
        <p:spPr>
          <a:xfrm>
            <a:off x="6275880" y="4853880"/>
            <a:ext cx="42444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28" name="PlaceHolder 6"/>
          <p:cNvSpPr>
            <a:spLocks noGrp="1"/>
          </p:cNvSpPr>
          <p:nvPr>
            <p:ph type="body"/>
          </p:nvPr>
        </p:nvSpPr>
        <p:spPr>
          <a:xfrm>
            <a:off x="6773400" y="4073040"/>
            <a:ext cx="505152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29" name="PlaceHolder 7"/>
          <p:cNvSpPr>
            <a:spLocks noGrp="1"/>
          </p:cNvSpPr>
          <p:nvPr>
            <p:ph type="body"/>
          </p:nvPr>
        </p:nvSpPr>
        <p:spPr>
          <a:xfrm>
            <a:off x="6275880" y="4073040"/>
            <a:ext cx="42444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30" name="PlaceHolder 8"/>
          <p:cNvSpPr>
            <a:spLocks noGrp="1"/>
          </p:cNvSpPr>
          <p:nvPr>
            <p:ph type="body"/>
          </p:nvPr>
        </p:nvSpPr>
        <p:spPr>
          <a:xfrm>
            <a:off x="6773400" y="3291120"/>
            <a:ext cx="505152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31" name="PlaceHolder 9"/>
          <p:cNvSpPr>
            <a:spLocks noGrp="1"/>
          </p:cNvSpPr>
          <p:nvPr>
            <p:ph type="body"/>
          </p:nvPr>
        </p:nvSpPr>
        <p:spPr>
          <a:xfrm>
            <a:off x="6275880" y="3291120"/>
            <a:ext cx="42444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32" name="PlaceHolder 10"/>
          <p:cNvSpPr>
            <a:spLocks noGrp="1"/>
          </p:cNvSpPr>
          <p:nvPr>
            <p:ph type="body"/>
          </p:nvPr>
        </p:nvSpPr>
        <p:spPr>
          <a:xfrm>
            <a:off x="6773400" y="2509560"/>
            <a:ext cx="505152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33" name="PlaceHolder 11"/>
          <p:cNvSpPr>
            <a:spLocks noGrp="1"/>
          </p:cNvSpPr>
          <p:nvPr>
            <p:ph type="body"/>
          </p:nvPr>
        </p:nvSpPr>
        <p:spPr>
          <a:xfrm>
            <a:off x="6275880" y="2509560"/>
            <a:ext cx="42444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34" name="PlaceHolder 12"/>
          <p:cNvSpPr>
            <a:spLocks noGrp="1"/>
          </p:cNvSpPr>
          <p:nvPr>
            <p:ph type="body"/>
          </p:nvPr>
        </p:nvSpPr>
        <p:spPr>
          <a:xfrm>
            <a:off x="6773400" y="1728000"/>
            <a:ext cx="505152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35" name="PlaceHolder 13"/>
          <p:cNvSpPr>
            <a:spLocks noGrp="1"/>
          </p:cNvSpPr>
          <p:nvPr>
            <p:ph type="body"/>
          </p:nvPr>
        </p:nvSpPr>
        <p:spPr>
          <a:xfrm>
            <a:off x="6275880" y="1728000"/>
            <a:ext cx="42444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36" name="PlaceHolder 14"/>
          <p:cNvSpPr>
            <a:spLocks noGrp="1"/>
          </p:cNvSpPr>
          <p:nvPr>
            <p:ph type="body"/>
          </p:nvPr>
        </p:nvSpPr>
        <p:spPr>
          <a:xfrm>
            <a:off x="862200" y="4853880"/>
            <a:ext cx="505224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37" name="PlaceHolder 15"/>
          <p:cNvSpPr>
            <a:spLocks noGrp="1"/>
          </p:cNvSpPr>
          <p:nvPr>
            <p:ph type="body"/>
          </p:nvPr>
        </p:nvSpPr>
        <p:spPr>
          <a:xfrm>
            <a:off x="359280" y="4853880"/>
            <a:ext cx="42372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38" name="PlaceHolder 16"/>
          <p:cNvSpPr>
            <a:spLocks noGrp="1"/>
          </p:cNvSpPr>
          <p:nvPr>
            <p:ph type="body"/>
          </p:nvPr>
        </p:nvSpPr>
        <p:spPr>
          <a:xfrm>
            <a:off x="862200" y="4073040"/>
            <a:ext cx="505224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39" name="PlaceHolder 17"/>
          <p:cNvSpPr>
            <a:spLocks noGrp="1"/>
          </p:cNvSpPr>
          <p:nvPr>
            <p:ph type="body"/>
          </p:nvPr>
        </p:nvSpPr>
        <p:spPr>
          <a:xfrm>
            <a:off x="359280" y="4073040"/>
            <a:ext cx="42372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40" name="PlaceHolder 18"/>
          <p:cNvSpPr>
            <a:spLocks noGrp="1"/>
          </p:cNvSpPr>
          <p:nvPr>
            <p:ph type="body"/>
          </p:nvPr>
        </p:nvSpPr>
        <p:spPr>
          <a:xfrm>
            <a:off x="862200" y="3291120"/>
            <a:ext cx="505224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41" name="PlaceHolder 19"/>
          <p:cNvSpPr>
            <a:spLocks noGrp="1"/>
          </p:cNvSpPr>
          <p:nvPr>
            <p:ph type="body"/>
          </p:nvPr>
        </p:nvSpPr>
        <p:spPr>
          <a:xfrm>
            <a:off x="359280" y="3291120"/>
            <a:ext cx="42372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03</a:t>
            </a:r>
            <a:endParaRPr lang="de-DE" sz="2000" b="1" u="none" strike="noStrike">
              <a:solidFill>
                <a:schemeClr val="accent1"/>
              </a:solidFill>
              <a:effectLst/>
              <a:uFillTx/>
              <a:latin typeface="SRH Text"/>
            </a:endParaRPr>
          </a:p>
        </p:txBody>
      </p:sp>
      <p:sp>
        <p:nvSpPr>
          <p:cNvPr id="42" name="PlaceHolder 20"/>
          <p:cNvSpPr>
            <a:spLocks noGrp="1"/>
          </p:cNvSpPr>
          <p:nvPr>
            <p:ph type="body"/>
          </p:nvPr>
        </p:nvSpPr>
        <p:spPr>
          <a:xfrm>
            <a:off x="862200" y="2509560"/>
            <a:ext cx="505224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43" name="PlaceHolder 21"/>
          <p:cNvSpPr>
            <a:spLocks noGrp="1"/>
          </p:cNvSpPr>
          <p:nvPr>
            <p:ph type="body"/>
          </p:nvPr>
        </p:nvSpPr>
        <p:spPr>
          <a:xfrm>
            <a:off x="359280" y="2509560"/>
            <a:ext cx="42372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02</a:t>
            </a:r>
            <a:endParaRPr lang="de-DE" sz="2000" b="1" u="none" strike="noStrike">
              <a:solidFill>
                <a:schemeClr val="accent1"/>
              </a:solidFill>
              <a:effectLst/>
              <a:uFillTx/>
              <a:latin typeface="SRH Text"/>
            </a:endParaRPr>
          </a:p>
        </p:txBody>
      </p:sp>
      <p:sp>
        <p:nvSpPr>
          <p:cNvPr id="44" name="PlaceHolder 22"/>
          <p:cNvSpPr>
            <a:spLocks noGrp="1"/>
          </p:cNvSpPr>
          <p:nvPr>
            <p:ph type="body"/>
          </p:nvPr>
        </p:nvSpPr>
        <p:spPr>
          <a:xfrm>
            <a:off x="862200" y="1728000"/>
            <a:ext cx="505224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45" name="PlaceHolder 23"/>
          <p:cNvSpPr>
            <a:spLocks noGrp="1"/>
          </p:cNvSpPr>
          <p:nvPr>
            <p:ph type="body"/>
          </p:nvPr>
        </p:nvSpPr>
        <p:spPr>
          <a:xfrm>
            <a:off x="359280" y="1728000"/>
            <a:ext cx="42372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01</a:t>
            </a:r>
            <a:endParaRPr lang="de-DE" sz="2000" b="1" u="none" strike="noStrike">
              <a:solidFill>
                <a:schemeClr val="accent1"/>
              </a:solidFill>
              <a:effectLst/>
              <a:uFillTx/>
              <a:latin typeface="SRH Text"/>
            </a:endParaRPr>
          </a:p>
        </p:txBody>
      </p:sp>
      <p:sp>
        <p:nvSpPr>
          <p:cNvPr id="46" name="PlaceHolder 24"/>
          <p:cNvSpPr>
            <a:spLocks noGrp="1"/>
          </p:cNvSpPr>
          <p:nvPr>
            <p:ph type="title"/>
          </p:nvPr>
        </p:nvSpPr>
        <p:spPr>
          <a:xfrm>
            <a:off x="360000" y="358920"/>
            <a:ext cx="9155520" cy="83340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Gliederung</a:t>
            </a:r>
            <a:endParaRPr lang="de-DE" sz="3000" b="1" u="none" strike="noStrike">
              <a:solidFill>
                <a:schemeClr val="dk1"/>
              </a:solidFill>
              <a:effectLst/>
              <a:uFillTx/>
              <a:latin typeface="SRH Headline"/>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weiß">
    <p:bg>
      <p:bgPr>
        <a:solidFill>
          <a:schemeClr val="lt1"/>
        </a:solidFill>
      </p:bgPr>
    </p:bg>
    <p:spTree>
      <p:nvGrpSpPr>
        <p:cNvPr id="1" name=""/>
        <p:cNvGrpSpPr/>
        <p:nvPr/>
      </p:nvGrpSpPr>
      <p:grpSpPr>
        <a:xfrm>
          <a:off x="0" y="0"/>
          <a:ext cx="0" cy="0"/>
          <a:chOff x="0" y="0"/>
          <a:chExt cx="0" cy="0"/>
        </a:xfrm>
      </p:grpSpPr>
      <p:sp>
        <p:nvSpPr>
          <p:cNvPr id="47" name="Freihandform: Form 11" hidden="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48" name="PlaceHolder 1"/>
          <p:cNvSpPr>
            <a:spLocks noGrp="1"/>
          </p:cNvSpPr>
          <p:nvPr>
            <p:ph type="body"/>
          </p:nvPr>
        </p:nvSpPr>
        <p:spPr>
          <a:xfrm>
            <a:off x="0" y="0"/>
            <a:ext cx="12190320" cy="6856200"/>
          </a:xfrm>
          <a:prstGeom prst="rect">
            <a:avLst/>
          </a:prstGeom>
          <a:solidFill>
            <a:srgbClr val="FED9C9"/>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49" name="PlaceHolder 2"/>
          <p:cNvSpPr>
            <a:spLocks noGrp="1"/>
          </p:cNvSpPr>
          <p:nvPr>
            <p:ph type="title"/>
          </p:nvPr>
        </p:nvSpPr>
        <p:spPr>
          <a:xfrm>
            <a:off x="630000" y="1079640"/>
            <a:ext cx="7399800" cy="30164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50" name="PlaceHolder 3"/>
          <p:cNvSpPr>
            <a:spLocks noGrp="1"/>
          </p:cNvSpPr>
          <p:nvPr>
            <p:ph type="body"/>
          </p:nvPr>
        </p:nvSpPr>
        <p:spPr>
          <a:xfrm>
            <a:off x="9652680" y="622440"/>
            <a:ext cx="1984320" cy="5511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
        <p:nvSpPr>
          <p:cNvPr id="51" name="PlaceHolder 4"/>
          <p:cNvSpPr>
            <a:spLocks noGrp="1"/>
          </p:cNvSpPr>
          <p:nvPr>
            <p:ph type="body"/>
          </p:nvPr>
        </p:nvSpPr>
        <p:spPr>
          <a:xfrm>
            <a:off x="630000" y="457920"/>
            <a:ext cx="946800" cy="73224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94000"/>
              </a:lnSpc>
              <a:buNone/>
              <a:tabLst>
                <a:tab pos="0" algn="l"/>
              </a:tabLst>
              <a:defRPr lang="de-DE" sz="1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4000"/>
              </a:lnSpc>
              <a:buNone/>
              <a:tabLst>
                <a:tab pos="0" algn="l"/>
              </a:tabLst>
            </a:pPr>
            <a:r>
              <a:rPr lang="de-DE" sz="100" b="1" u="none" strike="noStrike">
                <a:solidFill>
                  <a:schemeClr val="lt1"/>
                </a:solidFill>
                <a:effectLst/>
                <a:uFillTx/>
                <a:latin typeface="SRH Text"/>
              </a:rPr>
              <a:t>Click to edit the outline text format</a:t>
            </a:r>
            <a:endParaRPr lang="de-DE" sz="1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Nur Titel">
    <p:bg>
      <p:bgPr>
        <a:solidFill>
          <a:schemeClr val="lt1"/>
        </a:solidFill>
      </p:bgPr>
    </p:bg>
    <p:spTree>
      <p:nvGrpSpPr>
        <p:cNvPr id="1" name=""/>
        <p:cNvGrpSpPr/>
        <p:nvPr/>
      </p:nvGrpSpPr>
      <p:grpSpPr>
        <a:xfrm>
          <a:off x="0" y="0"/>
          <a:ext cx="0" cy="0"/>
          <a:chOff x="0" y="0"/>
          <a:chExt cx="0" cy="0"/>
        </a:xfrm>
      </p:grpSpPr>
      <p:sp>
        <p:nvSpPr>
          <p:cNvPr id="52"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53" name="PlaceHolder 1"/>
          <p:cNvSpPr>
            <a:spLocks noGrp="1"/>
          </p:cNvSpPr>
          <p:nvPr>
            <p:ph type="title"/>
          </p:nvPr>
        </p:nvSpPr>
        <p:spPr>
          <a:xfrm>
            <a:off x="360000" y="358920"/>
            <a:ext cx="9155520" cy="83340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54" name="PlaceHolder 2"/>
          <p:cNvSpPr>
            <a:spLocks noGrp="1"/>
          </p:cNvSpPr>
          <p:nvPr>
            <p:ph type="dt" idx="10"/>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55" name="PlaceHolder 3"/>
          <p:cNvSpPr>
            <a:spLocks noGrp="1"/>
          </p:cNvSpPr>
          <p:nvPr>
            <p:ph type="ftr" idx="11"/>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56" name="PlaceHolder 4"/>
          <p:cNvSpPr>
            <a:spLocks noGrp="1"/>
          </p:cNvSpPr>
          <p:nvPr>
            <p:ph type="sldNum" idx="12"/>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7F92DCE-EFBA-4B22-96AD-2FBE7BA62437}"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eer">
    <p:bg>
      <p:bgPr>
        <a:solidFill>
          <a:schemeClr val="lt1"/>
        </a:solidFill>
      </p:bgPr>
    </p:bg>
    <p:spTree>
      <p:nvGrpSpPr>
        <p:cNvPr id="1" name=""/>
        <p:cNvGrpSpPr/>
        <p:nvPr/>
      </p:nvGrpSpPr>
      <p:grpSpPr>
        <a:xfrm>
          <a:off x="0" y="0"/>
          <a:ext cx="0" cy="0"/>
          <a:chOff x="0" y="0"/>
          <a:chExt cx="0" cy="0"/>
        </a:xfrm>
      </p:grpSpPr>
      <p:sp>
        <p:nvSpPr>
          <p:cNvPr id="57"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58" name="PlaceHolder 1"/>
          <p:cNvSpPr>
            <a:spLocks noGrp="1"/>
          </p:cNvSpPr>
          <p:nvPr>
            <p:ph type="dt" idx="13"/>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59" name="PlaceHolder 2"/>
          <p:cNvSpPr>
            <a:spLocks noGrp="1"/>
          </p:cNvSpPr>
          <p:nvPr>
            <p:ph type="ftr" idx="14"/>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60" name="PlaceHolder 3"/>
          <p:cNvSpPr>
            <a:spLocks noGrp="1"/>
          </p:cNvSpPr>
          <p:nvPr>
            <p:ph type="sldNum" idx="15"/>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37D3124-B736-488E-A91C-C08293377818}"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weiß">
    <p:bg>
      <p:bgPr>
        <a:solidFill>
          <a:schemeClr val="lt1"/>
        </a:solidFill>
      </p:bgPr>
    </p:bg>
    <p:spTree>
      <p:nvGrpSpPr>
        <p:cNvPr id="1" name=""/>
        <p:cNvGrpSpPr/>
        <p:nvPr/>
      </p:nvGrpSpPr>
      <p:grpSpPr>
        <a:xfrm>
          <a:off x="0" y="0"/>
          <a:ext cx="0" cy="0"/>
          <a:chOff x="0" y="0"/>
          <a:chExt cx="0" cy="0"/>
        </a:xfrm>
      </p:grpSpPr>
      <p:sp>
        <p:nvSpPr>
          <p:cNvPr id="61"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62" name="Freihandform: Form 10"/>
          <p:cNvSpPr/>
          <p:nvPr/>
        </p:nvSpPr>
        <p:spPr>
          <a:xfrm>
            <a:off x="8202960" y="2802240"/>
            <a:ext cx="3987360" cy="4053960"/>
          </a:xfrm>
          <a:custGeom>
            <a:avLst/>
            <a:gdLst>
              <a:gd name="textAreaLeft" fmla="*/ 0 w 3987360"/>
              <a:gd name="textAreaRight" fmla="*/ 1436065200 w 3987360"/>
              <a:gd name="textAreaTop" fmla="*/ 0 h 4053960"/>
              <a:gd name="textAreaBottom" fmla="*/ 1460068200 h 405396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720" bIns="6858000" anchor="ctr">
            <a:noAutofit/>
          </a:bodyPr>
          <a:p>
            <a:endParaRPr lang="de-DE" sz="1800" b="0" u="none" strike="noStrike">
              <a:solidFill>
                <a:schemeClr val="dk1"/>
              </a:solidFill>
              <a:effectLst/>
              <a:uFillTx/>
              <a:latin typeface="SRH"/>
            </a:endParaRPr>
          </a:p>
        </p:txBody>
      </p:sp>
      <p:sp>
        <p:nvSpPr>
          <p:cNvPr id="63" name="Textfeld 11"/>
          <p:cNvSpPr/>
          <p:nvPr/>
        </p:nvSpPr>
        <p:spPr>
          <a:xfrm>
            <a:off x="360000" y="1891800"/>
            <a:ext cx="7453800" cy="207972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00000"/>
              </a:lnSpc>
              <a:tabLst>
                <a:tab pos="0" algn="l"/>
              </a:tabLst>
            </a:pPr>
            <a:r>
              <a:rPr lang="de-DE" sz="4800" b="1" u="none" strike="noStrike">
                <a:solidFill>
                  <a:schemeClr val="dk1"/>
                </a:solidFill>
                <a:effectLst/>
                <a:uFillTx/>
                <a:latin typeface="SRH Headline"/>
                <a:ea typeface="SRH Headline"/>
              </a:rPr>
              <a:t>Vielen Dank für Ihre </a:t>
            </a:r>
            <a:br>
              <a:rPr sz="1800"/>
            </a:br>
            <a:r>
              <a:rPr lang="de-DE" sz="4800" b="1" u="none" strike="noStrike">
                <a:solidFill>
                  <a:schemeClr val="dk1"/>
                </a:solidFill>
                <a:effectLst/>
                <a:uFillTx/>
                <a:latin typeface="SRH Headline"/>
                <a:ea typeface="SRH Headline"/>
              </a:rPr>
              <a:t>Aufmerksamkeit!</a:t>
            </a:r>
            <a:endParaRPr lang="en-US" sz="4800" b="0" u="none" strike="noStrike">
              <a:solidFill>
                <a:srgbClr val="000000"/>
              </a:solidFill>
              <a:effectLst/>
              <a:uFillTx/>
              <a:latin typeface="Arial"/>
            </a:endParaRPr>
          </a:p>
        </p:txBody>
      </p:sp>
      <p:sp>
        <p:nvSpPr>
          <p:cNvPr id="64" name="PlaceHolder 1"/>
          <p:cNvSpPr>
            <a:spLocks noGrp="1"/>
          </p:cNvSpPr>
          <p:nvPr>
            <p:ph type="body"/>
          </p:nvPr>
        </p:nvSpPr>
        <p:spPr>
          <a:xfrm>
            <a:off x="360000" y="4881240"/>
            <a:ext cx="4629240" cy="1270080"/>
          </a:xfrm>
          <a:prstGeom prst="rect">
            <a:avLst/>
          </a:prstGeom>
          <a:noFill/>
          <a:ln w="0">
            <a:noFill/>
          </a:ln>
        </p:spPr>
        <p:txBody>
          <a:bodyPr numCol="1" spcCol="216000" lIns="0" tIns="0" rIns="0" bIns="0" anchor="t">
            <a:noAutofit/>
          </a:bodyPr>
          <a:lstStyle>
            <a:lvl1pPr indent="0" algn="l" defTabSz="914400">
              <a:lnSpc>
                <a:spcPct val="110000"/>
              </a:lnSpc>
              <a:buNone/>
              <a:tabLst>
                <a:tab pos="0" algn="l"/>
              </a:tabLst>
              <a:defRPr lang="de-DE" sz="1200" b="1"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dk1"/>
                </a:solidFill>
                <a:effectLst/>
                <a:uFillTx/>
                <a:latin typeface="SRH Text"/>
                <a:ea typeface="SRH Text"/>
              </a:rPr>
              <a:t>Mastertextformat bearbeiten</a:t>
            </a:r>
            <a:endParaRPr lang="de-DE" sz="1200" b="1" u="none" strike="noStrike">
              <a:solidFill>
                <a:schemeClr val="dk1"/>
              </a:solidFill>
              <a:effectLst/>
              <a:uFillTx/>
              <a:latin typeface="SRH Text"/>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Farbe">
    <p:bg>
      <p:bgPr>
        <a:solidFill>
          <a:schemeClr val="accent1"/>
        </a:solidFill>
      </p:bgPr>
    </p:bg>
    <p:spTree>
      <p:nvGrpSpPr>
        <p:cNvPr id="1" name=""/>
        <p:cNvGrpSpPr/>
        <p:nvPr/>
      </p:nvGrpSpPr>
      <p:grpSpPr>
        <a:xfrm>
          <a:off x="0" y="0"/>
          <a:ext cx="0" cy="0"/>
          <a:chOff x="0" y="0"/>
          <a:chExt cx="0" cy="0"/>
        </a:xfrm>
      </p:grpSpPr>
      <p:sp>
        <p:nvSpPr>
          <p:cNvPr id="65" name="Freihandform: Form 11" hidden="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66" name="Textfeld 11"/>
          <p:cNvSpPr/>
          <p:nvPr/>
        </p:nvSpPr>
        <p:spPr>
          <a:xfrm>
            <a:off x="360000" y="1891800"/>
            <a:ext cx="7453800" cy="207972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00000"/>
              </a:lnSpc>
              <a:tabLst>
                <a:tab pos="0" algn="l"/>
              </a:tabLst>
            </a:pPr>
            <a:r>
              <a:rPr lang="de-DE" sz="4800" b="1" u="none" strike="noStrike">
                <a:solidFill>
                  <a:schemeClr val="lt1"/>
                </a:solidFill>
                <a:effectLst/>
                <a:uFillTx/>
                <a:latin typeface="SRH Headline"/>
                <a:ea typeface="SRH Headline"/>
              </a:rPr>
              <a:t>Vielen Dank für deine</a:t>
            </a:r>
            <a:br>
              <a:rPr sz="1800"/>
            </a:br>
            <a:r>
              <a:rPr lang="de-DE" sz="4800" b="1" u="none" strike="noStrike">
                <a:solidFill>
                  <a:schemeClr val="lt1"/>
                </a:solidFill>
                <a:effectLst/>
                <a:uFillTx/>
                <a:latin typeface="SRH Headline"/>
                <a:ea typeface="SRH Headline"/>
              </a:rPr>
              <a:t>Aufmerksamkeit!</a:t>
            </a:r>
            <a:endParaRPr lang="en-US" sz="4800" b="0" u="none" strike="noStrike">
              <a:solidFill>
                <a:srgbClr val="FFFFFF"/>
              </a:solidFill>
              <a:effectLst/>
              <a:uFillTx/>
              <a:latin typeface="Arial"/>
            </a:endParaRPr>
          </a:p>
        </p:txBody>
      </p:sp>
      <p:sp>
        <p:nvSpPr>
          <p:cNvPr id="67" name="PlaceHolder 1"/>
          <p:cNvSpPr>
            <a:spLocks noGrp="1"/>
          </p:cNvSpPr>
          <p:nvPr>
            <p:ph type="body"/>
          </p:nvPr>
        </p:nvSpPr>
        <p:spPr>
          <a:xfrm>
            <a:off x="360000" y="4881240"/>
            <a:ext cx="4629240" cy="1269360"/>
          </a:xfrm>
          <a:prstGeom prst="rect">
            <a:avLst/>
          </a:prstGeom>
          <a:noFill/>
          <a:ln w="0">
            <a:noFill/>
          </a:ln>
        </p:spPr>
        <p:txBody>
          <a:bodyPr numCol="1" spcCol="216000" lIns="0" tIns="0" rIns="0" bIns="0" anchor="t">
            <a:noAutofit/>
          </a:bodyPr>
          <a:lstStyle>
            <a:lvl1pPr indent="0" algn="l" defTabSz="914400">
              <a:lnSpc>
                <a:spcPct val="110000"/>
              </a:lnSpc>
              <a:buNone/>
              <a:tabLst>
                <a:tab pos="0" algn="l"/>
              </a:tabLst>
              <a:defRPr lang="de-DE" sz="1200" b="1" u="none" strike="noStrike">
                <a:solidFill>
                  <a:schemeClr val="lt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lt1"/>
                </a:solidFill>
                <a:effectLst/>
                <a:uFillTx/>
                <a:latin typeface="SRH Text"/>
                <a:ea typeface="SRH Text"/>
              </a:rPr>
              <a:t>Mastertextformat bearbeiten</a:t>
            </a:r>
            <a:endParaRPr lang="de-DE" sz="1200" b="1" u="none" strike="noStrike">
              <a:solidFill>
                <a:schemeClr val="lt1"/>
              </a:solidFill>
              <a:effectLst/>
              <a:uFillTx/>
              <a:latin typeface="SRH Text"/>
            </a:endParaRPr>
          </a:p>
        </p:txBody>
      </p:sp>
      <p:sp>
        <p:nvSpPr>
          <p:cNvPr id="68" name="Freihandform: Form 5"/>
          <p:cNvSpPr/>
          <p:nvPr/>
        </p:nvSpPr>
        <p:spPr>
          <a:xfrm>
            <a:off x="8211960" y="2802240"/>
            <a:ext cx="3988080" cy="4053960"/>
          </a:xfrm>
          <a:custGeom>
            <a:avLst/>
            <a:gdLst>
              <a:gd name="textAreaLeft" fmla="*/ 0 w 3988080"/>
              <a:gd name="textAreaRight" fmla="*/ 1436293800 w 3988080"/>
              <a:gd name="textAreaTop" fmla="*/ 0 h 4053960"/>
              <a:gd name="textAreaBottom" fmla="*/ 1460068200 h 405396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440" bIns="6858000" anchor="ctr">
            <a:noAutofit/>
          </a:bodyPr>
          <a:p>
            <a:endParaRPr lang="de-DE" sz="1800" b="0" u="none" strike="noStrike">
              <a:solidFill>
                <a:schemeClr val="dk1"/>
              </a:solidFill>
              <a:effectLst/>
              <a:uFillTx/>
              <a:latin typeface="SRH"/>
            </a:endParaRPr>
          </a:p>
        </p:txBody>
      </p:sp>
      <p:pic>
        <p:nvPicPr>
          <p:cNvPr id="69" name="Grafik 6"/>
          <p:cNvPicPr/>
          <p:nvPr/>
        </p:nvPicPr>
        <p:blipFill>
          <a:blip r:embed="rId2">
            <a:extLst>
              <a:ext uri="{96DAC541-7B7A-43D3-8B79-37D633B846F1}">
                <asvg:svgBlip xmlns:asvg="http://schemas.microsoft.com/office/drawing/2016/SVG/main" r:embed="rId3"/>
              </a:ext>
            </a:extLst>
          </a:blip>
          <a:stretch/>
        </p:blipFill>
        <p:spPr>
          <a:xfrm>
            <a:off x="10877400" y="358920"/>
            <a:ext cx="948960" cy="735480"/>
          </a:xfrm>
          <a:prstGeom prst="rect">
            <a:avLst/>
          </a:prstGeom>
          <a:noFill/>
          <a:ln w="0">
            <a:noFill/>
          </a:ln>
        </p:spPr>
      </p:pic>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nhalt">
    <p:bg>
      <p:bgPr>
        <a:solidFill>
          <a:schemeClr val="lt1"/>
        </a:solidFill>
      </p:bgPr>
    </p:bg>
    <p:spTree>
      <p:nvGrpSpPr>
        <p:cNvPr id="1" name=""/>
        <p:cNvGrpSpPr/>
        <p:nvPr/>
      </p:nvGrpSpPr>
      <p:grpSpPr>
        <a:xfrm>
          <a:off x="0" y="0"/>
          <a:ext cx="0" cy="0"/>
          <a:chOff x="0" y="0"/>
          <a:chExt cx="0" cy="0"/>
        </a:xfrm>
      </p:grpSpPr>
      <p:sp>
        <p:nvSpPr>
          <p:cNvPr id="70"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71" name="Logo-Fragment"/>
          <p:cNvSpPr/>
          <p:nvPr/>
        </p:nvSpPr>
        <p:spPr>
          <a:xfrm>
            <a:off x="8202960" y="2802240"/>
            <a:ext cx="3987360" cy="4053960"/>
          </a:xfrm>
          <a:custGeom>
            <a:avLst/>
            <a:gdLst>
              <a:gd name="textAreaLeft" fmla="*/ 0 w 3987360"/>
              <a:gd name="textAreaRight" fmla="*/ 1436065200 w 3987360"/>
              <a:gd name="textAreaTop" fmla="*/ 0 h 4053960"/>
              <a:gd name="textAreaBottom" fmla="*/ 1460068200 h 405396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720" bIns="6858000" anchor="ctr">
            <a:noAutofit/>
          </a:bodyPr>
          <a:p>
            <a:endParaRPr lang="de-DE" sz="1800" b="0" u="none" strike="noStrike">
              <a:solidFill>
                <a:schemeClr val="dk1"/>
              </a:solidFill>
              <a:effectLst/>
              <a:uFillTx/>
              <a:latin typeface="SRH"/>
            </a:endParaRPr>
          </a:p>
        </p:txBody>
      </p:sp>
      <p:sp>
        <p:nvSpPr>
          <p:cNvPr id="72" name="PlaceHolder 1"/>
          <p:cNvSpPr>
            <a:spLocks noGrp="1"/>
          </p:cNvSpPr>
          <p:nvPr>
            <p:ph type="title"/>
          </p:nvPr>
        </p:nvSpPr>
        <p:spPr>
          <a:xfrm>
            <a:off x="360000" y="358920"/>
            <a:ext cx="9155520" cy="83340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73" name="PlaceHolder 2"/>
          <p:cNvSpPr>
            <a:spLocks noGrp="1"/>
          </p:cNvSpPr>
          <p:nvPr>
            <p:ph type="body"/>
          </p:nvPr>
        </p:nvSpPr>
        <p:spPr>
          <a:xfrm>
            <a:off x="359280" y="1728000"/>
            <a:ext cx="9156960" cy="422856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74" name="PlaceHolder 3"/>
          <p:cNvSpPr>
            <a:spLocks noGrp="1"/>
          </p:cNvSpPr>
          <p:nvPr>
            <p:ph type="dt" idx="16"/>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75" name="PlaceHolder 4"/>
          <p:cNvSpPr>
            <a:spLocks noGrp="1"/>
          </p:cNvSpPr>
          <p:nvPr>
            <p:ph type="ftr" idx="17"/>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76" name="PlaceHolder 5"/>
          <p:cNvSpPr>
            <a:spLocks noGrp="1"/>
          </p:cNvSpPr>
          <p:nvPr>
            <p:ph type="sldNum" idx="18"/>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CCFE932-3F1C-4DF8-B29C-91D64A7F79F7}"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Farbe">
    <p:bg>
      <p:bgPr>
        <a:solidFill>
          <a:schemeClr val="lt1"/>
        </a:solidFill>
      </p:bgPr>
    </p:bg>
    <p:spTree>
      <p:nvGrpSpPr>
        <p:cNvPr id="1" name=""/>
        <p:cNvGrpSpPr/>
        <p:nvPr/>
      </p:nvGrpSpPr>
      <p:grpSpPr>
        <a:xfrm>
          <a:off x="0" y="0"/>
          <a:ext cx="0" cy="0"/>
          <a:chOff x="0" y="0"/>
          <a:chExt cx="0" cy="0"/>
        </a:xfrm>
      </p:grpSpPr>
      <p:sp>
        <p:nvSpPr>
          <p:cNvPr id="77" name="Freihandform: Form 11" hidden="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78" name="PlaceHolder 1"/>
          <p:cNvSpPr>
            <a:spLocks noGrp="1"/>
          </p:cNvSpPr>
          <p:nvPr>
            <p:ph type="body"/>
          </p:nvPr>
        </p:nvSpPr>
        <p:spPr>
          <a:xfrm>
            <a:off x="0" y="0"/>
            <a:ext cx="12190320" cy="6856200"/>
          </a:xfrm>
          <a:prstGeom prst="rect">
            <a:avLst/>
          </a:prstGeom>
          <a:solidFill>
            <a:srgbClr val="FED9C9"/>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79" name="PlaceHolder 2"/>
          <p:cNvSpPr>
            <a:spLocks noGrp="1"/>
          </p:cNvSpPr>
          <p:nvPr>
            <p:ph type="title"/>
          </p:nvPr>
        </p:nvSpPr>
        <p:spPr>
          <a:xfrm>
            <a:off x="630000" y="1079640"/>
            <a:ext cx="7399800" cy="30164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80" name="PlaceHolder 3"/>
          <p:cNvSpPr>
            <a:spLocks noGrp="1"/>
          </p:cNvSpPr>
          <p:nvPr>
            <p:ph type="body"/>
          </p:nvPr>
        </p:nvSpPr>
        <p:spPr>
          <a:xfrm>
            <a:off x="9652680" y="622440"/>
            <a:ext cx="1984320" cy="5511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Farbe">
    <p:bg>
      <p:bgPr>
        <a:solidFill>
          <a:schemeClr val="accent1"/>
        </a:solidFill>
      </p:bgPr>
    </p:bg>
    <p:spTree>
      <p:nvGrpSpPr>
        <p:cNvPr id="1" name=""/>
        <p:cNvGrpSpPr/>
        <p:nvPr/>
      </p:nvGrpSpPr>
      <p:grpSpPr>
        <a:xfrm>
          <a:off x="0" y="0"/>
          <a:ext cx="0" cy="0"/>
          <a:chOff x="0" y="0"/>
          <a:chExt cx="0" cy="0"/>
        </a:xfrm>
      </p:grpSpPr>
      <p:sp>
        <p:nvSpPr>
          <p:cNvPr id="81" name="Freihandform: Form 11" hidden="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82" name="Freihandform: Form 10"/>
          <p:cNvSpPr/>
          <p:nvPr/>
        </p:nvSpPr>
        <p:spPr>
          <a:xfrm>
            <a:off x="8211960" y="2802240"/>
            <a:ext cx="3988080" cy="4053960"/>
          </a:xfrm>
          <a:custGeom>
            <a:avLst/>
            <a:gdLst>
              <a:gd name="textAreaLeft" fmla="*/ 0 w 3988080"/>
              <a:gd name="textAreaRight" fmla="*/ 1436293800 w 3988080"/>
              <a:gd name="textAreaTop" fmla="*/ 0 h 4053960"/>
              <a:gd name="textAreaBottom" fmla="*/ 1460068200 h 405396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440" bIns="6858000" anchor="ctr">
            <a:noAutofit/>
          </a:bodyPr>
          <a:p>
            <a:endParaRPr lang="de-DE" sz="1800" b="0" u="none" strike="noStrike">
              <a:solidFill>
                <a:schemeClr val="dk1"/>
              </a:solidFill>
              <a:effectLst/>
              <a:uFillTx/>
              <a:latin typeface="SRH"/>
            </a:endParaRPr>
          </a:p>
        </p:txBody>
      </p:sp>
      <p:sp>
        <p:nvSpPr>
          <p:cNvPr id="83" name="PlaceHolder 1"/>
          <p:cNvSpPr>
            <a:spLocks noGrp="1"/>
          </p:cNvSpPr>
          <p:nvPr>
            <p:ph type="title"/>
          </p:nvPr>
        </p:nvSpPr>
        <p:spPr>
          <a:xfrm>
            <a:off x="360000" y="2329200"/>
            <a:ext cx="11471400" cy="397908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84" name="PlaceHolder 2"/>
          <p:cNvSpPr>
            <a:spLocks noGrp="1"/>
          </p:cNvSpPr>
          <p:nvPr>
            <p:ph type="dt" idx="19"/>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85" name="PlaceHolder 3"/>
          <p:cNvSpPr>
            <a:spLocks noGrp="1"/>
          </p:cNvSpPr>
          <p:nvPr>
            <p:ph type="ftr" idx="20"/>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86" name="PlaceHolder 4"/>
          <p:cNvSpPr>
            <a:spLocks noGrp="1"/>
          </p:cNvSpPr>
          <p:nvPr>
            <p:ph type="sldNum" idx="21"/>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86B3C771-64BE-438E-822D-3999E191F756}" type="slidenum">
              <a:rPr lang="de-DE" sz="1550" b="1" u="none" strike="noStrike">
                <a:solidFill>
                  <a:schemeClr val="lt1"/>
                </a:solidFill>
                <a:effectLst/>
                <a:uFillTx/>
                <a:latin typeface="SRH Text"/>
                <a:ea typeface="SRH"/>
              </a:rPr>
              <a:t>17</a:t>
            </a:fld>
            <a:endParaRPr lang="en-US" sz="1550" b="0" u="none" strike="noStrike">
              <a:solidFill>
                <a:srgbClr val="FFFFFF"/>
              </a:solidFill>
              <a:effectLst/>
              <a:uFillTx/>
              <a:latin typeface="Times New Roman"/>
            </a:endParaRPr>
          </a:p>
        </p:txBody>
      </p:sp>
      <p:pic>
        <p:nvPicPr>
          <p:cNvPr id="87" name="Grafik 6"/>
          <p:cNvPicPr/>
          <p:nvPr/>
        </p:nvPicPr>
        <p:blipFill>
          <a:blip r:embed="rId2">
            <a:extLst>
              <a:ext uri="{96DAC541-7B7A-43D3-8B79-37D633B846F1}">
                <asvg:svgBlip xmlns:asvg="http://schemas.microsoft.com/office/drawing/2016/SVG/main" r:embed="rId3"/>
              </a:ext>
            </a:extLst>
          </a:blip>
          <a:stretch/>
        </p:blipFill>
        <p:spPr>
          <a:xfrm>
            <a:off x="10877400" y="358920"/>
            <a:ext cx="948960" cy="735480"/>
          </a:xfrm>
          <a:prstGeom prst="rect">
            <a:avLst/>
          </a:prstGeom>
          <a:noFill/>
          <a:ln w="0">
            <a:noFill/>
          </a:ln>
        </p:spPr>
      </p:pic>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mit Bild">
    <p:bg>
      <p:bgPr>
        <a:solidFill>
          <a:schemeClr val="lt1"/>
        </a:solidFill>
      </p:bgPr>
    </p:bg>
    <p:spTree>
      <p:nvGrpSpPr>
        <p:cNvPr id="1" name=""/>
        <p:cNvGrpSpPr/>
        <p:nvPr/>
      </p:nvGrpSpPr>
      <p:grpSpPr>
        <a:xfrm>
          <a:off x="0" y="0"/>
          <a:ext cx="0" cy="0"/>
          <a:chOff x="0" y="0"/>
          <a:chExt cx="0" cy="0"/>
        </a:xfrm>
      </p:grpSpPr>
      <p:sp>
        <p:nvSpPr>
          <p:cNvPr id="88" name="Freihandform: Form 11" hidden="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89" name="PlaceHolder 1"/>
          <p:cNvSpPr>
            <a:spLocks noGrp="1"/>
          </p:cNvSpPr>
          <p:nvPr>
            <p:ph type="body"/>
          </p:nvPr>
        </p:nvSpPr>
        <p:spPr>
          <a:xfrm>
            <a:off x="0" y="0"/>
            <a:ext cx="12190320" cy="6856200"/>
          </a:xfrm>
          <a:prstGeom prst="rect">
            <a:avLst/>
          </a:prstGeom>
          <a:solidFill>
            <a:srgbClr val="FED9C9"/>
          </a:solidFill>
          <a:ln w="0">
            <a:noFill/>
          </a:ln>
        </p:spPr>
        <p:txBody>
          <a:bodyPr lIns="90000" tIns="45000" rIns="90000" bIns="45000" anchor="t">
            <a:noAutofit/>
          </a:bodyPr>
          <a:lstStyle>
            <a:lvl1pPr indent="0" algn="l" defTabSz="914400">
              <a:lnSpc>
                <a:spcPct val="98000"/>
              </a:lnSpc>
              <a:buNone/>
              <a:tabLst>
                <a:tab pos="0" algn="l"/>
              </a:tabLst>
              <a:defRPr lang="de-DE" sz="18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8000"/>
              </a:lnSpc>
              <a:buNone/>
              <a:tabLst>
                <a:tab pos="0" algn="l"/>
              </a:tabLst>
            </a:pPr>
            <a:r>
              <a:rPr lang="de-DE" sz="1800" b="1" u="none" strike="noStrike">
                <a:solidFill>
                  <a:schemeClr val="lt1"/>
                </a:solidFill>
                <a:effectLst/>
                <a:uFillTx/>
                <a:latin typeface="SRH Headline"/>
              </a:rPr>
              <a:t>Click to edit the outline text format</a:t>
            </a:r>
            <a:endParaRPr lang="de-DE" sz="18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90" name="PlaceHolder 2"/>
          <p:cNvSpPr>
            <a:spLocks noGrp="1"/>
          </p:cNvSpPr>
          <p:nvPr>
            <p:ph type="title"/>
          </p:nvPr>
        </p:nvSpPr>
        <p:spPr>
          <a:xfrm>
            <a:off x="360000" y="616680"/>
            <a:ext cx="7641000" cy="2515320"/>
          </a:xfrm>
          <a:prstGeom prst="rect">
            <a:avLst/>
          </a:prstGeom>
          <a:noFill/>
          <a:ln w="0">
            <a:noFill/>
          </a:ln>
        </p:spPr>
        <p:txBody>
          <a:bodyPr numCol="1" spcCol="216000" lIns="0" tIns="0" rIns="0" bIns="0" anchor="b">
            <a:noAutofit/>
          </a:bodyPr>
          <a:lstStyle>
            <a:lvl1pPr indent="0" algn="l" defTabSz="914400">
              <a:lnSpc>
                <a:spcPct val="98000"/>
              </a:lnSpc>
              <a:buNone/>
              <a:tabLst>
                <a:tab pos="0" algn="l"/>
              </a:tabLst>
              <a:defRPr lang="de-DE" sz="4800" b="1" u="none" strike="noStrike">
                <a:solidFill>
                  <a:schemeClr val="accen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accent1"/>
                </a:solidFill>
                <a:effectLst/>
                <a:uFillTx/>
                <a:latin typeface="SRH Headline"/>
                <a:ea typeface="SRH Headline"/>
              </a:rPr>
              <a:t>Mastertitelformat bearbeiten</a:t>
            </a:r>
            <a:endParaRPr lang="de-DE" sz="4800" b="1" u="none" strike="noStrike">
              <a:solidFill>
                <a:schemeClr val="accent1"/>
              </a:solidFill>
              <a:effectLst/>
              <a:uFillTx/>
              <a:latin typeface="SRH Headline"/>
            </a:endParaRPr>
          </a:p>
        </p:txBody>
      </p:sp>
      <p:sp>
        <p:nvSpPr>
          <p:cNvPr id="91" name="PlaceHolder 3"/>
          <p:cNvSpPr>
            <a:spLocks noGrp="1"/>
          </p:cNvSpPr>
          <p:nvPr>
            <p:ph type="body"/>
          </p:nvPr>
        </p:nvSpPr>
        <p:spPr>
          <a:xfrm>
            <a:off x="360000" y="3124800"/>
            <a:ext cx="7641000" cy="251532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Text"/>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Text"/>
              </a:rPr>
              <a:t>Mastertextformat bearbeiten</a:t>
            </a:r>
            <a:endParaRPr lang="de-DE" sz="4800" b="1" u="none" strike="noStrike">
              <a:solidFill>
                <a:schemeClr val="lt1"/>
              </a:solidFill>
              <a:effectLst/>
              <a:uFillTx/>
              <a:latin typeface="SRH Headline"/>
            </a:endParaRPr>
          </a:p>
        </p:txBody>
      </p:sp>
      <p:sp>
        <p:nvSpPr>
          <p:cNvPr id="92" name="PlaceHolder 4"/>
          <p:cNvSpPr>
            <a:spLocks noGrp="1"/>
          </p:cNvSpPr>
          <p:nvPr>
            <p:ph type="dt" idx="22"/>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 </a:t>
            </a:r>
            <a:endParaRPr lang="en-US" sz="900" b="0" u="none" strike="noStrike">
              <a:solidFill>
                <a:srgbClr val="000000"/>
              </a:solidFill>
              <a:effectLst/>
              <a:uFillTx/>
              <a:latin typeface="Times New Roman"/>
            </a:endParaRPr>
          </a:p>
        </p:txBody>
      </p:sp>
      <p:sp>
        <p:nvSpPr>
          <p:cNvPr id="93" name="PlaceHolder 5"/>
          <p:cNvSpPr>
            <a:spLocks noGrp="1"/>
          </p:cNvSpPr>
          <p:nvPr>
            <p:ph type="ftr" idx="23"/>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 </a:t>
            </a:r>
            <a:endParaRPr lang="en-US" sz="900" b="0" u="none" strike="noStrike">
              <a:solidFill>
                <a:srgbClr val="000000"/>
              </a:solidFill>
              <a:effectLst/>
              <a:uFillTx/>
              <a:latin typeface="Times New Roman"/>
            </a:endParaRPr>
          </a:p>
        </p:txBody>
      </p:sp>
      <p:sp>
        <p:nvSpPr>
          <p:cNvPr id="94" name="PlaceHolder 6"/>
          <p:cNvSpPr>
            <a:spLocks noGrp="1"/>
          </p:cNvSpPr>
          <p:nvPr>
            <p:ph type="sldNum" idx="24"/>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D240E7BD-6E7C-43E4-B603-5CA27AF82EBC}" type="slidenum">
              <a:rPr lang="de-DE" sz="1550" b="1" u="none" strike="noStrike">
                <a:solidFill>
                  <a:schemeClr val="lt1"/>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95" name="PlaceHolder 7"/>
          <p:cNvSpPr>
            <a:spLocks noGrp="1"/>
          </p:cNvSpPr>
          <p:nvPr>
            <p:ph type="body"/>
          </p:nvPr>
        </p:nvSpPr>
        <p:spPr>
          <a:xfrm>
            <a:off x="10877400" y="358920"/>
            <a:ext cx="948960" cy="73548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98000"/>
              </a:lnSpc>
              <a:buNone/>
              <a:tabLst>
                <a:tab pos="0" algn="l"/>
              </a:tabLst>
              <a:defRPr lang="de-DE" sz="1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8000"/>
              </a:lnSpc>
              <a:buNone/>
              <a:tabLst>
                <a:tab pos="0" algn="l"/>
              </a:tabLst>
            </a:pPr>
            <a:r>
              <a:rPr lang="de-DE" sz="100" b="1" u="none" strike="noStrike">
                <a:solidFill>
                  <a:schemeClr val="lt1"/>
                </a:solidFill>
                <a:effectLst/>
                <a:uFillTx/>
                <a:latin typeface="SRH Headline"/>
              </a:rPr>
              <a:t>Click to edit the outline text format</a:t>
            </a:r>
            <a:endParaRPr lang="de-DE" sz="1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arm grey">
    <p:bg>
      <p:bgPr>
        <a:solidFill>
          <a:srgbClr val="DDDBD9"/>
        </a:solidFill>
      </p:bgPr>
    </p:bg>
    <p:spTree>
      <p:nvGrpSpPr>
        <p:cNvPr id="1" name=""/>
        <p:cNvGrpSpPr/>
        <p:nvPr/>
      </p:nvGrpSpPr>
      <p:grpSpPr>
        <a:xfrm>
          <a:off x="0" y="0"/>
          <a:ext cx="0" cy="0"/>
          <a:chOff x="0" y="0"/>
          <a:chExt cx="0" cy="0"/>
        </a:xfrm>
      </p:grpSpPr>
      <p:sp>
        <p:nvSpPr>
          <p:cNvPr id="96"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97" name="Freihandform: Form 10"/>
          <p:cNvSpPr/>
          <p:nvPr/>
        </p:nvSpPr>
        <p:spPr>
          <a:xfrm>
            <a:off x="8202960" y="2802240"/>
            <a:ext cx="3987360" cy="4053960"/>
          </a:xfrm>
          <a:custGeom>
            <a:avLst/>
            <a:gdLst>
              <a:gd name="textAreaLeft" fmla="*/ 0 w 3987360"/>
              <a:gd name="textAreaRight" fmla="*/ 1436065200 w 3987360"/>
              <a:gd name="textAreaTop" fmla="*/ 0 h 4053960"/>
              <a:gd name="textAreaBottom" fmla="*/ 1460068200 h 405396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chemeClr val="lt1">
              <a:alpha val="25000"/>
            </a:schemeClr>
          </a:solidFill>
          <a:ln w="0">
            <a:noFill/>
          </a:ln>
        </p:spPr>
        <p:style>
          <a:lnRef idx="0"/>
          <a:fillRef idx="0"/>
          <a:effectRef idx="0"/>
          <a:fontRef idx="minor"/>
        </p:style>
        <p:txBody>
          <a:bodyPr numCol="1" spcCol="216000" lIns="0" tIns="2802240" rIns="3987720" bIns="6858000" anchor="ctr">
            <a:noAutofit/>
          </a:bodyPr>
          <a:p>
            <a:endParaRPr lang="de-DE" sz="1800" b="0" u="none" strike="noStrike">
              <a:solidFill>
                <a:schemeClr val="dk1"/>
              </a:solidFill>
              <a:effectLst/>
              <a:uFillTx/>
              <a:latin typeface="SRH"/>
            </a:endParaRPr>
          </a:p>
        </p:txBody>
      </p:sp>
      <p:sp>
        <p:nvSpPr>
          <p:cNvPr id="98" name="PlaceHolder 1"/>
          <p:cNvSpPr>
            <a:spLocks noGrp="1"/>
          </p:cNvSpPr>
          <p:nvPr>
            <p:ph type="title"/>
          </p:nvPr>
        </p:nvSpPr>
        <p:spPr>
          <a:xfrm>
            <a:off x="360000" y="2191320"/>
            <a:ext cx="9894600" cy="140400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x</a:t>
            </a:r>
            <a:endParaRPr lang="de-DE" sz="4800" b="1" u="none" strike="noStrike">
              <a:solidFill>
                <a:schemeClr val="dk1"/>
              </a:solidFill>
              <a:effectLst/>
              <a:uFillTx/>
              <a:latin typeface="SRH Headline"/>
            </a:endParaRPr>
          </a:p>
        </p:txBody>
      </p:sp>
      <p:sp>
        <p:nvSpPr>
          <p:cNvPr id="99" name="PlaceHolder 2"/>
          <p:cNvSpPr>
            <a:spLocks noGrp="1"/>
          </p:cNvSpPr>
          <p:nvPr>
            <p:ph type="body"/>
          </p:nvPr>
        </p:nvSpPr>
        <p:spPr>
          <a:xfrm>
            <a:off x="360000" y="3597120"/>
            <a:ext cx="4253400" cy="262080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Text"/>
              </a:rPr>
              <a:t>01</a:t>
            </a:r>
            <a:endParaRPr lang="de-DE" sz="20000" b="1" u="none" strike="noStrike">
              <a:solidFill>
                <a:schemeClr val="accent1"/>
              </a:solidFill>
              <a:effectLst/>
              <a:uFillTx/>
              <a:latin typeface="SRH Headline"/>
            </a:endParaRPr>
          </a:p>
        </p:txBody>
      </p:sp>
      <p:sp>
        <p:nvSpPr>
          <p:cNvPr id="100" name="PlaceHolder 3"/>
          <p:cNvSpPr>
            <a:spLocks noGrp="1"/>
          </p:cNvSpPr>
          <p:nvPr>
            <p:ph type="dt" idx="25"/>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01" name="PlaceHolder 4"/>
          <p:cNvSpPr>
            <a:spLocks noGrp="1"/>
          </p:cNvSpPr>
          <p:nvPr>
            <p:ph type="ftr" idx="26"/>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02" name="PlaceHolder 5"/>
          <p:cNvSpPr>
            <a:spLocks noGrp="1"/>
          </p:cNvSpPr>
          <p:nvPr>
            <p:ph type="sldNum" idx="27"/>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D3CE8D4-004F-409F-AE12-0D77BE43EF9D}"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farbig">
    <p:bg>
      <p:bgPr>
        <a:solidFill>
          <a:schemeClr val="accent1"/>
        </a:solidFill>
      </p:bgPr>
    </p:bg>
    <p:spTree>
      <p:nvGrpSpPr>
        <p:cNvPr id="1" name=""/>
        <p:cNvGrpSpPr/>
        <p:nvPr/>
      </p:nvGrpSpPr>
      <p:grpSpPr>
        <a:xfrm>
          <a:off x="0" y="0"/>
          <a:ext cx="0" cy="0"/>
          <a:chOff x="0" y="0"/>
          <a:chExt cx="0" cy="0"/>
        </a:xfrm>
      </p:grpSpPr>
      <p:sp>
        <p:nvSpPr>
          <p:cNvPr id="103" name="Freihandform: Form 11" hidden="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104" name="PlaceHolder 1"/>
          <p:cNvSpPr>
            <a:spLocks noGrp="1"/>
          </p:cNvSpPr>
          <p:nvPr>
            <p:ph type="title"/>
          </p:nvPr>
        </p:nvSpPr>
        <p:spPr>
          <a:xfrm>
            <a:off x="360000" y="2191320"/>
            <a:ext cx="9894600" cy="140400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105" name="PlaceHolder 2"/>
          <p:cNvSpPr>
            <a:spLocks noGrp="1"/>
          </p:cNvSpPr>
          <p:nvPr>
            <p:ph type="body"/>
          </p:nvPr>
        </p:nvSpPr>
        <p:spPr>
          <a:xfrm>
            <a:off x="360000" y="3597120"/>
            <a:ext cx="4253400" cy="262080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l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lt1"/>
                </a:solidFill>
                <a:effectLst/>
                <a:uFillTx/>
                <a:latin typeface="SRH Headline"/>
                <a:ea typeface="SRH Text"/>
              </a:rPr>
              <a:t>01</a:t>
            </a:r>
            <a:endParaRPr lang="de-DE" sz="20000" b="1" u="none" strike="noStrike">
              <a:solidFill>
                <a:schemeClr val="lt1"/>
              </a:solidFill>
              <a:effectLst/>
              <a:uFillTx/>
              <a:latin typeface="SRH Headline"/>
            </a:endParaRPr>
          </a:p>
        </p:txBody>
      </p:sp>
      <p:sp>
        <p:nvSpPr>
          <p:cNvPr id="106" name="PlaceHolder 3"/>
          <p:cNvSpPr>
            <a:spLocks noGrp="1"/>
          </p:cNvSpPr>
          <p:nvPr>
            <p:ph type="dt" idx="28"/>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107" name="PlaceHolder 4"/>
          <p:cNvSpPr>
            <a:spLocks noGrp="1"/>
          </p:cNvSpPr>
          <p:nvPr>
            <p:ph type="ftr" idx="29"/>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108" name="PlaceHolder 5"/>
          <p:cNvSpPr>
            <a:spLocks noGrp="1"/>
          </p:cNvSpPr>
          <p:nvPr>
            <p:ph type="sldNum" idx="30"/>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2D5EEA8B-AEF9-41C3-8C2D-D6C161373975}" type="slidenum">
              <a:rPr lang="de-DE" sz="1550" b="1" u="none" strike="noStrike">
                <a:solidFill>
                  <a:schemeClr val="lt1"/>
                </a:solidFill>
                <a:effectLst/>
                <a:uFillTx/>
                <a:latin typeface="SRH Text"/>
                <a:ea typeface="SRH"/>
              </a:rPr>
              <a:t>17</a:t>
            </a:fld>
            <a:endParaRPr lang="en-US" sz="1550" b="0" u="none" strike="noStrike">
              <a:solidFill>
                <a:srgbClr val="FFFFFF"/>
              </a:solidFill>
              <a:effectLst/>
              <a:uFillTx/>
              <a:latin typeface="Times New Roman"/>
            </a:endParaRPr>
          </a:p>
        </p:txBody>
      </p:sp>
      <p:pic>
        <p:nvPicPr>
          <p:cNvPr id="109" name="Grafik 6"/>
          <p:cNvPicPr/>
          <p:nvPr/>
        </p:nvPicPr>
        <p:blipFill>
          <a:blip r:embed="rId2">
            <a:extLst>
              <a:ext uri="{96DAC541-7B7A-43D3-8B79-37D633B846F1}">
                <asvg:svgBlip xmlns:asvg="http://schemas.microsoft.com/office/drawing/2016/SVG/main" r:embed="rId3"/>
              </a:ext>
            </a:extLst>
          </a:blip>
          <a:stretch/>
        </p:blipFill>
        <p:spPr>
          <a:xfrm>
            <a:off x="10877400" y="358920"/>
            <a:ext cx="948960" cy="735480"/>
          </a:xfrm>
          <a:prstGeom prst="rect">
            <a:avLst/>
          </a:prstGeom>
          <a:noFill/>
          <a:ln w="0">
            <a:noFill/>
          </a:ln>
        </p:spPr>
      </p:pic>
      <p:sp>
        <p:nvSpPr>
          <p:cNvPr id="110" name="Freihandform: Form 8"/>
          <p:cNvSpPr/>
          <p:nvPr/>
        </p:nvSpPr>
        <p:spPr>
          <a:xfrm>
            <a:off x="8211960" y="2802240"/>
            <a:ext cx="3988080" cy="4053960"/>
          </a:xfrm>
          <a:custGeom>
            <a:avLst/>
            <a:gdLst>
              <a:gd name="textAreaLeft" fmla="*/ 0 w 3988080"/>
              <a:gd name="textAreaRight" fmla="*/ 1436293800 w 3988080"/>
              <a:gd name="textAreaTop" fmla="*/ 0 h 4053960"/>
              <a:gd name="textAreaBottom" fmla="*/ 1460068200 h 405396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440" bIns="6858000" anchor="ctr">
            <a:noAutofit/>
          </a:bodyPr>
          <a:p>
            <a:endParaRPr lang="de-DE" sz="1800" b="0" u="none" strike="noStrike">
              <a:solidFill>
                <a:schemeClr val="dk1"/>
              </a:solidFill>
              <a:effectLst/>
              <a:uFillTx/>
              <a:latin typeface="SRH"/>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eiß">
    <p:bg>
      <p:bgPr>
        <a:solidFill>
          <a:schemeClr val="lt1"/>
        </a:solidFill>
      </p:bgPr>
    </p:bg>
    <p:spTree>
      <p:nvGrpSpPr>
        <p:cNvPr id="1" name=""/>
        <p:cNvGrpSpPr/>
        <p:nvPr/>
      </p:nvGrpSpPr>
      <p:grpSpPr>
        <a:xfrm>
          <a:off x="0" y="0"/>
          <a:ext cx="0" cy="0"/>
          <a:chOff x="0" y="0"/>
          <a:chExt cx="0" cy="0"/>
        </a:xfrm>
      </p:grpSpPr>
      <p:sp>
        <p:nvSpPr>
          <p:cNvPr id="111"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112" name="Freihandform: Form 10"/>
          <p:cNvSpPr/>
          <p:nvPr/>
        </p:nvSpPr>
        <p:spPr>
          <a:xfrm>
            <a:off x="8202960" y="2802240"/>
            <a:ext cx="3987360" cy="4053960"/>
          </a:xfrm>
          <a:custGeom>
            <a:avLst/>
            <a:gdLst>
              <a:gd name="textAreaLeft" fmla="*/ 0 w 3987360"/>
              <a:gd name="textAreaRight" fmla="*/ 1436065200 w 3987360"/>
              <a:gd name="textAreaTop" fmla="*/ 0 h 4053960"/>
              <a:gd name="textAreaBottom" fmla="*/ 1460068200 h 405396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720" bIns="6858000" anchor="ctr">
            <a:noAutofit/>
          </a:bodyPr>
          <a:p>
            <a:endParaRPr lang="de-DE" sz="1800" b="0" u="none" strike="noStrike">
              <a:solidFill>
                <a:schemeClr val="dk1"/>
              </a:solidFill>
              <a:effectLst/>
              <a:uFillTx/>
              <a:latin typeface="SRH"/>
            </a:endParaRPr>
          </a:p>
        </p:txBody>
      </p:sp>
      <p:sp>
        <p:nvSpPr>
          <p:cNvPr id="113" name="PlaceHolder 1"/>
          <p:cNvSpPr>
            <a:spLocks noGrp="1"/>
          </p:cNvSpPr>
          <p:nvPr>
            <p:ph type="title"/>
          </p:nvPr>
        </p:nvSpPr>
        <p:spPr>
          <a:xfrm>
            <a:off x="360000" y="2191320"/>
            <a:ext cx="9894600" cy="140400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114" name="PlaceHolder 2"/>
          <p:cNvSpPr>
            <a:spLocks noGrp="1"/>
          </p:cNvSpPr>
          <p:nvPr>
            <p:ph type="body"/>
          </p:nvPr>
        </p:nvSpPr>
        <p:spPr>
          <a:xfrm>
            <a:off x="360000" y="3597120"/>
            <a:ext cx="4253400" cy="262080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Text"/>
              </a:rPr>
              <a:t>01</a:t>
            </a:r>
            <a:endParaRPr lang="de-DE" sz="20000" b="1" u="none" strike="noStrike">
              <a:solidFill>
                <a:schemeClr val="accent1"/>
              </a:solidFill>
              <a:effectLst/>
              <a:uFillTx/>
              <a:latin typeface="SRH Headline"/>
            </a:endParaRPr>
          </a:p>
        </p:txBody>
      </p:sp>
      <p:sp>
        <p:nvSpPr>
          <p:cNvPr id="115" name="PlaceHolder 3"/>
          <p:cNvSpPr>
            <a:spLocks noGrp="1"/>
          </p:cNvSpPr>
          <p:nvPr>
            <p:ph type="dt" idx="31"/>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16" name="PlaceHolder 4"/>
          <p:cNvSpPr>
            <a:spLocks noGrp="1"/>
          </p:cNvSpPr>
          <p:nvPr>
            <p:ph type="ftr" idx="32"/>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17" name="PlaceHolder 5"/>
          <p:cNvSpPr>
            <a:spLocks noGrp="1"/>
          </p:cNvSpPr>
          <p:nvPr>
            <p:ph type="sldNum" idx="33"/>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92271B1-BA2C-4D59-9AA9-1AD6F6BC765C}"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weiß">
    <p:bg>
      <p:bgPr>
        <a:solidFill>
          <a:schemeClr val="lt1"/>
        </a:solidFill>
      </p:bgPr>
    </p:bg>
    <p:spTree>
      <p:nvGrpSpPr>
        <p:cNvPr id="1" name=""/>
        <p:cNvGrpSpPr/>
        <p:nvPr/>
      </p:nvGrpSpPr>
      <p:grpSpPr>
        <a:xfrm>
          <a:off x="0" y="0"/>
          <a:ext cx="0" cy="0"/>
          <a:chOff x="0" y="0"/>
          <a:chExt cx="0" cy="0"/>
        </a:xfrm>
      </p:grpSpPr>
      <p:sp>
        <p:nvSpPr>
          <p:cNvPr id="118"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119" name="Freihandform: Form 10"/>
          <p:cNvSpPr/>
          <p:nvPr/>
        </p:nvSpPr>
        <p:spPr>
          <a:xfrm>
            <a:off x="8202960" y="2802240"/>
            <a:ext cx="3987360" cy="4053960"/>
          </a:xfrm>
          <a:custGeom>
            <a:avLst/>
            <a:gdLst>
              <a:gd name="textAreaLeft" fmla="*/ 0 w 3987360"/>
              <a:gd name="textAreaRight" fmla="*/ 1436065200 w 3987360"/>
              <a:gd name="textAreaTop" fmla="*/ 0 h 4053960"/>
              <a:gd name="textAreaBottom" fmla="*/ 1460068200 h 405396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720" bIns="6858000" anchor="ctr">
            <a:noAutofit/>
          </a:bodyPr>
          <a:p>
            <a:endParaRPr lang="de-DE" sz="1800" b="0" u="none" strike="noStrike">
              <a:solidFill>
                <a:schemeClr val="dk1"/>
              </a:solidFill>
              <a:effectLst/>
              <a:uFillTx/>
              <a:latin typeface="SRH"/>
            </a:endParaRPr>
          </a:p>
        </p:txBody>
      </p:sp>
      <p:sp>
        <p:nvSpPr>
          <p:cNvPr id="120" name="PlaceHolder 1"/>
          <p:cNvSpPr>
            <a:spLocks noGrp="1"/>
          </p:cNvSpPr>
          <p:nvPr>
            <p:ph type="title"/>
          </p:nvPr>
        </p:nvSpPr>
        <p:spPr>
          <a:xfrm>
            <a:off x="360000" y="2329200"/>
            <a:ext cx="11471400" cy="397908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121" name="PlaceHolder 2"/>
          <p:cNvSpPr>
            <a:spLocks noGrp="1"/>
          </p:cNvSpPr>
          <p:nvPr>
            <p:ph type="dt" idx="34"/>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22" name="PlaceHolder 3"/>
          <p:cNvSpPr>
            <a:spLocks noGrp="1"/>
          </p:cNvSpPr>
          <p:nvPr>
            <p:ph type="ftr" idx="35"/>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23" name="PlaceHolder 4"/>
          <p:cNvSpPr>
            <a:spLocks noGrp="1"/>
          </p:cNvSpPr>
          <p:nvPr>
            <p:ph type="sldNum" idx="36"/>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0598DAAC-4CF5-473F-874D-80FE7E4F4692}"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2 Text, 1/2 Bild">
    <p:bg>
      <p:bgPr>
        <a:solidFill>
          <a:schemeClr val="lt1"/>
        </a:solidFill>
      </p:bgPr>
    </p:bg>
    <p:spTree>
      <p:nvGrpSpPr>
        <p:cNvPr id="1" name=""/>
        <p:cNvGrpSpPr/>
        <p:nvPr/>
      </p:nvGrpSpPr>
      <p:grpSpPr>
        <a:xfrm>
          <a:off x="0" y="0"/>
          <a:ext cx="0" cy="0"/>
          <a:chOff x="0" y="0"/>
          <a:chExt cx="0" cy="0"/>
        </a:xfrm>
      </p:grpSpPr>
      <p:sp>
        <p:nvSpPr>
          <p:cNvPr id="124"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125" name="PlaceHolder 1"/>
          <p:cNvSpPr>
            <a:spLocks noGrp="1"/>
          </p:cNvSpPr>
          <p:nvPr>
            <p:ph type="body"/>
          </p:nvPr>
        </p:nvSpPr>
        <p:spPr>
          <a:xfrm>
            <a:off x="6095880" y="0"/>
            <a:ext cx="6094080" cy="685620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26" name="Zeichen" hidden="1"/>
          <p:cNvSpPr/>
          <p:nvPr/>
        </p:nvSpPr>
        <p:spPr>
          <a:xfrm>
            <a:off x="8202960" y="2802240"/>
            <a:ext cx="3987360" cy="4053960"/>
          </a:xfrm>
          <a:custGeom>
            <a:avLst/>
            <a:gdLst>
              <a:gd name="textAreaLeft" fmla="*/ 0 w 3987360"/>
              <a:gd name="textAreaRight" fmla="*/ 1436065200 w 3987360"/>
              <a:gd name="textAreaTop" fmla="*/ 0 h 4053960"/>
              <a:gd name="textAreaBottom" fmla="*/ 1460068200 h 405396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720" bIns="6858000" anchor="ctr">
            <a:noAutofit/>
          </a:bodyPr>
          <a:p>
            <a:endParaRPr lang="de-DE" sz="1800" b="0" u="none" strike="noStrike">
              <a:solidFill>
                <a:schemeClr val="dk1"/>
              </a:solidFill>
              <a:effectLst/>
              <a:uFillTx/>
              <a:latin typeface="SRH"/>
            </a:endParaRPr>
          </a:p>
        </p:txBody>
      </p:sp>
      <p:sp>
        <p:nvSpPr>
          <p:cNvPr id="127" name="PlaceHolder 2"/>
          <p:cNvSpPr>
            <a:spLocks noGrp="1"/>
          </p:cNvSpPr>
          <p:nvPr>
            <p:ph type="title"/>
          </p:nvPr>
        </p:nvSpPr>
        <p:spPr>
          <a:xfrm>
            <a:off x="360000" y="358920"/>
            <a:ext cx="5365800" cy="83340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28" name="PlaceHolder 3"/>
          <p:cNvSpPr>
            <a:spLocks noGrp="1"/>
          </p:cNvSpPr>
          <p:nvPr>
            <p:ph type="body"/>
          </p:nvPr>
        </p:nvSpPr>
        <p:spPr>
          <a:xfrm>
            <a:off x="367560" y="1728000"/>
            <a:ext cx="5365800" cy="422856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29" name="PlaceHolder 4"/>
          <p:cNvSpPr>
            <a:spLocks noGrp="1"/>
          </p:cNvSpPr>
          <p:nvPr>
            <p:ph type="dt" idx="37"/>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30" name="PlaceHolder 5"/>
          <p:cNvSpPr>
            <a:spLocks noGrp="1"/>
          </p:cNvSpPr>
          <p:nvPr>
            <p:ph type="ftr" idx="38"/>
          </p:nvPr>
        </p:nvSpPr>
        <p:spPr>
          <a:xfrm>
            <a:off x="1319400" y="6356520"/>
            <a:ext cx="441396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31" name="PlaceHolder 6"/>
          <p:cNvSpPr>
            <a:spLocks noGrp="1"/>
          </p:cNvSpPr>
          <p:nvPr>
            <p:ph type="sldNum" idx="39"/>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4E9741C-BA89-4CC7-9731-224D01E9A2C2}"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132" name="PlaceHolder 7"/>
          <p:cNvSpPr>
            <a:spLocks noGrp="1"/>
          </p:cNvSpPr>
          <p:nvPr>
            <p:ph type="body"/>
          </p:nvPr>
        </p:nvSpPr>
        <p:spPr>
          <a:xfrm>
            <a:off x="10877400" y="358920"/>
            <a:ext cx="948960" cy="73548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00" b="0" u="none" strike="noStrike">
                <a:solidFill>
                  <a:schemeClr val="dk1"/>
                </a:solidFill>
                <a:effectLst/>
                <a:uFillTx/>
                <a:latin typeface="SRH Text"/>
              </a:rPr>
              <a:t>Click to edit the outline text format</a:t>
            </a:r>
            <a:endParaRPr lang="de-DE" sz="1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eiss">
    <p:bg>
      <p:bgPr>
        <a:solidFill>
          <a:schemeClr val="lt1"/>
        </a:solidFill>
      </p:bgPr>
    </p:bg>
    <p:spTree>
      <p:nvGrpSpPr>
        <p:cNvPr id="1" name=""/>
        <p:cNvGrpSpPr/>
        <p:nvPr/>
      </p:nvGrpSpPr>
      <p:grpSpPr>
        <a:xfrm>
          <a:off x="0" y="0"/>
          <a:ext cx="0" cy="0"/>
          <a:chOff x="0" y="0"/>
          <a:chExt cx="0" cy="0"/>
        </a:xfrm>
      </p:grpSpPr>
      <p:sp>
        <p:nvSpPr>
          <p:cNvPr id="133"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134" name="PlaceHolder 1"/>
          <p:cNvSpPr>
            <a:spLocks noGrp="1"/>
          </p:cNvSpPr>
          <p:nvPr>
            <p:ph type="title"/>
          </p:nvPr>
        </p:nvSpPr>
        <p:spPr>
          <a:xfrm>
            <a:off x="360000" y="358920"/>
            <a:ext cx="9155520" cy="83340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35" name="PlaceHolder 2"/>
          <p:cNvSpPr>
            <a:spLocks noGrp="1"/>
          </p:cNvSpPr>
          <p:nvPr>
            <p:ph type="body"/>
          </p:nvPr>
        </p:nvSpPr>
        <p:spPr>
          <a:xfrm>
            <a:off x="360000" y="2873880"/>
            <a:ext cx="9156960" cy="232416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36" name="PlaceHolder 3"/>
          <p:cNvSpPr>
            <a:spLocks noGrp="1"/>
          </p:cNvSpPr>
          <p:nvPr>
            <p:ph type="dt" idx="40"/>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37" name="PlaceHolder 4"/>
          <p:cNvSpPr>
            <a:spLocks noGrp="1"/>
          </p:cNvSpPr>
          <p:nvPr>
            <p:ph type="ftr" idx="41"/>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38" name="PlaceHolder 5"/>
          <p:cNvSpPr>
            <a:spLocks noGrp="1"/>
          </p:cNvSpPr>
          <p:nvPr>
            <p:ph type="sldNum" idx="42"/>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FD1BDC7-DF32-4793-B416-ABF0882FD88C}"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139" name="PlaceHolder 6"/>
          <p:cNvSpPr>
            <a:spLocks noGrp="1"/>
          </p:cNvSpPr>
          <p:nvPr>
            <p:ph type="body"/>
          </p:nvPr>
        </p:nvSpPr>
        <p:spPr>
          <a:xfrm>
            <a:off x="360000" y="1728000"/>
            <a:ext cx="9156960" cy="7794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40" name="PlaceHolder 7"/>
          <p:cNvSpPr>
            <a:spLocks noGrp="1"/>
          </p:cNvSpPr>
          <p:nvPr>
            <p:ph type="body"/>
          </p:nvPr>
        </p:nvSpPr>
        <p:spPr>
          <a:xfrm>
            <a:off x="360000" y="5463720"/>
            <a:ext cx="9156960" cy="49284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3 Text, 1/3 Bild">
    <p:bg>
      <p:bgPr>
        <a:solidFill>
          <a:schemeClr val="lt1"/>
        </a:solidFill>
      </p:bgPr>
    </p:bg>
    <p:spTree>
      <p:nvGrpSpPr>
        <p:cNvPr id="1" name=""/>
        <p:cNvGrpSpPr/>
        <p:nvPr/>
      </p:nvGrpSpPr>
      <p:grpSpPr>
        <a:xfrm>
          <a:off x="0" y="0"/>
          <a:ext cx="0" cy="0"/>
          <a:chOff x="0" y="0"/>
          <a:chExt cx="0" cy="0"/>
        </a:xfrm>
      </p:grpSpPr>
      <p:sp>
        <p:nvSpPr>
          <p:cNvPr id="141"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142" name="Zeichen" hidden="1"/>
          <p:cNvSpPr/>
          <p:nvPr/>
        </p:nvSpPr>
        <p:spPr>
          <a:xfrm>
            <a:off x="8202960" y="2802240"/>
            <a:ext cx="3987360" cy="4053960"/>
          </a:xfrm>
          <a:custGeom>
            <a:avLst/>
            <a:gdLst>
              <a:gd name="textAreaLeft" fmla="*/ 0 w 3987360"/>
              <a:gd name="textAreaRight" fmla="*/ 1436065200 w 3987360"/>
              <a:gd name="textAreaTop" fmla="*/ 0 h 4053960"/>
              <a:gd name="textAreaBottom" fmla="*/ 1460068200 h 405396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720" bIns="6858000" anchor="ctr">
            <a:noAutofit/>
          </a:bodyPr>
          <a:p>
            <a:endParaRPr lang="de-DE" sz="1800" b="0" u="none" strike="noStrike">
              <a:solidFill>
                <a:schemeClr val="dk1"/>
              </a:solidFill>
              <a:effectLst/>
              <a:uFillTx/>
              <a:latin typeface="SRH"/>
            </a:endParaRPr>
          </a:p>
        </p:txBody>
      </p:sp>
      <p:sp>
        <p:nvSpPr>
          <p:cNvPr id="143" name="PlaceHolder 1"/>
          <p:cNvSpPr>
            <a:spLocks noGrp="1"/>
          </p:cNvSpPr>
          <p:nvPr>
            <p:ph type="title"/>
          </p:nvPr>
        </p:nvSpPr>
        <p:spPr>
          <a:xfrm>
            <a:off x="360000" y="358920"/>
            <a:ext cx="9163800" cy="83340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44" name="PlaceHolder 2"/>
          <p:cNvSpPr>
            <a:spLocks noGrp="1"/>
          </p:cNvSpPr>
          <p:nvPr>
            <p:ph type="body"/>
          </p:nvPr>
        </p:nvSpPr>
        <p:spPr>
          <a:xfrm>
            <a:off x="367560" y="1728000"/>
            <a:ext cx="7518600" cy="422856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45" name="PlaceHolder 3"/>
          <p:cNvSpPr>
            <a:spLocks noGrp="1"/>
          </p:cNvSpPr>
          <p:nvPr>
            <p:ph type="dt" idx="43"/>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46" name="PlaceHolder 4"/>
          <p:cNvSpPr>
            <a:spLocks noGrp="1"/>
          </p:cNvSpPr>
          <p:nvPr>
            <p:ph type="ftr" idx="44"/>
          </p:nvPr>
        </p:nvSpPr>
        <p:spPr>
          <a:xfrm>
            <a:off x="1319400" y="6356520"/>
            <a:ext cx="441396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47" name="PlaceHolder 5"/>
          <p:cNvSpPr>
            <a:spLocks noGrp="1"/>
          </p:cNvSpPr>
          <p:nvPr>
            <p:ph type="sldNum" idx="45"/>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35F59F4-F3E8-4336-B26C-EB7EDA4C4A39}"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148" name="PlaceHolder 6"/>
          <p:cNvSpPr>
            <a:spLocks noGrp="1"/>
          </p:cNvSpPr>
          <p:nvPr>
            <p:ph type="body"/>
          </p:nvPr>
        </p:nvSpPr>
        <p:spPr>
          <a:xfrm>
            <a:off x="8247960" y="1728000"/>
            <a:ext cx="3582720" cy="422856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2/3 Text, 1/3 Bild im Anschnitt">
    <p:bg>
      <p:bgPr>
        <a:solidFill>
          <a:schemeClr val="lt1"/>
        </a:solidFill>
      </p:bgPr>
    </p:bg>
    <p:spTree>
      <p:nvGrpSpPr>
        <p:cNvPr id="1" name=""/>
        <p:cNvGrpSpPr/>
        <p:nvPr/>
      </p:nvGrpSpPr>
      <p:grpSpPr>
        <a:xfrm>
          <a:off x="0" y="0"/>
          <a:ext cx="0" cy="0"/>
          <a:chOff x="0" y="0"/>
          <a:chExt cx="0" cy="0"/>
        </a:xfrm>
      </p:grpSpPr>
      <p:sp>
        <p:nvSpPr>
          <p:cNvPr id="149"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150" name="Zeichen" hidden="1"/>
          <p:cNvSpPr/>
          <p:nvPr/>
        </p:nvSpPr>
        <p:spPr>
          <a:xfrm>
            <a:off x="8202960" y="2802240"/>
            <a:ext cx="3987360" cy="4053960"/>
          </a:xfrm>
          <a:custGeom>
            <a:avLst/>
            <a:gdLst>
              <a:gd name="textAreaLeft" fmla="*/ 0 w 3987360"/>
              <a:gd name="textAreaRight" fmla="*/ 1436065200 w 3987360"/>
              <a:gd name="textAreaTop" fmla="*/ 0 h 4053960"/>
              <a:gd name="textAreaBottom" fmla="*/ 1460068200 h 405396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720" bIns="6858000" anchor="ctr">
            <a:noAutofit/>
          </a:bodyPr>
          <a:p>
            <a:endParaRPr lang="de-DE" sz="1800" b="0" u="none" strike="noStrike">
              <a:solidFill>
                <a:schemeClr val="dk1"/>
              </a:solidFill>
              <a:effectLst/>
              <a:uFillTx/>
              <a:latin typeface="SRH"/>
            </a:endParaRPr>
          </a:p>
        </p:txBody>
      </p:sp>
      <p:sp>
        <p:nvSpPr>
          <p:cNvPr id="151" name="PlaceHolder 1"/>
          <p:cNvSpPr>
            <a:spLocks noGrp="1"/>
          </p:cNvSpPr>
          <p:nvPr>
            <p:ph type="title"/>
          </p:nvPr>
        </p:nvSpPr>
        <p:spPr>
          <a:xfrm>
            <a:off x="360000" y="358920"/>
            <a:ext cx="9163800" cy="83340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52" name="PlaceHolder 2"/>
          <p:cNvSpPr>
            <a:spLocks noGrp="1"/>
          </p:cNvSpPr>
          <p:nvPr>
            <p:ph type="body"/>
          </p:nvPr>
        </p:nvSpPr>
        <p:spPr>
          <a:xfrm>
            <a:off x="367560" y="1728000"/>
            <a:ext cx="7518600" cy="422856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53" name="PlaceHolder 3"/>
          <p:cNvSpPr>
            <a:spLocks noGrp="1"/>
          </p:cNvSpPr>
          <p:nvPr>
            <p:ph type="dt" idx="46"/>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54" name="PlaceHolder 4"/>
          <p:cNvSpPr>
            <a:spLocks noGrp="1"/>
          </p:cNvSpPr>
          <p:nvPr>
            <p:ph type="ftr" idx="47"/>
          </p:nvPr>
        </p:nvSpPr>
        <p:spPr>
          <a:xfrm>
            <a:off x="1319400" y="6356520"/>
            <a:ext cx="441396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55" name="PlaceHolder 5"/>
          <p:cNvSpPr>
            <a:spLocks noGrp="1"/>
          </p:cNvSpPr>
          <p:nvPr>
            <p:ph type="sldNum" idx="48"/>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6789B78-05FC-4094-92BA-441C734DD42D}"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156" name="PlaceHolder 6"/>
          <p:cNvSpPr>
            <a:spLocks noGrp="1"/>
          </p:cNvSpPr>
          <p:nvPr>
            <p:ph type="body"/>
          </p:nvPr>
        </p:nvSpPr>
        <p:spPr>
          <a:xfrm>
            <a:off x="8247960" y="1728000"/>
            <a:ext cx="3942360" cy="422856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1 Inhalt auf warm grey">
    <p:bg>
      <p:bgPr>
        <a:solidFill>
          <a:schemeClr val="lt1"/>
        </a:solidFill>
      </p:bgPr>
    </p:bg>
    <p:spTree>
      <p:nvGrpSpPr>
        <p:cNvPr id="1" name=""/>
        <p:cNvGrpSpPr/>
        <p:nvPr/>
      </p:nvGrpSpPr>
      <p:grpSpPr>
        <a:xfrm>
          <a:off x="0" y="0"/>
          <a:ext cx="0" cy="0"/>
          <a:chOff x="0" y="0"/>
          <a:chExt cx="0" cy="0"/>
        </a:xfrm>
      </p:grpSpPr>
      <p:sp>
        <p:nvSpPr>
          <p:cNvPr id="157"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158" name="Rechteck 9"/>
          <p:cNvSpPr/>
          <p:nvPr/>
        </p:nvSpPr>
        <p:spPr>
          <a:xfrm>
            <a:off x="0" y="1405800"/>
            <a:ext cx="12190320" cy="545040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59" name="Freihandform: Form 28"/>
          <p:cNvSpPr/>
          <p:nvPr/>
        </p:nvSpPr>
        <p:spPr>
          <a:xfrm>
            <a:off x="8202960" y="2802240"/>
            <a:ext cx="3987360" cy="4053960"/>
          </a:xfrm>
          <a:custGeom>
            <a:avLst/>
            <a:gdLst>
              <a:gd name="textAreaLeft" fmla="*/ 0 w 3987360"/>
              <a:gd name="textAreaRight" fmla="*/ 1436065200 w 3987360"/>
              <a:gd name="textAreaTop" fmla="*/ 0 h 4053960"/>
              <a:gd name="textAreaBottom" fmla="*/ 1460068200 h 405396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6E3E2"/>
          </a:solidFill>
          <a:ln w="0">
            <a:noFill/>
          </a:ln>
        </p:spPr>
        <p:style>
          <a:lnRef idx="0"/>
          <a:fillRef idx="0"/>
          <a:effectRef idx="0"/>
          <a:fontRef idx="minor"/>
        </p:style>
        <p:txBody>
          <a:bodyPr numCol="1" spcCol="216000" lIns="0" tIns="2802240" rIns="3987720" bIns="6858000" anchor="ctr">
            <a:noAutofit/>
          </a:bodyPr>
          <a:p>
            <a:endParaRPr lang="de-DE" sz="1800" b="0" u="none" strike="noStrike">
              <a:solidFill>
                <a:schemeClr val="dk1"/>
              </a:solidFill>
              <a:effectLst/>
              <a:uFillTx/>
              <a:latin typeface="SRH"/>
            </a:endParaRPr>
          </a:p>
        </p:txBody>
      </p:sp>
      <p:sp>
        <p:nvSpPr>
          <p:cNvPr id="160" name="PlaceHolder 1"/>
          <p:cNvSpPr>
            <a:spLocks noGrp="1"/>
          </p:cNvSpPr>
          <p:nvPr>
            <p:ph type="title"/>
          </p:nvPr>
        </p:nvSpPr>
        <p:spPr>
          <a:xfrm>
            <a:off x="360000" y="358920"/>
            <a:ext cx="9156960" cy="83340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61" name="PlaceHolder 2"/>
          <p:cNvSpPr>
            <a:spLocks noGrp="1"/>
          </p:cNvSpPr>
          <p:nvPr>
            <p:ph type="body"/>
          </p:nvPr>
        </p:nvSpPr>
        <p:spPr>
          <a:xfrm>
            <a:off x="359280" y="1728000"/>
            <a:ext cx="9156960" cy="422856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62" name="PlaceHolder 3"/>
          <p:cNvSpPr>
            <a:spLocks noGrp="1"/>
          </p:cNvSpPr>
          <p:nvPr>
            <p:ph type="dt" idx="49"/>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63" name="PlaceHolder 4"/>
          <p:cNvSpPr>
            <a:spLocks noGrp="1"/>
          </p:cNvSpPr>
          <p:nvPr>
            <p:ph type="ftr" idx="50"/>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64" name="PlaceHolder 5"/>
          <p:cNvSpPr>
            <a:spLocks noGrp="1"/>
          </p:cNvSpPr>
          <p:nvPr>
            <p:ph type="sldNum" idx="51"/>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6DBC542-57E6-469B-B1E8-A86D73D4E0D1}"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agramme auf warm grey">
    <p:bg>
      <p:bgPr>
        <a:solidFill>
          <a:schemeClr val="lt1"/>
        </a:solidFill>
      </p:bgPr>
    </p:bg>
    <p:spTree>
      <p:nvGrpSpPr>
        <p:cNvPr id="1" name=""/>
        <p:cNvGrpSpPr/>
        <p:nvPr/>
      </p:nvGrpSpPr>
      <p:grpSpPr>
        <a:xfrm>
          <a:off x="0" y="0"/>
          <a:ext cx="0" cy="0"/>
          <a:chOff x="0" y="0"/>
          <a:chExt cx="0" cy="0"/>
        </a:xfrm>
      </p:grpSpPr>
      <p:sp>
        <p:nvSpPr>
          <p:cNvPr id="165"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166" name="Rechteck 13"/>
          <p:cNvSpPr/>
          <p:nvPr/>
        </p:nvSpPr>
        <p:spPr>
          <a:xfrm>
            <a:off x="0" y="1405800"/>
            <a:ext cx="12190320" cy="545040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67" name="PlaceHolder 1"/>
          <p:cNvSpPr>
            <a:spLocks noGrp="1"/>
          </p:cNvSpPr>
          <p:nvPr>
            <p:ph type="title"/>
          </p:nvPr>
        </p:nvSpPr>
        <p:spPr>
          <a:xfrm>
            <a:off x="360000" y="358920"/>
            <a:ext cx="9155520" cy="83340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68" name="PlaceHolder 2"/>
          <p:cNvSpPr>
            <a:spLocks noGrp="1"/>
          </p:cNvSpPr>
          <p:nvPr>
            <p:ph type="body"/>
          </p:nvPr>
        </p:nvSpPr>
        <p:spPr>
          <a:xfrm>
            <a:off x="2048040" y="1943640"/>
            <a:ext cx="3866760" cy="320256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69" name="PlaceHolder 3"/>
          <p:cNvSpPr>
            <a:spLocks noGrp="1"/>
          </p:cNvSpPr>
          <p:nvPr>
            <p:ph type="dt" idx="52"/>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70" name="PlaceHolder 4"/>
          <p:cNvSpPr>
            <a:spLocks noGrp="1"/>
          </p:cNvSpPr>
          <p:nvPr>
            <p:ph type="ftr" idx="53"/>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71" name="PlaceHolder 5"/>
          <p:cNvSpPr>
            <a:spLocks noGrp="1"/>
          </p:cNvSpPr>
          <p:nvPr>
            <p:ph type="sldNum" idx="54"/>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C47E0D2-C02D-468A-B864-C99EBBE29148}"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172" name="PlaceHolder 6"/>
          <p:cNvSpPr>
            <a:spLocks noGrp="1"/>
          </p:cNvSpPr>
          <p:nvPr>
            <p:ph type="body"/>
          </p:nvPr>
        </p:nvSpPr>
        <p:spPr>
          <a:xfrm>
            <a:off x="2048040" y="5212800"/>
            <a:ext cx="3866760" cy="737280"/>
          </a:xfrm>
          <a:prstGeom prst="rect">
            <a:avLst/>
          </a:prstGeom>
          <a:noFill/>
          <a:ln w="0">
            <a:noFill/>
          </a:ln>
        </p:spPr>
        <p:txBody>
          <a:bodyPr numCol="1" spcCol="216000"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173" name="PlaceHolder 7"/>
          <p:cNvSpPr>
            <a:spLocks noGrp="1"/>
          </p:cNvSpPr>
          <p:nvPr>
            <p:ph type="body"/>
          </p:nvPr>
        </p:nvSpPr>
        <p:spPr>
          <a:xfrm>
            <a:off x="6275880" y="5212800"/>
            <a:ext cx="3866760" cy="737280"/>
          </a:xfrm>
          <a:prstGeom prst="rect">
            <a:avLst/>
          </a:prstGeom>
          <a:noFill/>
          <a:ln w="0">
            <a:noFill/>
          </a:ln>
        </p:spPr>
        <p:txBody>
          <a:bodyPr numCol="1" spcCol="216000"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174" name="PlaceHolder 8"/>
          <p:cNvSpPr>
            <a:spLocks noGrp="1"/>
          </p:cNvSpPr>
          <p:nvPr>
            <p:ph type="body"/>
          </p:nvPr>
        </p:nvSpPr>
        <p:spPr>
          <a:xfrm>
            <a:off x="6275880" y="1943640"/>
            <a:ext cx="3866760" cy="320256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arm grey">
    <p:bg>
      <p:bgPr>
        <a:solidFill>
          <a:schemeClr val="lt1"/>
        </a:solidFill>
      </p:bgPr>
    </p:bg>
    <p:spTree>
      <p:nvGrpSpPr>
        <p:cNvPr id="1" name=""/>
        <p:cNvGrpSpPr/>
        <p:nvPr/>
      </p:nvGrpSpPr>
      <p:grpSpPr>
        <a:xfrm>
          <a:off x="0" y="0"/>
          <a:ext cx="0" cy="0"/>
          <a:chOff x="0" y="0"/>
          <a:chExt cx="0" cy="0"/>
        </a:xfrm>
      </p:grpSpPr>
      <p:sp>
        <p:nvSpPr>
          <p:cNvPr id="175" name="Freihandform: Form 11"/>
          <p:cNvSpPr/>
          <p:nvPr/>
        </p:nvSpPr>
        <p:spPr>
          <a:xfrm>
            <a:off x="10878840" y="361440"/>
            <a:ext cx="946080" cy="731520"/>
          </a:xfrm>
          <a:custGeom>
            <a:avLst/>
            <a:gdLst>
              <a:gd name="textAreaLeft" fmla="*/ 0 w 946080"/>
              <a:gd name="textAreaRight" fmla="*/ 341299800 w 946080"/>
              <a:gd name="textAreaTop" fmla="*/ 0 h 731520"/>
              <a:gd name="textAreaBottom" fmla="*/ 264033000 h 73152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440" bIns="1094760" anchor="ctr">
            <a:noAutofit/>
          </a:bodyPr>
          <a:p>
            <a:endParaRPr lang="de-DE" sz="1800" b="0" u="none" strike="noStrike">
              <a:solidFill>
                <a:schemeClr val="dk1"/>
              </a:solidFill>
              <a:effectLst/>
              <a:uFillTx/>
              <a:latin typeface="SRH"/>
            </a:endParaRPr>
          </a:p>
        </p:txBody>
      </p:sp>
      <p:sp>
        <p:nvSpPr>
          <p:cNvPr id="176" name="Rechteck 13"/>
          <p:cNvSpPr/>
          <p:nvPr/>
        </p:nvSpPr>
        <p:spPr>
          <a:xfrm>
            <a:off x="0" y="1405800"/>
            <a:ext cx="12190320" cy="545040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77" name="PlaceHolder 1"/>
          <p:cNvSpPr>
            <a:spLocks noGrp="1"/>
          </p:cNvSpPr>
          <p:nvPr>
            <p:ph type="title"/>
          </p:nvPr>
        </p:nvSpPr>
        <p:spPr>
          <a:xfrm>
            <a:off x="360000" y="358920"/>
            <a:ext cx="9155520" cy="83340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78" name="PlaceHolder 2"/>
          <p:cNvSpPr>
            <a:spLocks noGrp="1"/>
          </p:cNvSpPr>
          <p:nvPr>
            <p:ph type="body"/>
          </p:nvPr>
        </p:nvSpPr>
        <p:spPr>
          <a:xfrm>
            <a:off x="360000" y="2873880"/>
            <a:ext cx="9156960" cy="232416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79" name="PlaceHolder 3"/>
          <p:cNvSpPr>
            <a:spLocks noGrp="1"/>
          </p:cNvSpPr>
          <p:nvPr>
            <p:ph type="dt" idx="55"/>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80" name="PlaceHolder 4"/>
          <p:cNvSpPr>
            <a:spLocks noGrp="1"/>
          </p:cNvSpPr>
          <p:nvPr>
            <p:ph type="ftr" idx="56"/>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81" name="PlaceHolder 5"/>
          <p:cNvSpPr>
            <a:spLocks noGrp="1"/>
          </p:cNvSpPr>
          <p:nvPr>
            <p:ph type="sldNum" idx="57"/>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051D976B-25B5-4BE7-B696-ACA8907E9539}"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182" name="PlaceHolder 6"/>
          <p:cNvSpPr>
            <a:spLocks noGrp="1"/>
          </p:cNvSpPr>
          <p:nvPr>
            <p:ph type="body"/>
          </p:nvPr>
        </p:nvSpPr>
        <p:spPr>
          <a:xfrm>
            <a:off x="360000" y="1728000"/>
            <a:ext cx="9156960" cy="7794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83" name="PlaceHolder 7"/>
          <p:cNvSpPr>
            <a:spLocks noGrp="1"/>
          </p:cNvSpPr>
          <p:nvPr>
            <p:ph type="body"/>
          </p:nvPr>
        </p:nvSpPr>
        <p:spPr>
          <a:xfrm>
            <a:off x="360000" y="5463720"/>
            <a:ext cx="9156960" cy="49284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4.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9.xml"/>
</Relationships>
</file>

<file path=ppt/slides/_rels/slide16.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9.xml"/>
</Relationships>
</file>

<file path=ppt/slides/_rels/slide17.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9.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13.emf"/><Relationship Id="rId2" Type="http://schemas.openxmlformats.org/officeDocument/2006/relationships/image" Target="../media/image14.emf"/><Relationship Id="rId3" Type="http://schemas.openxmlformats.org/officeDocument/2006/relationships/slideLayout" Target="../slideLayouts/slideLayout8.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title"/>
          </p:nvPr>
        </p:nvSpPr>
        <p:spPr>
          <a:xfrm>
            <a:off x="299880" y="821160"/>
            <a:ext cx="11254680" cy="2025000"/>
          </a:xfrm>
          <a:prstGeom prst="rect">
            <a:avLst/>
          </a:prstGeom>
          <a:noFill/>
          <a:ln w="0">
            <a:noFill/>
          </a:ln>
        </p:spPr>
        <p:txBody>
          <a:bodyPr numCol="1" spcCol="216000" lIns="0" tIns="0" rIns="0" bIns="0" anchor="t">
            <a:noAutofit/>
          </a:bodyPr>
          <a:p>
            <a:pPr indent="0" algn="ctr" defTabSz="914400">
              <a:lnSpc>
                <a:spcPct val="98000"/>
              </a:lnSpc>
              <a:buNone/>
              <a:tabLst>
                <a:tab pos="0" algn="l"/>
              </a:tabLst>
            </a:pPr>
            <a:br>
              <a:rPr sz="4800"/>
            </a:br>
            <a:r>
              <a:rPr lang="en-US" sz="4000" b="1" u="none" strike="noStrike">
                <a:solidFill>
                  <a:schemeClr val="lt1"/>
                </a:solidFill>
                <a:effectLst/>
                <a:uFillTx/>
                <a:latin typeface="SRH Headline"/>
                <a:ea typeface="SRH Headline"/>
              </a:rPr>
              <a:t>Thesis:</a:t>
            </a:r>
            <a:br>
              <a:rPr sz="4800"/>
            </a:br>
            <a:r>
              <a:rPr lang="en-US" sz="4000" b="1" u="none" strike="noStrike">
                <a:solidFill>
                  <a:schemeClr val="lt1"/>
                </a:solidFill>
                <a:effectLst/>
                <a:uFillTx/>
                <a:latin typeface="SRH Headline"/>
                <a:ea typeface="SRH Headline"/>
              </a:rPr>
              <a:t>Reliability  Monitoring  and  Cost-Sensitive  Selective Prediction for Credit Risk under Distribution Shift</a:t>
            </a:r>
            <a:endParaRPr lang="de-DE" sz="4000" b="1" u="none" strike="noStrike">
              <a:solidFill>
                <a:schemeClr val="lt1"/>
              </a:solidFill>
              <a:effectLst/>
              <a:uFillTx/>
              <a:latin typeface="SRH Headline"/>
            </a:endParaRPr>
          </a:p>
          <a:p>
            <a:pPr indent="0" algn="ctr" defTabSz="914400">
              <a:lnSpc>
                <a:spcPct val="98000"/>
              </a:lnSpc>
              <a:buNone/>
              <a:tabLst>
                <a:tab pos="0" algn="l"/>
              </a:tabLst>
            </a:pPr>
            <a:endParaRPr lang="de-DE" sz="4000" b="1" u="none" strike="noStrike">
              <a:solidFill>
                <a:schemeClr val="lt1"/>
              </a:solidFill>
              <a:effectLst/>
              <a:uFillTx/>
              <a:latin typeface="SRH Headline"/>
            </a:endParaRPr>
          </a:p>
        </p:txBody>
      </p:sp>
      <p:sp>
        <p:nvSpPr>
          <p:cNvPr id="191" name="object 12"/>
          <p:cNvSpPr/>
          <p:nvPr/>
        </p:nvSpPr>
        <p:spPr>
          <a:xfrm rot="21561000">
            <a:off x="453960" y="3935880"/>
            <a:ext cx="6418440" cy="2930760"/>
          </a:xfrm>
          <a:prstGeom prst="rect">
            <a:avLst/>
          </a:prstGeom>
          <a:noFill/>
          <a:ln w="0">
            <a:noFill/>
          </a:ln>
        </p:spPr>
        <p:style>
          <a:lnRef idx="0"/>
          <a:fillRef idx="0"/>
          <a:effectRef idx="0"/>
          <a:fontRef idx="minor"/>
        </p:style>
        <p:txBody>
          <a:bodyPr numCol="1" spcCol="216000" lIns="0" tIns="12600" rIns="0" bIns="0" anchor="t">
            <a:noAutofit/>
          </a:bodyPr>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Amin</a:t>
            </a:r>
            <a:r>
              <a:rPr lang="en-US" sz="2400" b="0" u="none" strike="noStrike">
                <a:solidFill>
                  <a:schemeClr val="dk1"/>
                </a:solidFill>
                <a:effectLst/>
                <a:uFillTx/>
                <a:latin typeface="SRH"/>
                <a:ea typeface="SRH"/>
              </a:rPr>
              <a:t> </a:t>
            </a:r>
            <a:r>
              <a:rPr lang="en-US" sz="2400" b="1" u="none" strike="noStrike">
                <a:solidFill>
                  <a:schemeClr val="lt1"/>
                </a:solidFill>
                <a:effectLst/>
                <a:uFillTx/>
                <a:latin typeface="SRH Headline"/>
                <a:ea typeface="SRH Headline"/>
              </a:rPr>
              <a:t>Feli (11038701) </a:t>
            </a:r>
            <a:endParaRPr lang="en-US" sz="2400" b="0" u="none" strike="noStrike">
              <a:solidFill>
                <a:srgbClr val="FFFFFF"/>
              </a:solidFill>
              <a:effectLst/>
              <a:uFillTx/>
              <a:latin typeface="Arial"/>
            </a:endParaRPr>
          </a:p>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Supervisor: Prof . Dr. Mehrdad Jalali</a:t>
            </a:r>
            <a:endParaRPr lang="en-US" sz="2400" b="0" u="none" strike="noStrike">
              <a:solidFill>
                <a:srgbClr val="FFFFFF"/>
              </a:solidFill>
              <a:effectLst/>
              <a:uFillTx/>
              <a:latin typeface="Arial"/>
            </a:endParaRPr>
          </a:p>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SRH Hochschule Heidelberg</a:t>
            </a:r>
            <a:endParaRPr lang="en-US" sz="2400" b="0" u="none" strike="noStrike">
              <a:solidFill>
                <a:srgbClr val="FFFFFF"/>
              </a:solidFill>
              <a:effectLst/>
              <a:uFillTx/>
              <a:latin typeface="Arial"/>
            </a:endParaRPr>
          </a:p>
          <a:p>
            <a:pPr marL="12600" defTabSz="914400">
              <a:lnSpc>
                <a:spcPct val="150000"/>
              </a:lnSpc>
              <a:spcBef>
                <a:spcPts val="3345"/>
              </a:spcBef>
              <a:tabLst>
                <a:tab pos="0" algn="l"/>
              </a:tabLst>
            </a:pPr>
            <a:endParaRPr lang="en-US" sz="2400" b="0" u="none" strike="noStrike">
              <a:solidFill>
                <a:srgbClr val="FFFFFF"/>
              </a:solidFill>
              <a:effectLst/>
              <a:uFillTx/>
              <a:latin typeface="Arial"/>
            </a:endParaRPr>
          </a:p>
        </p:txBody>
      </p:sp>
      <p:sp>
        <p:nvSpPr>
          <p:cNvPr id="192" name="PlaceHolder 2"/>
          <p:cNvSpPr>
            <a:spLocks noGrp="1"/>
          </p:cNvSpPr>
          <p:nvPr>
            <p:ph type="dt" idx="61"/>
          </p:nvPr>
        </p:nvSpPr>
        <p:spPr>
          <a:xfrm>
            <a:off x="172080" y="6231960"/>
            <a:ext cx="87336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fld id="{7475A8D7-45C9-44E2-875F-E5A291A8AE2E}" type="datetime1">
              <a:rPr lang="en-CA" sz="900" b="1" u="none" strike="noStrike">
                <a:solidFill>
                  <a:schemeClr val="lt1"/>
                </a:solidFill>
                <a:effectLst/>
                <a:uFillTx/>
                <a:latin typeface="SRH Text"/>
                <a:ea typeface="SRH"/>
              </a:rPr>
              <a:t>2026-08-08</a:t>
            </a:fld>
            <a:endParaRPr lang="en-US" sz="900" b="0" u="none" strike="noStrike">
              <a:solidFill>
                <a:srgbClr val="FFFFFF"/>
              </a:solidFill>
              <a:effectLst/>
              <a:uFillTx/>
              <a:latin typeface="Times New Roman"/>
            </a:endParaRPr>
          </a:p>
        </p:txBody>
      </p:sp>
      <p:sp>
        <p:nvSpPr>
          <p:cNvPr id="193" name="PlaceHolder 3"/>
          <p:cNvSpPr>
            <a:spLocks noGrp="1"/>
          </p:cNvSpPr>
          <p:nvPr>
            <p:ph type="ftr" idx="62"/>
          </p:nvPr>
        </p:nvSpPr>
        <p:spPr>
          <a:xfrm>
            <a:off x="1133640" y="6285240"/>
            <a:ext cx="649368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SRH Hochschule Heidelberg</a:t>
            </a:r>
            <a:endParaRPr lang="en-US" sz="900" b="0" u="none" strike="noStrike">
              <a:solidFill>
                <a:srgbClr val="FFFFFF"/>
              </a:solidFill>
              <a:effectLst/>
              <a:uFillTx/>
              <a:latin typeface="Times New Roman"/>
            </a:endParaRPr>
          </a:p>
        </p:txBody>
      </p:sp>
      <p:sp>
        <p:nvSpPr>
          <p:cNvPr id="194" name="PlaceHolder 4"/>
          <p:cNvSpPr>
            <a:spLocks noGrp="1"/>
          </p:cNvSpPr>
          <p:nvPr>
            <p:ph type="sldNum" idx="63"/>
          </p:nvPr>
        </p:nvSpPr>
        <p:spPr>
          <a:xfrm>
            <a:off x="11058480" y="6311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80C405D9-1B91-4E06-9777-101CF68BCDBE}" type="slidenum">
              <a:rPr lang="de-DE" sz="1550" b="1" u="none" strike="noStrike">
                <a:solidFill>
                  <a:schemeClr val="lt1"/>
                </a:solidFill>
                <a:effectLst/>
                <a:uFillTx/>
                <a:latin typeface="SRH Text"/>
                <a:ea typeface="SRH"/>
              </a:rPr>
              <a:t>17</a:t>
            </a:fld>
            <a:endParaRPr lang="en-US" sz="155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PlaceHolder 1"/>
          <p:cNvSpPr>
            <a:spLocks noGrp="1"/>
          </p:cNvSpPr>
          <p:nvPr>
            <p:ph type="title"/>
          </p:nvPr>
        </p:nvSpPr>
        <p:spPr>
          <a:xfrm>
            <a:off x="191880" y="-147600"/>
            <a:ext cx="9156240" cy="83340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Introduction</a:t>
            </a:r>
            <a:endParaRPr lang="de-DE" sz="3000" b="1" u="none" strike="noStrike">
              <a:solidFill>
                <a:schemeClr val="dk1"/>
              </a:solidFill>
              <a:effectLst/>
              <a:uFillTx/>
              <a:latin typeface="SRH Headline"/>
            </a:endParaRPr>
          </a:p>
        </p:txBody>
      </p:sp>
      <p:sp>
        <p:nvSpPr>
          <p:cNvPr id="196" name="PlaceHolder 2"/>
          <p:cNvSpPr>
            <a:spLocks noGrp="1"/>
          </p:cNvSpPr>
          <p:nvPr>
            <p:ph/>
          </p:nvPr>
        </p:nvSpPr>
        <p:spPr>
          <a:xfrm>
            <a:off x="276840" y="914400"/>
            <a:ext cx="10803960" cy="5704200"/>
          </a:xfrm>
          <a:prstGeom prst="rect">
            <a:avLst/>
          </a:prstGeom>
          <a:noFill/>
          <a:ln w="0">
            <a:noFill/>
          </a:ln>
        </p:spPr>
        <p:txBody>
          <a:bodyPr numCol="1" spcCol="216000" lIns="0" tIns="0" rIns="0" bIns="0" anchor="t">
            <a:noAutofit/>
          </a:bodyPr>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FF0000"/>
                </a:solidFill>
                <a:effectLst/>
                <a:uFillTx/>
                <a:latin typeface="SRH Text"/>
                <a:ea typeface="SRH Text"/>
              </a:rPr>
              <a:t>What is Credit Risk?</a:t>
            </a:r>
            <a:endParaRPr lang="de-DE" sz="1300" b="1"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chemeClr val="dk1"/>
                </a:solidFill>
                <a:effectLst/>
                <a:uFillTx/>
                <a:latin typeface="SRH Text"/>
                <a:ea typeface="SRH Text"/>
              </a:rPr>
              <a:t>Credit risk is the possibility that a borrower will fail to meet their financial obligations, particularly by defaulting on a loan. For banks, assessing this risk is a fundamental part of deciding whether to approve a loan and how to manage the associated exposure.</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FF0000"/>
                </a:solidFill>
                <a:effectLst/>
                <a:uFillTx/>
                <a:latin typeface="SRH Text"/>
                <a:ea typeface="SRH Text"/>
              </a:rPr>
              <a:t>Why is Credit Risk Prediction Important?</a:t>
            </a:r>
            <a:endParaRPr lang="de-DE" sz="1300" b="1"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chemeClr val="dk1"/>
                </a:solidFill>
                <a:effectLst/>
                <a:uFillTx/>
                <a:latin typeface="SRH Text"/>
                <a:ea typeface="SRH Text"/>
              </a:rPr>
              <a:t>Banks make lending decisions based on information about applicants, such as their financial characteristics, credit history, and repayment behavior. Machine Learning (ML) models can learn patterns from historical lending data and estimate the probability that an applicant will default.</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chemeClr val="dk1"/>
                </a:solidFill>
                <a:effectLst/>
                <a:uFillTx/>
                <a:latin typeface="SRH Text"/>
                <a:ea typeface="SRH Text"/>
              </a:rPr>
              <a:t>Accurate credit risk prediction can help banks: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chemeClr val="dk1"/>
                </a:solidFill>
                <a:effectLst/>
                <a:uFillTx/>
                <a:latin typeface="SRH Text"/>
                <a:ea typeface="SRH Text"/>
              </a:rPr>
              <a:t>Reduce financial losses caused by loan defaults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chemeClr val="dk1"/>
                </a:solidFill>
                <a:effectLst/>
                <a:uFillTx/>
                <a:latin typeface="SRH Text"/>
                <a:ea typeface="SRH Text"/>
              </a:rPr>
              <a:t>Improve credit approval and risk management</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chemeClr val="dk1"/>
                </a:solidFill>
                <a:effectLst/>
                <a:uFillTx/>
                <a:latin typeface="SRH Text"/>
                <a:ea typeface="SRH Text"/>
              </a:rPr>
              <a:t>Allocate capital more efficiently</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chemeClr val="dk1"/>
                </a:solidFill>
                <a:effectLst/>
                <a:uFillTx/>
                <a:latin typeface="SRH Text"/>
                <a:ea typeface="SRH Text"/>
              </a:rPr>
              <a:t>Support faster and more consistent lending decisions</a:t>
            </a:r>
            <a:endParaRPr lang="de-DE" sz="1300" b="0" u="none" strike="noStrike">
              <a:solidFill>
                <a:schemeClr val="dk1"/>
              </a:solidFill>
              <a:effectLst/>
              <a:uFillTx/>
              <a:latin typeface="SRH Text"/>
            </a:endParaRPr>
          </a:p>
        </p:txBody>
      </p:sp>
      <p:sp>
        <p:nvSpPr>
          <p:cNvPr id="197" name="PlaceHolder 3"/>
          <p:cNvSpPr>
            <a:spLocks noGrp="1"/>
          </p:cNvSpPr>
          <p:nvPr>
            <p:ph type="dt" idx="64"/>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E598E2EF-696C-4B5B-B671-69BEB6BA3E0B}"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198" name="PlaceHolder 4"/>
          <p:cNvSpPr>
            <a:spLocks noGrp="1"/>
          </p:cNvSpPr>
          <p:nvPr>
            <p:ph type="ftr" idx="65"/>
          </p:nvPr>
        </p:nvSpPr>
        <p:spPr>
          <a:xfrm>
            <a:off x="1242000" y="636660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199" name="PlaceHolder 5"/>
          <p:cNvSpPr>
            <a:spLocks noGrp="1"/>
          </p:cNvSpPr>
          <p:nvPr>
            <p:ph type="sldNum" idx="66"/>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859EE3D-CC13-4E07-B33C-0768B117EDC7}"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PlaceHolder 1"/>
          <p:cNvSpPr>
            <a:spLocks noGrp="1"/>
          </p:cNvSpPr>
          <p:nvPr>
            <p:ph type="title"/>
          </p:nvPr>
        </p:nvSpPr>
        <p:spPr>
          <a:xfrm>
            <a:off x="191880" y="90720"/>
            <a:ext cx="9156240" cy="61092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Problem Statement:</a:t>
            </a:r>
            <a:endParaRPr lang="de-DE" sz="3000" b="1" u="none" strike="noStrike">
              <a:solidFill>
                <a:schemeClr val="dk1"/>
              </a:solidFill>
              <a:effectLst/>
              <a:uFillTx/>
              <a:latin typeface="SRH Headline"/>
            </a:endParaRPr>
          </a:p>
        </p:txBody>
      </p:sp>
      <p:sp>
        <p:nvSpPr>
          <p:cNvPr id="201" name="PlaceHolder 2"/>
          <p:cNvSpPr>
            <a:spLocks noGrp="1"/>
          </p:cNvSpPr>
          <p:nvPr>
            <p:ph/>
          </p:nvPr>
        </p:nvSpPr>
        <p:spPr>
          <a:xfrm>
            <a:off x="276840" y="741600"/>
            <a:ext cx="10803960" cy="5950080"/>
          </a:xfrm>
          <a:prstGeom prst="rect">
            <a:avLst/>
          </a:prstGeom>
          <a:noFill/>
          <a:ln w="0">
            <a:noFill/>
          </a:ln>
        </p:spPr>
        <p:txBody>
          <a:bodyPr numCol="1" spcCol="216000" lIns="0" tIns="0" rIns="0" bIns="0" anchor="t">
            <a:noAutofit/>
          </a:bodyPr>
          <a:p>
            <a:pPr indent="0" algn="l" defTabSz="914400">
              <a:lnSpc>
                <a:spcPct val="200000"/>
              </a:lnSpc>
              <a:spcBef>
                <a:spcPts val="1191"/>
              </a:spcBef>
              <a:spcAft>
                <a:spcPts val="992"/>
              </a:spcAft>
              <a:buNone/>
              <a:tabLst>
                <a:tab pos="0" algn="l"/>
              </a:tabLst>
            </a:pPr>
            <a:r>
              <a:rPr lang="de-DE" sz="1100" b="0" u="none" strike="noStrike">
                <a:solidFill>
                  <a:srgbClr val="000000"/>
                </a:solidFill>
                <a:effectLst/>
                <a:uFillTx/>
                <a:latin typeface="Calibri"/>
                <a:ea typeface="Times New Roman"/>
              </a:rPr>
              <a:t>Credit risk prediction systems in banking are commonly designed to classify loan applicants as either </a:t>
            </a:r>
            <a:r>
              <a:rPr lang="de-DE" sz="1100" b="1" u="none" strike="noStrike">
                <a:solidFill>
                  <a:srgbClr val="000000"/>
                </a:solidFill>
                <a:effectLst/>
                <a:uFillTx/>
                <a:latin typeface="Calibri"/>
                <a:ea typeface="Times New Roman"/>
              </a:rPr>
              <a:t>default or non-default </a:t>
            </a:r>
            <a:r>
              <a:rPr lang="de-DE" sz="1100" b="0" u="none" strike="noStrike">
                <a:solidFill>
                  <a:srgbClr val="000000"/>
                </a:solidFill>
                <a:effectLst/>
                <a:uFillTx/>
                <a:latin typeface="Calibri"/>
                <a:ea typeface="Times New Roman"/>
              </a:rPr>
              <a:t>using machine learning models trained on historical data. Although existing studies have made significant progress in improving predictive performance and addressing class imbalance, </a:t>
            </a:r>
            <a:r>
              <a:rPr lang="de-DE" sz="1100" b="1" u="none" strike="noStrike">
                <a:solidFill>
                  <a:srgbClr val="000000"/>
                </a:solidFill>
                <a:effectLst/>
                <a:uFillTx/>
                <a:latin typeface="Calibri"/>
                <a:ea typeface="Times New Roman"/>
              </a:rPr>
              <a:t>several important limitations remain in real-world</a:t>
            </a:r>
            <a:r>
              <a:rPr lang="de-DE" sz="1100" b="0" u="none" strike="noStrike">
                <a:solidFill>
                  <a:srgbClr val="000000"/>
                </a:solidFill>
                <a:effectLst/>
                <a:uFillTx/>
                <a:latin typeface="Calibri"/>
                <a:ea typeface="Times New Roman"/>
              </a:rPr>
              <a:t> credit decision-making:</a:t>
            </a:r>
            <a:endParaRPr lang="de-DE" sz="1100" b="0" u="none" strike="noStrike">
              <a:solidFill>
                <a:schemeClr val="dk1"/>
              </a:solidFill>
              <a:effectLst/>
              <a:uFillTx/>
              <a:latin typeface="Calibri"/>
            </a:endParaRPr>
          </a:p>
          <a:p>
            <a:pPr indent="0" algn="l" defTabSz="914400">
              <a:lnSpc>
                <a:spcPct val="200000"/>
              </a:lnSpc>
              <a:spcBef>
                <a:spcPts val="1191"/>
              </a:spcBef>
              <a:spcAft>
                <a:spcPts val="992"/>
              </a:spcAft>
              <a:buNone/>
              <a:tabLst>
                <a:tab pos="0" algn="l"/>
              </a:tabLst>
            </a:pPr>
            <a:r>
              <a:rPr lang="de-DE" sz="1100" b="1" u="none" strike="noStrike">
                <a:solidFill>
                  <a:srgbClr val="FF0000"/>
                </a:solidFill>
                <a:effectLst/>
                <a:uFillTx/>
                <a:latin typeface="Calibri"/>
                <a:ea typeface="Times New Roman"/>
              </a:rPr>
              <a:t>Static decision thresholds:</a:t>
            </a:r>
            <a:r>
              <a:rPr lang="de-DE" sz="1100" b="0" u="none" strike="noStrike">
                <a:solidFill>
                  <a:srgbClr val="000000"/>
                </a:solidFill>
                <a:effectLst/>
                <a:uFillTx/>
                <a:latin typeface="Calibri"/>
                <a:ea typeface="Times New Roman"/>
              </a:rPr>
              <a:t> Most traditional credit risk models </a:t>
            </a:r>
            <a:r>
              <a:rPr lang="de-DE" sz="1100" b="1" u="none" strike="noStrike">
                <a:solidFill>
                  <a:srgbClr val="000000"/>
                </a:solidFill>
                <a:effectLst/>
                <a:uFillTx/>
                <a:latin typeface="Calibri"/>
                <a:ea typeface="Times New Roman"/>
              </a:rPr>
              <a:t>rely on a fixed decision threshold</a:t>
            </a:r>
            <a:r>
              <a:rPr lang="de-DE" sz="1100" b="0" u="none" strike="noStrike">
                <a:solidFill>
                  <a:srgbClr val="000000"/>
                </a:solidFill>
                <a:effectLst/>
                <a:uFillTx/>
                <a:latin typeface="Calibri"/>
                <a:ea typeface="Times New Roman"/>
              </a:rPr>
              <a:t>, commonly 0.5, which does not adequately reflect the changing financial </a:t>
            </a:r>
            <a:r>
              <a:rPr lang="de-DE" sz="1100" b="1" u="none" strike="noStrike">
                <a:solidFill>
                  <a:srgbClr val="000000"/>
                </a:solidFill>
                <a:effectLst/>
                <a:uFillTx/>
                <a:latin typeface="Calibri"/>
                <a:ea typeface="Times New Roman"/>
              </a:rPr>
              <a:t>trade-offs between false positives and false negatives</a:t>
            </a:r>
            <a:r>
              <a:rPr lang="de-DE" sz="1100" b="0" u="none" strike="noStrike">
                <a:solidFill>
                  <a:srgbClr val="000000"/>
                </a:solidFill>
                <a:effectLst/>
                <a:uFillTx/>
                <a:latin typeface="Calibri"/>
                <a:ea typeface="Times New Roman"/>
              </a:rPr>
              <a:t>. This can lead to suboptimal lending decisions under different risk and cost conditions.</a:t>
            </a:r>
            <a:endParaRPr lang="de-DE" sz="1100" b="0" u="none" strike="noStrike">
              <a:solidFill>
                <a:schemeClr val="dk1"/>
              </a:solidFill>
              <a:effectLst/>
              <a:uFillTx/>
              <a:latin typeface="Calibri"/>
            </a:endParaRPr>
          </a:p>
          <a:p>
            <a:pPr indent="0" algn="l" defTabSz="914400">
              <a:lnSpc>
                <a:spcPct val="200000"/>
              </a:lnSpc>
              <a:spcBef>
                <a:spcPts val="1191"/>
              </a:spcBef>
              <a:spcAft>
                <a:spcPts val="992"/>
              </a:spcAft>
              <a:buNone/>
              <a:tabLst>
                <a:tab pos="0" algn="l"/>
              </a:tabLst>
            </a:pPr>
            <a:r>
              <a:rPr lang="de-DE" sz="1100" b="1" u="none" strike="noStrike">
                <a:solidFill>
                  <a:srgbClr val="FF0000"/>
                </a:solidFill>
                <a:effectLst/>
                <a:uFillTx/>
                <a:latin typeface="Calibri"/>
                <a:ea typeface="Times New Roman"/>
              </a:rPr>
              <a:t>Fixed cost-sensitive learning:</a:t>
            </a:r>
            <a:r>
              <a:rPr lang="de-DE" sz="1100" b="0" u="none" strike="noStrike">
                <a:solidFill>
                  <a:srgbClr val="000000"/>
                </a:solidFill>
                <a:effectLst/>
                <a:uFillTx/>
                <a:latin typeface="Calibri"/>
                <a:ea typeface="Times New Roman"/>
              </a:rPr>
              <a:t> Although cost-sensitive learning is widely used to account for the unequal consequences of classification errors, penalty structures are generally predefined and fixed. They therefore lack the flexibility to adapt to changing business constraints, operational conditions, and risk preferences.</a:t>
            </a:r>
            <a:endParaRPr lang="de-DE" sz="1100" b="0" u="none" strike="noStrike">
              <a:solidFill>
                <a:schemeClr val="dk1"/>
              </a:solidFill>
              <a:effectLst/>
              <a:uFillTx/>
              <a:latin typeface="Calibri"/>
            </a:endParaRPr>
          </a:p>
          <a:p>
            <a:pPr indent="0" algn="l" defTabSz="914400">
              <a:lnSpc>
                <a:spcPct val="200000"/>
              </a:lnSpc>
              <a:spcBef>
                <a:spcPts val="1191"/>
              </a:spcBef>
              <a:spcAft>
                <a:spcPts val="992"/>
              </a:spcAft>
              <a:buNone/>
              <a:tabLst>
                <a:tab pos="0" algn="l"/>
              </a:tabLst>
            </a:pPr>
            <a:r>
              <a:rPr lang="de-DE" sz="1100" b="1" u="none" strike="noStrike">
                <a:solidFill>
                  <a:srgbClr val="FF0000"/>
                </a:solidFill>
                <a:effectLst/>
                <a:uFillTx/>
                <a:latin typeface="Calibri"/>
                <a:ea typeface="Times New Roman"/>
              </a:rPr>
              <a:t>Lack of uncertainty/selective prediction:</a:t>
            </a:r>
            <a:r>
              <a:rPr lang="de-DE" sz="1100" b="0" u="none" strike="noStrike">
                <a:solidFill>
                  <a:srgbClr val="000000"/>
                </a:solidFill>
                <a:effectLst/>
                <a:uFillTx/>
                <a:latin typeface="Calibri"/>
                <a:ea typeface="Times New Roman"/>
              </a:rPr>
              <a:t> Conventional credit risk models typically provide deterministic </a:t>
            </a:r>
            <a:r>
              <a:rPr lang="de-DE" sz="1100" b="1" u="none" strike="noStrike">
                <a:solidFill>
                  <a:srgbClr val="000000"/>
                </a:solidFill>
                <a:effectLst/>
                <a:uFillTx/>
                <a:latin typeface="Calibri"/>
                <a:ea typeface="Times New Roman"/>
              </a:rPr>
              <a:t>binary predictions</a:t>
            </a:r>
            <a:r>
              <a:rPr lang="de-DE" sz="1100" b="0" u="none" strike="noStrike">
                <a:solidFill>
                  <a:srgbClr val="000000"/>
                </a:solidFill>
                <a:effectLst/>
                <a:uFillTx/>
                <a:latin typeface="Calibri"/>
                <a:ea typeface="Times New Roman"/>
              </a:rPr>
              <a:t> without explicitly quantifying prediction uncertainty. Consequently, they may automatically make decisions for ambiguous cases where the model is insufficiently confident and human intervention would be more appropriate.</a:t>
            </a:r>
            <a:endParaRPr lang="de-DE" sz="1100" b="0" u="none" strike="noStrike">
              <a:solidFill>
                <a:schemeClr val="dk1"/>
              </a:solidFill>
              <a:effectLst/>
              <a:uFillTx/>
              <a:latin typeface="SRH Text"/>
            </a:endParaRPr>
          </a:p>
          <a:p>
            <a:pPr indent="0" algn="l" defTabSz="914400">
              <a:lnSpc>
                <a:spcPct val="200000"/>
              </a:lnSpc>
              <a:spcBef>
                <a:spcPts val="1191"/>
              </a:spcBef>
              <a:spcAft>
                <a:spcPts val="992"/>
              </a:spcAft>
              <a:buNone/>
              <a:tabLst>
                <a:tab pos="0" algn="l"/>
              </a:tabLst>
            </a:pPr>
            <a:r>
              <a:rPr lang="de-DE" sz="1100" b="1" u="none" strike="noStrike">
                <a:solidFill>
                  <a:srgbClr val="FF0000"/>
                </a:solidFill>
                <a:effectLst/>
                <a:uFillTx/>
                <a:latin typeface="Calibri"/>
                <a:ea typeface="Times New Roman"/>
              </a:rPr>
              <a:t>distribution shift:</a:t>
            </a:r>
            <a:r>
              <a:rPr lang="de-DE" sz="1100" b="0" u="none" strike="noStrike">
                <a:solidFill>
                  <a:srgbClr val="000000"/>
                </a:solidFill>
                <a:effectLst/>
                <a:uFillTx/>
                <a:latin typeface="Calibri"/>
                <a:ea typeface="Times New Roman"/>
              </a:rPr>
              <a:t> Most credit risk models are developed and evaluated under the assumption that the </a:t>
            </a:r>
            <a:r>
              <a:rPr lang="de-DE" sz="1100" b="1" u="none" strike="noStrike">
                <a:solidFill>
                  <a:srgbClr val="000000"/>
                </a:solidFill>
                <a:effectLst/>
                <a:uFillTx/>
                <a:latin typeface="Calibri"/>
                <a:ea typeface="Times New Roman"/>
              </a:rPr>
              <a:t>underlying data distribution remains relatively stable</a:t>
            </a:r>
            <a:r>
              <a:rPr lang="de-DE" sz="1100" b="0" u="none" strike="noStrike">
                <a:solidFill>
                  <a:srgbClr val="000000"/>
                </a:solidFill>
                <a:effectLst/>
                <a:uFillTx/>
                <a:latin typeface="Calibri"/>
                <a:ea typeface="Times New Roman"/>
              </a:rPr>
              <a:t>. In real banking environments, however, economic conditions, customer behavior, and credit patterns continuously change, resulting in data distribution shifts that can reduce model performance and reliability over time.</a:t>
            </a:r>
            <a:endParaRPr lang="de-DE" sz="1100" b="0" u="none" strike="noStrike">
              <a:solidFill>
                <a:schemeClr val="dk1"/>
              </a:solidFill>
              <a:effectLst/>
              <a:uFillTx/>
              <a:latin typeface="Calibri"/>
            </a:endParaRPr>
          </a:p>
          <a:p>
            <a:pPr indent="0" algn="l" defTabSz="914400">
              <a:lnSpc>
                <a:spcPct val="200000"/>
              </a:lnSpc>
              <a:spcBef>
                <a:spcPts val="1191"/>
              </a:spcBef>
              <a:spcAft>
                <a:spcPts val="992"/>
              </a:spcAft>
              <a:buNone/>
              <a:tabLst>
                <a:tab pos="0" algn="l"/>
              </a:tabLst>
            </a:pPr>
            <a:r>
              <a:rPr lang="de-DE" sz="1100" b="1" u="none" strike="noStrike">
                <a:solidFill>
                  <a:srgbClr val="FF0000"/>
                </a:solidFill>
                <a:effectLst/>
                <a:uFillTx/>
                <a:latin typeface="Calibri"/>
                <a:ea typeface="Times New Roman"/>
              </a:rPr>
              <a:t>Lack of continuous reliability monitoring:</a:t>
            </a:r>
            <a:r>
              <a:rPr lang="de-DE" sz="1100" b="0" u="none" strike="noStrike">
                <a:solidFill>
                  <a:srgbClr val="000000"/>
                </a:solidFill>
                <a:effectLst/>
                <a:uFillTx/>
                <a:latin typeface="Calibri"/>
                <a:ea typeface="Times New Roman"/>
              </a:rPr>
              <a:t> Existing approaches often evaluate model performance periodically rather than continuously after deployment. As a result, changes in data distributions, prediction patterns, error rates, and other indicators of model degradation may remain undetected until they cause significant financial or operational consequences.</a:t>
            </a:r>
            <a:endParaRPr lang="de-DE" sz="1100" b="0" u="none" strike="noStrike">
              <a:solidFill>
                <a:schemeClr val="dk1"/>
              </a:solidFill>
              <a:effectLst/>
              <a:uFillTx/>
              <a:latin typeface="SRH Text"/>
            </a:endParaRPr>
          </a:p>
          <a:p>
            <a:pPr indent="0" algn="l" defTabSz="914400">
              <a:lnSpc>
                <a:spcPct val="200000"/>
              </a:lnSpc>
              <a:spcBef>
                <a:spcPts val="1191"/>
              </a:spcBef>
              <a:spcAft>
                <a:spcPts val="992"/>
              </a:spcAft>
              <a:buNone/>
              <a:tabLst>
                <a:tab pos="0" algn="l"/>
              </a:tabLst>
            </a:pPr>
            <a:endParaRPr lang="de-DE" sz="1100" b="0" u="none" strike="noStrike">
              <a:solidFill>
                <a:schemeClr val="dk1"/>
              </a:solidFill>
              <a:effectLst/>
              <a:uFillTx/>
              <a:latin typeface="Calibri"/>
            </a:endParaRPr>
          </a:p>
        </p:txBody>
      </p:sp>
      <p:sp>
        <p:nvSpPr>
          <p:cNvPr id="202" name="PlaceHolder 3"/>
          <p:cNvSpPr>
            <a:spLocks noGrp="1"/>
          </p:cNvSpPr>
          <p:nvPr>
            <p:ph type="dt" idx="67"/>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24DAD5A-002F-49AE-B1A2-6D0C7B89F7DB}"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03" name="PlaceHolder 4"/>
          <p:cNvSpPr>
            <a:spLocks noGrp="1"/>
          </p:cNvSpPr>
          <p:nvPr>
            <p:ph type="ftr" idx="68"/>
          </p:nvPr>
        </p:nvSpPr>
        <p:spPr>
          <a:xfrm>
            <a:off x="1242000" y="636660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04" name="PlaceHolder 5"/>
          <p:cNvSpPr>
            <a:spLocks noGrp="1"/>
          </p:cNvSpPr>
          <p:nvPr>
            <p:ph type="sldNum" idx="69"/>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D492BE5-AF4F-477A-823D-BC23EB3757B1}"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 name="PlaceHolder 1"/>
          <p:cNvSpPr>
            <a:spLocks noGrp="1"/>
          </p:cNvSpPr>
          <p:nvPr>
            <p:ph type="title"/>
          </p:nvPr>
        </p:nvSpPr>
        <p:spPr>
          <a:xfrm>
            <a:off x="191880" y="90720"/>
            <a:ext cx="9156240" cy="83340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Table of Content</a:t>
            </a:r>
            <a:endParaRPr lang="de-DE" sz="3000" b="1" u="none" strike="noStrike">
              <a:solidFill>
                <a:schemeClr val="dk1"/>
              </a:solidFill>
              <a:effectLst/>
              <a:uFillTx/>
              <a:latin typeface="SRH Headline"/>
            </a:endParaRPr>
          </a:p>
        </p:txBody>
      </p:sp>
      <p:sp>
        <p:nvSpPr>
          <p:cNvPr id="206" name="PlaceHolder 2"/>
          <p:cNvSpPr>
            <a:spLocks noGrp="1"/>
          </p:cNvSpPr>
          <p:nvPr>
            <p:ph/>
          </p:nvPr>
        </p:nvSpPr>
        <p:spPr>
          <a:xfrm>
            <a:off x="276840" y="987480"/>
            <a:ext cx="10803960" cy="5704200"/>
          </a:xfrm>
          <a:prstGeom prst="rect">
            <a:avLst/>
          </a:prstGeom>
          <a:noFill/>
          <a:ln w="0">
            <a:noFill/>
          </a:ln>
        </p:spPr>
        <p:txBody>
          <a:bodyPr numCol="1" spcCol="216000" lIns="0" tIns="0" rIns="0" bIns="0" anchor="t">
            <a:noAutofit/>
          </a:bodyPr>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Introduction</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Dataset Description</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Related Work</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Exploratory Data Analysis (EDA)</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Feature Importance</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Modeling and Algorithms</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Results &amp; Discussion</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chemeClr val="dk1"/>
                </a:solidFill>
                <a:effectLst/>
                <a:uFillTx/>
                <a:latin typeface="SRH Text"/>
                <a:ea typeface="SRH Text"/>
              </a:rPr>
              <a:t>Conclusion &amp; Future Work</a:t>
            </a:r>
            <a:endParaRPr lang="de-DE" sz="1800" b="0" u="none" strike="noStrike">
              <a:solidFill>
                <a:schemeClr val="dk1"/>
              </a:solidFill>
              <a:effectLst/>
              <a:uFillTx/>
              <a:latin typeface="SRH Text"/>
            </a:endParaRPr>
          </a:p>
        </p:txBody>
      </p:sp>
      <p:sp>
        <p:nvSpPr>
          <p:cNvPr id="207" name="PlaceHolder 3"/>
          <p:cNvSpPr>
            <a:spLocks noGrp="1"/>
          </p:cNvSpPr>
          <p:nvPr>
            <p:ph type="dt" idx="70"/>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09A29A6A-9982-4149-83B4-DC14B4ED54D0}"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08" name="PlaceHolder 4"/>
          <p:cNvSpPr>
            <a:spLocks noGrp="1"/>
          </p:cNvSpPr>
          <p:nvPr>
            <p:ph type="ftr" idx="71"/>
          </p:nvPr>
        </p:nvSpPr>
        <p:spPr>
          <a:xfrm>
            <a:off x="1242000" y="636660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09" name="PlaceHolder 5"/>
          <p:cNvSpPr>
            <a:spLocks noGrp="1"/>
          </p:cNvSpPr>
          <p:nvPr>
            <p:ph type="sldNum" idx="72"/>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E0DC2BC-4388-4686-9E9E-413D9EF232C2}"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PlaceHolder 1"/>
          <p:cNvSpPr>
            <a:spLocks noGrp="1"/>
          </p:cNvSpPr>
          <p:nvPr>
            <p:ph type="title"/>
          </p:nvPr>
        </p:nvSpPr>
        <p:spPr>
          <a:xfrm>
            <a:off x="191880" y="90720"/>
            <a:ext cx="9156240" cy="83340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3000" b="1" u="none" strike="noStrike">
                <a:solidFill>
                  <a:srgbClr val="DF4807"/>
                </a:solidFill>
                <a:effectLst/>
                <a:uFillTx/>
                <a:latin typeface="SRH Headline"/>
                <a:ea typeface="SRH Headline"/>
              </a:rPr>
              <a:t>Research Gap </a:t>
            </a:r>
            <a:endParaRPr lang="de-DE" sz="3000" b="1" u="none" strike="noStrike">
              <a:solidFill>
                <a:schemeClr val="dk1"/>
              </a:solidFill>
              <a:effectLst/>
              <a:uFillTx/>
              <a:latin typeface="SRH Headline"/>
            </a:endParaRPr>
          </a:p>
        </p:txBody>
      </p:sp>
      <p:sp>
        <p:nvSpPr>
          <p:cNvPr id="211" name="PlaceHolder 2"/>
          <p:cNvSpPr>
            <a:spLocks noGrp="1"/>
          </p:cNvSpPr>
          <p:nvPr>
            <p:ph/>
          </p:nvPr>
        </p:nvSpPr>
        <p:spPr>
          <a:xfrm>
            <a:off x="276840" y="987480"/>
            <a:ext cx="10803960" cy="5704200"/>
          </a:xfrm>
          <a:prstGeom prst="rect">
            <a:avLst/>
          </a:prstGeom>
          <a:noFill/>
          <a:ln w="0">
            <a:noFill/>
          </a:ln>
        </p:spPr>
        <p:txBody>
          <a:bodyPr numCol="1" spcCol="216000" lIns="0" tIns="0" rIns="0" bIns="0" anchor="t">
            <a:noAutofit/>
          </a:bodyPr>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chemeClr val="dk1"/>
                </a:solidFill>
                <a:effectLst/>
                <a:uFillTx/>
                <a:latin typeface="SRH Text"/>
                <a:ea typeface="SRH Text"/>
              </a:rPr>
              <a:t>Explain what existing approaches do not provide as an integrated solution. </a:t>
            </a:r>
            <a:endParaRPr lang="de-DE" sz="1800" b="0" u="none" strike="noStrike">
              <a:solidFill>
                <a:schemeClr val="dk1"/>
              </a:solidFill>
              <a:effectLst/>
              <a:uFillTx/>
              <a:latin typeface="SRH Text"/>
            </a:endParaRPr>
          </a:p>
        </p:txBody>
      </p:sp>
      <p:sp>
        <p:nvSpPr>
          <p:cNvPr id="212" name="PlaceHolder 3"/>
          <p:cNvSpPr>
            <a:spLocks noGrp="1"/>
          </p:cNvSpPr>
          <p:nvPr>
            <p:ph type="dt" idx="73"/>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CC1EA478-8FEB-488C-8511-060A313BC769}"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13" name="PlaceHolder 4"/>
          <p:cNvSpPr>
            <a:spLocks noGrp="1"/>
          </p:cNvSpPr>
          <p:nvPr>
            <p:ph type="ftr" idx="74"/>
          </p:nvPr>
        </p:nvSpPr>
        <p:spPr>
          <a:xfrm>
            <a:off x="1242000" y="636660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14" name="PlaceHolder 5"/>
          <p:cNvSpPr>
            <a:spLocks noGrp="1"/>
          </p:cNvSpPr>
          <p:nvPr>
            <p:ph type="sldNum" idx="75"/>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0EBC0597-0C01-4BA3-A32E-C8B1678C0684}"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191880" y="90720"/>
            <a:ext cx="9156240" cy="83340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3000" b="1" u="none" strike="noStrike">
                <a:solidFill>
                  <a:srgbClr val="DF4807"/>
                </a:solidFill>
                <a:effectLst/>
                <a:uFillTx/>
                <a:latin typeface="SRH Headline"/>
                <a:ea typeface="SRH Headline"/>
              </a:rPr>
              <a:t>Methodology</a:t>
            </a:r>
            <a:endParaRPr lang="de-DE" sz="3000" b="1" u="none" strike="noStrike">
              <a:solidFill>
                <a:schemeClr val="dk1"/>
              </a:solidFill>
              <a:effectLst/>
              <a:uFillTx/>
              <a:latin typeface="SRH Headline"/>
            </a:endParaRPr>
          </a:p>
        </p:txBody>
      </p:sp>
      <p:sp>
        <p:nvSpPr>
          <p:cNvPr id="216" name="PlaceHolder 2"/>
          <p:cNvSpPr>
            <a:spLocks noGrp="1"/>
          </p:cNvSpPr>
          <p:nvPr>
            <p:ph/>
          </p:nvPr>
        </p:nvSpPr>
        <p:spPr>
          <a:xfrm>
            <a:off x="276840" y="987480"/>
            <a:ext cx="10803960" cy="5704200"/>
          </a:xfrm>
          <a:prstGeom prst="rect">
            <a:avLst/>
          </a:prstGeom>
          <a:noFill/>
          <a:ln w="0">
            <a:noFill/>
          </a:ln>
        </p:spPr>
        <p:txBody>
          <a:bodyPr numCol="1" spcCol="216000" lIns="0" tIns="0" rIns="0" bIns="0" anchor="t">
            <a:noAutofit/>
          </a:bodyPr>
          <a:p>
            <a:pPr marL="360000" lvl="1" indent="0" algn="just" defTabSz="914400">
              <a:lnSpc>
                <a:spcPct val="110000"/>
              </a:lnSpc>
              <a:spcBef>
                <a:spcPts val="1191"/>
              </a:spcBef>
              <a:spcAft>
                <a:spcPts val="992"/>
              </a:spcAft>
              <a:buNone/>
              <a:tabLst>
                <a:tab pos="0" algn="l"/>
              </a:tabLst>
            </a:pPr>
            <a:r>
              <a:rPr lang="en-US" sz="1600" b="1" u="none" strike="noStrike">
                <a:solidFill>
                  <a:srgbClr val="DF4807"/>
                </a:solidFill>
                <a:effectLst/>
                <a:uFillTx/>
                <a:latin typeface="SRH Text"/>
                <a:ea typeface="SRH Text"/>
              </a:rPr>
              <a:t>Dataset Overview :</a:t>
            </a:r>
            <a:endParaRPr lang="de-DE" sz="1600" b="0" u="none" strike="noStrike">
              <a:solidFill>
                <a:srgbClr val="FF0000"/>
              </a:solidFill>
              <a:effectLst/>
              <a:uFillTx/>
              <a:latin typeface="SRH Text"/>
            </a:endParaRPr>
          </a:p>
          <a:p>
            <a:pPr marL="360000" lvl="1" indent="0" algn="l" defTabSz="914400">
              <a:lnSpc>
                <a:spcPct val="110000"/>
              </a:lnSpc>
              <a:spcBef>
                <a:spcPts val="1191"/>
              </a:spcBef>
              <a:spcAft>
                <a:spcPts val="992"/>
              </a:spcAft>
              <a:buNone/>
              <a:tabLst>
                <a:tab pos="0" algn="l"/>
              </a:tabLst>
            </a:pPr>
            <a:r>
              <a:rPr lang="en-US" sz="1600" b="0" u="none" strike="noStrike">
                <a:solidFill>
                  <a:schemeClr val="dk1"/>
                </a:solidFill>
                <a:effectLst/>
                <a:uFillTx/>
                <a:latin typeface="SRH Text"/>
                <a:ea typeface="SRH Text"/>
              </a:rPr>
              <a:t>This dataset contains 50,000 loan application records with 20 features describing applicants' demographic characteristics, employment and financial status, credit history, and loan information. It is designed for credit risk assessment and loan outcome prediction using machine learning methods.</a:t>
            </a:r>
            <a:endParaRPr lang="de-DE" sz="1600" b="0" u="none" strike="noStrike">
              <a:solidFill>
                <a:srgbClr val="FF0000"/>
              </a:solidFill>
              <a:effectLst/>
              <a:uFillTx/>
              <a:latin typeface="SRH Text"/>
            </a:endParaRPr>
          </a:p>
          <a:p>
            <a:pPr marL="360000" lvl="1" indent="0" algn="l" defTabSz="914400">
              <a:lnSpc>
                <a:spcPct val="110000"/>
              </a:lnSpc>
              <a:spcBef>
                <a:spcPts val="1191"/>
              </a:spcBef>
              <a:spcAft>
                <a:spcPts val="992"/>
              </a:spcAft>
              <a:buNone/>
              <a:tabLst>
                <a:tab pos="0" algn="l"/>
              </a:tabLst>
            </a:pPr>
            <a:r>
              <a:rPr lang="en-US" sz="1600" b="0" u="none" strike="noStrike">
                <a:solidFill>
                  <a:schemeClr val="dk1"/>
                </a:solidFill>
                <a:effectLst/>
                <a:uFillTx/>
                <a:latin typeface="SRH Text"/>
                <a:ea typeface="SRH Text"/>
              </a:rPr>
              <a:t>The dataset includes information such as age, occupation status, employment history, annual income, credit score, savings, debt, previous defaults, delinquencies, loan amount, interest rate, and several financial ratios.</a:t>
            </a:r>
            <a:endParaRPr lang="de-DE" sz="1600" b="0" u="none" strike="noStrike">
              <a:solidFill>
                <a:srgbClr val="FF0000"/>
              </a:solidFill>
              <a:effectLst/>
              <a:uFillTx/>
              <a:latin typeface="SRH Text"/>
            </a:endParaRPr>
          </a:p>
          <a:p>
            <a:pPr marL="360000" lvl="1" indent="0" algn="l" defTabSz="914400">
              <a:lnSpc>
                <a:spcPct val="110000"/>
              </a:lnSpc>
              <a:spcBef>
                <a:spcPts val="1191"/>
              </a:spcBef>
              <a:spcAft>
                <a:spcPts val="992"/>
              </a:spcAft>
              <a:buNone/>
              <a:tabLst>
                <a:tab pos="0" algn="l"/>
              </a:tabLst>
            </a:pPr>
            <a:r>
              <a:rPr lang="en-US" sz="1600" b="0" u="none" strike="noStrike">
                <a:solidFill>
                  <a:schemeClr val="dk1"/>
                </a:solidFill>
                <a:effectLst/>
                <a:uFillTx/>
                <a:latin typeface="SRH Text"/>
                <a:ea typeface="SRH Text"/>
              </a:rPr>
              <a:t>The dataset also contains categorical variables describing the applicant's employment status, product type, and loan intent, together with numerical variables representing the applicant's financial and credit characteristics.</a:t>
            </a:r>
            <a:endParaRPr lang="de-DE" sz="1600" b="0" u="none" strike="noStrike">
              <a:solidFill>
                <a:srgbClr val="FF0000"/>
              </a:solidFill>
              <a:effectLst/>
              <a:uFillTx/>
              <a:latin typeface="SRH Text"/>
            </a:endParaRPr>
          </a:p>
          <a:p>
            <a:pPr marL="360000" lvl="1" indent="0" algn="l" defTabSz="914400">
              <a:lnSpc>
                <a:spcPct val="110000"/>
              </a:lnSpc>
              <a:spcBef>
                <a:spcPts val="1191"/>
              </a:spcBef>
              <a:spcAft>
                <a:spcPts val="992"/>
              </a:spcAft>
              <a:buNone/>
              <a:tabLst>
                <a:tab pos="0" algn="l"/>
              </a:tabLst>
            </a:pPr>
            <a:r>
              <a:rPr lang="en-US" sz="1600" b="0" u="none" strike="noStrike">
                <a:solidFill>
                  <a:schemeClr val="dk1"/>
                </a:solidFill>
                <a:effectLst/>
                <a:uFillTx/>
                <a:latin typeface="SRH Text"/>
                <a:ea typeface="SRH Text"/>
              </a:rPr>
              <a:t>The target variable, loan_status, represents the loan outcome:</a:t>
            </a:r>
            <a:endParaRPr lang="de-DE" sz="1600" b="0" u="none" strike="noStrike">
              <a:solidFill>
                <a:srgbClr val="FF0000"/>
              </a:solidFill>
              <a:effectLst/>
              <a:uFillTx/>
              <a:latin typeface="SRH Text"/>
            </a:endParaRPr>
          </a:p>
          <a:p>
            <a:pPr marL="360000" lvl="1" indent="0" algn="l" defTabSz="914400">
              <a:lnSpc>
                <a:spcPct val="110000"/>
              </a:lnSpc>
              <a:spcBef>
                <a:spcPts val="1191"/>
              </a:spcBef>
              <a:spcAft>
                <a:spcPts val="992"/>
              </a:spcAft>
              <a:buNone/>
              <a:tabLst>
                <a:tab pos="0" algn="l"/>
              </a:tabLst>
            </a:pPr>
            <a:r>
              <a:rPr lang="en-US" sz="1600" b="0" u="none" strike="noStrike">
                <a:solidFill>
                  <a:schemeClr val="dk1"/>
                </a:solidFill>
                <a:effectLst/>
                <a:uFillTx/>
                <a:latin typeface="SRH Text"/>
                <a:ea typeface="SRH Text"/>
              </a:rPr>
              <a:t>0 = Rejected</a:t>
            </a:r>
            <a:endParaRPr lang="de-DE" sz="1600" b="0" u="none" strike="noStrike">
              <a:solidFill>
                <a:srgbClr val="FF0000"/>
              </a:solidFill>
              <a:effectLst/>
              <a:uFillTx/>
              <a:latin typeface="SRH Text"/>
            </a:endParaRPr>
          </a:p>
          <a:p>
            <a:pPr marL="360000" lvl="1" indent="0" algn="l" defTabSz="914400">
              <a:lnSpc>
                <a:spcPct val="110000"/>
              </a:lnSpc>
              <a:spcBef>
                <a:spcPts val="1191"/>
              </a:spcBef>
              <a:spcAft>
                <a:spcPts val="992"/>
              </a:spcAft>
              <a:buNone/>
              <a:tabLst>
                <a:tab pos="0" algn="l"/>
              </a:tabLst>
            </a:pPr>
            <a:r>
              <a:rPr lang="en-US" sz="1600" b="0" u="none" strike="noStrike">
                <a:solidFill>
                  <a:schemeClr val="dk1"/>
                </a:solidFill>
                <a:effectLst/>
                <a:uFillTx/>
                <a:latin typeface="SRH Text"/>
                <a:ea typeface="SRH Text"/>
              </a:rPr>
              <a:t>1 = Approved</a:t>
            </a:r>
            <a:endParaRPr lang="de-DE" sz="1600" b="0" u="none" strike="noStrike">
              <a:solidFill>
                <a:srgbClr val="FF0000"/>
              </a:solidFill>
              <a:effectLst/>
              <a:uFillTx/>
              <a:latin typeface="SRH Text"/>
            </a:endParaRPr>
          </a:p>
          <a:p>
            <a:pPr marL="360000" lvl="1" indent="0" algn="l" defTabSz="914400">
              <a:lnSpc>
                <a:spcPct val="110000"/>
              </a:lnSpc>
              <a:spcBef>
                <a:spcPts val="1191"/>
              </a:spcBef>
              <a:spcAft>
                <a:spcPts val="992"/>
              </a:spcAft>
              <a:buNone/>
              <a:tabLst>
                <a:tab pos="0" algn="l"/>
              </a:tabLst>
            </a:pPr>
            <a:endParaRPr lang="de-DE" sz="1600" b="0" u="none" strike="noStrike">
              <a:solidFill>
                <a:srgbClr val="FF0000"/>
              </a:solidFill>
              <a:effectLst/>
              <a:uFillTx/>
              <a:latin typeface="SRH Text"/>
            </a:endParaRPr>
          </a:p>
        </p:txBody>
      </p:sp>
      <p:sp>
        <p:nvSpPr>
          <p:cNvPr id="217" name="PlaceHolder 3"/>
          <p:cNvSpPr>
            <a:spLocks noGrp="1"/>
          </p:cNvSpPr>
          <p:nvPr>
            <p:ph type="dt" idx="76"/>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9F1FA1E4-8F2F-4FB0-8507-C59C080D036D}"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18" name="PlaceHolder 4"/>
          <p:cNvSpPr>
            <a:spLocks noGrp="1"/>
          </p:cNvSpPr>
          <p:nvPr>
            <p:ph type="ftr" idx="77"/>
          </p:nvPr>
        </p:nvSpPr>
        <p:spPr>
          <a:xfrm>
            <a:off x="1242000" y="636660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19" name="PlaceHolder 5"/>
          <p:cNvSpPr>
            <a:spLocks noGrp="1"/>
          </p:cNvSpPr>
          <p:nvPr>
            <p:ph type="sldNum" idx="78"/>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094EAABC-1D01-4F0E-A30D-B00A724DBE2B}"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20" name="Picture 1"/>
          <p:cNvPicPr/>
          <p:nvPr/>
        </p:nvPicPr>
        <p:blipFill>
          <a:blip r:embed="rId1"/>
          <a:stretch/>
        </p:blipFill>
        <p:spPr>
          <a:xfrm>
            <a:off x="1706760" y="1076760"/>
            <a:ext cx="8570160" cy="5175720"/>
          </a:xfrm>
          <a:prstGeom prst="rect">
            <a:avLst/>
          </a:prstGeom>
          <a:noFill/>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 name="PlaceHolder 1"/>
          <p:cNvSpPr>
            <a:spLocks noGrp="1"/>
          </p:cNvSpPr>
          <p:nvPr>
            <p:ph type="title"/>
          </p:nvPr>
        </p:nvSpPr>
        <p:spPr>
          <a:xfrm>
            <a:off x="191880" y="-147600"/>
            <a:ext cx="9156240" cy="833400"/>
          </a:xfrm>
          <a:prstGeom prst="rect">
            <a:avLst/>
          </a:prstGeom>
          <a:noFill/>
          <a:ln w="0">
            <a:noFill/>
          </a:ln>
        </p:spPr>
        <p:txBody>
          <a:bodyPr numCol="1" spcCol="216000"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sp>
        <p:nvSpPr>
          <p:cNvPr id="222" name="PlaceHolder 2"/>
          <p:cNvSpPr>
            <a:spLocks noGrp="1"/>
          </p:cNvSpPr>
          <p:nvPr>
            <p:ph/>
          </p:nvPr>
        </p:nvSpPr>
        <p:spPr>
          <a:xfrm>
            <a:off x="228600" y="696600"/>
            <a:ext cx="10803960" cy="5704200"/>
          </a:xfrm>
          <a:prstGeom prst="rect">
            <a:avLst/>
          </a:prstGeom>
          <a:noFill/>
          <a:ln w="0">
            <a:noFill/>
          </a:ln>
        </p:spPr>
        <p:txBody>
          <a:bodyPr numCol="1" spcCol="216000" lIns="0" tIns="0" rIns="0" bIns="0" anchor="t">
            <a:noAutofit/>
          </a:bodyPr>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FF0000"/>
                </a:solidFill>
                <a:effectLst/>
                <a:uFillTx/>
                <a:latin typeface="SRH Text"/>
                <a:ea typeface="SRH Text"/>
              </a:rPr>
              <a:t>Checking Corrupted Rows:</a:t>
            </a:r>
            <a:endParaRPr lang="de-DE" sz="1300" b="1"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000000"/>
                </a:solidFill>
                <a:effectLst/>
                <a:uFillTx/>
                <a:latin typeface="SRH Text"/>
                <a:ea typeface="SRH Text"/>
              </a:rPr>
              <a:t>The purpose of this step was to identify invalid, corrupted, or logically inconsistent records before applying machine learning models.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000000"/>
                </a:solidFill>
                <a:effectLst/>
                <a:uFillTx/>
                <a:latin typeface="SRH Text"/>
                <a:ea typeface="SRH Text"/>
              </a:rPr>
              <a:t>The code performed the following validation processes: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FF4000"/>
                </a:solidFill>
                <a:effectLst/>
                <a:uFillTx/>
                <a:latin typeface="SRH Text"/>
                <a:ea typeface="SRH Text"/>
              </a:rPr>
              <a:t>Range Validation:</a:t>
            </a:r>
            <a:r>
              <a:rPr lang="en-US" sz="1300" b="0" u="none" strike="noStrike">
                <a:solidFill>
                  <a:srgbClr val="000000"/>
                </a:solidFill>
                <a:effectLst/>
                <a:uFillTx/>
                <a:latin typeface="SRH Text"/>
                <a:ea typeface="SRH Text"/>
              </a:rPr>
              <a:t> Checked realistic ranges for age, credit score, employment, and credit history.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FF4000"/>
                </a:solidFill>
                <a:effectLst/>
                <a:uFillTx/>
                <a:latin typeface="SRH Text"/>
                <a:ea typeface="SRH Text"/>
              </a:rPr>
              <a:t>Negative Values:</a:t>
            </a:r>
            <a:r>
              <a:rPr lang="en-US" sz="1300" b="0" u="none" strike="noStrike">
                <a:solidFill>
                  <a:srgbClr val="000000"/>
                </a:solidFill>
                <a:effectLst/>
                <a:uFillTx/>
                <a:latin typeface="SRH Text"/>
                <a:ea typeface="SRH Text"/>
              </a:rPr>
              <a:t> Detected invalid negative values in financial and credit variables.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FF4000"/>
                </a:solidFill>
                <a:effectLst/>
                <a:uFillTx/>
                <a:latin typeface="SRH Text"/>
                <a:ea typeface="SRH Text"/>
              </a:rPr>
              <a:t>Ratio Validation:</a:t>
            </a:r>
            <a:r>
              <a:rPr lang="en-US" sz="1300" b="0" u="none" strike="noStrike">
                <a:solidFill>
                  <a:srgbClr val="000000"/>
                </a:solidFill>
                <a:effectLst/>
                <a:uFillTx/>
                <a:latin typeface="SRH Text"/>
                <a:ea typeface="SRH Text"/>
              </a:rPr>
              <a:t> Verified DTI, LTI, and payment-to-income ratios.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FF4000"/>
                </a:solidFill>
                <a:effectLst/>
                <a:uFillTx/>
                <a:latin typeface="SRH Text"/>
                <a:ea typeface="SRH Text"/>
              </a:rPr>
              <a:t>Text Validation:</a:t>
            </a:r>
            <a:r>
              <a:rPr lang="en-US" sz="1300" b="0" u="none" strike="noStrike">
                <a:solidFill>
                  <a:srgbClr val="000000"/>
                </a:solidFill>
                <a:effectLst/>
                <a:uFillTx/>
                <a:latin typeface="SRH Text"/>
                <a:ea typeface="SRH Text"/>
              </a:rPr>
              <a:t> Used Regex to identify malformed categorical values and validated loan_status.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FF4000"/>
                </a:solidFill>
                <a:effectLst/>
                <a:uFillTx/>
                <a:latin typeface="SRH Text"/>
                <a:ea typeface="SRH Text"/>
              </a:rPr>
              <a:t>Logical Consistency: </a:t>
            </a:r>
            <a:r>
              <a:rPr lang="en-US" sz="1300" b="0" u="none" strike="noStrike">
                <a:solidFill>
                  <a:srgbClr val="000000"/>
                </a:solidFill>
                <a:effectLst/>
                <a:uFillTx/>
                <a:latin typeface="SRH Text"/>
                <a:ea typeface="SRH Text"/>
              </a:rPr>
              <a:t>Checked relationships between age, employment, and credit history.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FF4000"/>
                </a:solidFill>
                <a:effectLst/>
                <a:uFillTx/>
                <a:latin typeface="SRH Text"/>
                <a:ea typeface="SRH Text"/>
              </a:rPr>
              <a:t>Missing Values: </a:t>
            </a:r>
            <a:r>
              <a:rPr lang="en-US" sz="1300" b="0" u="none" strike="noStrike">
                <a:solidFill>
                  <a:srgbClr val="000000"/>
                </a:solidFill>
                <a:effectLst/>
                <a:uFillTx/>
                <a:latin typeface="SRH Text"/>
                <a:ea typeface="SRH Text"/>
              </a:rPr>
              <a:t>Identified missing critical fields such as customer ID and loan status.</a:t>
            </a:r>
            <a:endParaRPr lang="de-DE" sz="1300" b="0" u="none" strike="noStrike">
              <a:solidFill>
                <a:schemeClr val="dk1"/>
              </a:solidFill>
              <a:effectLst/>
              <a:uFillTx/>
              <a:latin typeface="SRH Text"/>
            </a:endParaRPr>
          </a:p>
        </p:txBody>
      </p:sp>
      <p:sp>
        <p:nvSpPr>
          <p:cNvPr id="223" name="PlaceHolder 3"/>
          <p:cNvSpPr>
            <a:spLocks noGrp="1"/>
          </p:cNvSpPr>
          <p:nvPr>
            <p:ph type="dt" idx="79"/>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312912C-2B73-40B2-9831-F57A01D8FB3B}"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24" name="PlaceHolder 4"/>
          <p:cNvSpPr>
            <a:spLocks noGrp="1"/>
          </p:cNvSpPr>
          <p:nvPr>
            <p:ph type="ftr" idx="80"/>
          </p:nvPr>
        </p:nvSpPr>
        <p:spPr>
          <a:xfrm>
            <a:off x="1242000" y="636660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25" name="PlaceHolder 5"/>
          <p:cNvSpPr>
            <a:spLocks noGrp="1"/>
          </p:cNvSpPr>
          <p:nvPr>
            <p:ph type="sldNum" idx="81"/>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279D3CF-AF10-4963-ACD3-4A72996D00BB}"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191880" y="-147600"/>
            <a:ext cx="9156240" cy="833400"/>
          </a:xfrm>
          <a:prstGeom prst="rect">
            <a:avLst/>
          </a:prstGeom>
          <a:noFill/>
          <a:ln w="0">
            <a:noFill/>
          </a:ln>
        </p:spPr>
        <p:txBody>
          <a:bodyPr numCol="1" spcCol="216000"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sp>
        <p:nvSpPr>
          <p:cNvPr id="227" name="PlaceHolder 2"/>
          <p:cNvSpPr>
            <a:spLocks noGrp="1"/>
          </p:cNvSpPr>
          <p:nvPr>
            <p:ph/>
          </p:nvPr>
        </p:nvSpPr>
        <p:spPr>
          <a:xfrm>
            <a:off x="228600" y="696600"/>
            <a:ext cx="10803960" cy="5704200"/>
          </a:xfrm>
          <a:prstGeom prst="rect">
            <a:avLst/>
          </a:prstGeom>
          <a:noFill/>
          <a:ln w="0">
            <a:noFill/>
          </a:ln>
        </p:spPr>
        <p:txBody>
          <a:bodyPr numCol="1" spcCol="216000" lIns="0" tIns="0" rIns="0" bIns="0" anchor="t">
            <a:noAutofit/>
          </a:bodyPr>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FF4000"/>
                </a:solidFill>
                <a:effectLst/>
                <a:uFillTx/>
                <a:latin typeface="SRH Text"/>
                <a:ea typeface="SRH Text"/>
              </a:rPr>
              <a:t>Data Type Standardization</a:t>
            </a:r>
            <a:endParaRPr lang="de-DE" sz="1300" b="1"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Ensured all key numerical variables use consistent data types. </a:t>
            </a:r>
            <a:endParaRPr lang="de-DE" sz="13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Improved data compatibility and reliability for machine-learning models. </a:t>
            </a:r>
            <a:endParaRPr lang="de-DE" sz="13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FF4000"/>
                </a:solidFill>
                <a:effectLst/>
                <a:uFillTx/>
                <a:latin typeface="SRH Text"/>
                <a:ea typeface="SRH Text"/>
              </a:rPr>
              <a:t>Missing Value Analysis</a:t>
            </a:r>
            <a:endParaRPr lang="de-DE" sz="1300" b="1"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Checked the dataset for incomplete observations. </a:t>
            </a:r>
            <a:endParaRPr lang="de-DE" sz="13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Identified missing values that could affect model performance. </a:t>
            </a:r>
            <a:endParaRPr lang="de-DE" sz="13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Ensured the dataset was ready for further preprocessing. </a:t>
            </a:r>
            <a:endParaRPr lang="de-DE" sz="13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Categorical Data Consistency</a:t>
            </a:r>
            <a:endParaRPr lang="de-DE" sz="1300" b="1"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Examined categorical variables for inconsistent labels. </a:t>
            </a:r>
            <a:endParaRPr lang="de-DE" sz="13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Identified potential duplicates such as “Male” and “male.” </a:t>
            </a:r>
            <a:endParaRPr lang="de-DE" sz="13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Ensured categories are represented consistently.</a:t>
            </a:r>
            <a:endParaRPr lang="de-DE" sz="1300" b="0" u="none" strike="noStrike">
              <a:solidFill>
                <a:srgbClr val="333333"/>
              </a:solidFill>
              <a:effectLst/>
              <a:uFillTx/>
              <a:latin typeface="SRH Text"/>
            </a:endParaRPr>
          </a:p>
        </p:txBody>
      </p:sp>
      <p:sp>
        <p:nvSpPr>
          <p:cNvPr id="228" name="PlaceHolder 3"/>
          <p:cNvSpPr>
            <a:spLocks noGrp="1"/>
          </p:cNvSpPr>
          <p:nvPr>
            <p:ph type="dt" idx="82"/>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C322F492-E02D-449E-996E-79989423B498}"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29" name="PlaceHolder 4"/>
          <p:cNvSpPr>
            <a:spLocks noGrp="1"/>
          </p:cNvSpPr>
          <p:nvPr>
            <p:ph type="ftr" idx="83"/>
          </p:nvPr>
        </p:nvSpPr>
        <p:spPr>
          <a:xfrm>
            <a:off x="1242000" y="636660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30" name="PlaceHolder 5"/>
          <p:cNvSpPr>
            <a:spLocks noGrp="1"/>
          </p:cNvSpPr>
          <p:nvPr>
            <p:ph type="sldNum" idx="84"/>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923A61C8-1BC4-4B2D-8F9C-DA048BBE1C54}"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 name="PlaceHolder 1"/>
          <p:cNvSpPr>
            <a:spLocks noGrp="1"/>
          </p:cNvSpPr>
          <p:nvPr>
            <p:ph type="title"/>
          </p:nvPr>
        </p:nvSpPr>
        <p:spPr>
          <a:xfrm>
            <a:off x="191880" y="-147600"/>
            <a:ext cx="9156240" cy="833400"/>
          </a:xfrm>
          <a:prstGeom prst="rect">
            <a:avLst/>
          </a:prstGeom>
          <a:noFill/>
          <a:ln w="0">
            <a:noFill/>
          </a:ln>
        </p:spPr>
        <p:txBody>
          <a:bodyPr numCol="1" spcCol="216000"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sp>
        <p:nvSpPr>
          <p:cNvPr id="232" name="PlaceHolder 2"/>
          <p:cNvSpPr>
            <a:spLocks noGrp="1"/>
          </p:cNvSpPr>
          <p:nvPr>
            <p:ph/>
          </p:nvPr>
        </p:nvSpPr>
        <p:spPr>
          <a:xfrm>
            <a:off x="228600" y="696600"/>
            <a:ext cx="10803960" cy="5704200"/>
          </a:xfrm>
          <a:prstGeom prst="rect">
            <a:avLst/>
          </a:prstGeom>
          <a:noFill/>
          <a:ln w="0">
            <a:noFill/>
          </a:ln>
        </p:spPr>
        <p:txBody>
          <a:bodyPr numCol="1" spcCol="216000" lIns="0" tIns="0" rIns="0" bIns="0" anchor="t">
            <a:noAutofit/>
          </a:bodyPr>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FF4000"/>
                </a:solidFill>
                <a:effectLst/>
                <a:uFillTx/>
                <a:latin typeface="SRH Text"/>
                <a:ea typeface="SRH Text"/>
              </a:rPr>
              <a:t>Missing Value Analysis</a:t>
            </a:r>
            <a:endParaRPr lang="de-DE" sz="1300" b="1"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333333"/>
                </a:solidFill>
                <a:effectLst/>
                <a:uFillTx/>
                <a:latin typeface="SRH Text"/>
                <a:ea typeface="SRH Text"/>
              </a:rPr>
              <a:t>The dataset was checked for missing values across all variables. </a:t>
            </a:r>
            <a:endParaRPr lang="de-DE" sz="13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333333"/>
                </a:solidFill>
                <a:effectLst/>
                <a:uFillTx/>
                <a:latin typeface="SRH Text"/>
                <a:ea typeface="SRH Text"/>
              </a:rPr>
              <a:t>Result: No missing values were found. </a:t>
            </a:r>
            <a:endParaRPr lang="de-DE" sz="13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333333"/>
                </a:solidFill>
                <a:effectLst/>
                <a:uFillTx/>
                <a:latin typeface="SRH Text"/>
                <a:ea typeface="SRH Text"/>
              </a:rPr>
              <a:t>All 21 variables contained complete observations. </a:t>
            </a:r>
            <a:endParaRPr lang="de-DE" sz="13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Missing Value Handling</a:t>
            </a:r>
            <a:endParaRPr lang="de-DE" sz="1300" b="1"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Since there were no missing values, no observations were lost during preprocessing. </a:t>
            </a:r>
            <a:endParaRPr lang="de-DE" sz="13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The dataset remained complete and ready for modeling. </a:t>
            </a:r>
            <a:endParaRPr lang="de-DE" sz="13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Duplicate Records</a:t>
            </a:r>
            <a:endParaRPr lang="de-DE" sz="1300" b="1"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333333"/>
                </a:solidFill>
                <a:effectLst/>
                <a:uFillTx/>
                <a:latin typeface="SRH Text"/>
                <a:ea typeface="SRH Text"/>
              </a:rPr>
              <a:t>The dataset was checked for duplicated observations. </a:t>
            </a:r>
            <a:endParaRPr lang="de-DE" sz="13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333333"/>
                </a:solidFill>
                <a:effectLst/>
                <a:uFillTx/>
                <a:latin typeface="SRH Text"/>
                <a:ea typeface="SRH Text"/>
              </a:rPr>
              <a:t>Result: No duplicate rows were present. </a:t>
            </a:r>
            <a:endParaRPr lang="de-DE" sz="13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333333"/>
                </a:solidFill>
                <a:effectLst/>
                <a:uFillTx/>
                <a:latin typeface="SRH Text"/>
                <a:ea typeface="SRH Text"/>
              </a:rPr>
              <a:t>Therefore, no records needed to be removed.</a:t>
            </a:r>
            <a:endParaRPr lang="de-DE" sz="1300" b="0" u="none" strike="noStrike">
              <a:solidFill>
                <a:srgbClr val="333333"/>
              </a:solidFill>
              <a:effectLst/>
              <a:uFillTx/>
              <a:latin typeface="SRH Text"/>
            </a:endParaRPr>
          </a:p>
        </p:txBody>
      </p:sp>
      <p:sp>
        <p:nvSpPr>
          <p:cNvPr id="233" name="PlaceHolder 3"/>
          <p:cNvSpPr>
            <a:spLocks noGrp="1"/>
          </p:cNvSpPr>
          <p:nvPr>
            <p:ph type="dt" idx="85"/>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BCEE4D35-7189-4D44-BC1C-41E465570500}"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34" name="PlaceHolder 4"/>
          <p:cNvSpPr>
            <a:spLocks noGrp="1"/>
          </p:cNvSpPr>
          <p:nvPr>
            <p:ph type="ftr" idx="86"/>
          </p:nvPr>
        </p:nvSpPr>
        <p:spPr>
          <a:xfrm>
            <a:off x="1242000" y="636660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35" name="PlaceHolder 5"/>
          <p:cNvSpPr>
            <a:spLocks noGrp="1"/>
          </p:cNvSpPr>
          <p:nvPr>
            <p:ph type="sldNum" idx="87"/>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CB34921-054B-4DF6-93CB-A63BCA9AC502}"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title"/>
          </p:nvPr>
        </p:nvSpPr>
        <p:spPr>
          <a:xfrm>
            <a:off x="191880" y="-147600"/>
            <a:ext cx="9156240" cy="83340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3000" b="1" u="none" strike="noStrike">
                <a:solidFill>
                  <a:schemeClr val="dk1"/>
                </a:solidFill>
                <a:effectLst/>
                <a:uFillTx/>
                <a:latin typeface="SRH Headline"/>
                <a:ea typeface="SRH Headline"/>
              </a:rPr>
              <a:t>Outlier Analysis </a:t>
            </a:r>
            <a:endParaRPr lang="de-DE" sz="3000" b="1" u="none" strike="noStrike">
              <a:solidFill>
                <a:schemeClr val="dk1"/>
              </a:solidFill>
              <a:effectLst/>
              <a:uFillTx/>
              <a:latin typeface="SRH Headline"/>
            </a:endParaRPr>
          </a:p>
        </p:txBody>
      </p:sp>
      <p:sp>
        <p:nvSpPr>
          <p:cNvPr id="237" name="PlaceHolder 2"/>
          <p:cNvSpPr>
            <a:spLocks noGrp="1"/>
          </p:cNvSpPr>
          <p:nvPr>
            <p:ph/>
          </p:nvPr>
        </p:nvSpPr>
        <p:spPr>
          <a:xfrm>
            <a:off x="228600" y="696600"/>
            <a:ext cx="10803960" cy="570420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100" b="0" u="none" strike="noStrike">
                <a:solidFill>
                  <a:srgbClr val="333333"/>
                </a:solidFill>
                <a:effectLst/>
                <a:uFillTx/>
                <a:latin typeface="SRH Text"/>
                <a:ea typeface="SRH Text"/>
              </a:rPr>
              <a:t>Outliers were identified using the IQR method. </a:t>
            </a:r>
            <a:endParaRPr lang="de-DE" sz="11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100" b="0" u="none" strike="noStrike">
                <a:solidFill>
                  <a:srgbClr val="333333"/>
                </a:solidFill>
                <a:effectLst/>
                <a:uFillTx/>
                <a:latin typeface="SRH Text"/>
                <a:ea typeface="SRH Text"/>
              </a:rPr>
              <a:t>Most variables contained normal-range observations with some outliers. </a:t>
            </a:r>
            <a:endParaRPr lang="de-DE" sz="11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100" b="0" u="none" strike="noStrike">
                <a:solidFill>
                  <a:srgbClr val="333333"/>
                </a:solidFill>
                <a:effectLst/>
                <a:uFillTx/>
                <a:latin typeface="SRH Text"/>
                <a:ea typeface="SRH Text"/>
              </a:rPr>
              <a:t>The highest number of normal outliers was found in: </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Savings assets: 6,508 </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Current debt: 2,932 </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Annual income: 2,355 </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Years employed: 1,373 </a:t>
            </a:r>
            <a:endParaRPr lang="de-DE" sz="11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100" b="0" u="none" strike="noStrike">
                <a:solidFill>
                  <a:srgbClr val="333333"/>
                </a:solidFill>
                <a:effectLst/>
                <a:uFillTx/>
                <a:latin typeface="SRH Text"/>
                <a:ea typeface="SRH Text"/>
              </a:rPr>
              <a:t>Extreme outliers were mainly observed in: </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Savings assets: 4,353 </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Current debt: 859 </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Annual income: 515 </a:t>
            </a:r>
            <a:endParaRPr lang="de-DE" sz="11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100" b="0" u="none" strike="noStrike">
                <a:solidFill>
                  <a:srgbClr val="333333"/>
                </a:solidFill>
                <a:effectLst/>
                <a:uFillTx/>
                <a:latin typeface="SRH Text"/>
                <a:ea typeface="SRH Text"/>
              </a:rPr>
              <a:t>No extreme outliers were detected in age, credit score, loan amount, interest rate, or the ratio variables.</a:t>
            </a:r>
            <a:endParaRPr lang="de-DE" sz="1100" b="0" u="none" strike="noStrike">
              <a:solidFill>
                <a:srgbClr val="333333"/>
              </a:solidFill>
              <a:effectLst/>
              <a:uFillTx/>
              <a:latin typeface="SRH Text"/>
            </a:endParaRPr>
          </a:p>
        </p:txBody>
      </p:sp>
      <p:sp>
        <p:nvSpPr>
          <p:cNvPr id="238" name="PlaceHolder 3"/>
          <p:cNvSpPr>
            <a:spLocks noGrp="1"/>
          </p:cNvSpPr>
          <p:nvPr>
            <p:ph type="dt" idx="88"/>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CC5FC610-CB47-41FA-9A01-38704F25413A}"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39" name="PlaceHolder 4"/>
          <p:cNvSpPr>
            <a:spLocks noGrp="1"/>
          </p:cNvSpPr>
          <p:nvPr>
            <p:ph type="ftr" idx="89"/>
          </p:nvPr>
        </p:nvSpPr>
        <p:spPr>
          <a:xfrm>
            <a:off x="1242000" y="636660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40" name="PlaceHolder 5"/>
          <p:cNvSpPr>
            <a:spLocks noGrp="1"/>
          </p:cNvSpPr>
          <p:nvPr>
            <p:ph type="sldNum" idx="90"/>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7192E93-E702-4F9E-94FB-0B6E0811CD54}"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pic>
        <p:nvPicPr>
          <p:cNvPr id="241" name=""/>
          <p:cNvPicPr/>
          <p:nvPr/>
        </p:nvPicPr>
        <p:blipFill>
          <a:blip r:embed="rId1"/>
          <a:stretch/>
        </p:blipFill>
        <p:spPr>
          <a:xfrm>
            <a:off x="4745520" y="1828800"/>
            <a:ext cx="7038720" cy="434340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title"/>
          </p:nvPr>
        </p:nvSpPr>
        <p:spPr>
          <a:xfrm>
            <a:off x="191880" y="-147600"/>
            <a:ext cx="9156240" cy="83340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3000" b="1" u="none" strike="noStrike">
                <a:solidFill>
                  <a:schemeClr val="dk1"/>
                </a:solidFill>
                <a:effectLst/>
                <a:uFillTx/>
                <a:latin typeface="SRH Headline"/>
                <a:ea typeface="SRH Headline"/>
              </a:rPr>
              <a:t>Exploratory Data Analysis (EDA) </a:t>
            </a:r>
            <a:endParaRPr lang="de-DE" sz="3000" b="1" u="none" strike="noStrike">
              <a:solidFill>
                <a:schemeClr val="dk1"/>
              </a:solidFill>
              <a:effectLst/>
              <a:uFillTx/>
              <a:latin typeface="SRH Headline"/>
            </a:endParaRPr>
          </a:p>
        </p:txBody>
      </p:sp>
      <p:sp>
        <p:nvSpPr>
          <p:cNvPr id="243" name="PlaceHolder 2"/>
          <p:cNvSpPr>
            <a:spLocks noGrp="1"/>
          </p:cNvSpPr>
          <p:nvPr>
            <p:ph/>
          </p:nvPr>
        </p:nvSpPr>
        <p:spPr>
          <a:xfrm>
            <a:off x="228600" y="696600"/>
            <a:ext cx="10803960" cy="570420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100" b="0" u="none" strike="noStrike">
                <a:solidFill>
                  <a:srgbClr val="FF4000"/>
                </a:solidFill>
                <a:effectLst/>
                <a:uFillTx/>
                <a:latin typeface="SRH Text"/>
                <a:ea typeface="SRH Text"/>
              </a:rPr>
              <a:t>Statistical Overview</a:t>
            </a:r>
            <a:endParaRPr lang="de-DE" sz="1100" b="1"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The dataset contains 49,999 valid loan applications across the analyzed variables. The statistical analysis was performed to understand the distribution, variability, and characteristics of the applicant and loan data before model development.</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Key Findings</a:t>
            </a:r>
            <a:endParaRPr lang="de-DE" sz="1100" b="1"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Applicant Characteristics</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Age: 18–70 years, with a mean of 35.0 years</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Years employed: 0–39.9 years, with a mean of 7.45 years</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Annual income: €15,000–€250,000, with a mean of approximately €50,063</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Credit score: 348–850, with a mean of 643.6</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Financial Characteristics</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Savings assets: Mean ≈ €3,596, with a very wide range up to €300,000</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Current debt: Mean ≈ €14,291, maximum ≈ €163,344</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Loan amount: Mean ≈ €33,043, ranging from €500 to €100,000</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Interest rate: Mean ≈ 15.5%, ranging from 6% to 23%</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Credit History</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Average credit history: 8.17 years</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Previous defaults: 5.35% of applicants have a recorded default</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Average delinquencies in the last two years: 0.55</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Derogatory marks: mean 0.15, with a maximum of 4</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Financial Ratios</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Debt-to-income ratio: mean 0.286</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Loan-to-income ratio: mean 0.702</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Payment-to-income ratio: mean 210.3</a:t>
            </a:r>
            <a:endParaRPr lang="de-DE" sz="11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100" b="0" u="none" strike="noStrike">
                <a:solidFill>
                  <a:srgbClr val="333333"/>
                </a:solidFill>
                <a:effectLst/>
                <a:uFillTx/>
                <a:latin typeface="SRH Text"/>
                <a:ea typeface="SRH Text"/>
              </a:rPr>
              <a:t> </a:t>
            </a:r>
            <a:endParaRPr lang="de-DE" sz="1100" b="0" u="none" strike="noStrike">
              <a:solidFill>
                <a:srgbClr val="333333"/>
              </a:solidFill>
              <a:effectLst/>
              <a:uFillTx/>
              <a:latin typeface="SRH Text"/>
            </a:endParaRPr>
          </a:p>
        </p:txBody>
      </p:sp>
      <p:sp>
        <p:nvSpPr>
          <p:cNvPr id="244" name="PlaceHolder 3"/>
          <p:cNvSpPr>
            <a:spLocks noGrp="1"/>
          </p:cNvSpPr>
          <p:nvPr>
            <p:ph type="dt" idx="91"/>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01FFA247-C9DE-4D0B-A2B7-9DE7D1607878}"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45" name="PlaceHolder 4"/>
          <p:cNvSpPr>
            <a:spLocks noGrp="1"/>
          </p:cNvSpPr>
          <p:nvPr>
            <p:ph type="ftr" idx="92"/>
          </p:nvPr>
        </p:nvSpPr>
        <p:spPr>
          <a:xfrm>
            <a:off x="1242000" y="636660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46" name="PlaceHolder 5"/>
          <p:cNvSpPr>
            <a:spLocks noGrp="1"/>
          </p:cNvSpPr>
          <p:nvPr>
            <p:ph type="sldNum" idx="93"/>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BBEECC6-25A8-426E-AE6C-F5C1C35327DC}"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 name="PlaceHolder 1"/>
          <p:cNvSpPr>
            <a:spLocks noGrp="1"/>
          </p:cNvSpPr>
          <p:nvPr>
            <p:ph type="title"/>
          </p:nvPr>
        </p:nvSpPr>
        <p:spPr>
          <a:xfrm>
            <a:off x="191880" y="-147600"/>
            <a:ext cx="9156240" cy="83340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3000" b="1" u="none" strike="noStrike">
                <a:solidFill>
                  <a:schemeClr val="dk1"/>
                </a:solidFill>
                <a:effectLst/>
                <a:uFillTx/>
                <a:latin typeface="SRH Headline"/>
                <a:ea typeface="SRH Headline"/>
              </a:rPr>
              <a:t>Distribution &amp; Skewness</a:t>
            </a:r>
            <a:endParaRPr lang="de-DE" sz="3000" b="1" u="none" strike="noStrike">
              <a:solidFill>
                <a:schemeClr val="dk1"/>
              </a:solidFill>
              <a:effectLst/>
              <a:uFillTx/>
              <a:latin typeface="SRH Headline"/>
            </a:endParaRPr>
          </a:p>
        </p:txBody>
      </p:sp>
      <p:sp>
        <p:nvSpPr>
          <p:cNvPr id="248" name="PlaceHolder 2"/>
          <p:cNvSpPr>
            <a:spLocks noGrp="1"/>
          </p:cNvSpPr>
          <p:nvPr>
            <p:ph/>
          </p:nvPr>
        </p:nvSpPr>
        <p:spPr>
          <a:xfrm>
            <a:off x="228600" y="696600"/>
            <a:ext cx="10803960" cy="570420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100" b="1" u="none" strike="noStrike">
                <a:solidFill>
                  <a:srgbClr val="FF8000"/>
                </a:solidFill>
                <a:effectLst/>
                <a:uFillTx/>
                <a:latin typeface="SRH Text"/>
                <a:ea typeface="SRH Text"/>
              </a:rPr>
              <a:t>Transformation Strategy</a:t>
            </a:r>
            <a:endParaRPr lang="de-DE" sz="1100" b="1"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100" b="1" u="none" strike="noStrike">
                <a:solidFill>
                  <a:srgbClr val="333333"/>
                </a:solidFill>
                <a:effectLst/>
                <a:uFillTx/>
                <a:latin typeface="SRH Text"/>
                <a:ea typeface="SRH Text"/>
              </a:rPr>
              <a:t>Highly Skewed Features → Log Transformation</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Compresses extreme values</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Reduces right-skewness</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Produces more stable distributions</a:t>
            </a:r>
            <a:endParaRPr lang="de-DE" sz="11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100" b="1" u="none" strike="noStrike">
                <a:solidFill>
                  <a:srgbClr val="333333"/>
                </a:solidFill>
                <a:effectLst/>
                <a:uFillTx/>
                <a:latin typeface="SRH Text"/>
                <a:ea typeface="SRH Text"/>
              </a:rPr>
              <a:t>Continuous Features → StandardScaler</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Centers features around zero</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Normalizes the scale</a:t>
            </a:r>
            <a:endParaRPr lang="de-DE" sz="11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Prevents large-scale variables from dominating model training</a:t>
            </a:r>
            <a:endParaRPr lang="de-DE" sz="11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100" b="0" u="none" strike="noStrike">
              <a:solidFill>
                <a:srgbClr val="333333"/>
              </a:solidFill>
              <a:effectLst/>
              <a:uFillTx/>
              <a:latin typeface="SRH Text"/>
            </a:endParaRPr>
          </a:p>
        </p:txBody>
      </p:sp>
      <p:sp>
        <p:nvSpPr>
          <p:cNvPr id="249" name="PlaceHolder 3"/>
          <p:cNvSpPr>
            <a:spLocks noGrp="1"/>
          </p:cNvSpPr>
          <p:nvPr>
            <p:ph type="dt" idx="94"/>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7BDEBDFE-92D9-48E7-ADFB-6D8765B68754}"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50" name="PlaceHolder 4"/>
          <p:cNvSpPr>
            <a:spLocks noGrp="1"/>
          </p:cNvSpPr>
          <p:nvPr>
            <p:ph type="ftr" idx="95"/>
          </p:nvPr>
        </p:nvSpPr>
        <p:spPr>
          <a:xfrm>
            <a:off x="1242000" y="636660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51" name="PlaceHolder 5"/>
          <p:cNvSpPr>
            <a:spLocks noGrp="1"/>
          </p:cNvSpPr>
          <p:nvPr>
            <p:ph type="sldNum" idx="96"/>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6E6DB02-D31D-48B2-9E03-7A77D90F2770}"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pic>
        <p:nvPicPr>
          <p:cNvPr id="252" name=""/>
          <p:cNvPicPr/>
          <p:nvPr/>
        </p:nvPicPr>
        <p:blipFill>
          <a:blip r:embed="rId1"/>
          <a:stretch/>
        </p:blipFill>
        <p:spPr>
          <a:xfrm>
            <a:off x="5832720" y="1371600"/>
            <a:ext cx="5368680" cy="4572000"/>
          </a:xfrm>
          <a:prstGeom prst="rect">
            <a:avLst/>
          </a:prstGeom>
          <a:noFill/>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191880" y="-147600"/>
            <a:ext cx="9156240" cy="83340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3000" b="1" u="none" strike="noStrike">
                <a:solidFill>
                  <a:schemeClr val="dk1"/>
                </a:solidFill>
                <a:effectLst/>
                <a:uFillTx/>
                <a:latin typeface="SRH Headline"/>
                <a:ea typeface="SRH Headline"/>
              </a:rPr>
              <a:t>Correlation Analysis</a:t>
            </a:r>
            <a:endParaRPr lang="de-DE" sz="3000" b="1" u="none" strike="noStrike">
              <a:solidFill>
                <a:schemeClr val="dk1"/>
              </a:solidFill>
              <a:effectLst/>
              <a:uFillTx/>
              <a:latin typeface="SRH Headline"/>
            </a:endParaRPr>
          </a:p>
        </p:txBody>
      </p:sp>
      <p:sp>
        <p:nvSpPr>
          <p:cNvPr id="254" name="PlaceHolder 2"/>
          <p:cNvSpPr>
            <a:spLocks noGrp="1"/>
          </p:cNvSpPr>
          <p:nvPr>
            <p:ph/>
          </p:nvPr>
        </p:nvSpPr>
        <p:spPr>
          <a:xfrm>
            <a:off x="228600" y="696600"/>
            <a:ext cx="10803960" cy="570420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100" b="1" u="none" strike="noStrike">
                <a:solidFill>
                  <a:srgbClr val="1C1C1C"/>
                </a:solidFill>
                <a:effectLst/>
                <a:uFillTx/>
                <a:latin typeface="SRH Text"/>
                <a:ea typeface="SRH Text"/>
              </a:rPr>
              <a:t>Spearman rank correlation (ρ) was used to examine relationships between the engineered numerical features and the target variable. </a:t>
            </a:r>
            <a:endParaRPr lang="de-DE" sz="1100" b="0" u="none" strike="noStrike">
              <a:solidFill>
                <a:srgbClr val="1C1C1C"/>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1" u="none" strike="noStrike">
                <a:solidFill>
                  <a:srgbClr val="1C1C1C"/>
                </a:solidFill>
                <a:effectLst/>
                <a:uFillTx/>
                <a:latin typeface="SRH Text"/>
                <a:ea typeface="SRH Text"/>
              </a:rPr>
              <a:t>Important Feature Relationships</a:t>
            </a:r>
            <a:endParaRPr lang="de-DE" sz="1100" b="1" u="none" strike="noStrike">
              <a:solidFill>
                <a:srgbClr val="1C1C1C"/>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1" u="none" strike="noStrike">
                <a:solidFill>
                  <a:srgbClr val="1C1C1C"/>
                </a:solidFill>
                <a:effectLst/>
                <a:uFillTx/>
                <a:latin typeface="SRH Text"/>
                <a:ea typeface="SRH Text"/>
              </a:rPr>
              <a:t>Some predictors also show relatively strong correlations with each other:</a:t>
            </a:r>
            <a:endParaRPr lang="de-DE" sz="1100" b="0" u="none" strike="noStrike">
              <a:solidFill>
                <a:srgbClr val="1C1C1C"/>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1" u="none" strike="noStrike">
                <a:solidFill>
                  <a:srgbClr val="1C1C1C"/>
                </a:solidFill>
                <a:effectLst/>
                <a:uFillTx/>
                <a:latin typeface="SRH Text"/>
                <a:ea typeface="SRH Text"/>
              </a:rPr>
              <a:t>Loan-to-Income ↔ Payment-to-Income: ρ = 0.815</a:t>
            </a:r>
            <a:endParaRPr lang="de-DE" sz="1100" b="0" u="none" strike="noStrike">
              <a:solidFill>
                <a:srgbClr val="1C1C1C"/>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1" u="none" strike="noStrike">
                <a:solidFill>
                  <a:srgbClr val="1C1C1C"/>
                </a:solidFill>
                <a:effectLst/>
                <a:uFillTx/>
                <a:latin typeface="SRH Text"/>
                <a:ea typeface="SRH Text"/>
              </a:rPr>
              <a:t>Loan Amount ↔ Loan-to-Income: ρ = 0.755</a:t>
            </a:r>
            <a:endParaRPr lang="de-DE" sz="1100" b="0" u="none" strike="noStrike">
              <a:solidFill>
                <a:srgbClr val="1C1C1C"/>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1" u="none" strike="noStrike">
                <a:solidFill>
                  <a:srgbClr val="1C1C1C"/>
                </a:solidFill>
                <a:effectLst/>
                <a:uFillTx/>
                <a:latin typeface="SRH Text"/>
                <a:ea typeface="SRH Text"/>
              </a:rPr>
              <a:t>Current Debt ↔ Debt-to-Income: ρ = 0.716</a:t>
            </a:r>
            <a:endParaRPr lang="de-DE" sz="1100" b="0" u="none" strike="noStrike">
              <a:solidFill>
                <a:srgbClr val="1C1C1C"/>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1" u="none" strike="noStrike">
                <a:solidFill>
                  <a:srgbClr val="1C1C1C"/>
                </a:solidFill>
                <a:effectLst/>
                <a:uFillTx/>
                <a:latin typeface="SRH Text"/>
                <a:ea typeface="SRH Text"/>
              </a:rPr>
              <a:t>Age ↔ Credit History: ρ = 0.664</a:t>
            </a:r>
            <a:endParaRPr lang="de-DE" sz="1100" b="0" u="none" strike="noStrike">
              <a:solidFill>
                <a:srgbClr val="1C1C1C"/>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1" u="none" strike="noStrike">
                <a:solidFill>
                  <a:srgbClr val="1C1C1C"/>
                </a:solidFill>
                <a:effectLst/>
                <a:uFillTx/>
                <a:latin typeface="SRH Text"/>
                <a:ea typeface="SRH Text"/>
              </a:rPr>
              <a:t>Annual Income ↔ Current Debt: ρ = 0.657</a:t>
            </a:r>
            <a:endParaRPr lang="de-DE" sz="1100" b="0" u="none" strike="noStrike">
              <a:solidFill>
                <a:srgbClr val="1C1C1C"/>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100" b="0" u="none" strike="noStrike">
              <a:solidFill>
                <a:srgbClr val="1C1C1C"/>
              </a:solidFill>
              <a:effectLst/>
              <a:uFillTx/>
              <a:latin typeface="SRH Text"/>
            </a:endParaRPr>
          </a:p>
        </p:txBody>
      </p:sp>
      <p:sp>
        <p:nvSpPr>
          <p:cNvPr id="255" name="PlaceHolder 3"/>
          <p:cNvSpPr>
            <a:spLocks noGrp="1"/>
          </p:cNvSpPr>
          <p:nvPr>
            <p:ph type="dt" idx="97"/>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BAEA3224-AA92-4782-A147-D3C6BA795072}"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56" name="PlaceHolder 4"/>
          <p:cNvSpPr>
            <a:spLocks noGrp="1"/>
          </p:cNvSpPr>
          <p:nvPr>
            <p:ph type="ftr" idx="98"/>
          </p:nvPr>
        </p:nvSpPr>
        <p:spPr>
          <a:xfrm>
            <a:off x="1242000" y="636660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57" name="PlaceHolder 5"/>
          <p:cNvSpPr>
            <a:spLocks noGrp="1"/>
          </p:cNvSpPr>
          <p:nvPr>
            <p:ph type="sldNum" idx="99"/>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A6B4DD6-2207-4AAC-A67F-538CD5618F40}"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pic>
        <p:nvPicPr>
          <p:cNvPr id="258" name=""/>
          <p:cNvPicPr/>
          <p:nvPr/>
        </p:nvPicPr>
        <p:blipFill>
          <a:blip r:embed="rId1"/>
          <a:stretch/>
        </p:blipFill>
        <p:spPr>
          <a:xfrm>
            <a:off x="6071400" y="2023200"/>
            <a:ext cx="5815800" cy="4343400"/>
          </a:xfrm>
          <a:prstGeom prst="rect">
            <a:avLst/>
          </a:prstGeom>
          <a:noFill/>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191880" y="-147600"/>
            <a:ext cx="9156240" cy="83340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3000" b="1" u="none" strike="noStrike">
                <a:solidFill>
                  <a:schemeClr val="dk1"/>
                </a:solidFill>
                <a:effectLst/>
                <a:uFillTx/>
                <a:latin typeface="SRH Headline"/>
                <a:ea typeface="SRH Headline"/>
              </a:rPr>
              <a:t>Correlation Analysis</a:t>
            </a:r>
            <a:endParaRPr lang="de-DE" sz="3000" b="1" u="none" strike="noStrike">
              <a:solidFill>
                <a:schemeClr val="dk1"/>
              </a:solidFill>
              <a:effectLst/>
              <a:uFillTx/>
              <a:latin typeface="SRH Headline"/>
            </a:endParaRPr>
          </a:p>
        </p:txBody>
      </p:sp>
      <p:pic>
        <p:nvPicPr>
          <p:cNvPr id="260" name=""/>
          <p:cNvPicPr/>
          <p:nvPr/>
        </p:nvPicPr>
        <p:blipFill>
          <a:blip r:embed="rId1"/>
          <a:stretch/>
        </p:blipFill>
        <p:spPr>
          <a:xfrm>
            <a:off x="1600200" y="914400"/>
            <a:ext cx="8458200" cy="5704200"/>
          </a:xfrm>
          <a:prstGeom prst="rect">
            <a:avLst/>
          </a:prstGeom>
          <a:noFill/>
          <a:ln w="0">
            <a:noFill/>
          </a:ln>
        </p:spPr>
      </p:pic>
      <p:sp>
        <p:nvSpPr>
          <p:cNvPr id="261" name="PlaceHolder 2"/>
          <p:cNvSpPr>
            <a:spLocks noGrp="1"/>
          </p:cNvSpPr>
          <p:nvPr>
            <p:ph type="dt" idx="100"/>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F83F646C-22BA-4DC4-9C29-86EE585203C2}"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62" name="PlaceHolder 3"/>
          <p:cNvSpPr>
            <a:spLocks noGrp="1"/>
          </p:cNvSpPr>
          <p:nvPr>
            <p:ph type="ftr" idx="101"/>
          </p:nvPr>
        </p:nvSpPr>
        <p:spPr>
          <a:xfrm>
            <a:off x="1242000" y="636660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63" name="PlaceHolder 4"/>
          <p:cNvSpPr>
            <a:spLocks noGrp="1"/>
          </p:cNvSpPr>
          <p:nvPr>
            <p:ph type="sldNum" idx="102"/>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27DB5AF-6D35-4018-9C89-C6BE5916BBA3}"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4" name="PlaceHolder 1"/>
          <p:cNvSpPr>
            <a:spLocks noGrp="1"/>
          </p:cNvSpPr>
          <p:nvPr>
            <p:ph type="title"/>
          </p:nvPr>
        </p:nvSpPr>
        <p:spPr>
          <a:xfrm>
            <a:off x="191880" y="-147600"/>
            <a:ext cx="9156240" cy="83340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3000" b="1" u="none" strike="noStrike">
                <a:solidFill>
                  <a:schemeClr val="dk1"/>
                </a:solidFill>
                <a:effectLst/>
                <a:uFillTx/>
                <a:latin typeface="SRH Headline"/>
                <a:ea typeface="SRH Headline"/>
              </a:rPr>
              <a:t>Class Imbalance</a:t>
            </a:r>
            <a:endParaRPr lang="de-DE" sz="3000" b="1" u="none" strike="noStrike">
              <a:solidFill>
                <a:schemeClr val="dk1"/>
              </a:solidFill>
              <a:effectLst/>
              <a:uFillTx/>
              <a:latin typeface="SRH Headline"/>
            </a:endParaRPr>
          </a:p>
        </p:txBody>
      </p:sp>
      <p:sp>
        <p:nvSpPr>
          <p:cNvPr id="265" name="PlaceHolder 2"/>
          <p:cNvSpPr>
            <a:spLocks noGrp="1"/>
          </p:cNvSpPr>
          <p:nvPr>
            <p:ph/>
          </p:nvPr>
        </p:nvSpPr>
        <p:spPr>
          <a:xfrm>
            <a:off x="228600" y="696600"/>
            <a:ext cx="10803960" cy="570420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100" b="1" u="none" strike="noStrike">
                <a:solidFill>
                  <a:srgbClr val="1C1C1C"/>
                </a:solidFill>
                <a:effectLst/>
                <a:uFillTx/>
                <a:latin typeface="SRH Text"/>
                <a:ea typeface="SRH Text"/>
              </a:rPr>
              <a:t>The distribution of the target variable was examined to determine whether the dataset contains a significant class imbalance and whether imbalance-handling techniques are required.</a:t>
            </a:r>
            <a:endParaRPr lang="de-DE" sz="1100" b="0" u="none" strike="noStrike">
              <a:solidFill>
                <a:srgbClr val="1C1C1C"/>
              </a:solidFill>
              <a:effectLst/>
              <a:uFillTx/>
              <a:latin typeface="SRH Text"/>
            </a:endParaRPr>
          </a:p>
        </p:txBody>
      </p:sp>
      <p:sp>
        <p:nvSpPr>
          <p:cNvPr id="266" name="PlaceHolder 3"/>
          <p:cNvSpPr>
            <a:spLocks noGrp="1"/>
          </p:cNvSpPr>
          <p:nvPr>
            <p:ph type="dt" idx="103"/>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A19C8A6-D3E6-442F-BCCD-84EE90AC7090}"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67" name="PlaceHolder 4"/>
          <p:cNvSpPr>
            <a:spLocks noGrp="1"/>
          </p:cNvSpPr>
          <p:nvPr>
            <p:ph type="ftr" idx="104"/>
          </p:nvPr>
        </p:nvSpPr>
        <p:spPr>
          <a:xfrm>
            <a:off x="1242000" y="636660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68" name="PlaceHolder 5"/>
          <p:cNvSpPr>
            <a:spLocks noGrp="1"/>
          </p:cNvSpPr>
          <p:nvPr>
            <p:ph type="sldNum" idx="105"/>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5F85EC5-D159-40D8-BA32-7676B7BE5E54}"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pic>
        <p:nvPicPr>
          <p:cNvPr id="269" name=""/>
          <p:cNvPicPr/>
          <p:nvPr/>
        </p:nvPicPr>
        <p:blipFill>
          <a:blip r:embed="rId1"/>
          <a:stretch/>
        </p:blipFill>
        <p:spPr>
          <a:xfrm>
            <a:off x="6773400" y="1371600"/>
            <a:ext cx="5029200" cy="5029200"/>
          </a:xfrm>
          <a:prstGeom prst="rect">
            <a:avLst/>
          </a:prstGeom>
          <a:noFill/>
          <a:ln w="0">
            <a:noFill/>
          </a:ln>
        </p:spPr>
      </p:pic>
      <p:pic>
        <p:nvPicPr>
          <p:cNvPr id="270" name=""/>
          <p:cNvPicPr/>
          <p:nvPr/>
        </p:nvPicPr>
        <p:blipFill>
          <a:blip r:embed="rId2"/>
          <a:stretch/>
        </p:blipFill>
        <p:spPr>
          <a:xfrm>
            <a:off x="84600" y="1333800"/>
            <a:ext cx="6759000" cy="2323800"/>
          </a:xfrm>
          <a:prstGeom prst="rect">
            <a:avLst/>
          </a:prstGeom>
          <a:noFill/>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PlaceHolder 1"/>
          <p:cNvSpPr>
            <a:spLocks noGrp="1"/>
          </p:cNvSpPr>
          <p:nvPr>
            <p:ph type="title"/>
          </p:nvPr>
        </p:nvSpPr>
        <p:spPr>
          <a:xfrm>
            <a:off x="191880" y="-147600"/>
            <a:ext cx="9156240" cy="833400"/>
          </a:xfrm>
          <a:prstGeom prst="rect">
            <a:avLst/>
          </a:prstGeom>
          <a:noFill/>
          <a:ln w="0">
            <a:noFill/>
          </a:ln>
        </p:spPr>
        <p:txBody>
          <a:bodyPr numCol="1" spcCol="216000" lIns="0" tIns="0" rIns="0" bIns="0" anchor="b">
            <a:noAutofit/>
          </a:bodyPr>
          <a:p>
            <a:pPr indent="0" algn="l" defTabSz="914400">
              <a:spcBef>
                <a:spcPts val="1191"/>
              </a:spcBef>
              <a:spcAft>
                <a:spcPts val="992"/>
              </a:spcAft>
              <a:buNone/>
              <a:tabLst>
                <a:tab pos="0" algn="l"/>
              </a:tabLst>
            </a:pPr>
            <a:r>
              <a:rPr lang="de-DE" sz="1600" b="1" u="none" strike="noStrike">
                <a:solidFill>
                  <a:srgbClr val="FF4000"/>
                </a:solidFill>
                <a:effectLst/>
                <a:uFillTx/>
                <a:latin typeface="SRH Headline"/>
              </a:rPr>
              <a:t>XGBoost Feature Importance Analysis — XGBoost </a:t>
            </a:r>
            <a:endParaRPr lang="de-DE" sz="1600" b="1" u="none" strike="noStrike">
              <a:solidFill>
                <a:srgbClr val="FF4000"/>
              </a:solidFill>
              <a:effectLst/>
              <a:uFillTx/>
              <a:latin typeface="SRH Headline"/>
            </a:endParaRPr>
          </a:p>
        </p:txBody>
      </p:sp>
      <p:sp>
        <p:nvSpPr>
          <p:cNvPr id="272" name="PlaceHolder 2"/>
          <p:cNvSpPr>
            <a:spLocks noGrp="1"/>
          </p:cNvSpPr>
          <p:nvPr>
            <p:ph/>
          </p:nvPr>
        </p:nvSpPr>
        <p:spPr>
          <a:xfrm>
            <a:off x="228600" y="696600"/>
            <a:ext cx="10803960" cy="570420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1" u="none" strike="noStrike">
                <a:solidFill>
                  <a:srgbClr val="1C1C1C"/>
                </a:solidFill>
                <a:effectLst/>
                <a:uFillTx/>
                <a:latin typeface="SRH Text"/>
                <a:ea typeface="SRH Text"/>
              </a:rPr>
              <a:t>XGBoost was used to identify the most influential features for credit-risk prediction. </a:t>
            </a:r>
            <a:endParaRPr lang="de-DE" sz="13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1C1C1C"/>
                </a:solidFill>
                <a:effectLst/>
                <a:uFillTx/>
                <a:latin typeface="SRH Text"/>
                <a:ea typeface="SRH Text"/>
              </a:rPr>
              <a:t>The most important features were: </a:t>
            </a:r>
            <a:endParaRPr lang="de-DE" sz="13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1C1C1C"/>
                </a:solidFill>
                <a:effectLst/>
                <a:uFillTx/>
                <a:latin typeface="SRH Text"/>
                <a:ea typeface="SRH Text"/>
              </a:rPr>
              <a:t>Credit score: 22.8% </a:t>
            </a:r>
            <a:endParaRPr lang="de-DE" sz="13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1C1C1C"/>
                </a:solidFill>
                <a:effectLst/>
                <a:uFillTx/>
                <a:latin typeface="SRH Text"/>
                <a:ea typeface="SRH Text"/>
              </a:rPr>
              <a:t>Delinquencies: 14.9% </a:t>
            </a:r>
            <a:endParaRPr lang="de-DE" sz="1300" b="0" u="none" strike="noStrike">
              <a:solidFill>
                <a:srgbClr val="333333"/>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1C1C1C"/>
                </a:solidFill>
                <a:effectLst/>
                <a:uFillTx/>
                <a:latin typeface="SRH Text"/>
                <a:ea typeface="SRH Text"/>
              </a:rPr>
              <a:t>Debt-to-income ratio: 14.2% </a:t>
            </a:r>
            <a:endParaRPr lang="de-DE" sz="13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1C1C1C"/>
                </a:solidFill>
                <a:effectLst/>
                <a:uFillTx/>
                <a:latin typeface="SRH Text"/>
                <a:ea typeface="SRH Text"/>
              </a:rPr>
              <a:t>No features had importance below 0.02, </a:t>
            </a:r>
            <a:endParaRPr lang="de-DE" sz="13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1C1C1C"/>
                </a:solidFill>
                <a:effectLst/>
                <a:uFillTx/>
                <a:latin typeface="SRH Text"/>
                <a:ea typeface="SRH Text"/>
              </a:rPr>
              <a:t>so no feature was removed based on this criterion.</a:t>
            </a:r>
            <a:endParaRPr lang="de-DE" sz="1300" b="0" u="none" strike="noStrike">
              <a:solidFill>
                <a:srgbClr val="333333"/>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rgbClr val="333333"/>
              </a:solidFill>
              <a:effectLst/>
              <a:uFillTx/>
              <a:latin typeface="SRH Text"/>
            </a:endParaRPr>
          </a:p>
        </p:txBody>
      </p:sp>
      <p:sp>
        <p:nvSpPr>
          <p:cNvPr id="273" name="PlaceHolder 3"/>
          <p:cNvSpPr>
            <a:spLocks noGrp="1"/>
          </p:cNvSpPr>
          <p:nvPr>
            <p:ph type="dt" idx="106"/>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C59493B-69B4-4247-9361-3BBFF12632D0}"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74" name="PlaceHolder 4"/>
          <p:cNvSpPr>
            <a:spLocks noGrp="1"/>
          </p:cNvSpPr>
          <p:nvPr>
            <p:ph type="ftr" idx="107"/>
          </p:nvPr>
        </p:nvSpPr>
        <p:spPr>
          <a:xfrm>
            <a:off x="1242000" y="636660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75" name="PlaceHolder 5"/>
          <p:cNvSpPr>
            <a:spLocks noGrp="1"/>
          </p:cNvSpPr>
          <p:nvPr>
            <p:ph type="sldNum" idx="108"/>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94F8BEC-8A24-4104-AB05-D84AD8B77E25}"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pic>
        <p:nvPicPr>
          <p:cNvPr id="276" name=""/>
          <p:cNvPicPr/>
          <p:nvPr/>
        </p:nvPicPr>
        <p:blipFill>
          <a:blip r:embed="rId1"/>
          <a:stretch/>
        </p:blipFill>
        <p:spPr>
          <a:xfrm>
            <a:off x="4935240" y="2559600"/>
            <a:ext cx="7170120" cy="3886200"/>
          </a:xfrm>
          <a:prstGeom prst="rect">
            <a:avLst/>
          </a:prstGeom>
          <a:noFill/>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 name="PlaceHolder 1"/>
          <p:cNvSpPr>
            <a:spLocks noGrp="1"/>
          </p:cNvSpPr>
          <p:nvPr>
            <p:ph type="title"/>
          </p:nvPr>
        </p:nvSpPr>
        <p:spPr>
          <a:xfrm>
            <a:off x="367560" y="136440"/>
            <a:ext cx="9155520" cy="58572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Novelty</a:t>
            </a:r>
            <a:endParaRPr lang="de-DE" sz="3000" b="1" u="none" strike="noStrike">
              <a:solidFill>
                <a:schemeClr val="dk1"/>
              </a:solidFill>
              <a:effectLst/>
              <a:uFillTx/>
              <a:latin typeface="SRH Headline"/>
            </a:endParaRPr>
          </a:p>
        </p:txBody>
      </p:sp>
      <p:sp>
        <p:nvSpPr>
          <p:cNvPr id="278" name="PlaceHolder 2"/>
          <p:cNvSpPr>
            <a:spLocks noGrp="1"/>
          </p:cNvSpPr>
          <p:nvPr>
            <p:ph/>
          </p:nvPr>
        </p:nvSpPr>
        <p:spPr>
          <a:xfrm>
            <a:off x="367200" y="895320"/>
            <a:ext cx="10189440" cy="460116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de-DE" sz="1800" b="0" u="none" strike="noStrike">
                <a:solidFill>
                  <a:srgbClr val="FF0000"/>
                </a:solidFill>
                <a:effectLst/>
                <a:uFillTx/>
                <a:latin typeface="SRH Text"/>
                <a:ea typeface="SRH Text"/>
              </a:rPr>
              <a:t>Old approach: </a:t>
            </a:r>
            <a:r>
              <a:rPr lang="de-DE" sz="1800" b="0" u="none" strike="noStrike">
                <a:solidFill>
                  <a:schemeClr val="hlink"/>
                </a:solidFill>
                <a:effectLst/>
                <a:uFillTx/>
                <a:latin typeface="SRH Text"/>
                <a:ea typeface="SRH Text"/>
              </a:rPr>
              <a:t>Maximize AUC only</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rgbClr val="FF0000"/>
                </a:solidFill>
                <a:effectLst/>
                <a:uFillTx/>
                <a:latin typeface="SRH Text"/>
                <a:ea typeface="SRH Text"/>
              </a:rPr>
              <a:t>Multi-objective learning:</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rgbClr val="000000"/>
                </a:solidFill>
                <a:effectLst/>
                <a:uFillTx/>
                <a:latin typeface="SRH Text"/>
                <a:ea typeface="SRH Text"/>
              </a:rPr>
              <a:t>In</a:t>
            </a:r>
            <a:r>
              <a:rPr lang="en-US" sz="1800" b="1" u="none" strike="noStrike">
                <a:solidFill>
                  <a:schemeClr val="folHlink"/>
                </a:solidFill>
                <a:effectLst/>
                <a:uFillTx/>
                <a:latin typeface="SRH Text"/>
                <a:ea typeface="SRH Text"/>
              </a:rPr>
              <a:t>stead of optimizing only AUC:</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Multiple factors are considered:</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AUC score</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False Negatives (FN)</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False Positives (FP)</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FP/FN balance(Ratio)</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folHlink"/>
                </a:solidFill>
                <a:effectLst/>
                <a:uFillTx/>
                <a:latin typeface="SRH Text"/>
                <a:ea typeface="SRH Text"/>
              </a:rPr>
              <a:t>Class balance</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folHlink"/>
                </a:solidFill>
                <a:effectLst/>
                <a:uFillTx/>
                <a:latin typeface="SRH Text"/>
                <a:ea typeface="SRH Text"/>
              </a:rPr>
              <a:t>The goal is to optimize real-world performance, not just accuracy</a:t>
            </a:r>
            <a:endParaRPr lang="de-DE" sz="1800" b="0" u="none" strike="noStrike">
              <a:solidFill>
                <a:schemeClr val="dk1"/>
              </a:solidFill>
              <a:effectLst/>
              <a:uFillTx/>
              <a:latin typeface="SRH Text"/>
            </a:endParaRPr>
          </a:p>
        </p:txBody>
      </p:sp>
      <p:sp>
        <p:nvSpPr>
          <p:cNvPr id="279" name="PlaceHolder 3"/>
          <p:cNvSpPr>
            <a:spLocks noGrp="1"/>
          </p:cNvSpPr>
          <p:nvPr>
            <p:ph type="sldNum" idx="109"/>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26D7863-C355-47DC-83D8-0F2E5F90C7EF}"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280" name="PlaceHolder 4"/>
          <p:cNvSpPr>
            <a:spLocks noGrp="1"/>
          </p:cNvSpPr>
          <p:nvPr>
            <p:ph type="dt" idx="110"/>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381123A1-F0C2-4ED8-AAF9-9E4D633F65E1}"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81" name="PlaceHolder 5"/>
          <p:cNvSpPr>
            <a:spLocks noGrp="1"/>
          </p:cNvSpPr>
          <p:nvPr>
            <p:ph type="ftr" idx="111"/>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PlaceHolder 1"/>
          <p:cNvSpPr>
            <a:spLocks noGrp="1"/>
          </p:cNvSpPr>
          <p:nvPr>
            <p:ph/>
          </p:nvPr>
        </p:nvSpPr>
        <p:spPr>
          <a:xfrm>
            <a:off x="338400" y="321480"/>
            <a:ext cx="10189440" cy="429912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FF0000"/>
                </a:solidFill>
                <a:effectLst/>
                <a:uFillTx/>
                <a:latin typeface="SRH Text"/>
                <a:ea typeface="SRH Text"/>
              </a:rPr>
              <a:t>Step 1: Threshold tuning</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For each model you also test:</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threshold = 0.15 → 0.60</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For each threshold:</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Convert probability → class</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FN, FP</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cost</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FF0000"/>
                </a:solidFill>
                <a:effectLst/>
                <a:uFillTx/>
                <a:latin typeface="SRH Text"/>
                <a:ea typeface="SRH Text"/>
              </a:rPr>
              <a:t>Step 2: Evaluate each model</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For each hyperparameter combination:</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AUC</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FN, FP</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cost</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balance (FP/FN ratio)</a:t>
            </a:r>
            <a:endParaRPr lang="de-DE" sz="1400" b="0" u="none" strike="noStrike">
              <a:solidFill>
                <a:schemeClr val="dk1"/>
              </a:solidFill>
              <a:effectLst/>
              <a:uFillTx/>
              <a:latin typeface="SRH Text"/>
            </a:endParaRPr>
          </a:p>
          <a:p>
            <a:pPr indent="0" algn="just" defTabSz="914400">
              <a:lnSpc>
                <a:spcPct val="150000"/>
              </a:lnSpc>
              <a:spcBef>
                <a:spcPts val="1199"/>
              </a:spcBef>
              <a:buNone/>
              <a:tabLst>
                <a:tab pos="0" algn="l"/>
              </a:tabLst>
            </a:pPr>
            <a:endParaRPr lang="de-DE" sz="1400" b="0" u="none" strike="noStrike">
              <a:solidFill>
                <a:schemeClr val="dk1"/>
              </a:solidFill>
              <a:effectLst/>
              <a:uFillTx/>
              <a:latin typeface="SRH Text"/>
            </a:endParaRPr>
          </a:p>
          <a:p>
            <a:pPr indent="0" algn="just" defTabSz="914400">
              <a:lnSpc>
                <a:spcPct val="150000"/>
              </a:lnSpc>
              <a:spcBef>
                <a:spcPts val="1199"/>
              </a:spcBef>
              <a:buNone/>
              <a:tabLst>
                <a:tab pos="0" algn="l"/>
              </a:tabLst>
            </a:pPr>
            <a:endParaRPr lang="de-DE" sz="1400" b="0" u="none" strike="noStrike">
              <a:solidFill>
                <a:schemeClr val="dk1"/>
              </a:solidFill>
              <a:effectLst/>
              <a:uFillTx/>
              <a:latin typeface="SRH Text"/>
            </a:endParaRPr>
          </a:p>
        </p:txBody>
      </p:sp>
      <p:sp>
        <p:nvSpPr>
          <p:cNvPr id="283" name="PlaceHolder 2"/>
          <p:cNvSpPr>
            <a:spLocks noGrp="1"/>
          </p:cNvSpPr>
          <p:nvPr>
            <p:ph type="sldNum" idx="112"/>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112DB48-CE59-4478-8AD4-79E733847836}"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284" name="PlaceHolder 3"/>
          <p:cNvSpPr>
            <a:spLocks noGrp="1"/>
          </p:cNvSpPr>
          <p:nvPr>
            <p:ph type="dt" idx="113"/>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43C003A8-C6F7-4E2D-B041-99E7B97DA9BE}"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85" name="PlaceHolder 4"/>
          <p:cNvSpPr>
            <a:spLocks noGrp="1"/>
          </p:cNvSpPr>
          <p:nvPr>
            <p:ph type="ftr" idx="114"/>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p:nvPr>
        </p:nvSpPr>
        <p:spPr>
          <a:xfrm>
            <a:off x="348120" y="311760"/>
            <a:ext cx="10189440" cy="429912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selective prediction</a:t>
            </a:r>
            <a:r>
              <a:rPr lang="en-US" sz="1600" b="1" u="none" strike="noStrike">
                <a:solidFill>
                  <a:schemeClr val="hlink"/>
                </a:solidFill>
                <a:effectLst/>
                <a:uFillTx/>
                <a:latin typeface="SRH Text"/>
                <a:ea typeface="SRH Text"/>
              </a:rPr>
              <a:t>:</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Instead of 1 threshold, you use 2 thresholds:</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t1 &lt; t2</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600" b="1" u="none" strike="noStrike">
                <a:solidFill>
                  <a:schemeClr val="hlink"/>
                </a:solidFill>
                <a:effectLst/>
                <a:uFillTx/>
                <a:latin typeface="SRH Text"/>
                <a:ea typeface="SRH Text"/>
              </a:rPr>
              <a:t>t1 (Accept threshold): 0.20</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600" b="1" u="none" strike="noStrike">
                <a:solidFill>
                  <a:schemeClr val="hlink"/>
                </a:solidFill>
                <a:effectLst/>
                <a:uFillTx/>
                <a:latin typeface="SRH Text"/>
                <a:ea typeface="SRH Text"/>
              </a:rPr>
              <a:t>t2 (Reject threshold): 0.60</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So the probability space is split into 3 zones:</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Zone 1:</a:t>
            </a:r>
            <a:r>
              <a:rPr lang="en-US" sz="1600" b="1" u="none" strike="noStrike">
                <a:solidFill>
                  <a:schemeClr val="hlink"/>
                </a:solidFill>
                <a:effectLst/>
                <a:uFillTx/>
                <a:latin typeface="SRH Text"/>
                <a:ea typeface="SRH Text"/>
              </a:rPr>
              <a:t> Low risk → Automatic Accept--&gt;p(default)&lt;t1</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600" b="1" u="none" strike="noStrike">
                <a:solidFill>
                  <a:schemeClr val="hlink"/>
                </a:solidFill>
                <a:effectLst/>
                <a:uFillTx/>
                <a:latin typeface="SRH Text"/>
                <a:ea typeface="SRH Text"/>
              </a:rPr>
              <a:t>Predicted probabilities of default</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Model is confident customer is safe</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 Zone 2:</a:t>
            </a:r>
            <a:r>
              <a:rPr lang="en-US" sz="1600" b="1" u="none" strike="noStrike">
                <a:solidFill>
                  <a:schemeClr val="hlink"/>
                </a:solidFill>
                <a:effectLst/>
                <a:uFillTx/>
                <a:latin typeface="SRH Text"/>
                <a:ea typeface="SRH Text"/>
              </a:rPr>
              <a:t> Uncertain region → Manual review:t1≤p(default)≤t2--&gt;Model is NOT confident</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Send to human expert (bank officer)</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Zone 3:</a:t>
            </a:r>
            <a:r>
              <a:rPr lang="en-US" sz="1600" b="1" u="none" strike="noStrike">
                <a:solidFill>
                  <a:schemeClr val="hlink"/>
                </a:solidFill>
                <a:effectLst/>
                <a:uFillTx/>
                <a:latin typeface="SRH Text"/>
                <a:ea typeface="SRH Text"/>
              </a:rPr>
              <a:t> High risk → Automatic Reject:p(default)&gt;t2</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Model is confident customer will default</a:t>
            </a:r>
            <a:endParaRPr lang="de-DE" sz="1600" b="0" u="none" strike="noStrike">
              <a:solidFill>
                <a:schemeClr val="dk1"/>
              </a:solidFill>
              <a:effectLst/>
              <a:uFillTx/>
              <a:latin typeface="SRH Text"/>
            </a:endParaRPr>
          </a:p>
        </p:txBody>
      </p:sp>
      <p:sp>
        <p:nvSpPr>
          <p:cNvPr id="287" name="PlaceHolder 2"/>
          <p:cNvSpPr>
            <a:spLocks noGrp="1"/>
          </p:cNvSpPr>
          <p:nvPr>
            <p:ph type="sldNum" idx="115"/>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365A743-FB23-4957-9FF0-707290824092}"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288" name="PlaceHolder 3"/>
          <p:cNvSpPr>
            <a:spLocks noGrp="1"/>
          </p:cNvSpPr>
          <p:nvPr>
            <p:ph type="dt" idx="116"/>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FDA83131-404D-473C-B783-58853E28C276}"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89" name="PlaceHolder 4"/>
          <p:cNvSpPr>
            <a:spLocks noGrp="1"/>
          </p:cNvSpPr>
          <p:nvPr>
            <p:ph type="ftr" idx="117"/>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PlaceHolder 1"/>
          <p:cNvSpPr>
            <a:spLocks noGrp="1"/>
          </p:cNvSpPr>
          <p:nvPr>
            <p:ph type="title"/>
          </p:nvPr>
        </p:nvSpPr>
        <p:spPr>
          <a:xfrm>
            <a:off x="367560" y="136440"/>
            <a:ext cx="9155520" cy="83340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Selective prediction</a:t>
            </a:r>
            <a:endParaRPr lang="de-DE" sz="3000" b="1" u="none" strike="noStrike">
              <a:solidFill>
                <a:schemeClr val="dk1"/>
              </a:solidFill>
              <a:effectLst/>
              <a:uFillTx/>
              <a:latin typeface="SRH Headline"/>
            </a:endParaRPr>
          </a:p>
        </p:txBody>
      </p:sp>
      <p:sp>
        <p:nvSpPr>
          <p:cNvPr id="291" name="PlaceHolder 2"/>
          <p:cNvSpPr>
            <a:spLocks noGrp="1"/>
          </p:cNvSpPr>
          <p:nvPr>
            <p:ph/>
          </p:nvPr>
        </p:nvSpPr>
        <p:spPr>
          <a:xfrm>
            <a:off x="367200" y="1197720"/>
            <a:ext cx="10189440" cy="4299120"/>
          </a:xfrm>
          <a:prstGeom prst="rect">
            <a:avLst/>
          </a:prstGeom>
          <a:noFill/>
          <a:ln w="0">
            <a:noFill/>
          </a:ln>
        </p:spPr>
        <p:txBody>
          <a:bodyPr numCol="1" spcCol="216000" lIns="0" tIns="0" rIns="0" bIns="0" anchor="t">
            <a:noAutofit/>
          </a:bodyPr>
          <a:p>
            <a:pPr indent="0" algn="just" defTabSz="914400">
              <a:lnSpc>
                <a:spcPct val="150000"/>
              </a:lnSpc>
              <a:spcBef>
                <a:spcPts val="1199"/>
              </a:spcBef>
              <a:buNone/>
              <a:tabLst>
                <a:tab pos="0" algn="l"/>
              </a:tabLst>
            </a:pP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hlink"/>
                </a:solidFill>
                <a:effectLst/>
                <a:uFillTx/>
                <a:latin typeface="SRH Text"/>
                <a:ea typeface="SRH Text"/>
              </a:rPr>
              <a:t>Selective prediction extends traditional binary classification by introducing a tri-state decision system. Instead of forcing all predictions into accept or reject categories, the model defines an uncertainty region where predictions are deferred to human experts. This improves reliability and reduces critical errors in high-risk financial decisions.</a:t>
            </a:r>
            <a:endParaRPr lang="de-DE" sz="1800" b="0" u="none" strike="noStrike">
              <a:solidFill>
                <a:schemeClr val="dk1"/>
              </a:solidFill>
              <a:effectLst/>
              <a:uFillTx/>
              <a:latin typeface="SRH Text"/>
            </a:endParaRPr>
          </a:p>
        </p:txBody>
      </p:sp>
      <p:sp>
        <p:nvSpPr>
          <p:cNvPr id="292" name="PlaceHolder 3"/>
          <p:cNvSpPr>
            <a:spLocks noGrp="1"/>
          </p:cNvSpPr>
          <p:nvPr>
            <p:ph type="sldNum" idx="118"/>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06486EEF-F013-4E55-88F7-D8CEFD1C0F9B}"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293" name="PlaceHolder 4"/>
          <p:cNvSpPr>
            <a:spLocks noGrp="1"/>
          </p:cNvSpPr>
          <p:nvPr>
            <p:ph type="dt" idx="119"/>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46C67153-B0EA-4860-B6E2-AAF7D555C9F9}"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94" name="PlaceHolder 5"/>
          <p:cNvSpPr>
            <a:spLocks noGrp="1"/>
          </p:cNvSpPr>
          <p:nvPr>
            <p:ph type="ftr" idx="120"/>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title"/>
          </p:nvPr>
        </p:nvSpPr>
        <p:spPr>
          <a:xfrm>
            <a:off x="375840" y="0"/>
            <a:ext cx="9155520" cy="83340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Reliability &amp; monitoring system</a:t>
            </a:r>
            <a:endParaRPr lang="de-DE" sz="3000" b="1" u="none" strike="noStrike">
              <a:solidFill>
                <a:schemeClr val="dk1"/>
              </a:solidFill>
              <a:effectLst/>
              <a:uFillTx/>
              <a:latin typeface="SRH Headline"/>
            </a:endParaRPr>
          </a:p>
        </p:txBody>
      </p:sp>
      <p:sp>
        <p:nvSpPr>
          <p:cNvPr id="296" name="PlaceHolder 2"/>
          <p:cNvSpPr>
            <a:spLocks noGrp="1"/>
          </p:cNvSpPr>
          <p:nvPr>
            <p:ph/>
          </p:nvPr>
        </p:nvSpPr>
        <p:spPr>
          <a:xfrm>
            <a:off x="338400" y="1016640"/>
            <a:ext cx="10189440" cy="429912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I built a production-style monitoring system, including:</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accent1"/>
                </a:solidFill>
                <a:effectLst/>
                <a:uFillTx/>
                <a:latin typeface="SRH Text"/>
                <a:ea typeface="SRH Text"/>
              </a:rPr>
              <a:t>1. Data drift detection</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PSI (Population Stability Index):has the distribution of the new data changed compared with the training data?</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KS test:Are the two statistical distributions different from each other?</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accent1"/>
                </a:solidFill>
                <a:effectLst/>
                <a:uFillTx/>
                <a:latin typeface="SRH Text"/>
                <a:ea typeface="SRH Text"/>
              </a:rPr>
              <a:t>2. Prediction drift monitoring:</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probability shift</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approval rate change</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distribution change</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accent1"/>
                </a:solidFill>
                <a:effectLst/>
                <a:uFillTx/>
                <a:latin typeface="SRH Text"/>
                <a:ea typeface="SRH Text"/>
              </a:rPr>
              <a:t>3. Performance monitoring</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AUC drop detection</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FN increase detection</a:t>
            </a:r>
            <a:endParaRPr lang="de-DE" sz="14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400" b="1" u="none" strike="noStrike">
                <a:solidFill>
                  <a:schemeClr val="hlink"/>
                </a:solidFill>
                <a:effectLst/>
                <a:uFillTx/>
                <a:latin typeface="SRH Text"/>
                <a:ea typeface="SRH Text"/>
              </a:rPr>
              <a:t>cost increase tracking</a:t>
            </a:r>
            <a:endParaRPr lang="de-DE" sz="1400" b="0" u="none" strike="noStrike">
              <a:solidFill>
                <a:schemeClr val="dk1"/>
              </a:solidFill>
              <a:effectLst/>
              <a:uFillTx/>
              <a:latin typeface="SRH Text"/>
            </a:endParaRPr>
          </a:p>
        </p:txBody>
      </p:sp>
      <p:sp>
        <p:nvSpPr>
          <p:cNvPr id="297" name="PlaceHolder 3"/>
          <p:cNvSpPr>
            <a:spLocks noGrp="1"/>
          </p:cNvSpPr>
          <p:nvPr>
            <p:ph type="sldNum" idx="121"/>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3533FEC-B6AB-4B21-919C-E8DE4C29CA1B}"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298" name="PlaceHolder 4"/>
          <p:cNvSpPr>
            <a:spLocks noGrp="1"/>
          </p:cNvSpPr>
          <p:nvPr>
            <p:ph type="dt" idx="122"/>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2F96A002-C659-4F5E-A3E3-65C2B941A0D5}"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299" name="PlaceHolder 5"/>
          <p:cNvSpPr>
            <a:spLocks noGrp="1"/>
          </p:cNvSpPr>
          <p:nvPr>
            <p:ph type="ftr" idx="123"/>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375840" y="0"/>
            <a:ext cx="9155520" cy="83340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Reliability &amp; monitoring system</a:t>
            </a:r>
            <a:endParaRPr lang="de-DE" sz="3000" b="1" u="none" strike="noStrike">
              <a:solidFill>
                <a:schemeClr val="dk1"/>
              </a:solidFill>
              <a:effectLst/>
              <a:uFillTx/>
              <a:latin typeface="SRH Headline"/>
            </a:endParaRPr>
          </a:p>
        </p:txBody>
      </p:sp>
      <p:sp>
        <p:nvSpPr>
          <p:cNvPr id="301" name="PlaceHolder 2"/>
          <p:cNvSpPr>
            <a:spLocks noGrp="1"/>
          </p:cNvSpPr>
          <p:nvPr>
            <p:ph/>
          </p:nvPr>
        </p:nvSpPr>
        <p:spPr>
          <a:xfrm>
            <a:off x="338400" y="1016640"/>
            <a:ext cx="10189440" cy="4299120"/>
          </a:xfrm>
          <a:prstGeom prst="rect">
            <a:avLst/>
          </a:prstGeom>
          <a:noFill/>
          <a:ln w="0">
            <a:noFill/>
          </a:ln>
        </p:spPr>
        <p:txBody>
          <a:bodyPr numCol="1" spcCol="216000" lIns="0" tIns="0" rIns="0" bIns="0" anchor="t">
            <a:noAutofit/>
          </a:bodyPr>
          <a:p>
            <a:pPr marL="360000" indent="-360000" algn="just"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PSI: "How much has the population changed?"</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Imagine you trained your credit model using applicants whose ages looked like this:</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20–30: 20% </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30–40: 40% </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40–50: 30% </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50–60: 10% </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Six months later, new applicants look like:</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20–30: 10% </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30–40: 25% </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40–50: 45% </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50–60: 20% </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PSI measures how much each bin has changed.</a:t>
            </a:r>
            <a:endParaRPr lang="de-DE" sz="1100" b="0" u="none" strike="noStrike">
              <a:solidFill>
                <a:schemeClr val="dk1"/>
              </a:solidFill>
              <a:effectLst/>
              <a:uFillTx/>
              <a:latin typeface="SRH Text"/>
            </a:endParaRPr>
          </a:p>
          <a:p>
            <a:pPr marL="360000" indent="0" algn="l" defTabSz="914400">
              <a:lnSpc>
                <a:spcPct val="100000"/>
              </a:lnSpc>
              <a:spcBef>
                <a:spcPts val="1191"/>
              </a:spcBef>
              <a:spcAft>
                <a:spcPts val="992"/>
              </a:spcAft>
              <a:buNone/>
              <a:tabLst>
                <a:tab pos="0" algn="l"/>
              </a:tabLst>
            </a:pPr>
            <a:r>
              <a:rPr lang="en-US" sz="1100" b="1" u="none" strike="noStrike">
                <a:solidFill>
                  <a:schemeClr val="hlink"/>
                </a:solidFill>
                <a:effectLst/>
                <a:uFillTx/>
                <a:latin typeface="SRH Text"/>
                <a:ea typeface="SRH Text"/>
              </a:rPr>
              <a:t> </a:t>
            </a:r>
            <a:endParaRPr lang="de-DE" sz="1100" b="0" u="none" strike="noStrike">
              <a:solidFill>
                <a:schemeClr val="dk1"/>
              </a:solidFill>
              <a:effectLst/>
              <a:uFillTx/>
              <a:latin typeface="SRH Text"/>
            </a:endParaRPr>
          </a:p>
        </p:txBody>
      </p:sp>
      <p:sp>
        <p:nvSpPr>
          <p:cNvPr id="302" name="PlaceHolder 3"/>
          <p:cNvSpPr>
            <a:spLocks noGrp="1"/>
          </p:cNvSpPr>
          <p:nvPr>
            <p:ph type="sldNum" idx="124"/>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FC15B73-A0BC-4276-A851-D7D8041763F5}"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303" name="PlaceHolder 4"/>
          <p:cNvSpPr>
            <a:spLocks noGrp="1"/>
          </p:cNvSpPr>
          <p:nvPr>
            <p:ph type="dt" idx="125"/>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4D669441-886E-4A28-9BF7-E9E916C0EA86}"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304" name="PlaceHolder 5"/>
          <p:cNvSpPr>
            <a:spLocks noGrp="1"/>
          </p:cNvSpPr>
          <p:nvPr>
            <p:ph type="ftr" idx="126"/>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5" name="PlaceHolder 1"/>
          <p:cNvSpPr>
            <a:spLocks noGrp="1"/>
          </p:cNvSpPr>
          <p:nvPr>
            <p:ph/>
          </p:nvPr>
        </p:nvSpPr>
        <p:spPr>
          <a:xfrm>
            <a:off x="281160" y="340200"/>
            <a:ext cx="10189440" cy="429912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In real-world credit risk systems, a model is not stable forever.</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customer behavior changes</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economic conditions change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loan policies change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data sources shift</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accent1"/>
                </a:solidFill>
                <a:effectLst/>
                <a:uFillTx/>
                <a:latin typeface="SRH Text"/>
                <a:ea typeface="SRH Text"/>
              </a:rPr>
              <a:t>Data Drift Detection:</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accent1"/>
                </a:solidFill>
                <a:effectLst/>
                <a:uFillTx/>
                <a:latin typeface="SRH Text"/>
                <a:ea typeface="SRH Text"/>
              </a:rPr>
              <a:t>1-Population Stability Index (PSI)</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PSI measures how much a feature distribution has changed.</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Compare: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reference data (training/validation)</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new data (incoming/test/live data)</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PSI &lt; 0.1: No significant change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    0.1 &lt;= PSI &lt; 0.2: Moderate change (monitor)</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    PSI &gt;= 0.2: significant change</a:t>
            </a:r>
            <a:endParaRPr lang="de-DE" sz="1200" b="0" u="none" strike="noStrike">
              <a:solidFill>
                <a:schemeClr val="dk1"/>
              </a:solidFill>
              <a:effectLst/>
              <a:uFillTx/>
              <a:latin typeface="SRH Text"/>
            </a:endParaRPr>
          </a:p>
          <a:p>
            <a:pPr indent="0" algn="just" defTabSz="914400">
              <a:lnSpc>
                <a:spcPct val="150000"/>
              </a:lnSpc>
              <a:spcBef>
                <a:spcPts val="1199"/>
              </a:spcBef>
              <a:buNone/>
              <a:tabLst>
                <a:tab pos="0" algn="l"/>
              </a:tabLst>
            </a:pPr>
            <a:endParaRPr lang="de-DE" sz="1200" b="0" u="none" strike="noStrike">
              <a:solidFill>
                <a:schemeClr val="dk1"/>
              </a:solidFill>
              <a:effectLst/>
              <a:uFillTx/>
              <a:latin typeface="SRH Text"/>
            </a:endParaRPr>
          </a:p>
        </p:txBody>
      </p:sp>
      <p:sp>
        <p:nvSpPr>
          <p:cNvPr id="306" name="PlaceHolder 2"/>
          <p:cNvSpPr>
            <a:spLocks noGrp="1"/>
          </p:cNvSpPr>
          <p:nvPr>
            <p:ph type="sldNum" idx="127"/>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5079F31-9F4A-47C4-AF93-05C19A5041B2}" type="slidenum">
              <a:rPr lang="de-DE" sz="1550" b="1" u="none" strike="noStrike">
                <a:solidFill>
                  <a:srgbClr val="6D7373"/>
                </a:solidFill>
                <a:effectLst/>
                <a:uFillTx/>
                <a:latin typeface="SRH Text"/>
                <a:ea typeface="SRH"/>
              </a:rPr>
              <a:t>17</a:t>
            </a:fld>
            <a:endParaRPr lang="en-US" sz="1550" b="0" u="none" strike="noStrike">
              <a:solidFill>
                <a:srgbClr val="000000"/>
              </a:solidFill>
              <a:effectLst/>
              <a:uFillTx/>
              <a:latin typeface="Times New Roman"/>
            </a:endParaRPr>
          </a:p>
        </p:txBody>
      </p:sp>
      <p:sp>
        <p:nvSpPr>
          <p:cNvPr id="307" name="PlaceHolder 3"/>
          <p:cNvSpPr>
            <a:spLocks noGrp="1"/>
          </p:cNvSpPr>
          <p:nvPr>
            <p:ph type="dt" idx="128"/>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CDE2AA8F-51E9-48B1-AAEF-9D88C24BB9C5}" type="datetime1">
              <a:rPr lang="de-DE" sz="900" b="1" u="none" strike="noStrike">
                <a:solidFill>
                  <a:srgbClr val="6D7373"/>
                </a:solidFill>
                <a:effectLst/>
                <a:uFillTx/>
                <a:latin typeface="SRH Text"/>
                <a:ea typeface="SRH"/>
              </a:rPr>
              <a:t>08.08.2026</a:t>
            </a:fld>
            <a:endParaRPr lang="en-US" sz="900" b="0" u="none" strike="noStrike">
              <a:solidFill>
                <a:srgbClr val="000000"/>
              </a:solidFill>
              <a:effectLst/>
              <a:uFillTx/>
              <a:latin typeface="Times New Roman"/>
            </a:endParaRPr>
          </a:p>
        </p:txBody>
      </p:sp>
      <p:sp>
        <p:nvSpPr>
          <p:cNvPr id="308" name="PlaceHolder 4"/>
          <p:cNvSpPr>
            <a:spLocks noGrp="1"/>
          </p:cNvSpPr>
          <p:nvPr>
            <p:ph type="ftr" idx="129"/>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9" name="PlaceHolder 1"/>
          <p:cNvSpPr>
            <a:spLocks noGrp="1"/>
          </p:cNvSpPr>
          <p:nvPr>
            <p:ph/>
          </p:nvPr>
        </p:nvSpPr>
        <p:spPr>
          <a:xfrm>
            <a:off x="281160" y="340200"/>
            <a:ext cx="10189440" cy="429912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accent1"/>
                </a:solidFill>
                <a:effectLst/>
                <a:uFillTx/>
                <a:latin typeface="SRH Text"/>
                <a:ea typeface="SRH Text"/>
              </a:rPr>
              <a:t>KS Test (Kolmogorov–Smirnov):</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“Are two distributions statistically different?”</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It compares full cumulative distributions (not just mean/variance).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KS statistic (distance between distributions)</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p-value (significance)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Interpretation:</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KS &lt; 0.05: No significant difference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    0.05 &lt;= KS &lt; 0.1: Moderate difference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    KS &gt;= 0.1: Significant difference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accent1"/>
                </a:solidFill>
                <a:effectLst/>
                <a:uFillTx/>
                <a:latin typeface="SRH Text"/>
                <a:ea typeface="SRH Text"/>
              </a:rPr>
              <a:t>Prediction Drift Monitoring</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Even if inputs look stable, model behavior can still drift</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“Are model outputs changing over time?”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I developed a production-style monitoring framework that continuously evaluates model reliability through data drift, prediction drift, and cost-sensitive performance monitoring, ensuring that the credit risk model remains stable and business-aligned after deployment.</a:t>
            </a:r>
            <a:endParaRPr lang="de-DE" sz="1200" b="0" u="none" strike="noStrike">
              <a:solidFill>
                <a:schemeClr val="dk1"/>
              </a:solidFill>
              <a:effectLst/>
              <a:uFillTx/>
              <a:latin typeface="SRH Text"/>
            </a:endParaRPr>
          </a:p>
        </p:txBody>
      </p:sp>
      <p:sp>
        <p:nvSpPr>
          <p:cNvPr id="310" name="PlaceHolder 2"/>
          <p:cNvSpPr>
            <a:spLocks noGrp="1"/>
          </p:cNvSpPr>
          <p:nvPr>
            <p:ph type="sldNum" idx="130"/>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225EC36-DB56-47D0-A83A-95032F15C9D2}"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11" name="PlaceHolder 3"/>
          <p:cNvSpPr>
            <a:spLocks noGrp="1"/>
          </p:cNvSpPr>
          <p:nvPr>
            <p:ph type="dt" idx="131"/>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0D2E9C8-8D66-49F7-8C16-E87EC7D7B289}" type="datetime1">
              <a:rPr lang="de-DE" sz="900" b="1" u="none" strike="noStrike">
                <a:solidFill>
                  <a:srgbClr val="6D7373"/>
                </a:solidFill>
                <a:effectLst/>
                <a:uFillTx/>
                <a:latin typeface="SRH Text"/>
                <a:ea typeface="SRH"/>
              </a:rPr>
              <a:t>08.08.2026</a:t>
            </a:fld>
            <a:endParaRPr lang="en-US" sz="900" b="0" u="none" strike="noStrike">
              <a:solidFill>
                <a:srgbClr val="000000"/>
              </a:solidFill>
              <a:effectLst/>
              <a:uFillTx/>
              <a:latin typeface="Times New Roman"/>
            </a:endParaRPr>
          </a:p>
        </p:txBody>
      </p:sp>
      <p:sp>
        <p:nvSpPr>
          <p:cNvPr id="312" name="PlaceHolder 4"/>
          <p:cNvSpPr>
            <a:spLocks noGrp="1"/>
          </p:cNvSpPr>
          <p:nvPr>
            <p:ph type="ftr" idx="132"/>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 name="PlaceHolder 1"/>
          <p:cNvSpPr>
            <a:spLocks noGrp="1"/>
          </p:cNvSpPr>
          <p:nvPr>
            <p:ph type="title"/>
          </p:nvPr>
        </p:nvSpPr>
        <p:spPr>
          <a:xfrm>
            <a:off x="367560" y="136440"/>
            <a:ext cx="9155520" cy="83340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Explainable AI integration (SHAP)</a:t>
            </a:r>
            <a:endParaRPr lang="de-DE" sz="3000" b="1" u="none" strike="noStrike">
              <a:solidFill>
                <a:schemeClr val="dk1"/>
              </a:solidFill>
              <a:effectLst/>
              <a:uFillTx/>
              <a:latin typeface="SRH Headline"/>
            </a:endParaRPr>
          </a:p>
        </p:txBody>
      </p:sp>
      <p:sp>
        <p:nvSpPr>
          <p:cNvPr id="314" name="PlaceHolder 2"/>
          <p:cNvSpPr>
            <a:spLocks noGrp="1"/>
          </p:cNvSpPr>
          <p:nvPr>
            <p:ph/>
          </p:nvPr>
        </p:nvSpPr>
        <p:spPr>
          <a:xfrm>
            <a:off x="367200" y="1197720"/>
            <a:ext cx="10189440" cy="429912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I didn’t stop at prediction:</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Global feature importance</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Local explanations (waterfall plots)</a:t>
            </a:r>
            <a:endParaRPr lang="de-DE" sz="14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400" b="1" u="none" strike="noStrike">
                <a:solidFill>
                  <a:schemeClr val="hlink"/>
                </a:solidFill>
                <a:effectLst/>
                <a:uFillTx/>
                <a:latin typeface="SRH Text"/>
                <a:ea typeface="SRH Text"/>
              </a:rPr>
              <a:t>Dependence effects</a:t>
            </a:r>
            <a:endParaRPr lang="de-DE" sz="1400" b="0" u="none" strike="noStrike">
              <a:solidFill>
                <a:schemeClr val="dk1"/>
              </a:solidFill>
              <a:effectLst/>
              <a:uFillTx/>
              <a:latin typeface="SRH Text"/>
            </a:endParaRPr>
          </a:p>
        </p:txBody>
      </p:sp>
      <p:sp>
        <p:nvSpPr>
          <p:cNvPr id="315" name="PlaceHolder 3"/>
          <p:cNvSpPr>
            <a:spLocks noGrp="1"/>
          </p:cNvSpPr>
          <p:nvPr>
            <p:ph type="sldNum" idx="133"/>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C37D824-5965-4570-B5C8-FA6511574B01}"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16" name="PlaceHolder 4"/>
          <p:cNvSpPr>
            <a:spLocks noGrp="1"/>
          </p:cNvSpPr>
          <p:nvPr>
            <p:ph type="dt" idx="134"/>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0E844D60-0947-4C45-9613-2490F4DD97D7}"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317" name="PlaceHolder 5"/>
          <p:cNvSpPr>
            <a:spLocks noGrp="1"/>
          </p:cNvSpPr>
          <p:nvPr>
            <p:ph type="ftr" idx="135"/>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 name="PlaceHolder 1"/>
          <p:cNvSpPr>
            <a:spLocks noGrp="1"/>
          </p:cNvSpPr>
          <p:nvPr>
            <p:ph type="title"/>
          </p:nvPr>
        </p:nvSpPr>
        <p:spPr>
          <a:xfrm>
            <a:off x="367560" y="136440"/>
            <a:ext cx="9155520" cy="38232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Result</a:t>
            </a:r>
            <a:endParaRPr lang="de-DE" sz="3000" b="1" u="none" strike="noStrike">
              <a:solidFill>
                <a:schemeClr val="dk1"/>
              </a:solidFill>
              <a:effectLst/>
              <a:uFillTx/>
              <a:latin typeface="SRH Headline"/>
            </a:endParaRPr>
          </a:p>
        </p:txBody>
      </p:sp>
      <p:sp>
        <p:nvSpPr>
          <p:cNvPr id="319" name="PlaceHolder 2"/>
          <p:cNvSpPr>
            <a:spLocks noGrp="1"/>
          </p:cNvSpPr>
          <p:nvPr>
            <p:ph/>
          </p:nvPr>
        </p:nvSpPr>
        <p:spPr>
          <a:xfrm>
            <a:off x="367200" y="718920"/>
            <a:ext cx="10348200" cy="5009760"/>
          </a:xfrm>
          <a:prstGeom prst="rect">
            <a:avLst/>
          </a:prstGeom>
          <a:noFill/>
          <a:ln w="0">
            <a:noFill/>
          </a:ln>
        </p:spPr>
        <p:txBody>
          <a:bodyPr numCol="1" spcCol="216000" lIns="0" tIns="0" rIns="0" bIns="0" anchor="t">
            <a:noAutofit/>
          </a:bodyPr>
          <a:p>
            <a:pPr indent="0" algn="just" defTabSz="914400">
              <a:lnSpc>
                <a:spcPct val="200000"/>
              </a:lnSpc>
              <a:spcBef>
                <a:spcPts val="1199"/>
              </a:spcBef>
              <a:buNone/>
              <a:tabLst>
                <a:tab pos="0" algn="l"/>
              </a:tabLst>
            </a:pPr>
            <a:r>
              <a:rPr lang="en-US" sz="1100" b="1" u="none" strike="noStrike">
                <a:solidFill>
                  <a:schemeClr val="accent1"/>
                </a:solidFill>
                <a:effectLst/>
                <a:uFillTx/>
                <a:latin typeface="SRH Text"/>
                <a:ea typeface="SRH Text"/>
              </a:rPr>
              <a:t>A) Baseline model performance</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AUC: 0.9718 (very strong predictive performance)</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Reference cost: 624</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FN: 88, FP: 404</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FP/FN ratio: 4.59</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accent1"/>
                </a:solidFill>
                <a:effectLst/>
                <a:uFillTx/>
                <a:latin typeface="SRH Text"/>
                <a:ea typeface="SRH Text"/>
              </a:rPr>
              <a:t>B) Selective prediction improvement </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After introducing t1/t2 zones + optimization:</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FN reduced from 88 → 31</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FP reduced from 404 → 159</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Cost reduced from 624 → 236.5</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 Cost reduction:</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~62% reduction in decision cost</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(important thesis achievement)</a:t>
            </a:r>
            <a:endParaRPr lang="de-DE" sz="1100" b="0" u="none" strike="noStrike">
              <a:solidFill>
                <a:schemeClr val="dk1"/>
              </a:solidFill>
              <a:effectLst/>
              <a:uFillTx/>
              <a:latin typeface="SRH Text"/>
            </a:endParaRPr>
          </a:p>
        </p:txBody>
      </p:sp>
      <p:sp>
        <p:nvSpPr>
          <p:cNvPr id="320" name="PlaceHolder 3"/>
          <p:cNvSpPr>
            <a:spLocks noGrp="1"/>
          </p:cNvSpPr>
          <p:nvPr>
            <p:ph type="sldNum" idx="136"/>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F0B8D86-7B08-497A-B720-ADCCB0128346}"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21" name="PlaceHolder 4"/>
          <p:cNvSpPr>
            <a:spLocks noGrp="1"/>
          </p:cNvSpPr>
          <p:nvPr>
            <p:ph type="dt" idx="137"/>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627BB3E-DFDF-4014-97F7-A9329381928C}"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322" name="PlaceHolder 5"/>
          <p:cNvSpPr>
            <a:spLocks noGrp="1"/>
          </p:cNvSpPr>
          <p:nvPr>
            <p:ph type="ftr" idx="138"/>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 name="PlaceHolder 1"/>
          <p:cNvSpPr>
            <a:spLocks noGrp="1"/>
          </p:cNvSpPr>
          <p:nvPr>
            <p:ph type="title"/>
          </p:nvPr>
        </p:nvSpPr>
        <p:spPr>
          <a:xfrm>
            <a:off x="367560" y="136440"/>
            <a:ext cx="9155520" cy="38232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Result</a:t>
            </a:r>
            <a:endParaRPr lang="de-DE" sz="3000" b="1" u="none" strike="noStrike">
              <a:solidFill>
                <a:schemeClr val="dk1"/>
              </a:solidFill>
              <a:effectLst/>
              <a:uFillTx/>
              <a:latin typeface="SRH Headline"/>
            </a:endParaRPr>
          </a:p>
        </p:txBody>
      </p:sp>
      <p:sp>
        <p:nvSpPr>
          <p:cNvPr id="324" name="PlaceHolder 2"/>
          <p:cNvSpPr>
            <a:spLocks noGrp="1"/>
          </p:cNvSpPr>
          <p:nvPr>
            <p:ph/>
          </p:nvPr>
        </p:nvSpPr>
        <p:spPr>
          <a:xfrm>
            <a:off x="367200" y="718920"/>
            <a:ext cx="10348200" cy="5009760"/>
          </a:xfrm>
          <a:prstGeom prst="rect">
            <a:avLst/>
          </a:prstGeom>
          <a:noFill/>
          <a:ln w="0">
            <a:noFill/>
          </a:ln>
        </p:spPr>
        <p:txBody>
          <a:bodyPr numCol="1" spcCol="216000" lIns="0" tIns="0" rIns="0" bIns="0" anchor="t">
            <a:noAutofit/>
          </a:bodyPr>
          <a:p>
            <a:pPr indent="0" algn="just" defTabSz="914400">
              <a:lnSpc>
                <a:spcPct val="200000"/>
              </a:lnSpc>
              <a:spcBef>
                <a:spcPts val="1199"/>
              </a:spcBef>
              <a:buNone/>
              <a:tabLst>
                <a:tab pos="0" algn="l"/>
              </a:tabLst>
            </a:pPr>
            <a:r>
              <a:rPr lang="en-US" sz="900" b="1" u="none" strike="noStrike">
                <a:solidFill>
                  <a:schemeClr val="accent1"/>
                </a:solidFill>
                <a:effectLst/>
                <a:uFillTx/>
                <a:latin typeface="SRH Text"/>
                <a:ea typeface="SRH Text"/>
              </a:rPr>
              <a:t>C) Decision system behavior</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The model no longer forces binary output:</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Auto Accept: 35.6%</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Auto Reject: 52.1%</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Manual Review: 12.3%</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  Meaning:</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~12% of risky/uncertain cases are escalated to humans</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system avoids forced wrong decisions</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accent1"/>
                </a:solidFill>
                <a:effectLst/>
                <a:uFillTx/>
                <a:latin typeface="SRH Text"/>
                <a:ea typeface="SRH Text"/>
              </a:rPr>
              <a:t>D) Manual review quality</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Default rate in manual zone: 44.8%</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This means the model correctly isolates ambiguous high-risk cases</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   This is strong evidence of:</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good uncertainty calibration</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endParaRPr lang="de-DE" sz="900" b="0" u="none" strike="noStrike">
              <a:solidFill>
                <a:schemeClr val="dk1"/>
              </a:solidFill>
              <a:effectLst/>
              <a:uFillTx/>
              <a:latin typeface="SRH Text"/>
            </a:endParaRPr>
          </a:p>
        </p:txBody>
      </p:sp>
      <p:sp>
        <p:nvSpPr>
          <p:cNvPr id="325" name="PlaceHolder 3"/>
          <p:cNvSpPr>
            <a:spLocks noGrp="1"/>
          </p:cNvSpPr>
          <p:nvPr>
            <p:ph type="sldNum" idx="139"/>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AD7A7A1-A7D5-435F-B53D-5176E58BF12F}"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26" name="PlaceHolder 4"/>
          <p:cNvSpPr>
            <a:spLocks noGrp="1"/>
          </p:cNvSpPr>
          <p:nvPr>
            <p:ph type="dt" idx="140"/>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F5D3A429-D1F6-4E79-A2B3-2435F5EFDFAA}"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327" name="PlaceHolder 5"/>
          <p:cNvSpPr>
            <a:spLocks noGrp="1"/>
          </p:cNvSpPr>
          <p:nvPr>
            <p:ph type="ftr" idx="141"/>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 name="PlaceHolder 1"/>
          <p:cNvSpPr>
            <a:spLocks noGrp="1"/>
          </p:cNvSpPr>
          <p:nvPr>
            <p:ph type="title"/>
          </p:nvPr>
        </p:nvSpPr>
        <p:spPr>
          <a:xfrm>
            <a:off x="367560" y="136440"/>
            <a:ext cx="9155520" cy="38232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Result</a:t>
            </a:r>
            <a:endParaRPr lang="de-DE" sz="3000" b="1" u="none" strike="noStrike">
              <a:solidFill>
                <a:schemeClr val="dk1"/>
              </a:solidFill>
              <a:effectLst/>
              <a:uFillTx/>
              <a:latin typeface="SRH Headline"/>
            </a:endParaRPr>
          </a:p>
        </p:txBody>
      </p:sp>
      <p:sp>
        <p:nvSpPr>
          <p:cNvPr id="329" name="PlaceHolder 2"/>
          <p:cNvSpPr>
            <a:spLocks noGrp="1"/>
          </p:cNvSpPr>
          <p:nvPr>
            <p:ph/>
          </p:nvPr>
        </p:nvSpPr>
        <p:spPr>
          <a:xfrm>
            <a:off x="367200" y="718920"/>
            <a:ext cx="10348200" cy="5009760"/>
          </a:xfrm>
          <a:prstGeom prst="rect">
            <a:avLst/>
          </a:prstGeom>
          <a:noFill/>
          <a:ln w="0">
            <a:noFill/>
          </a:ln>
        </p:spPr>
        <p:txBody>
          <a:bodyPr numCol="1" spcCol="216000" lIns="0" tIns="0" rIns="0" bIns="0" anchor="t">
            <a:noAutofit/>
          </a:bodyPr>
          <a:p>
            <a:pPr indent="0" algn="just" defTabSz="914400">
              <a:lnSpc>
                <a:spcPct val="200000"/>
              </a:lnSpc>
              <a:spcBef>
                <a:spcPts val="1199"/>
              </a:spcBef>
              <a:buNone/>
              <a:tabLst>
                <a:tab pos="0" algn="l"/>
              </a:tabLst>
            </a:pPr>
            <a:r>
              <a:rPr lang="en-US" sz="1200" b="1" u="none" strike="noStrike">
                <a:solidFill>
                  <a:schemeClr val="accent1"/>
                </a:solidFill>
                <a:effectLst/>
                <a:uFillTx/>
                <a:latin typeface="SRH Text"/>
                <a:ea typeface="SRH Text"/>
              </a:rPr>
              <a:t>E) Stability / reliability result (VERY IMPORTANT)</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Prediction PSI: 0.005</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Mean probability shift: 0.001</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   Interpretation:</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PSI &lt; 0.1 = no drift</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Your model is fully stable in new data</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 No retraining needed</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 No degradation detected</a:t>
            </a:r>
            <a:endParaRPr lang="de-DE" sz="1200" b="0" u="none" strike="noStrike">
              <a:solidFill>
                <a:schemeClr val="dk1"/>
              </a:solidFill>
              <a:effectLst/>
              <a:uFillTx/>
              <a:latin typeface="SRH Text"/>
            </a:endParaRPr>
          </a:p>
        </p:txBody>
      </p:sp>
      <p:sp>
        <p:nvSpPr>
          <p:cNvPr id="330" name="PlaceHolder 3"/>
          <p:cNvSpPr>
            <a:spLocks noGrp="1"/>
          </p:cNvSpPr>
          <p:nvPr>
            <p:ph type="sldNum" idx="142"/>
          </p:nvPr>
        </p:nvSpPr>
        <p:spPr>
          <a:xfrm>
            <a:off x="11146680" y="6365160"/>
            <a:ext cx="678240" cy="36324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6FE47A1-5691-443B-87B1-7A92BEC9521F}"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31" name="PlaceHolder 4"/>
          <p:cNvSpPr>
            <a:spLocks noGrp="1"/>
          </p:cNvSpPr>
          <p:nvPr>
            <p:ph type="dt" idx="143"/>
          </p:nvPr>
        </p:nvSpPr>
        <p:spPr>
          <a:xfrm>
            <a:off x="367560" y="6356520"/>
            <a:ext cx="87264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571C2886-74B8-47B6-A8BB-F3933B95DBB1}" type="datetime1">
              <a:rPr lang="en-CA" sz="900" b="1" u="none" strike="noStrike">
                <a:solidFill>
                  <a:srgbClr val="6D7373"/>
                </a:solidFill>
                <a:effectLst/>
                <a:uFillTx/>
                <a:latin typeface="SRH Text"/>
                <a:ea typeface="SRH"/>
              </a:rPr>
              <a:t>2026-08-08</a:t>
            </a:fld>
            <a:endParaRPr lang="en-US" sz="900" b="0" u="none" strike="noStrike">
              <a:solidFill>
                <a:srgbClr val="000000"/>
              </a:solidFill>
              <a:effectLst/>
              <a:uFillTx/>
              <a:latin typeface="Times New Roman"/>
            </a:endParaRPr>
          </a:p>
        </p:txBody>
      </p:sp>
      <p:sp>
        <p:nvSpPr>
          <p:cNvPr id="332" name="PlaceHolder 5"/>
          <p:cNvSpPr>
            <a:spLocks noGrp="1"/>
          </p:cNvSpPr>
          <p:nvPr>
            <p:ph type="ftr" idx="144"/>
          </p:nvPr>
        </p:nvSpPr>
        <p:spPr>
          <a:xfrm>
            <a:off x="1319400" y="6356520"/>
            <a:ext cx="6494400" cy="36324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33" name="Picture 10"/>
          <p:cNvPicPr/>
          <p:nvPr/>
        </p:nvPicPr>
        <p:blipFill>
          <a:blip r:embed="rId1"/>
          <a:stretch/>
        </p:blipFill>
        <p:spPr>
          <a:xfrm>
            <a:off x="101520" y="1472400"/>
            <a:ext cx="9449640" cy="1731240"/>
          </a:xfrm>
          <a:prstGeom prst="rect">
            <a:avLst/>
          </a:prstGeom>
          <a:noFill/>
          <a:ln w="0">
            <a:noFill/>
          </a:ln>
        </p:spPr>
      </p:pic>
      <p:pic>
        <p:nvPicPr>
          <p:cNvPr id="334" name="Picture 11"/>
          <p:cNvPicPr/>
          <p:nvPr/>
        </p:nvPicPr>
        <p:blipFill>
          <a:blip r:embed="rId2"/>
          <a:stretch/>
        </p:blipFill>
        <p:spPr>
          <a:xfrm>
            <a:off x="1456200" y="2779920"/>
            <a:ext cx="7669080" cy="84924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Presentation">
  <a:themeElements>
    <a:clrScheme name="Presentation 1">
      <a:dk1>
        <a:srgbClr val="575756"/>
      </a:dk1>
      <a:lt1>
        <a:srgbClr val="FFFFFF"/>
      </a:lt1>
      <a:dk2>
        <a:srgbClr val="00699A"/>
      </a:dk2>
      <a:lt2>
        <a:srgbClr val="AAA39D"/>
      </a:lt2>
      <a:accent1>
        <a:srgbClr val="DF4807"/>
      </a:accent1>
      <a:accent2>
        <a:srgbClr val="AAA39D"/>
      </a:accent2>
      <a:accent3>
        <a:srgbClr val="FCC61E"/>
      </a:accent3>
      <a:accent4>
        <a:srgbClr val="35B4A0"/>
      </a:accent4>
      <a:accent5>
        <a:srgbClr val="CA007F"/>
      </a:accent5>
      <a:accent6>
        <a:srgbClr val="021E30"/>
      </a:accent6>
      <a:hlink>
        <a:srgbClr val="000000"/>
      </a:hlink>
      <a:folHlink>
        <a:srgbClr val="000000"/>
      </a:folHlink>
    </a:clrScheme>
    <a:fontScheme name="Presentation">
      <a:majorFont>
        <a:latin typeface="SRH Headline" pitchFamily="0" charset="1"/>
        <a:ea typeface="SRH Headline" pitchFamily="0" charset="1"/>
        <a:cs typeface="SRH Headline" pitchFamily="0" charset="1"/>
      </a:majorFont>
      <a:minorFont>
        <a:latin typeface="SRH Text" pitchFamily="0" charset="1"/>
        <a:ea typeface="SRH Text" pitchFamily="0" charset="1"/>
        <a:cs typeface="SRH Text"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1879</TotalTime>
  <Application>LibreOffice/26.2.5.2$Windows_X86_64 LibreOffice_project/cd7284b4cbbfeb507e630c1aac019f4157393acb</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2020-06-05T16:20:53Z</dcterms:created>
  <dc:creator>Henrike Voelker</dc:creator>
  <dc:description/>
  <dc:language>en-US</dc:language>
  <cp:lastModifiedBy/>
  <dcterms:modified xsi:type="dcterms:W3CDTF">2026-08-08T21:47:28Z</dcterms:modified>
  <cp:revision>27</cp:revision>
  <dc:subject/>
  <dc:title>PowerPoint-Präsentation</dc:title>
</cp:coreProperties>
</file>

<file path=docProps/custom.xml><?xml version="1.0" encoding="utf-8"?>
<Properties xmlns="http://schemas.openxmlformats.org/officeDocument/2006/custom-properties" xmlns:vt="http://schemas.openxmlformats.org/officeDocument/2006/docPropsVTypes"/>
</file>