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24.xml" ContentType="application/vnd.openxmlformats-officedocument.theme+xml"/>
  <Override PartName="/ppt/presentation.xml" ContentType="application/vnd.openxmlformats-officedocument.presentationml.presentation.main+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0.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23.xml" ContentType="application/vnd.openxmlformats-officedocument.presentationml.slide+xml"/>
  <Override PartName="/ppt/slides/slide42.xml" ContentType="application/vnd.openxmlformats-officedocument.presentationml.slide+xml"/>
  <Override PartName="/ppt/slides/slide6.xml" ContentType="application/vnd.openxmlformats-officedocument.presentationml.slide+xml"/>
  <Override PartName="/ppt/slides/slide24.xml" ContentType="application/vnd.openxmlformats-officedocument.presentationml.slide+xml"/>
  <Override PartName="/ppt/slides/slide43.xml" ContentType="application/vnd.openxmlformats-officedocument.presentationml.slide+xml"/>
  <Override PartName="/ppt/slides/slide7.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media/image2.svg" ContentType="image/svg"/>
  <Override PartName="/ppt/media/image21.emf" ContentType="image/x-emf"/>
  <Override PartName="/ppt/media/image4.svg" ContentType="image/svg"/>
  <Override PartName="/ppt/media/image20.emf" ContentType="image/x-emf"/>
  <Override PartName="/ppt/slideMasters/slideMaster1.xml" ContentType="application/vnd.openxmlformats-officedocument.presentationml.slideMaster+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slideLayouts/slideLayout23.xml" ContentType="application/vnd.openxmlformats-officedocument.presentationml.slideLayout+xml"/>
  <Override PartName="/ppt/slideLayouts/slideLayout1.xml" ContentType="application/vnd.openxmlformats-officedocument.presentationml.slideLayout+xml"/>
  <Override PartName="/ppt/slideLayouts/slideLayout20.xml" ContentType="application/vnd.openxmlformats-officedocument.presentationml.slideLayout+xml"/>
  <Override PartName="/ppt/slideLayouts/slideLayout2.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2.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embedTrueTypeFonts="1">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Lst>
  <p:sldSz cx="12192000" cy="6858000"/>
  <p:notesSz cx="7772400" cy="10058400"/>
  <p:embeddedFontLst>
    <p:embeddedFont>
      <p:font typeface="SRH"/>
    </p:embeddedFont>
    <p:embeddedFont>
      <p:font typeface="SRH Headline"/>
    </p:embeddedFont>
    <p:embeddedFont>
      <p:font typeface="SRH Text"/>
    </p:embeddedFont>
    <p:embeddedFont>
      <p:font typeface="Arial MT"/>
    </p:embeddedFont>
  </p:embeddedFontLst>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PlaceHolder 1"/>
          <p:cNvSpPr>
            <a:spLocks noGrp="1"/>
          </p:cNvSpPr>
          <p:nvPr>
            <p:ph type="sldImg"/>
          </p:nvPr>
        </p:nvSpPr>
        <p:spPr>
          <a:xfrm>
            <a:off x="0" y="764280"/>
            <a:ext cx="0" cy="0"/>
          </a:xfrm>
          <a:prstGeom prst="rect">
            <a:avLst/>
          </a:prstGeom>
          <a:noFill/>
          <a:ln w="0">
            <a:noFill/>
          </a:ln>
        </p:spPr>
        <p:txBody>
          <a:bodyPr lIns="0" tIns="0" rIns="0" bIns="0" anchor="ctr">
            <a:noAutofit/>
          </a:bodyPr>
          <a:p>
            <a:pPr defTabSz="914400">
              <a:lnSpc>
                <a:spcPct val="98000"/>
              </a:lnSpc>
              <a:tabLst>
                <a:tab pos="0" algn="l"/>
              </a:tabLst>
            </a:pPr>
            <a:r>
              <a:rPr lang="de-DE" sz="4800" b="1" u="none" strike="noStrike">
                <a:solidFill>
                  <a:schemeClr val="lt1"/>
                </a:solidFill>
                <a:effectLst/>
                <a:uFillTx/>
                <a:latin typeface="SRH Headline"/>
              </a:rPr>
              <a:t>Click to move the slide</a:t>
            </a:r>
            <a:endParaRPr lang="de-DE" sz="4800" b="1" u="none" strike="noStrike">
              <a:solidFill>
                <a:schemeClr val="lt1"/>
              </a:solidFill>
              <a:effectLst/>
              <a:uFillTx/>
              <a:latin typeface="SRH Headline"/>
            </a:endParaRPr>
          </a:p>
        </p:txBody>
      </p:sp>
      <p:sp>
        <p:nvSpPr>
          <p:cNvPr id="185"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186"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187" name="PlaceHolder 4"/>
          <p:cNvSpPr>
            <a:spLocks noGrp="1"/>
          </p:cNvSpPr>
          <p:nvPr>
            <p:ph type="dt" idx="58"/>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88" name="PlaceHolder 5"/>
          <p:cNvSpPr>
            <a:spLocks noGrp="1"/>
          </p:cNvSpPr>
          <p:nvPr>
            <p:ph type="ftr" idx="59"/>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89" name="PlaceHolder 6"/>
          <p:cNvSpPr>
            <a:spLocks noGrp="1"/>
          </p:cNvSpPr>
          <p:nvPr>
            <p:ph type="sldNum" idx="60"/>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28CAB2B5-CC7F-480C-96BC-9895B5DD70B7}"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9" name="PlaceHolder 1"/>
          <p:cNvSpPr>
            <a:spLocks noGrp="1"/>
          </p:cNvSpPr>
          <p:nvPr>
            <p:ph type="sldImg"/>
          </p:nvPr>
        </p:nvSpPr>
        <p:spPr>
          <a:xfrm>
            <a:off x="685800" y="1143000"/>
            <a:ext cx="5484600" cy="3084480"/>
          </a:xfrm>
          <a:prstGeom prst="rect">
            <a:avLst/>
          </a:prstGeom>
          <a:ln w="0">
            <a:noFill/>
          </a:ln>
        </p:spPr>
      </p:sp>
      <p:sp>
        <p:nvSpPr>
          <p:cNvPr id="410" name="PlaceHolder 2"/>
          <p:cNvSpPr>
            <a:spLocks noGrp="1"/>
          </p:cNvSpPr>
          <p:nvPr>
            <p:ph type="body"/>
          </p:nvPr>
        </p:nvSpPr>
        <p:spPr>
          <a:xfrm>
            <a:off x="685800" y="4400640"/>
            <a:ext cx="5484600" cy="3598560"/>
          </a:xfrm>
          <a:prstGeom prst="rect">
            <a:avLst/>
          </a:prstGeom>
          <a:noFill/>
          <a:ln w="0">
            <a:noFill/>
          </a:ln>
        </p:spPr>
        <p:txBody>
          <a:bodyPr numCol="1" spcCol="216000"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411" name="PlaceHolder 3"/>
          <p:cNvSpPr>
            <a:spLocks noGrp="1"/>
          </p:cNvSpPr>
          <p:nvPr>
            <p:ph type="sldNum" idx="184"/>
          </p:nvPr>
        </p:nvSpPr>
        <p:spPr>
          <a:xfrm>
            <a:off x="3884760" y="8685360"/>
            <a:ext cx="2970000" cy="456840"/>
          </a:xfrm>
          <a:prstGeom prst="rect">
            <a:avLst/>
          </a:prstGeom>
          <a:noFill/>
          <a:ln w="0">
            <a:noFill/>
          </a:ln>
        </p:spPr>
        <p:txBody>
          <a:bodyPr numCol="1" spcCol="216000" lIns="91440" tIns="45720" rIns="91440" bIns="45720" anchor="b">
            <a:noAutofit/>
          </a:bodyPr>
          <a:lstStyle>
            <a:lvl1pPr indent="0" algn="r">
              <a:lnSpc>
                <a:spcPct val="100000"/>
              </a:lnSpc>
              <a:buNone/>
              <a:tabLst>
                <a:tab pos="0" algn="l"/>
              </a:tabLst>
              <a:defRPr lang="de-DE" sz="1200" b="0" u="none" strike="noStrike">
                <a:solidFill>
                  <a:srgbClr val="000000"/>
                </a:solidFill>
                <a:effectLst/>
                <a:uFillTx/>
                <a:latin typeface="Times New Roman"/>
              </a:defRPr>
            </a:lvl1pPr>
          </a:lstStyle>
          <a:p>
            <a:pPr indent="0" algn="r">
              <a:lnSpc>
                <a:spcPct val="100000"/>
              </a:lnSpc>
              <a:buNone/>
              <a:tabLst>
                <a:tab pos="0" algn="l"/>
              </a:tabLst>
            </a:pPr>
            <a:fld id="{68DFDE26-02B1-4F6D-AC21-ECA90E9E6576}" type="slidenum">
              <a:rPr lang="de-DE"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2" name="PlaceHolder 1"/>
          <p:cNvSpPr>
            <a:spLocks noGrp="1"/>
          </p:cNvSpPr>
          <p:nvPr>
            <p:ph type="sldImg"/>
          </p:nvPr>
        </p:nvSpPr>
        <p:spPr>
          <a:xfrm>
            <a:off x="685800" y="1143000"/>
            <a:ext cx="5484600" cy="3084480"/>
          </a:xfrm>
          <a:prstGeom prst="rect">
            <a:avLst/>
          </a:prstGeom>
          <a:ln w="0">
            <a:noFill/>
          </a:ln>
        </p:spPr>
      </p:sp>
      <p:sp>
        <p:nvSpPr>
          <p:cNvPr id="413" name="PlaceHolder 2"/>
          <p:cNvSpPr>
            <a:spLocks noGrp="1"/>
          </p:cNvSpPr>
          <p:nvPr>
            <p:ph type="body"/>
          </p:nvPr>
        </p:nvSpPr>
        <p:spPr>
          <a:xfrm>
            <a:off x="685800" y="4400640"/>
            <a:ext cx="5484600" cy="3598560"/>
          </a:xfrm>
          <a:prstGeom prst="rect">
            <a:avLst/>
          </a:prstGeom>
          <a:noFill/>
          <a:ln w="0">
            <a:noFill/>
          </a:ln>
        </p:spPr>
        <p:txBody>
          <a:bodyPr numCol="1" spcCol="216000"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414" name="PlaceHolder 3"/>
          <p:cNvSpPr>
            <a:spLocks noGrp="1"/>
          </p:cNvSpPr>
          <p:nvPr>
            <p:ph type="sldNum" idx="185"/>
          </p:nvPr>
        </p:nvSpPr>
        <p:spPr>
          <a:xfrm>
            <a:off x="3884760" y="8685360"/>
            <a:ext cx="2970000" cy="456840"/>
          </a:xfrm>
          <a:prstGeom prst="rect">
            <a:avLst/>
          </a:prstGeom>
          <a:noFill/>
          <a:ln w="0">
            <a:noFill/>
          </a:ln>
        </p:spPr>
        <p:txBody>
          <a:bodyPr numCol="1" spcCol="216000" lIns="91440" tIns="45720" rIns="91440" bIns="45720" anchor="b">
            <a:noAutofit/>
          </a:bodyPr>
          <a:lstStyle>
            <a:lvl1pPr indent="0" algn="r">
              <a:lnSpc>
                <a:spcPct val="100000"/>
              </a:lnSpc>
              <a:buNone/>
              <a:tabLst>
                <a:tab pos="0" algn="l"/>
              </a:tabLst>
              <a:defRPr lang="de-DE" sz="1200" b="0" u="none" strike="noStrike">
                <a:solidFill>
                  <a:srgbClr val="000000"/>
                </a:solidFill>
                <a:effectLst/>
                <a:uFillTx/>
                <a:latin typeface="Times New Roman"/>
              </a:defRPr>
            </a:lvl1pPr>
          </a:lstStyle>
          <a:p>
            <a:pPr indent="0" algn="r">
              <a:lnSpc>
                <a:spcPct val="100000"/>
              </a:lnSpc>
              <a:buNone/>
              <a:tabLst>
                <a:tab pos="0" algn="l"/>
              </a:tabLst>
            </a:pPr>
            <a:fld id="{33EE5E51-1742-48F4-B1E5-83DB892F7F81}" type="slidenum">
              <a:rPr lang="de-DE"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abelle und Text auf warm grey">
    <p:bg>
      <p:bgPr>
        <a:solidFill>
          <a:schemeClr val="lt1"/>
        </a:solidFill>
      </p:bgPr>
    </p:bg>
    <p:spTree>
      <p:nvGrpSpPr>
        <p:cNvPr id="1" name=""/>
        <p:cNvGrpSpPr/>
        <p:nvPr/>
      </p:nvGrpSpPr>
      <p:grpSpPr>
        <a:xfrm>
          <a:off x="0" y="0"/>
          <a:ext cx="0" cy="0"/>
          <a:chOff x="0" y="0"/>
          <a:chExt cx="0" cy="0"/>
        </a:xfrm>
      </p:grpSpPr>
      <p:sp>
        <p:nvSpPr>
          <p:cNvPr id="2" name="Freihandform: Form 11"/>
          <p:cNvSpPr/>
          <p:nvPr/>
        </p:nvSpPr>
        <p:spPr>
          <a:xfrm>
            <a:off x="10878840" y="361440"/>
            <a:ext cx="946080" cy="731520"/>
          </a:xfrm>
          <a:custGeom>
            <a:avLst/>
            <a:gdLst>
              <a:gd name="textAreaLeft" fmla="*/ 0 w 946080"/>
              <a:gd name="textAreaRight" fmla="*/ 341299800 w 946080"/>
              <a:gd name="textAreaTop" fmla="*/ 0 h 731520"/>
              <a:gd name="textAreaBottom" fmla="*/ 264033000 h 731520"/>
            </a:gdLst>
            <a:ahLst/>
            <a:cxnLst/>
            <a:rect l="textAreaLeft" t="textAreaTop" r="textAreaRight" b="textAreaBottom"/>
            <a:pathLst>
              <a:path w="948055" h="733425">
                <a:moveTo>
                  <a:pt x="619721" y="598726"/>
                </a:moveTo>
                <a:lnTo>
                  <a:pt x="708150" y="598726"/>
                </a:lnTo>
                <a:lnTo>
                  <a:pt x="708150" y="174"/>
                </a:lnTo>
                <a:lnTo>
                  <a:pt x="619721" y="174"/>
                </a:lnTo>
                <a:lnTo>
                  <a:pt x="619721" y="598726"/>
                </a:lnTo>
                <a:close/>
                <a:moveTo>
                  <a:pt x="811583" y="196858"/>
                </a:moveTo>
                <a:cubicBezTo>
                  <a:pt x="794961" y="196049"/>
                  <a:pt x="774271" y="196858"/>
                  <a:pt x="753582" y="199293"/>
                </a:cubicBezTo>
                <a:lnTo>
                  <a:pt x="753582" y="281173"/>
                </a:lnTo>
                <a:cubicBezTo>
                  <a:pt x="831456" y="281173"/>
                  <a:pt x="859851" y="292576"/>
                  <a:pt x="859851" y="364713"/>
                </a:cubicBezTo>
                <a:lnTo>
                  <a:pt x="859851" y="598726"/>
                </a:lnTo>
                <a:lnTo>
                  <a:pt x="948279" y="598726"/>
                </a:lnTo>
                <a:lnTo>
                  <a:pt x="948279" y="353792"/>
                </a:lnTo>
                <a:cubicBezTo>
                  <a:pt x="948279" y="263364"/>
                  <a:pt x="896768" y="200102"/>
                  <a:pt x="811583" y="196858"/>
                </a:cubicBezTo>
                <a:close/>
                <a:moveTo>
                  <a:pt x="208715" y="199693"/>
                </a:moveTo>
                <a:cubicBezTo>
                  <a:pt x="114600" y="204562"/>
                  <a:pt x="72827" y="267010"/>
                  <a:pt x="72827" y="366365"/>
                </a:cubicBezTo>
                <a:lnTo>
                  <a:pt x="72827" y="566720"/>
                </a:lnTo>
                <a:cubicBezTo>
                  <a:pt x="72827" y="625122"/>
                  <a:pt x="61054" y="650267"/>
                  <a:pt x="224" y="651483"/>
                </a:cubicBezTo>
                <a:lnTo>
                  <a:pt x="224" y="732542"/>
                </a:lnTo>
                <a:cubicBezTo>
                  <a:pt x="7522" y="733765"/>
                  <a:pt x="19282" y="733765"/>
                  <a:pt x="25368" y="733352"/>
                </a:cubicBezTo>
                <a:cubicBezTo>
                  <a:pt x="119871" y="727681"/>
                  <a:pt x="161249" y="664825"/>
                  <a:pt x="161249" y="566687"/>
                </a:cubicBezTo>
                <a:lnTo>
                  <a:pt x="161249" y="366332"/>
                </a:lnTo>
                <a:cubicBezTo>
                  <a:pt x="161249" y="307529"/>
                  <a:pt x="172206" y="282792"/>
                  <a:pt x="233451" y="281582"/>
                </a:cubicBezTo>
                <a:lnTo>
                  <a:pt x="233451" y="200102"/>
                </a:lnTo>
                <a:cubicBezTo>
                  <a:pt x="226555" y="199293"/>
                  <a:pt x="214795" y="199293"/>
                  <a:pt x="208715" y="199693"/>
                </a:cubicBezTo>
                <a:close/>
                <a:moveTo>
                  <a:pt x="480068" y="199693"/>
                </a:moveTo>
                <a:cubicBezTo>
                  <a:pt x="386368" y="204562"/>
                  <a:pt x="344181" y="267417"/>
                  <a:pt x="344181" y="366365"/>
                </a:cubicBezTo>
                <a:lnTo>
                  <a:pt x="344181" y="598726"/>
                </a:lnTo>
                <a:lnTo>
                  <a:pt x="432603" y="598726"/>
                </a:lnTo>
                <a:lnTo>
                  <a:pt x="432603" y="366332"/>
                </a:lnTo>
                <a:cubicBezTo>
                  <a:pt x="432603" y="307930"/>
                  <a:pt x="444375" y="282792"/>
                  <a:pt x="505212" y="281582"/>
                </a:cubicBezTo>
                <a:lnTo>
                  <a:pt x="505212" y="200102"/>
                </a:lnTo>
                <a:cubicBezTo>
                  <a:pt x="497907" y="199293"/>
                  <a:pt x="486148" y="199293"/>
                  <a:pt x="480068" y="199693"/>
                </a:cubicBezTo>
                <a:close/>
              </a:path>
            </a:pathLst>
          </a:custGeom>
          <a:solidFill>
            <a:schemeClr val="accent1"/>
          </a:solidFill>
          <a:ln w="0">
            <a:noFill/>
          </a:ln>
        </p:spPr>
        <p:style>
          <a:lnRef idx="0"/>
          <a:fillRef idx="0"/>
          <a:effectRef idx="0"/>
          <a:fontRef idx="minor"/>
        </p:style>
        <p:txBody>
          <a:bodyPr numCol="1" spcCol="216000" lIns="0" tIns="361440" rIns="946440" bIns="1094760" anchor="ctr">
            <a:noAutofit/>
          </a:bodyPr>
          <a:p>
            <a:endParaRPr lang="de-DE" sz="1800" b="0" u="none" strike="noStrike">
              <a:solidFill>
                <a:schemeClr val="dk1"/>
              </a:solidFill>
              <a:effectLst/>
              <a:uFillTx/>
              <a:latin typeface="SRH"/>
            </a:endParaRPr>
          </a:p>
        </p:txBody>
      </p:sp>
      <p:sp>
        <p:nvSpPr>
          <p:cNvPr id="3" name="Rechteck 13"/>
          <p:cNvSpPr/>
          <p:nvPr/>
        </p:nvSpPr>
        <p:spPr>
          <a:xfrm>
            <a:off x="0" y="1405800"/>
            <a:ext cx="12190320" cy="5450400"/>
          </a:xfrm>
          <a:prstGeom prst="rect">
            <a:avLst/>
          </a:prstGeom>
          <a:solidFill>
            <a:srgbClr val="EEEDEC"/>
          </a:solidFill>
          <a:ln w="0">
            <a:noFill/>
          </a:ln>
        </p:spPr>
        <p:style>
          <a:lnRef idx="0"/>
          <a:fillRef idx="0"/>
          <a:effectRef idx="0"/>
          <a:fontRef idx="minor"/>
        </p:style>
        <p:txBody>
          <a:bodyPr numCol="1" spcCol="216000" lIns="90000" tIns="45000" rIns="90000" bIns="45000" anchor="ctr">
            <a:noAutofit/>
          </a:bodyPr>
          <a:p>
            <a:endParaRPr lang="de-DE" sz="1800" b="0" u="none" strike="noStrike">
              <a:solidFill>
                <a:srgbClr val="FFFFFF"/>
              </a:solidFill>
              <a:effectLst/>
              <a:uFillTx/>
              <a:latin typeface="SRH"/>
            </a:endParaRPr>
          </a:p>
        </p:txBody>
      </p:sp>
      <p:sp>
        <p:nvSpPr>
          <p:cNvPr id="4" name="PlaceHolder 1"/>
          <p:cNvSpPr>
            <a:spLocks noGrp="1"/>
          </p:cNvSpPr>
          <p:nvPr>
            <p:ph type="title"/>
          </p:nvPr>
        </p:nvSpPr>
        <p:spPr>
          <a:xfrm>
            <a:off x="360000" y="358920"/>
            <a:ext cx="9155520" cy="833400"/>
          </a:xfrm>
          <a:prstGeom prst="rect">
            <a:avLst/>
          </a:prstGeom>
          <a:noFill/>
          <a:ln w="0">
            <a:noFill/>
          </a:ln>
        </p:spPr>
        <p:txBody>
          <a:bodyPr numCol="1" spcCol="216000" lIns="0" tIns="0" rIns="0" bIns="0" anchor="b">
            <a:noAutofit/>
          </a:bodyPr>
          <a:lstStyle>
            <a:lvl1pPr indent="0" algn="l" defTabSz="914400">
              <a:lnSpc>
                <a:spcPct val="100000"/>
              </a:lnSpc>
              <a:buNone/>
              <a:tabLst>
                <a:tab pos="0" algn="l"/>
              </a:tabLst>
              <a:defRPr lang="de-DE" sz="3000" b="1" u="none" strike="noStrike">
                <a:solidFill>
                  <a:schemeClr val="dk1"/>
                </a:solidFill>
                <a:effectLst/>
                <a:uFillTx/>
                <a:latin typeface="SRH Headline"/>
                <a:ea typeface="SRH Headline"/>
              </a:defRPr>
            </a:lvl1pPr>
          </a:lstStyle>
          <a:p>
            <a:pPr indent="0" algn="l" defTabSz="914400">
              <a:lnSpc>
                <a:spcPct val="100000"/>
              </a:lnSpc>
              <a:buNone/>
              <a:tabLst>
                <a:tab pos="0" algn="l"/>
              </a:tabLst>
            </a:pPr>
            <a:r>
              <a:rPr lang="de-DE" sz="3000" b="1" u="none" strike="noStrike">
                <a:solidFill>
                  <a:schemeClr val="dk1"/>
                </a:solidFill>
                <a:effectLst/>
                <a:uFillTx/>
                <a:latin typeface="SRH Headline"/>
                <a:ea typeface="SRH Headline"/>
              </a:rPr>
              <a:t>Mastertitelformat bearbeiten</a:t>
            </a:r>
            <a:endParaRPr lang="de-DE" sz="3000" b="1" u="none" strike="noStrike">
              <a:solidFill>
                <a:schemeClr val="dk1"/>
              </a:solidFill>
              <a:effectLst/>
              <a:uFillTx/>
              <a:latin typeface="SRH Headline"/>
            </a:endParaRPr>
          </a:p>
        </p:txBody>
      </p:sp>
      <p:sp>
        <p:nvSpPr>
          <p:cNvPr id="5" name="PlaceHolder 2"/>
          <p:cNvSpPr>
            <a:spLocks noGrp="1"/>
          </p:cNvSpPr>
          <p:nvPr>
            <p:ph type="body"/>
          </p:nvPr>
        </p:nvSpPr>
        <p:spPr>
          <a:xfrm>
            <a:off x="360000" y="2873880"/>
            <a:ext cx="7526880" cy="2324160"/>
          </a:xfrm>
          <a:prstGeom prst="rect">
            <a:avLst/>
          </a:prstGeom>
          <a:noFill/>
          <a:ln w="0">
            <a:noFill/>
          </a:ln>
        </p:spPr>
        <p:txBody>
          <a:bodyPr numCol="1" spcCol="216000" lIns="0" tIns="0" rIns="0" bIns="0" anchor="ctr">
            <a:noAutofit/>
          </a:bodyPr>
          <a:lstStyle>
            <a:lvl1pPr indent="0" algn="l" defTabSz="914400">
              <a:lnSpc>
                <a:spcPct val="110000"/>
              </a:lnSpc>
              <a:spcBef>
                <a:spcPts val="1199"/>
              </a:spcBef>
              <a:buNone/>
              <a:tabLst>
                <a:tab pos="0" algn="l"/>
              </a:tabLst>
              <a:defRPr lang="de-DE" sz="1800" b="0" u="none" strike="noStrike">
                <a:solidFill>
                  <a:schemeClr val="dk1"/>
                </a:solidFill>
                <a:effectLst/>
                <a:uFillTx/>
                <a:latin typeface="SRH Text"/>
              </a:defRPr>
            </a:lvl1pPr>
            <a:lvl2pPr lvl="1" algn="l" defTabSz="914400">
              <a:lnSpc>
                <a:spcPct val="110000"/>
              </a:lnSpc>
              <a:spcBef>
                <a:spcPts val="1199"/>
              </a:spcBef>
              <a:buClr>
                <a:srgbClr val="000000"/>
              </a:buClr>
              <a:buSzPct val="75000"/>
              <a:buFont typeface="Symbol" charset="2"/>
              <a:buChar char=""/>
              <a:tabLst>
                <a:tab pos="0" algn="l"/>
              </a:tabLst>
              <a:defRPr lang="de-DE" sz="1800" b="0" u="none" strike="noStrike">
                <a:solidFill>
                  <a:schemeClr val="dk1"/>
                </a:solidFill>
                <a:effectLst/>
                <a:uFillTx/>
                <a:latin typeface="SRH Text"/>
              </a:defRPr>
            </a:lvl2pPr>
            <a:lvl3pPr lvl="2" algn="l" defTabSz="914400">
              <a:lnSpc>
                <a:spcPct val="110000"/>
              </a:lnSpc>
              <a:buClr>
                <a:srgbClr val="000000"/>
              </a:buClr>
              <a:buSzPct val="45000"/>
              <a:buFont typeface="Wingdings" charset="2"/>
              <a:buChar char=""/>
              <a:tabLst>
                <a:tab pos="0" algn="l"/>
              </a:tabLst>
              <a:defRPr lang="de-DE" sz="1800" b="0" u="none" strike="noStrike">
                <a:solidFill>
                  <a:schemeClr val="dk1"/>
                </a:solidFill>
                <a:effectLst/>
                <a:uFillTx/>
                <a:latin typeface="SRH Text"/>
              </a:defRPr>
            </a:lvl3pPr>
            <a:lvl4pPr lvl="3" algn="l" defTabSz="914400">
              <a:lnSpc>
                <a:spcPct val="110000"/>
              </a:lnSpc>
              <a:spcBef>
                <a:spcPts val="2401"/>
              </a:spcBef>
              <a:buClr>
                <a:srgbClr val="000000"/>
              </a:buClr>
              <a:buSzPct val="75000"/>
              <a:buFont typeface="Symbol" charset="2"/>
              <a:buChar char=""/>
              <a:tabLst>
                <a:tab pos="0" algn="l"/>
              </a:tabLst>
              <a:defRPr lang="de-DE" sz="1800" b="1" u="none" strike="noStrike">
                <a:solidFill>
                  <a:schemeClr val="accent1"/>
                </a:solidFill>
                <a:effectLst/>
                <a:uFillTx/>
                <a:latin typeface="SRH Text"/>
              </a:defRPr>
            </a:lvl4pPr>
            <a:lvl5pPr lvl="4" algn="l" defTabSz="914400">
              <a:lnSpc>
                <a:spcPct val="110000"/>
              </a:lnSpc>
              <a:spcBef>
                <a:spcPts val="1199"/>
              </a:spcBef>
              <a:buClr>
                <a:srgbClr val="000000"/>
              </a:buClr>
              <a:buSzPct val="45000"/>
              <a:buFont typeface="Wingdings" charset="2"/>
              <a:buChar char=""/>
              <a:tabLst>
                <a:tab pos="0" algn="l"/>
              </a:tabLst>
              <a:defRPr lang="de-DE" sz="1800" b="1" u="none" strike="noStrike">
                <a:solidFill>
                  <a:schemeClr val="dk1"/>
                </a:solidFill>
                <a:effectLst/>
                <a:uFillTx/>
                <a:latin typeface="SRH Headline"/>
              </a:defRPr>
            </a:lvl5pPr>
            <a:lvl6pPr lvl="5" algn="l" defTabSz="914400">
              <a:lnSpc>
                <a:spcPct val="110000"/>
              </a:lnSpc>
              <a:spcBef>
                <a:spcPts val="1199"/>
              </a:spcBef>
              <a:buClr>
                <a:srgbClr val="000000"/>
              </a:buClr>
              <a:buSzPct val="45000"/>
              <a:buFont typeface="Wingdings" charset="2"/>
              <a:buChar char=""/>
              <a:tabLst>
                <a:tab pos="0" algn="l"/>
              </a:tabLst>
              <a:defRPr lang="de-DE" sz="1800" b="0" u="none" strike="noStrike">
                <a:solidFill>
                  <a:schemeClr val="dk1"/>
                </a:solidFill>
                <a:effectLst/>
                <a:uFillTx/>
                <a:latin typeface="SRH Headline"/>
              </a:defRPr>
            </a:lvl6pPr>
            <a:lvl7pPr lvl="6" algn="l" defTabSz="914400">
              <a:lnSpc>
                <a:spcPct val="98000"/>
              </a:lnSpc>
              <a:spcBef>
                <a:spcPts val="1199"/>
              </a:spcBef>
              <a:buClr>
                <a:srgbClr val="000000"/>
              </a:buClr>
              <a:buSzPct val="45000"/>
              <a:buFont typeface="Wingdings" charset="2"/>
              <a:buChar char=""/>
              <a:tabLst>
                <a:tab pos="0" algn="l"/>
              </a:tabLst>
              <a:defRPr lang="de-DE" sz="1800" b="1" u="none" strike="noStrike">
                <a:solidFill>
                  <a:schemeClr val="accent1"/>
                </a:solidFill>
                <a:effectLst/>
                <a:uFillTx/>
                <a:latin typeface="SRH Headline"/>
              </a:defRPr>
            </a:lvl7pPr>
          </a:lstStyle>
          <a:p>
            <a:pPr indent="0" algn="l" defTabSz="914400">
              <a:lnSpc>
                <a:spcPct val="110000"/>
              </a:lnSpc>
              <a:spcBef>
                <a:spcPts val="1199"/>
              </a:spcBef>
              <a:buNone/>
              <a:tabLst>
                <a:tab pos="0" algn="l"/>
              </a:tabLst>
            </a:pPr>
            <a:r>
              <a:rPr lang="de-DE" sz="1800" b="0" u="none" strike="noStrike">
                <a:solidFill>
                  <a:schemeClr val="dk1"/>
                </a:solidFill>
                <a:effectLst/>
                <a:uFillTx/>
                <a:latin typeface="SRH Text"/>
              </a:rPr>
              <a:t>Click to edit the outline text format</a:t>
            </a:r>
            <a:endParaRPr lang="de-DE" sz="1800" b="0" u="none" strike="noStrike">
              <a:solidFill>
                <a:schemeClr val="dk1"/>
              </a:solidFill>
              <a:effectLst/>
              <a:uFillTx/>
              <a:latin typeface="SRH Text"/>
            </a:endParaRPr>
          </a:p>
          <a:p>
            <a:pPr marL="457200" lvl="1" indent="-324000" algn="l" defTabSz="914400">
              <a:lnSpc>
                <a:spcPct val="110000"/>
              </a:lnSpc>
              <a:spcBef>
                <a:spcPts val="1199"/>
              </a:spcBef>
              <a:buClr>
                <a:srgbClr val="000000"/>
              </a:buClr>
              <a:buSzPct val="75000"/>
              <a:buFont typeface="Symbol" charset="2"/>
              <a:buChar char=""/>
              <a:tabLst>
                <a:tab pos="0" algn="l"/>
              </a:tabLst>
            </a:pPr>
            <a:r>
              <a:rPr lang="de-DE" sz="1800" b="0" u="none" strike="noStrike">
                <a:solidFill>
                  <a:schemeClr val="dk1"/>
                </a:solidFill>
                <a:effectLst/>
                <a:uFillTx/>
                <a:latin typeface="SRH Text"/>
              </a:rPr>
              <a:t>Second Outline Level</a:t>
            </a:r>
            <a:endParaRPr lang="de-DE" sz="1800" b="0" u="none" strike="noStrike">
              <a:solidFill>
                <a:schemeClr val="dk1"/>
              </a:solidFill>
              <a:effectLst/>
              <a:uFillTx/>
              <a:latin typeface="SRH Text"/>
            </a:endParaRPr>
          </a:p>
          <a:p>
            <a:pPr marL="914400" lvl="2" indent="-288000" algn="l" defTabSz="914400">
              <a:lnSpc>
                <a:spcPct val="110000"/>
              </a:lnSpc>
              <a:buClr>
                <a:srgbClr val="000000"/>
              </a:buClr>
              <a:buSzPct val="45000"/>
              <a:buFont typeface="Wingdings" charset="2"/>
              <a:buChar char=""/>
              <a:tabLst>
                <a:tab pos="0" algn="l"/>
              </a:tabLst>
            </a:pPr>
            <a:r>
              <a:rPr lang="de-DE" sz="1800" b="0" u="none" strike="noStrike">
                <a:solidFill>
                  <a:schemeClr val="dk1"/>
                </a:solidFill>
                <a:effectLst/>
                <a:uFillTx/>
                <a:latin typeface="SRH Text"/>
              </a:rPr>
              <a:t>Third Outline Level</a:t>
            </a:r>
            <a:endParaRPr lang="de-DE" sz="1800" b="0" u="none" strike="noStrike">
              <a:solidFill>
                <a:schemeClr val="dk1"/>
              </a:solidFill>
              <a:effectLst/>
              <a:uFillTx/>
              <a:latin typeface="SRH Text"/>
            </a:endParaRPr>
          </a:p>
          <a:p>
            <a:pPr marL="1371600" lvl="3" indent="-216000" algn="l" defTabSz="914400">
              <a:lnSpc>
                <a:spcPct val="110000"/>
              </a:lnSpc>
              <a:spcBef>
                <a:spcPts val="2401"/>
              </a:spcBef>
              <a:buClr>
                <a:srgbClr val="000000"/>
              </a:buClr>
              <a:buSzPct val="75000"/>
              <a:buFont typeface="Symbol" charset="2"/>
              <a:buChar char=""/>
              <a:tabLst>
                <a:tab pos="0" algn="l"/>
              </a:tabLst>
            </a:pPr>
            <a:r>
              <a:rPr lang="de-DE" sz="1800" b="1" u="none" strike="noStrike">
                <a:solidFill>
                  <a:schemeClr val="accent1"/>
                </a:solidFill>
                <a:effectLst/>
                <a:uFillTx/>
                <a:latin typeface="SRH Text"/>
              </a:rPr>
              <a:t>Fourth Outline Level</a:t>
            </a:r>
            <a:endParaRPr lang="de-DE" sz="1800" b="0" u="none" strike="noStrike">
              <a:solidFill>
                <a:schemeClr val="dk1"/>
              </a:solidFill>
              <a:effectLst/>
              <a:uFillTx/>
              <a:latin typeface="SRH Text"/>
            </a:endParaRPr>
          </a:p>
          <a:p>
            <a:pPr marL="1828800" lvl="4" indent="-216000" algn="l" defTabSz="914400">
              <a:lnSpc>
                <a:spcPct val="110000"/>
              </a:lnSpc>
              <a:spcBef>
                <a:spcPts val="1199"/>
              </a:spcBef>
              <a:buClr>
                <a:srgbClr val="000000"/>
              </a:buClr>
              <a:buSzPct val="45000"/>
              <a:buFont typeface="Wingdings" charset="2"/>
              <a:buChar char=""/>
              <a:tabLst>
                <a:tab pos="0" algn="l"/>
              </a:tabLst>
            </a:pPr>
            <a:r>
              <a:rPr lang="de-DE" sz="1800" b="1" u="none" strike="noStrike">
                <a:solidFill>
                  <a:schemeClr val="dk1"/>
                </a:solidFill>
                <a:effectLst/>
                <a:uFillTx/>
                <a:latin typeface="SRH Headline"/>
              </a:rPr>
              <a:t>Fifth Outline Level</a:t>
            </a:r>
            <a:endParaRPr lang="de-DE" sz="1800" b="0" u="none" strike="noStrike">
              <a:solidFill>
                <a:schemeClr val="dk1"/>
              </a:solidFill>
              <a:effectLst/>
              <a:uFillTx/>
              <a:latin typeface="SRH Text"/>
            </a:endParaRPr>
          </a:p>
          <a:p>
            <a:pPr marL="2286000" lvl="5" indent="-216000" algn="l" defTabSz="914400">
              <a:lnSpc>
                <a:spcPct val="110000"/>
              </a:lnSpc>
              <a:spcBef>
                <a:spcPts val="1199"/>
              </a:spcBef>
              <a:buClr>
                <a:srgbClr val="000000"/>
              </a:buClr>
              <a:buSzPct val="45000"/>
              <a:buFont typeface="Wingdings" charset="2"/>
              <a:buChar char=""/>
              <a:tabLst>
                <a:tab pos="0" algn="l"/>
              </a:tabLst>
            </a:pPr>
            <a:r>
              <a:rPr lang="de-DE" sz="1800" b="0" u="none" strike="noStrike">
                <a:solidFill>
                  <a:schemeClr val="dk1"/>
                </a:solidFill>
                <a:effectLst/>
                <a:uFillTx/>
                <a:latin typeface="SRH Headline"/>
              </a:rPr>
              <a:t>Sixth Outline Level</a:t>
            </a:r>
            <a:endParaRPr lang="de-DE" sz="1800" b="0" u="none" strike="noStrike">
              <a:solidFill>
                <a:schemeClr val="dk1"/>
              </a:solidFill>
              <a:effectLst/>
              <a:uFillTx/>
              <a:latin typeface="SRH Headline"/>
            </a:endParaRPr>
          </a:p>
          <a:p>
            <a:pPr marL="2743200" lvl="6" indent="-216000" algn="l" defTabSz="914400">
              <a:lnSpc>
                <a:spcPct val="98000"/>
              </a:lnSpc>
              <a:spcBef>
                <a:spcPts val="1199"/>
              </a:spcBef>
              <a:buClr>
                <a:srgbClr val="000000"/>
              </a:buClr>
              <a:buSzPct val="45000"/>
              <a:buFont typeface="Wingdings" charset="2"/>
              <a:buChar char=""/>
              <a:tabLst>
                <a:tab pos="0" algn="l"/>
              </a:tabLst>
            </a:pPr>
            <a:r>
              <a:rPr lang="de-DE" sz="1800" b="1" u="none" strike="noStrike">
                <a:solidFill>
                  <a:schemeClr val="accent1"/>
                </a:solidFill>
                <a:effectLst/>
                <a:uFillTx/>
                <a:latin typeface="SRH Headline"/>
              </a:rPr>
              <a:t>Seventh Outline Level</a:t>
            </a:r>
            <a:endParaRPr lang="de-DE" sz="1800" b="1" u="none" strike="noStrike">
              <a:solidFill>
                <a:schemeClr val="accent1"/>
              </a:solidFill>
              <a:effectLst/>
              <a:uFillTx/>
              <a:latin typeface="SRH Headline"/>
            </a:endParaRPr>
          </a:p>
        </p:txBody>
      </p:sp>
      <p:sp>
        <p:nvSpPr>
          <p:cNvPr id="6" name="PlaceHolder 3"/>
          <p:cNvSpPr>
            <a:spLocks noGrp="1"/>
          </p:cNvSpPr>
          <p:nvPr>
            <p:ph type="dt" idx="1"/>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en-CA" sz="900" b="1" u="none" strike="noStrike">
                <a:solidFill>
                  <a:srgbClr val="6D7373"/>
                </a:solidFill>
                <a:effectLst/>
                <a:uFillTx/>
                <a:latin typeface="SRH Text"/>
                <a:ea typeface="SRH"/>
              </a:rPr>
              <a:t>&lt;date/time&gt;</a:t>
            </a:r>
            <a:endParaRPr lang="en-US" sz="900" b="0" u="none" strike="noStrike">
              <a:solidFill>
                <a:srgbClr val="000000"/>
              </a:solidFill>
              <a:effectLst/>
              <a:uFillTx/>
              <a:latin typeface="Times New Roman"/>
            </a:endParaRPr>
          </a:p>
        </p:txBody>
      </p:sp>
      <p:sp>
        <p:nvSpPr>
          <p:cNvPr id="7" name="PlaceHolder 4"/>
          <p:cNvSpPr>
            <a:spLocks noGrp="1"/>
          </p:cNvSpPr>
          <p:nvPr>
            <p:ph type="ftr" idx="2"/>
          </p:nvPr>
        </p:nvSpPr>
        <p:spPr>
          <a:xfrm>
            <a:off x="1319400" y="635652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&lt;footer&gt;</a:t>
            </a:r>
            <a:endParaRPr lang="en-US" sz="900" b="0" u="none" strike="noStrike">
              <a:solidFill>
                <a:srgbClr val="000000"/>
              </a:solidFill>
              <a:effectLst/>
              <a:uFillTx/>
              <a:latin typeface="Times New Roman"/>
            </a:endParaRPr>
          </a:p>
        </p:txBody>
      </p:sp>
      <p:sp>
        <p:nvSpPr>
          <p:cNvPr id="8" name="PlaceHolder 5"/>
          <p:cNvSpPr>
            <a:spLocks noGrp="1"/>
          </p:cNvSpPr>
          <p:nvPr>
            <p:ph type="sldNum" idx="3"/>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8FC18D3A-CAB4-4BC6-BAA2-2B8666B68704}"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
        <p:nvSpPr>
          <p:cNvPr id="9" name="PlaceHolder 6"/>
          <p:cNvSpPr>
            <a:spLocks noGrp="1"/>
          </p:cNvSpPr>
          <p:nvPr>
            <p:ph type="body"/>
          </p:nvPr>
        </p:nvSpPr>
        <p:spPr>
          <a:xfrm>
            <a:off x="360000" y="1728000"/>
            <a:ext cx="7526880" cy="779400"/>
          </a:xfrm>
          <a:prstGeom prst="rect">
            <a:avLst/>
          </a:prstGeom>
          <a:noFill/>
          <a:ln w="0">
            <a:noFill/>
          </a:ln>
        </p:spPr>
        <p:txBody>
          <a:bodyPr numCol="1" spcCol="216000" lIns="0" tIns="0" rIns="0" bIns="0" anchor="ctr">
            <a:noAutofit/>
          </a:bodyPr>
          <a:lstStyle>
            <a:lvl1pPr indent="0" algn="l" defTabSz="914400">
              <a:lnSpc>
                <a:spcPct val="110000"/>
              </a:lnSpc>
              <a:spcBef>
                <a:spcPts val="1199"/>
              </a:spcBef>
              <a:buNone/>
              <a:tabLst>
                <a:tab pos="0" algn="l"/>
              </a:tabLst>
              <a:defRPr lang="de-DE" sz="1800" b="0" u="none" strike="noStrike">
                <a:solidFill>
                  <a:schemeClr val="dk1"/>
                </a:solidFill>
                <a:effectLst/>
                <a:uFillTx/>
                <a:latin typeface="SRH Text"/>
              </a:defRPr>
            </a:lvl1pPr>
            <a:lvl2pPr lvl="1" algn="l" defTabSz="914400">
              <a:lnSpc>
                <a:spcPct val="110000"/>
              </a:lnSpc>
              <a:spcBef>
                <a:spcPts val="1199"/>
              </a:spcBef>
              <a:buClr>
                <a:srgbClr val="000000"/>
              </a:buClr>
              <a:buSzPct val="75000"/>
              <a:buFont typeface="Symbol" charset="2"/>
              <a:buChar char=""/>
              <a:tabLst>
                <a:tab pos="0" algn="l"/>
              </a:tabLst>
              <a:defRPr lang="de-DE" sz="1800" b="0" u="none" strike="noStrike">
                <a:solidFill>
                  <a:schemeClr val="dk1"/>
                </a:solidFill>
                <a:effectLst/>
                <a:uFillTx/>
                <a:latin typeface="SRH Text"/>
              </a:defRPr>
            </a:lvl2pPr>
            <a:lvl3pPr lvl="2" algn="l" defTabSz="914400">
              <a:lnSpc>
                <a:spcPct val="110000"/>
              </a:lnSpc>
              <a:buClr>
                <a:srgbClr val="000000"/>
              </a:buClr>
              <a:buSzPct val="45000"/>
              <a:buFont typeface="Wingdings" charset="2"/>
              <a:buChar char=""/>
              <a:tabLst>
                <a:tab pos="0" algn="l"/>
              </a:tabLst>
              <a:defRPr lang="de-DE" sz="1800" b="0" u="none" strike="noStrike">
                <a:solidFill>
                  <a:schemeClr val="dk1"/>
                </a:solidFill>
                <a:effectLst/>
                <a:uFillTx/>
                <a:latin typeface="SRH Text"/>
              </a:defRPr>
            </a:lvl3pPr>
            <a:lvl4pPr lvl="3" algn="l" defTabSz="914400">
              <a:lnSpc>
                <a:spcPct val="110000"/>
              </a:lnSpc>
              <a:spcBef>
                <a:spcPts val="2401"/>
              </a:spcBef>
              <a:buClr>
                <a:srgbClr val="000000"/>
              </a:buClr>
              <a:buSzPct val="75000"/>
              <a:buFont typeface="Symbol" charset="2"/>
              <a:buChar char=""/>
              <a:tabLst>
                <a:tab pos="0" algn="l"/>
              </a:tabLst>
              <a:defRPr lang="de-DE" sz="1800" b="1" u="none" strike="noStrike">
                <a:solidFill>
                  <a:schemeClr val="accent1"/>
                </a:solidFill>
                <a:effectLst/>
                <a:uFillTx/>
                <a:latin typeface="SRH Text"/>
              </a:defRPr>
            </a:lvl4pPr>
            <a:lvl5pPr lvl="4" algn="l" defTabSz="914400">
              <a:lnSpc>
                <a:spcPct val="110000"/>
              </a:lnSpc>
              <a:spcBef>
                <a:spcPts val="1199"/>
              </a:spcBef>
              <a:buClr>
                <a:srgbClr val="000000"/>
              </a:buClr>
              <a:buSzPct val="45000"/>
              <a:buFont typeface="Wingdings" charset="2"/>
              <a:buChar char=""/>
              <a:tabLst>
                <a:tab pos="0" algn="l"/>
              </a:tabLst>
              <a:defRPr lang="de-DE" sz="1800" b="1" u="none" strike="noStrike">
                <a:solidFill>
                  <a:schemeClr val="dk1"/>
                </a:solidFill>
                <a:effectLst/>
                <a:uFillTx/>
                <a:latin typeface="SRH Headline"/>
              </a:defRPr>
            </a:lvl5pPr>
            <a:lvl6pPr lvl="5" algn="l" defTabSz="914400">
              <a:lnSpc>
                <a:spcPct val="110000"/>
              </a:lnSpc>
              <a:spcBef>
                <a:spcPts val="1199"/>
              </a:spcBef>
              <a:buClr>
                <a:srgbClr val="000000"/>
              </a:buClr>
              <a:buSzPct val="45000"/>
              <a:buFont typeface="Wingdings" charset="2"/>
              <a:buChar char=""/>
              <a:tabLst>
                <a:tab pos="0" algn="l"/>
              </a:tabLst>
              <a:defRPr lang="de-DE" sz="1800" b="0" u="none" strike="noStrike">
                <a:solidFill>
                  <a:schemeClr val="dk1"/>
                </a:solidFill>
                <a:effectLst/>
                <a:uFillTx/>
                <a:latin typeface="SRH Headline"/>
              </a:defRPr>
            </a:lvl6pPr>
            <a:lvl7pPr lvl="6" algn="l" defTabSz="914400">
              <a:lnSpc>
                <a:spcPct val="98000"/>
              </a:lnSpc>
              <a:spcBef>
                <a:spcPts val="1199"/>
              </a:spcBef>
              <a:buClr>
                <a:srgbClr val="000000"/>
              </a:buClr>
              <a:buSzPct val="45000"/>
              <a:buFont typeface="Wingdings" charset="2"/>
              <a:buChar char=""/>
              <a:tabLst>
                <a:tab pos="0" algn="l"/>
              </a:tabLst>
              <a:defRPr lang="de-DE" sz="1800" b="1" u="none" strike="noStrike">
                <a:solidFill>
                  <a:schemeClr val="accent1"/>
                </a:solidFill>
                <a:effectLst/>
                <a:uFillTx/>
                <a:latin typeface="SRH Headline"/>
              </a:defRPr>
            </a:lvl7pPr>
          </a:lstStyle>
          <a:p>
            <a:pPr indent="0" algn="l" defTabSz="914400">
              <a:lnSpc>
                <a:spcPct val="110000"/>
              </a:lnSpc>
              <a:spcBef>
                <a:spcPts val="1199"/>
              </a:spcBef>
              <a:buNone/>
              <a:tabLst>
                <a:tab pos="0" algn="l"/>
              </a:tabLst>
            </a:pPr>
            <a:r>
              <a:rPr lang="de-DE" sz="1800" b="0" u="none" strike="noStrike">
                <a:solidFill>
                  <a:schemeClr val="dk1"/>
                </a:solidFill>
                <a:effectLst/>
                <a:uFillTx/>
                <a:latin typeface="SRH Text"/>
              </a:rPr>
              <a:t>Click to edit the outline text format</a:t>
            </a:r>
            <a:endParaRPr lang="de-DE" sz="1800" b="0" u="none" strike="noStrike">
              <a:solidFill>
                <a:schemeClr val="dk1"/>
              </a:solidFill>
              <a:effectLst/>
              <a:uFillTx/>
              <a:latin typeface="SRH Text"/>
            </a:endParaRPr>
          </a:p>
          <a:p>
            <a:pPr marL="457200" lvl="1" indent="-324000" algn="l" defTabSz="914400">
              <a:lnSpc>
                <a:spcPct val="110000"/>
              </a:lnSpc>
              <a:spcBef>
                <a:spcPts val="1199"/>
              </a:spcBef>
              <a:buClr>
                <a:srgbClr val="000000"/>
              </a:buClr>
              <a:buSzPct val="75000"/>
              <a:buFont typeface="Symbol" charset="2"/>
              <a:buChar char=""/>
              <a:tabLst>
                <a:tab pos="0" algn="l"/>
              </a:tabLst>
            </a:pPr>
            <a:r>
              <a:rPr lang="de-DE" sz="1800" b="0" u="none" strike="noStrike">
                <a:solidFill>
                  <a:schemeClr val="dk1"/>
                </a:solidFill>
                <a:effectLst/>
                <a:uFillTx/>
                <a:latin typeface="SRH Text"/>
              </a:rPr>
              <a:t>Second Outline Level</a:t>
            </a:r>
            <a:endParaRPr lang="de-DE" sz="1800" b="0" u="none" strike="noStrike">
              <a:solidFill>
                <a:schemeClr val="dk1"/>
              </a:solidFill>
              <a:effectLst/>
              <a:uFillTx/>
              <a:latin typeface="SRH Text"/>
            </a:endParaRPr>
          </a:p>
          <a:p>
            <a:pPr marL="914400" lvl="2" indent="-288000" algn="l" defTabSz="914400">
              <a:lnSpc>
                <a:spcPct val="110000"/>
              </a:lnSpc>
              <a:buClr>
                <a:srgbClr val="000000"/>
              </a:buClr>
              <a:buSzPct val="45000"/>
              <a:buFont typeface="Wingdings" charset="2"/>
              <a:buChar char=""/>
              <a:tabLst>
                <a:tab pos="0" algn="l"/>
              </a:tabLst>
            </a:pPr>
            <a:r>
              <a:rPr lang="de-DE" sz="1800" b="0" u="none" strike="noStrike">
                <a:solidFill>
                  <a:schemeClr val="dk1"/>
                </a:solidFill>
                <a:effectLst/>
                <a:uFillTx/>
                <a:latin typeface="SRH Text"/>
              </a:rPr>
              <a:t>Third Outline Level</a:t>
            </a:r>
            <a:endParaRPr lang="de-DE" sz="1800" b="0" u="none" strike="noStrike">
              <a:solidFill>
                <a:schemeClr val="dk1"/>
              </a:solidFill>
              <a:effectLst/>
              <a:uFillTx/>
              <a:latin typeface="SRH Text"/>
            </a:endParaRPr>
          </a:p>
          <a:p>
            <a:pPr marL="1371600" lvl="3" indent="-216000" algn="l" defTabSz="914400">
              <a:lnSpc>
                <a:spcPct val="110000"/>
              </a:lnSpc>
              <a:spcBef>
                <a:spcPts val="2401"/>
              </a:spcBef>
              <a:buClr>
                <a:srgbClr val="000000"/>
              </a:buClr>
              <a:buSzPct val="75000"/>
              <a:buFont typeface="Symbol" charset="2"/>
              <a:buChar char=""/>
              <a:tabLst>
                <a:tab pos="0" algn="l"/>
              </a:tabLst>
            </a:pPr>
            <a:r>
              <a:rPr lang="de-DE" sz="1800" b="1" u="none" strike="noStrike">
                <a:solidFill>
                  <a:schemeClr val="accent1"/>
                </a:solidFill>
                <a:effectLst/>
                <a:uFillTx/>
                <a:latin typeface="SRH Text"/>
              </a:rPr>
              <a:t>Fourth Outline Level</a:t>
            </a:r>
            <a:endParaRPr lang="de-DE" sz="1800" b="0" u="none" strike="noStrike">
              <a:solidFill>
                <a:schemeClr val="dk1"/>
              </a:solidFill>
              <a:effectLst/>
              <a:uFillTx/>
              <a:latin typeface="SRH Text"/>
            </a:endParaRPr>
          </a:p>
          <a:p>
            <a:pPr marL="1828800" lvl="4" indent="-216000" algn="l" defTabSz="914400">
              <a:lnSpc>
                <a:spcPct val="110000"/>
              </a:lnSpc>
              <a:spcBef>
                <a:spcPts val="1199"/>
              </a:spcBef>
              <a:buClr>
                <a:srgbClr val="000000"/>
              </a:buClr>
              <a:buSzPct val="45000"/>
              <a:buFont typeface="Wingdings" charset="2"/>
              <a:buChar char=""/>
              <a:tabLst>
                <a:tab pos="0" algn="l"/>
              </a:tabLst>
            </a:pPr>
            <a:r>
              <a:rPr lang="de-DE" sz="1800" b="1" u="none" strike="noStrike">
                <a:solidFill>
                  <a:schemeClr val="dk1"/>
                </a:solidFill>
                <a:effectLst/>
                <a:uFillTx/>
                <a:latin typeface="SRH Headline"/>
              </a:rPr>
              <a:t>Fifth Outline Level</a:t>
            </a:r>
            <a:endParaRPr lang="de-DE" sz="1800" b="0" u="none" strike="noStrike">
              <a:solidFill>
                <a:schemeClr val="dk1"/>
              </a:solidFill>
              <a:effectLst/>
              <a:uFillTx/>
              <a:latin typeface="SRH Text"/>
            </a:endParaRPr>
          </a:p>
          <a:p>
            <a:pPr marL="2286000" lvl="5" indent="-216000" algn="l" defTabSz="914400">
              <a:lnSpc>
                <a:spcPct val="110000"/>
              </a:lnSpc>
              <a:spcBef>
                <a:spcPts val="1199"/>
              </a:spcBef>
              <a:buClr>
                <a:srgbClr val="000000"/>
              </a:buClr>
              <a:buSzPct val="45000"/>
              <a:buFont typeface="Wingdings" charset="2"/>
              <a:buChar char=""/>
              <a:tabLst>
                <a:tab pos="0" algn="l"/>
              </a:tabLst>
            </a:pPr>
            <a:r>
              <a:rPr lang="de-DE" sz="1800" b="0" u="none" strike="noStrike">
                <a:solidFill>
                  <a:schemeClr val="dk1"/>
                </a:solidFill>
                <a:effectLst/>
                <a:uFillTx/>
                <a:latin typeface="SRH Headline"/>
              </a:rPr>
              <a:t>Sixth Outline Level</a:t>
            </a:r>
            <a:endParaRPr lang="de-DE" sz="1800" b="0" u="none" strike="noStrike">
              <a:solidFill>
                <a:schemeClr val="dk1"/>
              </a:solidFill>
              <a:effectLst/>
              <a:uFillTx/>
              <a:latin typeface="SRH Headline"/>
            </a:endParaRPr>
          </a:p>
          <a:p>
            <a:pPr marL="2743200" lvl="6" indent="-216000" algn="l" defTabSz="914400">
              <a:lnSpc>
                <a:spcPct val="98000"/>
              </a:lnSpc>
              <a:spcBef>
                <a:spcPts val="1199"/>
              </a:spcBef>
              <a:buClr>
                <a:srgbClr val="000000"/>
              </a:buClr>
              <a:buSzPct val="45000"/>
              <a:buFont typeface="Wingdings" charset="2"/>
              <a:buChar char=""/>
              <a:tabLst>
                <a:tab pos="0" algn="l"/>
              </a:tabLst>
            </a:pPr>
            <a:r>
              <a:rPr lang="de-DE" sz="1800" b="1" u="none" strike="noStrike">
                <a:solidFill>
                  <a:schemeClr val="accent1"/>
                </a:solidFill>
                <a:effectLst/>
                <a:uFillTx/>
                <a:latin typeface="SRH Headline"/>
              </a:rPr>
              <a:t>Seventh Outline Level</a:t>
            </a:r>
            <a:endParaRPr lang="de-DE" sz="1800" b="1" u="none" strike="noStrike">
              <a:solidFill>
                <a:schemeClr val="accent1"/>
              </a:solidFill>
              <a:effectLst/>
              <a:uFillTx/>
              <a:latin typeface="SRH Headline"/>
            </a:endParaRPr>
          </a:p>
        </p:txBody>
      </p:sp>
      <p:sp>
        <p:nvSpPr>
          <p:cNvPr id="10" name="PlaceHolder 7"/>
          <p:cNvSpPr>
            <a:spLocks noGrp="1"/>
          </p:cNvSpPr>
          <p:nvPr>
            <p:ph type="body"/>
          </p:nvPr>
        </p:nvSpPr>
        <p:spPr>
          <a:xfrm>
            <a:off x="360000" y="5463720"/>
            <a:ext cx="7526880" cy="491760"/>
          </a:xfrm>
          <a:prstGeom prst="rect">
            <a:avLst/>
          </a:prstGeom>
          <a:noFill/>
          <a:ln w="0">
            <a:noFill/>
          </a:ln>
        </p:spPr>
        <p:txBody>
          <a:bodyPr numCol="1" spcCol="216000" lIns="0" tIns="0" rIns="0" bIns="0" anchor="b">
            <a:noAutofit/>
          </a:bodyPr>
          <a:lstStyle>
            <a:lvl1pPr indent="0" algn="l" defTabSz="914400">
              <a:lnSpc>
                <a:spcPct val="110000"/>
              </a:lnSpc>
              <a:buNone/>
              <a:tabLst>
                <a:tab pos="0" algn="l"/>
              </a:tabLst>
              <a:defRPr lang="de-DE" sz="1200" b="0" u="none" strike="noStrike">
                <a:solidFill>
                  <a:schemeClr val="dk1"/>
                </a:solidFill>
                <a:effectLst/>
                <a:uFillTx/>
                <a:latin typeface="SRH Text"/>
                <a:ea typeface="SRH Text"/>
              </a:defRPr>
            </a:lvl1pPr>
          </a:lstStyle>
          <a:p>
            <a:pPr indent="0" algn="l" defTabSz="914400">
              <a:lnSpc>
                <a:spcPct val="110000"/>
              </a:lnSpc>
              <a:buNone/>
              <a:tabLst>
                <a:tab pos="0" algn="l"/>
              </a:tabLst>
            </a:pPr>
            <a:r>
              <a:rPr lang="de-DE" sz="1200" b="0" u="none" strike="noStrike">
                <a:solidFill>
                  <a:schemeClr val="dk1"/>
                </a:solidFill>
                <a:effectLst/>
                <a:uFillTx/>
                <a:latin typeface="SRH Text"/>
                <a:ea typeface="SRH Text"/>
              </a:rPr>
              <a:t>Mastertextformat bearbeiten</a:t>
            </a:r>
            <a:endParaRPr lang="de-DE" sz="1200" b="0" u="none" strike="noStrike">
              <a:solidFill>
                <a:schemeClr val="dk1"/>
              </a:solidFill>
              <a:effectLst/>
              <a:uFillTx/>
              <a:latin typeface="SRH Text"/>
            </a:endParaRPr>
          </a:p>
        </p:txBody>
      </p:sp>
      <p:sp>
        <p:nvSpPr>
          <p:cNvPr id="11" name="PlaceHolder 8"/>
          <p:cNvSpPr>
            <a:spLocks noGrp="1"/>
          </p:cNvSpPr>
          <p:nvPr>
            <p:ph type="body"/>
          </p:nvPr>
        </p:nvSpPr>
        <p:spPr>
          <a:xfrm>
            <a:off x="8248680" y="1728000"/>
            <a:ext cx="3582720" cy="4228560"/>
          </a:xfrm>
          <a:prstGeom prst="rect">
            <a:avLst/>
          </a:prstGeom>
          <a:noFill/>
          <a:ln w="0">
            <a:noFill/>
          </a:ln>
        </p:spPr>
        <p:txBody>
          <a:bodyPr numCol="1" spcCol="216000" lIns="0" tIns="0" rIns="0" bIns="0" anchor="t">
            <a:noAutofit/>
          </a:bodyPr>
          <a:lstStyle>
            <a:lvl1pPr indent="0" algn="l" defTabSz="914400">
              <a:lnSpc>
                <a:spcPct val="110000"/>
              </a:lnSpc>
              <a:spcBef>
                <a:spcPts val="1199"/>
              </a:spcBef>
              <a:buNone/>
              <a:tabLst>
                <a:tab pos="0" algn="l"/>
              </a:tabLst>
              <a:defRPr lang="de-DE" sz="1800" b="0" u="none" strike="noStrike">
                <a:solidFill>
                  <a:schemeClr val="dk1"/>
                </a:solidFill>
                <a:effectLst/>
                <a:uFillTx/>
                <a:latin typeface="SRH Text"/>
                <a:ea typeface="SRH Text"/>
              </a:defRPr>
            </a:lvl1pPr>
            <a:lvl2pPr lvl="1" algn="l" defTabSz="914400">
              <a:lnSpc>
                <a:spcPct val="110000"/>
              </a:lnSpc>
              <a:spcBef>
                <a:spcPts val="1199"/>
              </a:spcBef>
              <a:buClr>
                <a:srgbClr val="DF4807"/>
              </a:buClr>
              <a:buFont typeface="SRH"/>
              <a:buChar char="—"/>
              <a:tabLst>
                <a:tab pos="0" algn="l"/>
              </a:tabLst>
              <a:defRPr lang="de-DE" sz="1800" b="0" u="none" strike="noStrike">
                <a:solidFill>
                  <a:schemeClr val="dk1"/>
                </a:solidFill>
                <a:effectLst/>
                <a:uFillTx/>
                <a:latin typeface="SRH Text"/>
                <a:ea typeface="SRH Text"/>
              </a:defRPr>
            </a:lvl2pPr>
            <a:lvl3pPr lvl="2" algn="l" defTabSz="914400">
              <a:lnSpc>
                <a:spcPct val="110000"/>
              </a:lnSpc>
              <a:buClr>
                <a:srgbClr val="DF4807"/>
              </a:buClr>
              <a:buFont typeface="SRH"/>
              <a:buChar char="—"/>
              <a:tabLst>
                <a:tab pos="0" algn="l"/>
              </a:tabLst>
              <a:defRPr lang="de-DE" sz="1600" b="0" u="none" strike="noStrike">
                <a:solidFill>
                  <a:schemeClr val="dk1"/>
                </a:solidFill>
                <a:effectLst/>
                <a:uFillTx/>
                <a:latin typeface="SRH Text"/>
                <a:ea typeface="SRH Text"/>
              </a:defRPr>
            </a:lvl3pPr>
            <a:lvl4pPr indent="0" algn="l" defTabSz="914400">
              <a:lnSpc>
                <a:spcPct val="110000"/>
              </a:lnSpc>
              <a:spcBef>
                <a:spcPts val="2401"/>
              </a:spcBef>
              <a:buNone/>
              <a:tabLst>
                <a:tab pos="0" algn="l"/>
              </a:tabLst>
              <a:defRPr lang="de-DE" sz="2000" b="1" u="none" strike="noStrike">
                <a:solidFill>
                  <a:schemeClr val="accent1"/>
                </a:solidFill>
                <a:effectLst/>
                <a:uFillTx/>
                <a:latin typeface="SRH Text"/>
                <a:ea typeface="SRH Text"/>
              </a:defRPr>
            </a:lvl4pPr>
            <a:lvl5pPr indent="0" algn="l" defTabSz="914400">
              <a:lnSpc>
                <a:spcPct val="110000"/>
              </a:lnSpc>
              <a:spcBef>
                <a:spcPts val="1199"/>
              </a:spcBef>
              <a:buNone/>
              <a:tabLst>
                <a:tab pos="0" algn="l"/>
              </a:tabLst>
              <a:defRPr lang="de-DE" sz="2000" b="1" u="none" strike="noStrike">
                <a:solidFill>
                  <a:schemeClr val="dk1"/>
                </a:solidFill>
                <a:effectLst/>
                <a:uFillTx/>
                <a:latin typeface="SRH Headline"/>
                <a:ea typeface="SRH Headline"/>
              </a:defRPr>
            </a:lvl5pPr>
          </a:lstStyle>
          <a:p>
            <a:pPr indent="0" algn="l" defTabSz="914400">
              <a:lnSpc>
                <a:spcPct val="110000"/>
              </a:lnSpc>
              <a:spcBef>
                <a:spcPts val="1199"/>
              </a:spcBef>
              <a:buNone/>
              <a:tabLst>
                <a:tab pos="0" algn="l"/>
              </a:tabLst>
            </a:pPr>
            <a:r>
              <a:rPr lang="de-DE" sz="1800" b="0" u="none" strike="noStrike">
                <a:solidFill>
                  <a:schemeClr val="dk1"/>
                </a:solidFill>
                <a:effectLst/>
                <a:uFillTx/>
                <a:latin typeface="SRH Text"/>
                <a:ea typeface="SRH Text"/>
              </a:rPr>
              <a:t>Mastertextformat bearbeiten</a:t>
            </a:r>
            <a:endParaRPr lang="de-DE" sz="1800" b="0" u="none" strike="noStrike">
              <a:solidFill>
                <a:schemeClr val="dk1"/>
              </a:solidFill>
              <a:effectLst/>
              <a:uFillTx/>
              <a:latin typeface="SRH Text"/>
            </a:endParaRPr>
          </a:p>
          <a:p>
            <a:pPr marL="360000" lvl="1" indent="-360000" algn="l" defTabSz="914400">
              <a:lnSpc>
                <a:spcPct val="110000"/>
              </a:lnSpc>
              <a:spcBef>
                <a:spcPts val="1199"/>
              </a:spcBef>
              <a:buClr>
                <a:srgbClr val="DF4807"/>
              </a:buClr>
              <a:buFont typeface="SRH"/>
              <a:buChar char="—"/>
              <a:tabLst>
                <a:tab pos="0" algn="l"/>
              </a:tabLst>
            </a:pPr>
            <a:r>
              <a:rPr lang="de-DE" sz="1800" b="0" u="none" strike="noStrike">
                <a:solidFill>
                  <a:schemeClr val="dk1"/>
                </a:solidFill>
                <a:effectLst/>
                <a:uFillTx/>
                <a:latin typeface="SRH Text"/>
                <a:ea typeface="SRH Text"/>
              </a:rPr>
              <a:t>Zweite Ebene</a:t>
            </a:r>
            <a:endParaRPr lang="de-DE" sz="1800" b="0" u="none" strike="noStrike">
              <a:solidFill>
                <a:schemeClr val="dk1"/>
              </a:solidFill>
              <a:effectLst/>
              <a:uFillTx/>
              <a:latin typeface="SRH Text"/>
            </a:endParaRPr>
          </a:p>
          <a:p>
            <a:pPr marL="720000" lvl="2" indent="-360000" algn="l" defTabSz="914400">
              <a:lnSpc>
                <a:spcPct val="110000"/>
              </a:lnSpc>
              <a:buClr>
                <a:srgbClr val="DF4807"/>
              </a:buClr>
              <a:buFont typeface="SRH"/>
              <a:buChar char="—"/>
              <a:tabLst>
                <a:tab pos="0" algn="l"/>
              </a:tabLst>
            </a:pPr>
            <a:r>
              <a:rPr lang="de-DE" sz="1600" b="0" u="none" strike="noStrike">
                <a:solidFill>
                  <a:schemeClr val="dk1"/>
                </a:solidFill>
                <a:effectLst/>
                <a:uFillTx/>
                <a:latin typeface="SRH Text"/>
                <a:ea typeface="SRH Text"/>
              </a:rPr>
              <a:t>Dritte Ebene</a:t>
            </a:r>
            <a:endParaRPr lang="de-DE" sz="1600" b="0" u="none" strike="noStrike">
              <a:solidFill>
                <a:schemeClr val="dk1"/>
              </a:solidFill>
              <a:effectLst/>
              <a:uFillTx/>
              <a:latin typeface="SRH Text"/>
            </a:endParaRPr>
          </a:p>
          <a:p>
            <a:pPr indent="0" algn="l" defTabSz="914400">
              <a:lnSpc>
                <a:spcPct val="110000"/>
              </a:lnSpc>
              <a:spcBef>
                <a:spcPts val="2401"/>
              </a:spcBef>
              <a:buNone/>
              <a:tabLst>
                <a:tab pos="0" algn="l"/>
              </a:tabLst>
            </a:pPr>
            <a:r>
              <a:rPr lang="de-DE" sz="2000" b="1" u="none" strike="noStrike">
                <a:solidFill>
                  <a:schemeClr val="accent1"/>
                </a:solidFill>
                <a:effectLst/>
                <a:uFillTx/>
                <a:latin typeface="SRH Text"/>
                <a:ea typeface="SRH Text"/>
              </a:rPr>
              <a:t>Vierte Ebene</a:t>
            </a:r>
            <a:endParaRPr lang="de-DE" sz="2000" b="0" u="none" strike="noStrike">
              <a:solidFill>
                <a:schemeClr val="dk1"/>
              </a:solidFill>
              <a:effectLst/>
              <a:uFillTx/>
              <a:latin typeface="SRH Text"/>
            </a:endParaRPr>
          </a:p>
          <a:p>
            <a:pPr indent="0" algn="l" defTabSz="914400">
              <a:lnSpc>
                <a:spcPct val="110000"/>
              </a:lnSpc>
              <a:spcBef>
                <a:spcPts val="1199"/>
              </a:spcBef>
              <a:buNone/>
              <a:tabLst>
                <a:tab pos="0" algn="l"/>
              </a:tabLst>
            </a:pPr>
            <a:r>
              <a:rPr lang="de-DE" sz="2000" b="1" u="none" strike="noStrike">
                <a:solidFill>
                  <a:schemeClr val="dk1"/>
                </a:solidFill>
                <a:effectLst/>
                <a:uFillTx/>
                <a:latin typeface="SRH Headline"/>
                <a:ea typeface="SRH Headline"/>
              </a:rPr>
              <a:t>Fünfte Ebene</a:t>
            </a:r>
            <a:endParaRPr lang="de-DE" sz="2000" b="0" u="none" strike="noStrike">
              <a:solidFill>
                <a:schemeClr val="dk1"/>
              </a:solidFill>
              <a:effectLst/>
              <a:uFillTx/>
              <a:latin typeface="SRH Text"/>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abelle und Text auf weiss">
    <p:bg>
      <p:bgPr>
        <a:solidFill>
          <a:schemeClr val="lt1"/>
        </a:solidFill>
      </p:bgPr>
    </p:bg>
    <p:spTree>
      <p:nvGrpSpPr>
        <p:cNvPr id="1" name=""/>
        <p:cNvGrpSpPr/>
        <p:nvPr/>
      </p:nvGrpSpPr>
      <p:grpSpPr>
        <a:xfrm>
          <a:off x="0" y="0"/>
          <a:ext cx="0" cy="0"/>
          <a:chOff x="0" y="0"/>
          <a:chExt cx="0" cy="0"/>
        </a:xfrm>
      </p:grpSpPr>
      <p:sp>
        <p:nvSpPr>
          <p:cNvPr id="12" name="Freihandform: Form 11"/>
          <p:cNvSpPr/>
          <p:nvPr/>
        </p:nvSpPr>
        <p:spPr>
          <a:xfrm>
            <a:off x="10878840" y="361440"/>
            <a:ext cx="946080" cy="731520"/>
          </a:xfrm>
          <a:custGeom>
            <a:avLst/>
            <a:gdLst>
              <a:gd name="textAreaLeft" fmla="*/ 0 w 946080"/>
              <a:gd name="textAreaRight" fmla="*/ 341299800 w 946080"/>
              <a:gd name="textAreaTop" fmla="*/ 0 h 731520"/>
              <a:gd name="textAreaBottom" fmla="*/ 264033000 h 731520"/>
            </a:gdLst>
            <a:ahLst/>
            <a:cxnLst/>
            <a:rect l="textAreaLeft" t="textAreaTop" r="textAreaRight" b="textAreaBottom"/>
            <a:pathLst>
              <a:path w="948055" h="733425">
                <a:moveTo>
                  <a:pt x="619721" y="598726"/>
                </a:moveTo>
                <a:lnTo>
                  <a:pt x="708150" y="598726"/>
                </a:lnTo>
                <a:lnTo>
                  <a:pt x="708150" y="174"/>
                </a:lnTo>
                <a:lnTo>
                  <a:pt x="619721" y="174"/>
                </a:lnTo>
                <a:lnTo>
                  <a:pt x="619721" y="598726"/>
                </a:lnTo>
                <a:close/>
                <a:moveTo>
                  <a:pt x="811583" y="196858"/>
                </a:moveTo>
                <a:cubicBezTo>
                  <a:pt x="794961" y="196049"/>
                  <a:pt x="774271" y="196858"/>
                  <a:pt x="753582" y="199293"/>
                </a:cubicBezTo>
                <a:lnTo>
                  <a:pt x="753582" y="281173"/>
                </a:lnTo>
                <a:cubicBezTo>
                  <a:pt x="831456" y="281173"/>
                  <a:pt x="859851" y="292576"/>
                  <a:pt x="859851" y="364713"/>
                </a:cubicBezTo>
                <a:lnTo>
                  <a:pt x="859851" y="598726"/>
                </a:lnTo>
                <a:lnTo>
                  <a:pt x="948279" y="598726"/>
                </a:lnTo>
                <a:lnTo>
                  <a:pt x="948279" y="353792"/>
                </a:lnTo>
                <a:cubicBezTo>
                  <a:pt x="948279" y="263364"/>
                  <a:pt x="896768" y="200102"/>
                  <a:pt x="811583" y="196858"/>
                </a:cubicBezTo>
                <a:close/>
                <a:moveTo>
                  <a:pt x="208715" y="199693"/>
                </a:moveTo>
                <a:cubicBezTo>
                  <a:pt x="114600" y="204562"/>
                  <a:pt x="72827" y="267010"/>
                  <a:pt x="72827" y="366365"/>
                </a:cubicBezTo>
                <a:lnTo>
                  <a:pt x="72827" y="566720"/>
                </a:lnTo>
                <a:cubicBezTo>
                  <a:pt x="72827" y="625122"/>
                  <a:pt x="61054" y="650267"/>
                  <a:pt x="224" y="651483"/>
                </a:cubicBezTo>
                <a:lnTo>
                  <a:pt x="224" y="732542"/>
                </a:lnTo>
                <a:cubicBezTo>
                  <a:pt x="7522" y="733765"/>
                  <a:pt x="19282" y="733765"/>
                  <a:pt x="25368" y="733352"/>
                </a:cubicBezTo>
                <a:cubicBezTo>
                  <a:pt x="119871" y="727681"/>
                  <a:pt x="161249" y="664825"/>
                  <a:pt x="161249" y="566687"/>
                </a:cubicBezTo>
                <a:lnTo>
                  <a:pt x="161249" y="366332"/>
                </a:lnTo>
                <a:cubicBezTo>
                  <a:pt x="161249" y="307529"/>
                  <a:pt x="172206" y="282792"/>
                  <a:pt x="233451" y="281582"/>
                </a:cubicBezTo>
                <a:lnTo>
                  <a:pt x="233451" y="200102"/>
                </a:lnTo>
                <a:cubicBezTo>
                  <a:pt x="226555" y="199293"/>
                  <a:pt x="214795" y="199293"/>
                  <a:pt x="208715" y="199693"/>
                </a:cubicBezTo>
                <a:close/>
                <a:moveTo>
                  <a:pt x="480068" y="199693"/>
                </a:moveTo>
                <a:cubicBezTo>
                  <a:pt x="386368" y="204562"/>
                  <a:pt x="344181" y="267417"/>
                  <a:pt x="344181" y="366365"/>
                </a:cubicBezTo>
                <a:lnTo>
                  <a:pt x="344181" y="598726"/>
                </a:lnTo>
                <a:lnTo>
                  <a:pt x="432603" y="598726"/>
                </a:lnTo>
                <a:lnTo>
                  <a:pt x="432603" y="366332"/>
                </a:lnTo>
                <a:cubicBezTo>
                  <a:pt x="432603" y="307930"/>
                  <a:pt x="444375" y="282792"/>
                  <a:pt x="505212" y="281582"/>
                </a:cubicBezTo>
                <a:lnTo>
                  <a:pt x="505212" y="200102"/>
                </a:lnTo>
                <a:cubicBezTo>
                  <a:pt x="497907" y="199293"/>
                  <a:pt x="486148" y="199293"/>
                  <a:pt x="480068" y="199693"/>
                </a:cubicBezTo>
                <a:close/>
              </a:path>
            </a:pathLst>
          </a:custGeom>
          <a:solidFill>
            <a:schemeClr val="accent1"/>
          </a:solidFill>
          <a:ln w="0">
            <a:noFill/>
          </a:ln>
        </p:spPr>
        <p:style>
          <a:lnRef idx="0"/>
          <a:fillRef idx="0"/>
          <a:effectRef idx="0"/>
          <a:fontRef idx="minor"/>
        </p:style>
        <p:txBody>
          <a:bodyPr numCol="1" spcCol="216000" lIns="0" tIns="361440" rIns="946440" bIns="1094760" anchor="ctr">
            <a:noAutofit/>
          </a:bodyPr>
          <a:p>
            <a:endParaRPr lang="de-DE" sz="1800" b="0" u="none" strike="noStrike">
              <a:solidFill>
                <a:schemeClr val="dk1"/>
              </a:solidFill>
              <a:effectLst/>
              <a:uFillTx/>
              <a:latin typeface="SRH"/>
            </a:endParaRPr>
          </a:p>
        </p:txBody>
      </p:sp>
      <p:sp>
        <p:nvSpPr>
          <p:cNvPr id="13" name="PlaceHolder 1"/>
          <p:cNvSpPr>
            <a:spLocks noGrp="1"/>
          </p:cNvSpPr>
          <p:nvPr>
            <p:ph type="title"/>
          </p:nvPr>
        </p:nvSpPr>
        <p:spPr>
          <a:xfrm>
            <a:off x="360000" y="358920"/>
            <a:ext cx="9155520" cy="833400"/>
          </a:xfrm>
          <a:prstGeom prst="rect">
            <a:avLst/>
          </a:prstGeom>
          <a:noFill/>
          <a:ln w="0">
            <a:noFill/>
          </a:ln>
        </p:spPr>
        <p:txBody>
          <a:bodyPr numCol="1" spcCol="216000" lIns="0" tIns="0" rIns="0" bIns="0" anchor="b">
            <a:noAutofit/>
          </a:bodyPr>
          <a:lstStyle>
            <a:lvl1pPr indent="0" algn="l" defTabSz="914400">
              <a:lnSpc>
                <a:spcPct val="100000"/>
              </a:lnSpc>
              <a:buNone/>
              <a:tabLst>
                <a:tab pos="0" algn="l"/>
              </a:tabLst>
              <a:defRPr lang="de-DE" sz="3000" b="1" u="none" strike="noStrike">
                <a:solidFill>
                  <a:schemeClr val="dk1"/>
                </a:solidFill>
                <a:effectLst/>
                <a:uFillTx/>
                <a:latin typeface="SRH Headline"/>
                <a:ea typeface="SRH Headline"/>
              </a:defRPr>
            </a:lvl1pPr>
          </a:lstStyle>
          <a:p>
            <a:pPr indent="0" algn="l" defTabSz="914400">
              <a:lnSpc>
                <a:spcPct val="100000"/>
              </a:lnSpc>
              <a:buNone/>
              <a:tabLst>
                <a:tab pos="0" algn="l"/>
              </a:tabLst>
            </a:pPr>
            <a:r>
              <a:rPr lang="de-DE" sz="3000" b="1" u="none" strike="noStrike">
                <a:solidFill>
                  <a:schemeClr val="dk1"/>
                </a:solidFill>
                <a:effectLst/>
                <a:uFillTx/>
                <a:latin typeface="SRH Headline"/>
                <a:ea typeface="SRH Headline"/>
              </a:rPr>
              <a:t>Mastertitelformat bearbeiten</a:t>
            </a:r>
            <a:endParaRPr lang="de-DE" sz="3000" b="1" u="none" strike="noStrike">
              <a:solidFill>
                <a:schemeClr val="dk1"/>
              </a:solidFill>
              <a:effectLst/>
              <a:uFillTx/>
              <a:latin typeface="SRH Headline"/>
            </a:endParaRPr>
          </a:p>
        </p:txBody>
      </p:sp>
      <p:sp>
        <p:nvSpPr>
          <p:cNvPr id="14" name="PlaceHolder 2"/>
          <p:cNvSpPr>
            <a:spLocks noGrp="1"/>
          </p:cNvSpPr>
          <p:nvPr>
            <p:ph type="body"/>
          </p:nvPr>
        </p:nvSpPr>
        <p:spPr>
          <a:xfrm>
            <a:off x="360000" y="2873880"/>
            <a:ext cx="7526880" cy="2324160"/>
          </a:xfrm>
          <a:prstGeom prst="rect">
            <a:avLst/>
          </a:prstGeom>
          <a:noFill/>
          <a:ln w="0">
            <a:noFill/>
          </a:ln>
        </p:spPr>
        <p:txBody>
          <a:bodyPr numCol="1" spcCol="216000" lIns="0" tIns="0" rIns="0" bIns="0" anchor="ctr">
            <a:noAutofit/>
          </a:bodyPr>
          <a:lstStyle>
            <a:lvl1pPr indent="0" algn="l" defTabSz="914400">
              <a:lnSpc>
                <a:spcPct val="110000"/>
              </a:lnSpc>
              <a:spcBef>
                <a:spcPts val="1199"/>
              </a:spcBef>
              <a:buNone/>
              <a:tabLst>
                <a:tab pos="0" algn="l"/>
              </a:tabLst>
              <a:defRPr lang="de-DE" sz="1800" b="0" u="none" strike="noStrike">
                <a:solidFill>
                  <a:schemeClr val="dk1"/>
                </a:solidFill>
                <a:effectLst/>
                <a:uFillTx/>
                <a:latin typeface="SRH Text"/>
              </a:defRPr>
            </a:lvl1pPr>
            <a:lvl2pPr lvl="1" algn="l" defTabSz="914400">
              <a:lnSpc>
                <a:spcPct val="110000"/>
              </a:lnSpc>
              <a:spcBef>
                <a:spcPts val="1199"/>
              </a:spcBef>
              <a:buClr>
                <a:srgbClr val="000000"/>
              </a:buClr>
              <a:buSzPct val="75000"/>
              <a:buFont typeface="Symbol" charset="2"/>
              <a:buChar char=""/>
              <a:tabLst>
                <a:tab pos="0" algn="l"/>
              </a:tabLst>
              <a:defRPr lang="de-DE" sz="1800" b="0" u="none" strike="noStrike">
                <a:solidFill>
                  <a:schemeClr val="dk1"/>
                </a:solidFill>
                <a:effectLst/>
                <a:uFillTx/>
                <a:latin typeface="SRH Text"/>
              </a:defRPr>
            </a:lvl2pPr>
            <a:lvl3pPr lvl="2" algn="l" defTabSz="914400">
              <a:lnSpc>
                <a:spcPct val="110000"/>
              </a:lnSpc>
              <a:buClr>
                <a:srgbClr val="000000"/>
              </a:buClr>
              <a:buSzPct val="45000"/>
              <a:buFont typeface="Wingdings" charset="2"/>
              <a:buChar char=""/>
              <a:tabLst>
                <a:tab pos="0" algn="l"/>
              </a:tabLst>
              <a:defRPr lang="de-DE" sz="1800" b="0" u="none" strike="noStrike">
                <a:solidFill>
                  <a:schemeClr val="dk1"/>
                </a:solidFill>
                <a:effectLst/>
                <a:uFillTx/>
                <a:latin typeface="SRH Text"/>
              </a:defRPr>
            </a:lvl3pPr>
            <a:lvl4pPr lvl="3" algn="l" defTabSz="914400">
              <a:lnSpc>
                <a:spcPct val="110000"/>
              </a:lnSpc>
              <a:spcBef>
                <a:spcPts val="2401"/>
              </a:spcBef>
              <a:buClr>
                <a:srgbClr val="000000"/>
              </a:buClr>
              <a:buSzPct val="75000"/>
              <a:buFont typeface="Symbol" charset="2"/>
              <a:buChar char=""/>
              <a:tabLst>
                <a:tab pos="0" algn="l"/>
              </a:tabLst>
              <a:defRPr lang="de-DE" sz="1800" b="1" u="none" strike="noStrike">
                <a:solidFill>
                  <a:schemeClr val="accent1"/>
                </a:solidFill>
                <a:effectLst/>
                <a:uFillTx/>
                <a:latin typeface="SRH Text"/>
              </a:defRPr>
            </a:lvl4pPr>
            <a:lvl5pPr lvl="4" algn="l" defTabSz="914400">
              <a:lnSpc>
                <a:spcPct val="110000"/>
              </a:lnSpc>
              <a:spcBef>
                <a:spcPts val="1199"/>
              </a:spcBef>
              <a:buClr>
                <a:srgbClr val="000000"/>
              </a:buClr>
              <a:buSzPct val="45000"/>
              <a:buFont typeface="Wingdings" charset="2"/>
              <a:buChar char=""/>
              <a:tabLst>
                <a:tab pos="0" algn="l"/>
              </a:tabLst>
              <a:defRPr lang="de-DE" sz="1800" b="1" u="none" strike="noStrike">
                <a:solidFill>
                  <a:schemeClr val="dk1"/>
                </a:solidFill>
                <a:effectLst/>
                <a:uFillTx/>
                <a:latin typeface="SRH Headline"/>
              </a:defRPr>
            </a:lvl5pPr>
            <a:lvl6pPr lvl="5" algn="l" defTabSz="914400">
              <a:lnSpc>
                <a:spcPct val="110000"/>
              </a:lnSpc>
              <a:spcBef>
                <a:spcPts val="1199"/>
              </a:spcBef>
              <a:buClr>
                <a:srgbClr val="000000"/>
              </a:buClr>
              <a:buSzPct val="45000"/>
              <a:buFont typeface="Wingdings" charset="2"/>
              <a:buChar char=""/>
              <a:tabLst>
                <a:tab pos="0" algn="l"/>
              </a:tabLst>
              <a:defRPr lang="de-DE" sz="1800" b="0" u="none" strike="noStrike">
                <a:solidFill>
                  <a:schemeClr val="dk1"/>
                </a:solidFill>
                <a:effectLst/>
                <a:uFillTx/>
                <a:latin typeface="SRH Headline"/>
              </a:defRPr>
            </a:lvl6pPr>
            <a:lvl7pPr lvl="6" algn="l" defTabSz="914400">
              <a:lnSpc>
                <a:spcPct val="98000"/>
              </a:lnSpc>
              <a:spcBef>
                <a:spcPts val="1199"/>
              </a:spcBef>
              <a:buClr>
                <a:srgbClr val="000000"/>
              </a:buClr>
              <a:buSzPct val="45000"/>
              <a:buFont typeface="Wingdings" charset="2"/>
              <a:buChar char=""/>
              <a:tabLst>
                <a:tab pos="0" algn="l"/>
              </a:tabLst>
              <a:defRPr lang="de-DE" sz="1800" b="1" u="none" strike="noStrike">
                <a:solidFill>
                  <a:schemeClr val="accent1"/>
                </a:solidFill>
                <a:effectLst/>
                <a:uFillTx/>
                <a:latin typeface="SRH Headline"/>
              </a:defRPr>
            </a:lvl7pPr>
          </a:lstStyle>
          <a:p>
            <a:pPr indent="0" algn="l" defTabSz="914400">
              <a:lnSpc>
                <a:spcPct val="110000"/>
              </a:lnSpc>
              <a:spcBef>
                <a:spcPts val="1199"/>
              </a:spcBef>
              <a:buNone/>
              <a:tabLst>
                <a:tab pos="0" algn="l"/>
              </a:tabLst>
            </a:pPr>
            <a:r>
              <a:rPr lang="de-DE" sz="1800" b="0" u="none" strike="noStrike">
                <a:solidFill>
                  <a:schemeClr val="dk1"/>
                </a:solidFill>
                <a:effectLst/>
                <a:uFillTx/>
                <a:latin typeface="SRH Text"/>
              </a:rPr>
              <a:t>Click to edit the outline text format</a:t>
            </a:r>
            <a:endParaRPr lang="de-DE" sz="1800" b="0" u="none" strike="noStrike">
              <a:solidFill>
                <a:schemeClr val="dk1"/>
              </a:solidFill>
              <a:effectLst/>
              <a:uFillTx/>
              <a:latin typeface="SRH Text"/>
            </a:endParaRPr>
          </a:p>
          <a:p>
            <a:pPr marL="457200" lvl="1" indent="-324000" algn="l" defTabSz="914400">
              <a:lnSpc>
                <a:spcPct val="110000"/>
              </a:lnSpc>
              <a:spcBef>
                <a:spcPts val="1199"/>
              </a:spcBef>
              <a:buClr>
                <a:srgbClr val="000000"/>
              </a:buClr>
              <a:buSzPct val="75000"/>
              <a:buFont typeface="Symbol" charset="2"/>
              <a:buChar char=""/>
              <a:tabLst>
                <a:tab pos="0" algn="l"/>
              </a:tabLst>
            </a:pPr>
            <a:r>
              <a:rPr lang="de-DE" sz="1800" b="0" u="none" strike="noStrike">
                <a:solidFill>
                  <a:schemeClr val="dk1"/>
                </a:solidFill>
                <a:effectLst/>
                <a:uFillTx/>
                <a:latin typeface="SRH Text"/>
              </a:rPr>
              <a:t>Second Outline Level</a:t>
            </a:r>
            <a:endParaRPr lang="de-DE" sz="1800" b="0" u="none" strike="noStrike">
              <a:solidFill>
                <a:schemeClr val="dk1"/>
              </a:solidFill>
              <a:effectLst/>
              <a:uFillTx/>
              <a:latin typeface="SRH Text"/>
            </a:endParaRPr>
          </a:p>
          <a:p>
            <a:pPr marL="914400" lvl="2" indent="-288000" algn="l" defTabSz="914400">
              <a:lnSpc>
                <a:spcPct val="110000"/>
              </a:lnSpc>
              <a:buClr>
                <a:srgbClr val="000000"/>
              </a:buClr>
              <a:buSzPct val="45000"/>
              <a:buFont typeface="Wingdings" charset="2"/>
              <a:buChar char=""/>
              <a:tabLst>
                <a:tab pos="0" algn="l"/>
              </a:tabLst>
            </a:pPr>
            <a:r>
              <a:rPr lang="de-DE" sz="1800" b="0" u="none" strike="noStrike">
                <a:solidFill>
                  <a:schemeClr val="dk1"/>
                </a:solidFill>
                <a:effectLst/>
                <a:uFillTx/>
                <a:latin typeface="SRH Text"/>
              </a:rPr>
              <a:t>Third Outline Level</a:t>
            </a:r>
            <a:endParaRPr lang="de-DE" sz="1800" b="0" u="none" strike="noStrike">
              <a:solidFill>
                <a:schemeClr val="dk1"/>
              </a:solidFill>
              <a:effectLst/>
              <a:uFillTx/>
              <a:latin typeface="SRH Text"/>
            </a:endParaRPr>
          </a:p>
          <a:p>
            <a:pPr marL="1371600" lvl="3" indent="-216000" algn="l" defTabSz="914400">
              <a:lnSpc>
                <a:spcPct val="110000"/>
              </a:lnSpc>
              <a:spcBef>
                <a:spcPts val="2401"/>
              </a:spcBef>
              <a:buClr>
                <a:srgbClr val="000000"/>
              </a:buClr>
              <a:buSzPct val="75000"/>
              <a:buFont typeface="Symbol" charset="2"/>
              <a:buChar char=""/>
              <a:tabLst>
                <a:tab pos="0" algn="l"/>
              </a:tabLst>
            </a:pPr>
            <a:r>
              <a:rPr lang="de-DE" sz="1800" b="1" u="none" strike="noStrike">
                <a:solidFill>
                  <a:schemeClr val="accent1"/>
                </a:solidFill>
                <a:effectLst/>
                <a:uFillTx/>
                <a:latin typeface="SRH Text"/>
              </a:rPr>
              <a:t>Fourth Outline Level</a:t>
            </a:r>
            <a:endParaRPr lang="de-DE" sz="1800" b="0" u="none" strike="noStrike">
              <a:solidFill>
                <a:schemeClr val="dk1"/>
              </a:solidFill>
              <a:effectLst/>
              <a:uFillTx/>
              <a:latin typeface="SRH Text"/>
            </a:endParaRPr>
          </a:p>
          <a:p>
            <a:pPr marL="1828800" lvl="4" indent="-216000" algn="l" defTabSz="914400">
              <a:lnSpc>
                <a:spcPct val="110000"/>
              </a:lnSpc>
              <a:spcBef>
                <a:spcPts val="1199"/>
              </a:spcBef>
              <a:buClr>
                <a:srgbClr val="000000"/>
              </a:buClr>
              <a:buSzPct val="45000"/>
              <a:buFont typeface="Wingdings" charset="2"/>
              <a:buChar char=""/>
              <a:tabLst>
                <a:tab pos="0" algn="l"/>
              </a:tabLst>
            </a:pPr>
            <a:r>
              <a:rPr lang="de-DE" sz="1800" b="1" u="none" strike="noStrike">
                <a:solidFill>
                  <a:schemeClr val="dk1"/>
                </a:solidFill>
                <a:effectLst/>
                <a:uFillTx/>
                <a:latin typeface="SRH Headline"/>
              </a:rPr>
              <a:t>Fifth Outline Level</a:t>
            </a:r>
            <a:endParaRPr lang="de-DE" sz="1800" b="0" u="none" strike="noStrike">
              <a:solidFill>
                <a:schemeClr val="dk1"/>
              </a:solidFill>
              <a:effectLst/>
              <a:uFillTx/>
              <a:latin typeface="SRH Text"/>
            </a:endParaRPr>
          </a:p>
          <a:p>
            <a:pPr marL="2286000" lvl="5" indent="-216000" algn="l" defTabSz="914400">
              <a:lnSpc>
                <a:spcPct val="110000"/>
              </a:lnSpc>
              <a:spcBef>
                <a:spcPts val="1199"/>
              </a:spcBef>
              <a:buClr>
                <a:srgbClr val="000000"/>
              </a:buClr>
              <a:buSzPct val="45000"/>
              <a:buFont typeface="Wingdings" charset="2"/>
              <a:buChar char=""/>
              <a:tabLst>
                <a:tab pos="0" algn="l"/>
              </a:tabLst>
            </a:pPr>
            <a:r>
              <a:rPr lang="de-DE" sz="1800" b="0" u="none" strike="noStrike">
                <a:solidFill>
                  <a:schemeClr val="dk1"/>
                </a:solidFill>
                <a:effectLst/>
                <a:uFillTx/>
                <a:latin typeface="SRH Headline"/>
              </a:rPr>
              <a:t>Sixth Outline Level</a:t>
            </a:r>
            <a:endParaRPr lang="de-DE" sz="1800" b="0" u="none" strike="noStrike">
              <a:solidFill>
                <a:schemeClr val="dk1"/>
              </a:solidFill>
              <a:effectLst/>
              <a:uFillTx/>
              <a:latin typeface="SRH Headline"/>
            </a:endParaRPr>
          </a:p>
          <a:p>
            <a:pPr marL="2743200" lvl="6" indent="-216000" algn="l" defTabSz="914400">
              <a:lnSpc>
                <a:spcPct val="98000"/>
              </a:lnSpc>
              <a:spcBef>
                <a:spcPts val="1199"/>
              </a:spcBef>
              <a:buClr>
                <a:srgbClr val="000000"/>
              </a:buClr>
              <a:buSzPct val="45000"/>
              <a:buFont typeface="Wingdings" charset="2"/>
              <a:buChar char=""/>
              <a:tabLst>
                <a:tab pos="0" algn="l"/>
              </a:tabLst>
            </a:pPr>
            <a:r>
              <a:rPr lang="de-DE" sz="1800" b="1" u="none" strike="noStrike">
                <a:solidFill>
                  <a:schemeClr val="accent1"/>
                </a:solidFill>
                <a:effectLst/>
                <a:uFillTx/>
                <a:latin typeface="SRH Headline"/>
              </a:rPr>
              <a:t>Seventh Outline Level</a:t>
            </a:r>
            <a:endParaRPr lang="de-DE" sz="1800" b="1" u="none" strike="noStrike">
              <a:solidFill>
                <a:schemeClr val="accent1"/>
              </a:solidFill>
              <a:effectLst/>
              <a:uFillTx/>
              <a:latin typeface="SRH Headline"/>
            </a:endParaRPr>
          </a:p>
        </p:txBody>
      </p:sp>
      <p:sp>
        <p:nvSpPr>
          <p:cNvPr id="15" name="PlaceHolder 3"/>
          <p:cNvSpPr>
            <a:spLocks noGrp="1"/>
          </p:cNvSpPr>
          <p:nvPr>
            <p:ph type="dt" idx="4"/>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en-CA" sz="900" b="1" u="none" strike="noStrike">
                <a:solidFill>
                  <a:srgbClr val="6D7373"/>
                </a:solidFill>
                <a:effectLst/>
                <a:uFillTx/>
                <a:latin typeface="SRH Text"/>
                <a:ea typeface="SRH"/>
              </a:rPr>
              <a:t>&lt;date/time&gt;</a:t>
            </a:r>
            <a:endParaRPr lang="en-US" sz="900" b="0" u="none" strike="noStrike">
              <a:solidFill>
                <a:srgbClr val="000000"/>
              </a:solidFill>
              <a:effectLst/>
              <a:uFillTx/>
              <a:latin typeface="Times New Roman"/>
            </a:endParaRPr>
          </a:p>
        </p:txBody>
      </p:sp>
      <p:sp>
        <p:nvSpPr>
          <p:cNvPr id="16" name="PlaceHolder 4"/>
          <p:cNvSpPr>
            <a:spLocks noGrp="1"/>
          </p:cNvSpPr>
          <p:nvPr>
            <p:ph type="ftr" idx="5"/>
          </p:nvPr>
        </p:nvSpPr>
        <p:spPr>
          <a:xfrm>
            <a:off x="1319400" y="635652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&lt;footer&gt;</a:t>
            </a:r>
            <a:endParaRPr lang="en-US" sz="900" b="0" u="none" strike="noStrike">
              <a:solidFill>
                <a:srgbClr val="000000"/>
              </a:solidFill>
              <a:effectLst/>
              <a:uFillTx/>
              <a:latin typeface="Times New Roman"/>
            </a:endParaRPr>
          </a:p>
        </p:txBody>
      </p:sp>
      <p:sp>
        <p:nvSpPr>
          <p:cNvPr id="17" name="PlaceHolder 5"/>
          <p:cNvSpPr>
            <a:spLocks noGrp="1"/>
          </p:cNvSpPr>
          <p:nvPr>
            <p:ph type="sldNum" idx="6"/>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619D5055-6D25-420A-955C-1DE388540585}"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
        <p:nvSpPr>
          <p:cNvPr id="18" name="PlaceHolder 6"/>
          <p:cNvSpPr>
            <a:spLocks noGrp="1"/>
          </p:cNvSpPr>
          <p:nvPr>
            <p:ph type="body"/>
          </p:nvPr>
        </p:nvSpPr>
        <p:spPr>
          <a:xfrm>
            <a:off x="360000" y="1728000"/>
            <a:ext cx="7526880" cy="779400"/>
          </a:xfrm>
          <a:prstGeom prst="rect">
            <a:avLst/>
          </a:prstGeom>
          <a:noFill/>
          <a:ln w="0">
            <a:noFill/>
          </a:ln>
        </p:spPr>
        <p:txBody>
          <a:bodyPr numCol="1" spcCol="216000" lIns="0" tIns="0" rIns="0" bIns="0" anchor="ctr">
            <a:noAutofit/>
          </a:bodyPr>
          <a:lstStyle>
            <a:lvl1pPr indent="0" algn="l" defTabSz="914400">
              <a:lnSpc>
                <a:spcPct val="110000"/>
              </a:lnSpc>
              <a:spcBef>
                <a:spcPts val="1199"/>
              </a:spcBef>
              <a:buNone/>
              <a:tabLst>
                <a:tab pos="0" algn="l"/>
              </a:tabLst>
              <a:defRPr lang="de-DE" sz="1800" b="0" u="none" strike="noStrike">
                <a:solidFill>
                  <a:schemeClr val="dk1"/>
                </a:solidFill>
                <a:effectLst/>
                <a:uFillTx/>
                <a:latin typeface="SRH Text"/>
              </a:defRPr>
            </a:lvl1pPr>
            <a:lvl2pPr lvl="1" algn="l" defTabSz="914400">
              <a:lnSpc>
                <a:spcPct val="110000"/>
              </a:lnSpc>
              <a:spcBef>
                <a:spcPts val="1199"/>
              </a:spcBef>
              <a:buClr>
                <a:srgbClr val="000000"/>
              </a:buClr>
              <a:buSzPct val="75000"/>
              <a:buFont typeface="Symbol" charset="2"/>
              <a:buChar char=""/>
              <a:tabLst>
                <a:tab pos="0" algn="l"/>
              </a:tabLst>
              <a:defRPr lang="de-DE" sz="1800" b="0" u="none" strike="noStrike">
                <a:solidFill>
                  <a:schemeClr val="dk1"/>
                </a:solidFill>
                <a:effectLst/>
                <a:uFillTx/>
                <a:latin typeface="SRH Text"/>
              </a:defRPr>
            </a:lvl2pPr>
            <a:lvl3pPr lvl="2" algn="l" defTabSz="914400">
              <a:lnSpc>
                <a:spcPct val="110000"/>
              </a:lnSpc>
              <a:buClr>
                <a:srgbClr val="000000"/>
              </a:buClr>
              <a:buSzPct val="45000"/>
              <a:buFont typeface="Wingdings" charset="2"/>
              <a:buChar char=""/>
              <a:tabLst>
                <a:tab pos="0" algn="l"/>
              </a:tabLst>
              <a:defRPr lang="de-DE" sz="1800" b="0" u="none" strike="noStrike">
                <a:solidFill>
                  <a:schemeClr val="dk1"/>
                </a:solidFill>
                <a:effectLst/>
                <a:uFillTx/>
                <a:latin typeface="SRH Text"/>
              </a:defRPr>
            </a:lvl3pPr>
            <a:lvl4pPr lvl="3" algn="l" defTabSz="914400">
              <a:lnSpc>
                <a:spcPct val="110000"/>
              </a:lnSpc>
              <a:spcBef>
                <a:spcPts val="2401"/>
              </a:spcBef>
              <a:buClr>
                <a:srgbClr val="000000"/>
              </a:buClr>
              <a:buSzPct val="75000"/>
              <a:buFont typeface="Symbol" charset="2"/>
              <a:buChar char=""/>
              <a:tabLst>
                <a:tab pos="0" algn="l"/>
              </a:tabLst>
              <a:defRPr lang="de-DE" sz="1800" b="1" u="none" strike="noStrike">
                <a:solidFill>
                  <a:schemeClr val="accent1"/>
                </a:solidFill>
                <a:effectLst/>
                <a:uFillTx/>
                <a:latin typeface="SRH Text"/>
              </a:defRPr>
            </a:lvl4pPr>
            <a:lvl5pPr lvl="4" algn="l" defTabSz="914400">
              <a:lnSpc>
                <a:spcPct val="110000"/>
              </a:lnSpc>
              <a:spcBef>
                <a:spcPts val="1199"/>
              </a:spcBef>
              <a:buClr>
                <a:srgbClr val="000000"/>
              </a:buClr>
              <a:buSzPct val="45000"/>
              <a:buFont typeface="Wingdings" charset="2"/>
              <a:buChar char=""/>
              <a:tabLst>
                <a:tab pos="0" algn="l"/>
              </a:tabLst>
              <a:defRPr lang="de-DE" sz="1800" b="1" u="none" strike="noStrike">
                <a:solidFill>
                  <a:schemeClr val="dk1"/>
                </a:solidFill>
                <a:effectLst/>
                <a:uFillTx/>
                <a:latin typeface="SRH Headline"/>
              </a:defRPr>
            </a:lvl5pPr>
            <a:lvl6pPr lvl="5" algn="l" defTabSz="914400">
              <a:lnSpc>
                <a:spcPct val="110000"/>
              </a:lnSpc>
              <a:spcBef>
                <a:spcPts val="1199"/>
              </a:spcBef>
              <a:buClr>
                <a:srgbClr val="000000"/>
              </a:buClr>
              <a:buSzPct val="45000"/>
              <a:buFont typeface="Wingdings" charset="2"/>
              <a:buChar char=""/>
              <a:tabLst>
                <a:tab pos="0" algn="l"/>
              </a:tabLst>
              <a:defRPr lang="de-DE" sz="1800" b="0" u="none" strike="noStrike">
                <a:solidFill>
                  <a:schemeClr val="dk1"/>
                </a:solidFill>
                <a:effectLst/>
                <a:uFillTx/>
                <a:latin typeface="SRH Headline"/>
              </a:defRPr>
            </a:lvl6pPr>
            <a:lvl7pPr lvl="6" algn="l" defTabSz="914400">
              <a:lnSpc>
                <a:spcPct val="98000"/>
              </a:lnSpc>
              <a:spcBef>
                <a:spcPts val="1199"/>
              </a:spcBef>
              <a:buClr>
                <a:srgbClr val="000000"/>
              </a:buClr>
              <a:buSzPct val="45000"/>
              <a:buFont typeface="Wingdings" charset="2"/>
              <a:buChar char=""/>
              <a:tabLst>
                <a:tab pos="0" algn="l"/>
              </a:tabLst>
              <a:defRPr lang="de-DE" sz="1800" b="1" u="none" strike="noStrike">
                <a:solidFill>
                  <a:schemeClr val="accent1"/>
                </a:solidFill>
                <a:effectLst/>
                <a:uFillTx/>
                <a:latin typeface="SRH Headline"/>
              </a:defRPr>
            </a:lvl7pPr>
          </a:lstStyle>
          <a:p>
            <a:pPr indent="0" algn="l" defTabSz="914400">
              <a:lnSpc>
                <a:spcPct val="110000"/>
              </a:lnSpc>
              <a:spcBef>
                <a:spcPts val="1199"/>
              </a:spcBef>
              <a:buNone/>
              <a:tabLst>
                <a:tab pos="0" algn="l"/>
              </a:tabLst>
            </a:pPr>
            <a:r>
              <a:rPr lang="de-DE" sz="1800" b="0" u="none" strike="noStrike">
                <a:solidFill>
                  <a:schemeClr val="dk1"/>
                </a:solidFill>
                <a:effectLst/>
                <a:uFillTx/>
                <a:latin typeface="SRH Text"/>
              </a:rPr>
              <a:t>Click to edit the outline text format</a:t>
            </a:r>
            <a:endParaRPr lang="de-DE" sz="1800" b="0" u="none" strike="noStrike">
              <a:solidFill>
                <a:schemeClr val="dk1"/>
              </a:solidFill>
              <a:effectLst/>
              <a:uFillTx/>
              <a:latin typeface="SRH Text"/>
            </a:endParaRPr>
          </a:p>
          <a:p>
            <a:pPr marL="457200" lvl="1" indent="-324000" algn="l" defTabSz="914400">
              <a:lnSpc>
                <a:spcPct val="110000"/>
              </a:lnSpc>
              <a:spcBef>
                <a:spcPts val="1199"/>
              </a:spcBef>
              <a:buClr>
                <a:srgbClr val="000000"/>
              </a:buClr>
              <a:buSzPct val="75000"/>
              <a:buFont typeface="Symbol" charset="2"/>
              <a:buChar char=""/>
              <a:tabLst>
                <a:tab pos="0" algn="l"/>
              </a:tabLst>
            </a:pPr>
            <a:r>
              <a:rPr lang="de-DE" sz="1800" b="0" u="none" strike="noStrike">
                <a:solidFill>
                  <a:schemeClr val="dk1"/>
                </a:solidFill>
                <a:effectLst/>
                <a:uFillTx/>
                <a:latin typeface="SRH Text"/>
              </a:rPr>
              <a:t>Second Outline Level</a:t>
            </a:r>
            <a:endParaRPr lang="de-DE" sz="1800" b="0" u="none" strike="noStrike">
              <a:solidFill>
                <a:schemeClr val="dk1"/>
              </a:solidFill>
              <a:effectLst/>
              <a:uFillTx/>
              <a:latin typeface="SRH Text"/>
            </a:endParaRPr>
          </a:p>
          <a:p>
            <a:pPr marL="914400" lvl="2" indent="-288000" algn="l" defTabSz="914400">
              <a:lnSpc>
                <a:spcPct val="110000"/>
              </a:lnSpc>
              <a:buClr>
                <a:srgbClr val="000000"/>
              </a:buClr>
              <a:buSzPct val="45000"/>
              <a:buFont typeface="Wingdings" charset="2"/>
              <a:buChar char=""/>
              <a:tabLst>
                <a:tab pos="0" algn="l"/>
              </a:tabLst>
            </a:pPr>
            <a:r>
              <a:rPr lang="de-DE" sz="1800" b="0" u="none" strike="noStrike">
                <a:solidFill>
                  <a:schemeClr val="dk1"/>
                </a:solidFill>
                <a:effectLst/>
                <a:uFillTx/>
                <a:latin typeface="SRH Text"/>
              </a:rPr>
              <a:t>Third Outline Level</a:t>
            </a:r>
            <a:endParaRPr lang="de-DE" sz="1800" b="0" u="none" strike="noStrike">
              <a:solidFill>
                <a:schemeClr val="dk1"/>
              </a:solidFill>
              <a:effectLst/>
              <a:uFillTx/>
              <a:latin typeface="SRH Text"/>
            </a:endParaRPr>
          </a:p>
          <a:p>
            <a:pPr marL="1371600" lvl="3" indent="-216000" algn="l" defTabSz="914400">
              <a:lnSpc>
                <a:spcPct val="110000"/>
              </a:lnSpc>
              <a:spcBef>
                <a:spcPts val="2401"/>
              </a:spcBef>
              <a:buClr>
                <a:srgbClr val="000000"/>
              </a:buClr>
              <a:buSzPct val="75000"/>
              <a:buFont typeface="Symbol" charset="2"/>
              <a:buChar char=""/>
              <a:tabLst>
                <a:tab pos="0" algn="l"/>
              </a:tabLst>
            </a:pPr>
            <a:r>
              <a:rPr lang="de-DE" sz="1800" b="1" u="none" strike="noStrike">
                <a:solidFill>
                  <a:schemeClr val="accent1"/>
                </a:solidFill>
                <a:effectLst/>
                <a:uFillTx/>
                <a:latin typeface="SRH Text"/>
              </a:rPr>
              <a:t>Fourth Outline Level</a:t>
            </a:r>
            <a:endParaRPr lang="de-DE" sz="1800" b="0" u="none" strike="noStrike">
              <a:solidFill>
                <a:schemeClr val="dk1"/>
              </a:solidFill>
              <a:effectLst/>
              <a:uFillTx/>
              <a:latin typeface="SRH Text"/>
            </a:endParaRPr>
          </a:p>
          <a:p>
            <a:pPr marL="1828800" lvl="4" indent="-216000" algn="l" defTabSz="914400">
              <a:lnSpc>
                <a:spcPct val="110000"/>
              </a:lnSpc>
              <a:spcBef>
                <a:spcPts val="1199"/>
              </a:spcBef>
              <a:buClr>
                <a:srgbClr val="000000"/>
              </a:buClr>
              <a:buSzPct val="45000"/>
              <a:buFont typeface="Wingdings" charset="2"/>
              <a:buChar char=""/>
              <a:tabLst>
                <a:tab pos="0" algn="l"/>
              </a:tabLst>
            </a:pPr>
            <a:r>
              <a:rPr lang="de-DE" sz="1800" b="1" u="none" strike="noStrike">
                <a:solidFill>
                  <a:schemeClr val="dk1"/>
                </a:solidFill>
                <a:effectLst/>
                <a:uFillTx/>
                <a:latin typeface="SRH Headline"/>
              </a:rPr>
              <a:t>Fifth Outline Level</a:t>
            </a:r>
            <a:endParaRPr lang="de-DE" sz="1800" b="0" u="none" strike="noStrike">
              <a:solidFill>
                <a:schemeClr val="dk1"/>
              </a:solidFill>
              <a:effectLst/>
              <a:uFillTx/>
              <a:latin typeface="SRH Text"/>
            </a:endParaRPr>
          </a:p>
          <a:p>
            <a:pPr marL="2286000" lvl="5" indent="-216000" algn="l" defTabSz="914400">
              <a:lnSpc>
                <a:spcPct val="110000"/>
              </a:lnSpc>
              <a:spcBef>
                <a:spcPts val="1199"/>
              </a:spcBef>
              <a:buClr>
                <a:srgbClr val="000000"/>
              </a:buClr>
              <a:buSzPct val="45000"/>
              <a:buFont typeface="Wingdings" charset="2"/>
              <a:buChar char=""/>
              <a:tabLst>
                <a:tab pos="0" algn="l"/>
              </a:tabLst>
            </a:pPr>
            <a:r>
              <a:rPr lang="de-DE" sz="1800" b="0" u="none" strike="noStrike">
                <a:solidFill>
                  <a:schemeClr val="dk1"/>
                </a:solidFill>
                <a:effectLst/>
                <a:uFillTx/>
                <a:latin typeface="SRH Headline"/>
              </a:rPr>
              <a:t>Sixth Outline Level</a:t>
            </a:r>
            <a:endParaRPr lang="de-DE" sz="1800" b="0" u="none" strike="noStrike">
              <a:solidFill>
                <a:schemeClr val="dk1"/>
              </a:solidFill>
              <a:effectLst/>
              <a:uFillTx/>
              <a:latin typeface="SRH Headline"/>
            </a:endParaRPr>
          </a:p>
          <a:p>
            <a:pPr marL="2743200" lvl="6" indent="-216000" algn="l" defTabSz="914400">
              <a:lnSpc>
                <a:spcPct val="98000"/>
              </a:lnSpc>
              <a:spcBef>
                <a:spcPts val="1199"/>
              </a:spcBef>
              <a:buClr>
                <a:srgbClr val="000000"/>
              </a:buClr>
              <a:buSzPct val="45000"/>
              <a:buFont typeface="Wingdings" charset="2"/>
              <a:buChar char=""/>
              <a:tabLst>
                <a:tab pos="0" algn="l"/>
              </a:tabLst>
            </a:pPr>
            <a:r>
              <a:rPr lang="de-DE" sz="1800" b="1" u="none" strike="noStrike">
                <a:solidFill>
                  <a:schemeClr val="accent1"/>
                </a:solidFill>
                <a:effectLst/>
                <a:uFillTx/>
                <a:latin typeface="SRH Headline"/>
              </a:rPr>
              <a:t>Seventh Outline Level</a:t>
            </a:r>
            <a:endParaRPr lang="de-DE" sz="1800" b="1" u="none" strike="noStrike">
              <a:solidFill>
                <a:schemeClr val="accent1"/>
              </a:solidFill>
              <a:effectLst/>
              <a:uFillTx/>
              <a:latin typeface="SRH Headline"/>
            </a:endParaRPr>
          </a:p>
        </p:txBody>
      </p:sp>
      <p:sp>
        <p:nvSpPr>
          <p:cNvPr id="19" name="PlaceHolder 7"/>
          <p:cNvSpPr>
            <a:spLocks noGrp="1"/>
          </p:cNvSpPr>
          <p:nvPr>
            <p:ph type="body"/>
          </p:nvPr>
        </p:nvSpPr>
        <p:spPr>
          <a:xfrm>
            <a:off x="360000" y="5463720"/>
            <a:ext cx="7526880" cy="491760"/>
          </a:xfrm>
          <a:prstGeom prst="rect">
            <a:avLst/>
          </a:prstGeom>
          <a:noFill/>
          <a:ln w="0">
            <a:noFill/>
          </a:ln>
        </p:spPr>
        <p:txBody>
          <a:bodyPr numCol="1" spcCol="216000" lIns="0" tIns="0" rIns="0" bIns="0" anchor="b">
            <a:noAutofit/>
          </a:bodyPr>
          <a:lstStyle>
            <a:lvl1pPr indent="0" algn="l" defTabSz="914400">
              <a:lnSpc>
                <a:spcPct val="110000"/>
              </a:lnSpc>
              <a:buNone/>
              <a:tabLst>
                <a:tab pos="0" algn="l"/>
              </a:tabLst>
              <a:defRPr lang="de-DE" sz="1200" b="0" u="none" strike="noStrike">
                <a:solidFill>
                  <a:schemeClr val="dk1"/>
                </a:solidFill>
                <a:effectLst/>
                <a:uFillTx/>
                <a:latin typeface="SRH Text"/>
                <a:ea typeface="SRH Text"/>
              </a:defRPr>
            </a:lvl1pPr>
          </a:lstStyle>
          <a:p>
            <a:pPr indent="0" algn="l" defTabSz="914400">
              <a:lnSpc>
                <a:spcPct val="110000"/>
              </a:lnSpc>
              <a:buNone/>
              <a:tabLst>
                <a:tab pos="0" algn="l"/>
              </a:tabLst>
            </a:pPr>
            <a:r>
              <a:rPr lang="de-DE" sz="1200" b="0" u="none" strike="noStrike">
                <a:solidFill>
                  <a:schemeClr val="dk1"/>
                </a:solidFill>
                <a:effectLst/>
                <a:uFillTx/>
                <a:latin typeface="SRH Text"/>
                <a:ea typeface="SRH Text"/>
              </a:rPr>
              <a:t>Mastertextformat bearbeiten</a:t>
            </a:r>
            <a:endParaRPr lang="de-DE" sz="1200" b="0" u="none" strike="noStrike">
              <a:solidFill>
                <a:schemeClr val="dk1"/>
              </a:solidFill>
              <a:effectLst/>
              <a:uFillTx/>
              <a:latin typeface="SRH Text"/>
            </a:endParaRPr>
          </a:p>
        </p:txBody>
      </p:sp>
      <p:sp>
        <p:nvSpPr>
          <p:cNvPr id="20" name="PlaceHolder 8"/>
          <p:cNvSpPr>
            <a:spLocks noGrp="1"/>
          </p:cNvSpPr>
          <p:nvPr>
            <p:ph type="body"/>
          </p:nvPr>
        </p:nvSpPr>
        <p:spPr>
          <a:xfrm>
            <a:off x="8248680" y="1728000"/>
            <a:ext cx="3582720" cy="4228560"/>
          </a:xfrm>
          <a:prstGeom prst="rect">
            <a:avLst/>
          </a:prstGeom>
          <a:noFill/>
          <a:ln w="0">
            <a:noFill/>
          </a:ln>
        </p:spPr>
        <p:txBody>
          <a:bodyPr numCol="1" spcCol="216000" lIns="0" tIns="0" rIns="0" bIns="0" anchor="t">
            <a:noAutofit/>
          </a:bodyPr>
          <a:lstStyle>
            <a:lvl1pPr indent="0" algn="l" defTabSz="914400">
              <a:lnSpc>
                <a:spcPct val="110000"/>
              </a:lnSpc>
              <a:spcBef>
                <a:spcPts val="1199"/>
              </a:spcBef>
              <a:buNone/>
              <a:tabLst>
                <a:tab pos="0" algn="l"/>
              </a:tabLst>
              <a:defRPr lang="de-DE" sz="1800" b="0" u="none" strike="noStrike">
                <a:solidFill>
                  <a:schemeClr val="dk1"/>
                </a:solidFill>
                <a:effectLst/>
                <a:uFillTx/>
                <a:latin typeface="SRH Text"/>
                <a:ea typeface="SRH Text"/>
              </a:defRPr>
            </a:lvl1pPr>
            <a:lvl2pPr lvl="1" algn="l" defTabSz="914400">
              <a:lnSpc>
                <a:spcPct val="110000"/>
              </a:lnSpc>
              <a:spcBef>
                <a:spcPts val="1199"/>
              </a:spcBef>
              <a:buClr>
                <a:srgbClr val="DF4807"/>
              </a:buClr>
              <a:buFont typeface="SRH"/>
              <a:buChar char="—"/>
              <a:tabLst>
                <a:tab pos="0" algn="l"/>
              </a:tabLst>
              <a:defRPr lang="de-DE" sz="1800" b="0" u="none" strike="noStrike">
                <a:solidFill>
                  <a:schemeClr val="dk1"/>
                </a:solidFill>
                <a:effectLst/>
                <a:uFillTx/>
                <a:latin typeface="SRH Text"/>
                <a:ea typeface="SRH Text"/>
              </a:defRPr>
            </a:lvl2pPr>
            <a:lvl3pPr lvl="2" algn="l" defTabSz="914400">
              <a:lnSpc>
                <a:spcPct val="110000"/>
              </a:lnSpc>
              <a:buClr>
                <a:srgbClr val="DF4807"/>
              </a:buClr>
              <a:buFont typeface="SRH"/>
              <a:buChar char="—"/>
              <a:tabLst>
                <a:tab pos="0" algn="l"/>
              </a:tabLst>
              <a:defRPr lang="de-DE" sz="1600" b="0" u="none" strike="noStrike">
                <a:solidFill>
                  <a:schemeClr val="dk1"/>
                </a:solidFill>
                <a:effectLst/>
                <a:uFillTx/>
                <a:latin typeface="SRH Text"/>
                <a:ea typeface="SRH Text"/>
              </a:defRPr>
            </a:lvl3pPr>
            <a:lvl4pPr indent="0" algn="l" defTabSz="914400">
              <a:lnSpc>
                <a:spcPct val="110000"/>
              </a:lnSpc>
              <a:spcBef>
                <a:spcPts val="2401"/>
              </a:spcBef>
              <a:buNone/>
              <a:tabLst>
                <a:tab pos="0" algn="l"/>
              </a:tabLst>
              <a:defRPr lang="de-DE" sz="2000" b="1" u="none" strike="noStrike">
                <a:solidFill>
                  <a:schemeClr val="accent1"/>
                </a:solidFill>
                <a:effectLst/>
                <a:uFillTx/>
                <a:latin typeface="SRH Text"/>
                <a:ea typeface="SRH Text"/>
              </a:defRPr>
            </a:lvl4pPr>
            <a:lvl5pPr indent="0" algn="l" defTabSz="914400">
              <a:lnSpc>
                <a:spcPct val="110000"/>
              </a:lnSpc>
              <a:spcBef>
                <a:spcPts val="1199"/>
              </a:spcBef>
              <a:buNone/>
              <a:tabLst>
                <a:tab pos="0" algn="l"/>
              </a:tabLst>
              <a:defRPr lang="de-DE" sz="2000" b="1" u="none" strike="noStrike">
                <a:solidFill>
                  <a:schemeClr val="dk1"/>
                </a:solidFill>
                <a:effectLst/>
                <a:uFillTx/>
                <a:latin typeface="SRH Headline"/>
                <a:ea typeface="SRH Headline"/>
              </a:defRPr>
            </a:lvl5pPr>
          </a:lstStyle>
          <a:p>
            <a:pPr indent="0" algn="l" defTabSz="914400">
              <a:lnSpc>
                <a:spcPct val="110000"/>
              </a:lnSpc>
              <a:spcBef>
                <a:spcPts val="1199"/>
              </a:spcBef>
              <a:buNone/>
              <a:tabLst>
                <a:tab pos="0" algn="l"/>
              </a:tabLst>
            </a:pPr>
            <a:r>
              <a:rPr lang="de-DE" sz="1800" b="0" u="none" strike="noStrike">
                <a:solidFill>
                  <a:schemeClr val="dk1"/>
                </a:solidFill>
                <a:effectLst/>
                <a:uFillTx/>
                <a:latin typeface="SRH Text"/>
                <a:ea typeface="SRH Text"/>
              </a:rPr>
              <a:t>Mastertextformat bearbeiten</a:t>
            </a:r>
            <a:endParaRPr lang="de-DE" sz="1800" b="0" u="none" strike="noStrike">
              <a:solidFill>
                <a:schemeClr val="dk1"/>
              </a:solidFill>
              <a:effectLst/>
              <a:uFillTx/>
              <a:latin typeface="SRH Text"/>
            </a:endParaRPr>
          </a:p>
          <a:p>
            <a:pPr marL="360000" lvl="1" indent="-360000" algn="l" defTabSz="914400">
              <a:lnSpc>
                <a:spcPct val="110000"/>
              </a:lnSpc>
              <a:spcBef>
                <a:spcPts val="1199"/>
              </a:spcBef>
              <a:buClr>
                <a:srgbClr val="DF4807"/>
              </a:buClr>
              <a:buFont typeface="SRH"/>
              <a:buChar char="—"/>
              <a:tabLst>
                <a:tab pos="0" algn="l"/>
              </a:tabLst>
            </a:pPr>
            <a:r>
              <a:rPr lang="de-DE" sz="1800" b="0" u="none" strike="noStrike">
                <a:solidFill>
                  <a:schemeClr val="dk1"/>
                </a:solidFill>
                <a:effectLst/>
                <a:uFillTx/>
                <a:latin typeface="SRH Text"/>
                <a:ea typeface="SRH Text"/>
              </a:rPr>
              <a:t>Zweite Ebene</a:t>
            </a:r>
            <a:endParaRPr lang="de-DE" sz="1800" b="0" u="none" strike="noStrike">
              <a:solidFill>
                <a:schemeClr val="dk1"/>
              </a:solidFill>
              <a:effectLst/>
              <a:uFillTx/>
              <a:latin typeface="SRH Text"/>
            </a:endParaRPr>
          </a:p>
          <a:p>
            <a:pPr marL="720000" lvl="2" indent="-360000" algn="l" defTabSz="914400">
              <a:lnSpc>
                <a:spcPct val="110000"/>
              </a:lnSpc>
              <a:buClr>
                <a:srgbClr val="DF4807"/>
              </a:buClr>
              <a:buFont typeface="SRH"/>
              <a:buChar char="—"/>
              <a:tabLst>
                <a:tab pos="0" algn="l"/>
              </a:tabLst>
            </a:pPr>
            <a:r>
              <a:rPr lang="de-DE" sz="1600" b="0" u="none" strike="noStrike">
                <a:solidFill>
                  <a:schemeClr val="dk1"/>
                </a:solidFill>
                <a:effectLst/>
                <a:uFillTx/>
                <a:latin typeface="SRH Text"/>
                <a:ea typeface="SRH Text"/>
              </a:rPr>
              <a:t>Dritte Ebene</a:t>
            </a:r>
            <a:endParaRPr lang="de-DE" sz="1600" b="0" u="none" strike="noStrike">
              <a:solidFill>
                <a:schemeClr val="dk1"/>
              </a:solidFill>
              <a:effectLst/>
              <a:uFillTx/>
              <a:latin typeface="SRH Text"/>
            </a:endParaRPr>
          </a:p>
          <a:p>
            <a:pPr indent="0" algn="l" defTabSz="914400">
              <a:lnSpc>
                <a:spcPct val="110000"/>
              </a:lnSpc>
              <a:spcBef>
                <a:spcPts val="2401"/>
              </a:spcBef>
              <a:buNone/>
              <a:tabLst>
                <a:tab pos="0" algn="l"/>
              </a:tabLst>
            </a:pPr>
            <a:r>
              <a:rPr lang="de-DE" sz="2000" b="1" u="none" strike="noStrike">
                <a:solidFill>
                  <a:schemeClr val="accent1"/>
                </a:solidFill>
                <a:effectLst/>
                <a:uFillTx/>
                <a:latin typeface="SRH Text"/>
                <a:ea typeface="SRH Text"/>
              </a:rPr>
              <a:t>Vierte Ebene</a:t>
            </a:r>
            <a:endParaRPr lang="de-DE" sz="2000" b="0" u="none" strike="noStrike">
              <a:solidFill>
                <a:schemeClr val="dk1"/>
              </a:solidFill>
              <a:effectLst/>
              <a:uFillTx/>
              <a:latin typeface="SRH Text"/>
            </a:endParaRPr>
          </a:p>
          <a:p>
            <a:pPr indent="0" algn="l" defTabSz="914400">
              <a:lnSpc>
                <a:spcPct val="110000"/>
              </a:lnSpc>
              <a:spcBef>
                <a:spcPts val="1199"/>
              </a:spcBef>
              <a:buNone/>
              <a:tabLst>
                <a:tab pos="0" algn="l"/>
              </a:tabLst>
            </a:pPr>
            <a:r>
              <a:rPr lang="de-DE" sz="2000" b="1" u="none" strike="noStrike">
                <a:solidFill>
                  <a:schemeClr val="dk1"/>
                </a:solidFill>
                <a:effectLst/>
                <a:uFillTx/>
                <a:latin typeface="SRH Headline"/>
                <a:ea typeface="SRH Headline"/>
              </a:rPr>
              <a:t>Fünfte Ebene</a:t>
            </a:r>
            <a:endParaRPr lang="de-DE" sz="2000" b="0" u="none" strike="noStrike">
              <a:solidFill>
                <a:schemeClr val="dk1"/>
              </a:solidFill>
              <a:effectLst/>
              <a:uFillTx/>
              <a:latin typeface="SRH Text"/>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2_Gliederung">
    <p:bg>
      <p:bgPr>
        <a:solidFill>
          <a:schemeClr val="lt1"/>
        </a:solidFill>
      </p:bgPr>
    </p:bg>
    <p:spTree>
      <p:nvGrpSpPr>
        <p:cNvPr id="1" name=""/>
        <p:cNvGrpSpPr/>
        <p:nvPr/>
      </p:nvGrpSpPr>
      <p:grpSpPr>
        <a:xfrm>
          <a:off x="0" y="0"/>
          <a:ext cx="0" cy="0"/>
          <a:chOff x="0" y="0"/>
          <a:chExt cx="0" cy="0"/>
        </a:xfrm>
      </p:grpSpPr>
      <p:sp>
        <p:nvSpPr>
          <p:cNvPr id="21" name="Freihandform: Form 11"/>
          <p:cNvSpPr/>
          <p:nvPr/>
        </p:nvSpPr>
        <p:spPr>
          <a:xfrm>
            <a:off x="10878840" y="361440"/>
            <a:ext cx="946080" cy="731520"/>
          </a:xfrm>
          <a:custGeom>
            <a:avLst/>
            <a:gdLst>
              <a:gd name="textAreaLeft" fmla="*/ 0 w 946080"/>
              <a:gd name="textAreaRight" fmla="*/ 341299800 w 946080"/>
              <a:gd name="textAreaTop" fmla="*/ 0 h 731520"/>
              <a:gd name="textAreaBottom" fmla="*/ 264033000 h 731520"/>
            </a:gdLst>
            <a:ahLst/>
            <a:cxnLst/>
            <a:rect l="textAreaLeft" t="textAreaTop" r="textAreaRight" b="textAreaBottom"/>
            <a:pathLst>
              <a:path w="948055" h="733425">
                <a:moveTo>
                  <a:pt x="619721" y="598726"/>
                </a:moveTo>
                <a:lnTo>
                  <a:pt x="708150" y="598726"/>
                </a:lnTo>
                <a:lnTo>
                  <a:pt x="708150" y="174"/>
                </a:lnTo>
                <a:lnTo>
                  <a:pt x="619721" y="174"/>
                </a:lnTo>
                <a:lnTo>
                  <a:pt x="619721" y="598726"/>
                </a:lnTo>
                <a:close/>
                <a:moveTo>
                  <a:pt x="811583" y="196858"/>
                </a:moveTo>
                <a:cubicBezTo>
                  <a:pt x="794961" y="196049"/>
                  <a:pt x="774271" y="196858"/>
                  <a:pt x="753582" y="199293"/>
                </a:cubicBezTo>
                <a:lnTo>
                  <a:pt x="753582" y="281173"/>
                </a:lnTo>
                <a:cubicBezTo>
                  <a:pt x="831456" y="281173"/>
                  <a:pt x="859851" y="292576"/>
                  <a:pt x="859851" y="364713"/>
                </a:cubicBezTo>
                <a:lnTo>
                  <a:pt x="859851" y="598726"/>
                </a:lnTo>
                <a:lnTo>
                  <a:pt x="948279" y="598726"/>
                </a:lnTo>
                <a:lnTo>
                  <a:pt x="948279" y="353792"/>
                </a:lnTo>
                <a:cubicBezTo>
                  <a:pt x="948279" y="263364"/>
                  <a:pt x="896768" y="200102"/>
                  <a:pt x="811583" y="196858"/>
                </a:cubicBezTo>
                <a:close/>
                <a:moveTo>
                  <a:pt x="208715" y="199693"/>
                </a:moveTo>
                <a:cubicBezTo>
                  <a:pt x="114600" y="204562"/>
                  <a:pt x="72827" y="267010"/>
                  <a:pt x="72827" y="366365"/>
                </a:cubicBezTo>
                <a:lnTo>
                  <a:pt x="72827" y="566720"/>
                </a:lnTo>
                <a:cubicBezTo>
                  <a:pt x="72827" y="625122"/>
                  <a:pt x="61054" y="650267"/>
                  <a:pt x="224" y="651483"/>
                </a:cubicBezTo>
                <a:lnTo>
                  <a:pt x="224" y="732542"/>
                </a:lnTo>
                <a:cubicBezTo>
                  <a:pt x="7522" y="733765"/>
                  <a:pt x="19282" y="733765"/>
                  <a:pt x="25368" y="733352"/>
                </a:cubicBezTo>
                <a:cubicBezTo>
                  <a:pt x="119871" y="727681"/>
                  <a:pt x="161249" y="664825"/>
                  <a:pt x="161249" y="566687"/>
                </a:cubicBezTo>
                <a:lnTo>
                  <a:pt x="161249" y="366332"/>
                </a:lnTo>
                <a:cubicBezTo>
                  <a:pt x="161249" y="307529"/>
                  <a:pt x="172206" y="282792"/>
                  <a:pt x="233451" y="281582"/>
                </a:cubicBezTo>
                <a:lnTo>
                  <a:pt x="233451" y="200102"/>
                </a:lnTo>
                <a:cubicBezTo>
                  <a:pt x="226555" y="199293"/>
                  <a:pt x="214795" y="199293"/>
                  <a:pt x="208715" y="199693"/>
                </a:cubicBezTo>
                <a:close/>
                <a:moveTo>
                  <a:pt x="480068" y="199693"/>
                </a:moveTo>
                <a:cubicBezTo>
                  <a:pt x="386368" y="204562"/>
                  <a:pt x="344181" y="267417"/>
                  <a:pt x="344181" y="366365"/>
                </a:cubicBezTo>
                <a:lnTo>
                  <a:pt x="344181" y="598726"/>
                </a:lnTo>
                <a:lnTo>
                  <a:pt x="432603" y="598726"/>
                </a:lnTo>
                <a:lnTo>
                  <a:pt x="432603" y="366332"/>
                </a:lnTo>
                <a:cubicBezTo>
                  <a:pt x="432603" y="307930"/>
                  <a:pt x="444375" y="282792"/>
                  <a:pt x="505212" y="281582"/>
                </a:cubicBezTo>
                <a:lnTo>
                  <a:pt x="505212" y="200102"/>
                </a:lnTo>
                <a:cubicBezTo>
                  <a:pt x="497907" y="199293"/>
                  <a:pt x="486148" y="199293"/>
                  <a:pt x="480068" y="199693"/>
                </a:cubicBezTo>
                <a:close/>
              </a:path>
            </a:pathLst>
          </a:custGeom>
          <a:solidFill>
            <a:schemeClr val="accent1"/>
          </a:solidFill>
          <a:ln w="0">
            <a:noFill/>
          </a:ln>
        </p:spPr>
        <p:style>
          <a:lnRef idx="0"/>
          <a:fillRef idx="0"/>
          <a:effectRef idx="0"/>
          <a:fontRef idx="minor"/>
        </p:style>
        <p:txBody>
          <a:bodyPr numCol="1" spcCol="216000" lIns="0" tIns="361440" rIns="946440" bIns="1094760" anchor="ctr">
            <a:noAutofit/>
          </a:bodyPr>
          <a:p>
            <a:endParaRPr lang="de-DE" sz="1800" b="0" u="none" strike="noStrike">
              <a:solidFill>
                <a:schemeClr val="dk1"/>
              </a:solidFill>
              <a:effectLst/>
              <a:uFillTx/>
              <a:latin typeface="SRH"/>
            </a:endParaRPr>
          </a:p>
        </p:txBody>
      </p:sp>
      <p:sp>
        <p:nvSpPr>
          <p:cNvPr id="22" name="Logo-Fragment"/>
          <p:cNvSpPr/>
          <p:nvPr/>
        </p:nvSpPr>
        <p:spPr>
          <a:xfrm>
            <a:off x="8202960" y="2802240"/>
            <a:ext cx="3987360" cy="4053960"/>
          </a:xfrm>
          <a:custGeom>
            <a:avLst/>
            <a:gdLst>
              <a:gd name="textAreaLeft" fmla="*/ 0 w 3987360"/>
              <a:gd name="textAreaRight" fmla="*/ 1436065200 w 3987360"/>
              <a:gd name="textAreaTop" fmla="*/ 0 h 4053960"/>
              <a:gd name="textAreaBottom" fmla="*/ 1460068200 h 4053960"/>
            </a:gdLst>
            <a:ahLst/>
            <a:cxnLst/>
            <a:rect l="textAreaLeft" t="textAreaTop" r="textAreaRight" b="textAreaBottom"/>
            <a:pathLst>
              <a:path w="3989070" h="4055745">
                <a:moveTo>
                  <a:pt x="3989070" y="0"/>
                </a:moveTo>
                <a:lnTo>
                  <a:pt x="3989070" y="2389210"/>
                </a:lnTo>
                <a:lnTo>
                  <a:pt x="3858387" y="2411148"/>
                </a:lnTo>
                <a:cubicBezTo>
                  <a:pt x="2993291" y="2575305"/>
                  <a:pt x="2647844" y="3036008"/>
                  <a:pt x="2529189" y="3871779"/>
                </a:cubicBezTo>
                <a:lnTo>
                  <a:pt x="2507884" y="4055745"/>
                </a:lnTo>
                <a:lnTo>
                  <a:pt x="0" y="4055745"/>
                </a:lnTo>
                <a:lnTo>
                  <a:pt x="22941" y="3788838"/>
                </a:lnTo>
                <a:cubicBezTo>
                  <a:pt x="290726" y="1521853"/>
                  <a:pt x="1510279" y="126892"/>
                  <a:pt x="3884935" y="4661"/>
                </a:cubicBezTo>
                <a:cubicBezTo>
                  <a:pt x="3906842" y="3232"/>
                  <a:pt x="3931308" y="1982"/>
                  <a:pt x="3957741" y="932"/>
                </a:cubicBezTo>
                <a:close/>
              </a:path>
            </a:pathLst>
          </a:custGeom>
          <a:solidFill>
            <a:srgbClr val="EEEDEC"/>
          </a:solidFill>
          <a:ln w="0">
            <a:noFill/>
          </a:ln>
        </p:spPr>
        <p:style>
          <a:lnRef idx="0"/>
          <a:fillRef idx="0"/>
          <a:effectRef idx="0"/>
          <a:fontRef idx="minor"/>
        </p:style>
        <p:txBody>
          <a:bodyPr numCol="1" spcCol="216000" lIns="0" tIns="2802240" rIns="3987720" bIns="6858000" anchor="ctr">
            <a:noAutofit/>
          </a:bodyPr>
          <a:p>
            <a:endParaRPr lang="de-DE" sz="1800" b="0" u="none" strike="noStrike">
              <a:solidFill>
                <a:schemeClr val="dk1"/>
              </a:solidFill>
              <a:effectLst/>
              <a:uFillTx/>
              <a:latin typeface="SRH"/>
            </a:endParaRPr>
          </a:p>
        </p:txBody>
      </p:sp>
      <p:sp>
        <p:nvSpPr>
          <p:cNvPr id="23" name="PlaceHolder 1"/>
          <p:cNvSpPr>
            <a:spLocks noGrp="1"/>
          </p:cNvSpPr>
          <p:nvPr>
            <p:ph type="sldNum" idx="7"/>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EBA46DC0-8152-4443-B2E7-7976D71DF44A}"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
        <p:nvSpPr>
          <p:cNvPr id="24" name="PlaceHolder 2"/>
          <p:cNvSpPr>
            <a:spLocks noGrp="1"/>
          </p:cNvSpPr>
          <p:nvPr>
            <p:ph type="ftr" idx="8"/>
          </p:nvPr>
        </p:nvSpPr>
        <p:spPr>
          <a:xfrm>
            <a:off x="1319400" y="635652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&lt;footer&gt;</a:t>
            </a:r>
            <a:endParaRPr lang="en-US" sz="900" b="0" u="none" strike="noStrike">
              <a:solidFill>
                <a:srgbClr val="000000"/>
              </a:solidFill>
              <a:effectLst/>
              <a:uFillTx/>
              <a:latin typeface="Times New Roman"/>
            </a:endParaRPr>
          </a:p>
        </p:txBody>
      </p:sp>
      <p:sp>
        <p:nvSpPr>
          <p:cNvPr id="25" name="PlaceHolder 3"/>
          <p:cNvSpPr>
            <a:spLocks noGrp="1"/>
          </p:cNvSpPr>
          <p:nvPr>
            <p:ph type="dt" idx="9"/>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en-CA" sz="900" b="1" u="none" strike="noStrike">
                <a:solidFill>
                  <a:srgbClr val="6D7373"/>
                </a:solidFill>
                <a:effectLst/>
                <a:uFillTx/>
                <a:latin typeface="SRH Text"/>
                <a:ea typeface="SRH"/>
              </a:rPr>
              <a:t>&lt;date/time&gt;</a:t>
            </a:r>
            <a:endParaRPr lang="en-US" sz="900" b="0" u="none" strike="noStrike">
              <a:solidFill>
                <a:srgbClr val="000000"/>
              </a:solidFill>
              <a:effectLst/>
              <a:uFillTx/>
              <a:latin typeface="Times New Roman"/>
            </a:endParaRPr>
          </a:p>
        </p:txBody>
      </p:sp>
      <p:sp>
        <p:nvSpPr>
          <p:cNvPr id="26" name="PlaceHolder 4"/>
          <p:cNvSpPr>
            <a:spLocks noGrp="1"/>
          </p:cNvSpPr>
          <p:nvPr>
            <p:ph type="body"/>
          </p:nvPr>
        </p:nvSpPr>
        <p:spPr>
          <a:xfrm>
            <a:off x="6773400" y="4853880"/>
            <a:ext cx="5051520" cy="699120"/>
          </a:xfrm>
          <a:prstGeom prst="rect">
            <a:avLst/>
          </a:prstGeom>
          <a:noFill/>
          <a:ln w="0">
            <a:noFill/>
          </a:ln>
        </p:spPr>
        <p:txBody>
          <a:bodyPr numCol="1" spcCol="216000" lIns="0" tIns="0" rIns="0" bIns="0" anchor="t">
            <a:noAutofit/>
          </a:bodyPr>
          <a:lstStyle>
            <a:lvl1pPr indent="0" algn="l" defTabSz="914400">
              <a:lnSpc>
                <a:spcPct val="94000"/>
              </a:lnSpc>
              <a:buNone/>
              <a:tabLst>
                <a:tab pos="0" algn="l"/>
              </a:tabLst>
              <a:defRPr lang="de-DE" sz="2000" b="1" u="none" strike="noStrike">
                <a:solidFill>
                  <a:schemeClr val="accent1"/>
                </a:solidFill>
                <a:effectLst/>
                <a:uFillTx/>
                <a:latin typeface="SRH Text"/>
                <a:ea typeface="SRH Text"/>
              </a:defRPr>
            </a:lvl1pPr>
            <a:lvl2pPr indent="0" algn="l" defTabSz="914400">
              <a:lnSpc>
                <a:spcPct val="94000"/>
              </a:lnSpc>
              <a:buNone/>
              <a:tabLst>
                <a:tab pos="0" algn="l"/>
              </a:tabLst>
              <a:defRPr lang="de-DE" sz="2000" b="0" u="none" strike="noStrike">
                <a:solidFill>
                  <a:schemeClr val="dk1"/>
                </a:solidFill>
                <a:effectLst/>
                <a:uFillTx/>
                <a:latin typeface="SRH Text"/>
                <a:ea typeface="SRH Text"/>
              </a:defRPr>
            </a:lvl2pPr>
          </a:lstStyle>
          <a:p>
            <a:pPr indent="0" algn="l" defTabSz="914400">
              <a:lnSpc>
                <a:spcPct val="94000"/>
              </a:lnSpc>
              <a:buNone/>
              <a:tabLst>
                <a:tab pos="0" algn="l"/>
              </a:tabLst>
            </a:pPr>
            <a:r>
              <a:rPr lang="de-DE" sz="2000" b="1" u="none" strike="noStrike">
                <a:solidFill>
                  <a:schemeClr val="accent1"/>
                </a:solidFill>
                <a:effectLst/>
                <a:uFillTx/>
                <a:latin typeface="SRH Text"/>
                <a:ea typeface="SRH Text"/>
              </a:rPr>
              <a:t>Thema</a:t>
            </a:r>
            <a:endParaRPr lang="de-DE" sz="2000" b="1" u="none" strike="noStrike">
              <a:solidFill>
                <a:schemeClr val="accent1"/>
              </a:solidFill>
              <a:effectLst/>
              <a:uFillTx/>
              <a:latin typeface="SRH Text"/>
            </a:endParaRPr>
          </a:p>
          <a:p>
            <a:pPr indent="0" algn="l" defTabSz="914400">
              <a:lnSpc>
                <a:spcPct val="94000"/>
              </a:lnSpc>
              <a:buNone/>
              <a:tabLst>
                <a:tab pos="0" algn="l"/>
              </a:tabLst>
            </a:pPr>
            <a:r>
              <a:rPr lang="de-DE" sz="2000" b="0" u="none" strike="noStrike">
                <a:solidFill>
                  <a:schemeClr val="dk1"/>
                </a:solidFill>
                <a:effectLst/>
                <a:uFillTx/>
                <a:latin typeface="SRH Text"/>
                <a:ea typeface="SRH Text"/>
              </a:rPr>
              <a:t>Beschreibung</a:t>
            </a:r>
            <a:endParaRPr lang="de-DE" sz="2000" b="1" u="none" strike="noStrike">
              <a:solidFill>
                <a:schemeClr val="accent1"/>
              </a:solidFill>
              <a:effectLst/>
              <a:uFillTx/>
              <a:latin typeface="SRH Text"/>
            </a:endParaRPr>
          </a:p>
        </p:txBody>
      </p:sp>
      <p:sp>
        <p:nvSpPr>
          <p:cNvPr id="27" name="PlaceHolder 5"/>
          <p:cNvSpPr>
            <a:spLocks noGrp="1"/>
          </p:cNvSpPr>
          <p:nvPr>
            <p:ph type="body"/>
          </p:nvPr>
        </p:nvSpPr>
        <p:spPr>
          <a:xfrm>
            <a:off x="6275880" y="4853880"/>
            <a:ext cx="424440" cy="699120"/>
          </a:xfrm>
          <a:prstGeom prst="rect">
            <a:avLst/>
          </a:prstGeom>
          <a:noFill/>
          <a:ln w="0">
            <a:noFill/>
          </a:ln>
        </p:spPr>
        <p:txBody>
          <a:bodyPr numCol="1" spcCol="216000" lIns="0" tIns="0" rIns="0" bIns="0" anchor="t">
            <a:noAutofit/>
          </a:bodyPr>
          <a:lstStyle>
            <a:lvl1pPr indent="0" algn="l" defTabSz="914400">
              <a:lnSpc>
                <a:spcPct val="94000"/>
              </a:lnSpc>
              <a:buNone/>
              <a:tabLst>
                <a:tab pos="0" algn="l"/>
              </a:tabLst>
              <a:defRPr lang="de-DE" sz="2000" b="1" u="none" strike="noStrike">
                <a:solidFill>
                  <a:schemeClr val="accent1"/>
                </a:solidFill>
                <a:effectLst/>
                <a:uFillTx/>
                <a:latin typeface="SRH Text"/>
                <a:ea typeface="SRH Text"/>
              </a:defRPr>
            </a:lvl1pPr>
          </a:lstStyle>
          <a:p>
            <a:pPr indent="0" algn="l" defTabSz="914400">
              <a:lnSpc>
                <a:spcPct val="94000"/>
              </a:lnSpc>
              <a:buNone/>
              <a:tabLst>
                <a:tab pos="0" algn="l"/>
              </a:tabLst>
            </a:pPr>
            <a:r>
              <a:rPr lang="de-DE" sz="2000" b="1" u="none" strike="noStrike">
                <a:solidFill>
                  <a:schemeClr val="accent1"/>
                </a:solidFill>
                <a:effectLst/>
                <a:uFillTx/>
                <a:latin typeface="SRH Text"/>
                <a:ea typeface="SRH Text"/>
              </a:rPr>
              <a:t>00</a:t>
            </a:r>
            <a:endParaRPr lang="de-DE" sz="2000" b="1" u="none" strike="noStrike">
              <a:solidFill>
                <a:schemeClr val="accent1"/>
              </a:solidFill>
              <a:effectLst/>
              <a:uFillTx/>
              <a:latin typeface="SRH Text"/>
            </a:endParaRPr>
          </a:p>
        </p:txBody>
      </p:sp>
      <p:sp>
        <p:nvSpPr>
          <p:cNvPr id="28" name="PlaceHolder 6"/>
          <p:cNvSpPr>
            <a:spLocks noGrp="1"/>
          </p:cNvSpPr>
          <p:nvPr>
            <p:ph type="body"/>
          </p:nvPr>
        </p:nvSpPr>
        <p:spPr>
          <a:xfrm>
            <a:off x="6773400" y="4073040"/>
            <a:ext cx="5051520" cy="698760"/>
          </a:xfrm>
          <a:prstGeom prst="rect">
            <a:avLst/>
          </a:prstGeom>
          <a:noFill/>
          <a:ln w="0">
            <a:noFill/>
          </a:ln>
        </p:spPr>
        <p:txBody>
          <a:bodyPr numCol="1" spcCol="216000" lIns="0" tIns="0" rIns="0" bIns="0" anchor="t">
            <a:noAutofit/>
          </a:bodyPr>
          <a:lstStyle>
            <a:lvl1pPr indent="0" algn="l" defTabSz="914400">
              <a:lnSpc>
                <a:spcPct val="94000"/>
              </a:lnSpc>
              <a:buNone/>
              <a:tabLst>
                <a:tab pos="0" algn="l"/>
              </a:tabLst>
              <a:defRPr lang="de-DE" sz="2000" b="1" u="none" strike="noStrike">
                <a:solidFill>
                  <a:schemeClr val="accent1"/>
                </a:solidFill>
                <a:effectLst/>
                <a:uFillTx/>
                <a:latin typeface="SRH Text"/>
                <a:ea typeface="SRH Text"/>
              </a:defRPr>
            </a:lvl1pPr>
            <a:lvl2pPr indent="0" algn="l" defTabSz="914400">
              <a:lnSpc>
                <a:spcPct val="94000"/>
              </a:lnSpc>
              <a:buNone/>
              <a:tabLst>
                <a:tab pos="0" algn="l"/>
              </a:tabLst>
              <a:defRPr lang="de-DE" sz="2000" b="0" u="none" strike="noStrike">
                <a:solidFill>
                  <a:schemeClr val="dk1"/>
                </a:solidFill>
                <a:effectLst/>
                <a:uFillTx/>
                <a:latin typeface="SRH Text"/>
                <a:ea typeface="SRH Text"/>
              </a:defRPr>
            </a:lvl2pPr>
          </a:lstStyle>
          <a:p>
            <a:pPr indent="0" algn="l" defTabSz="914400">
              <a:lnSpc>
                <a:spcPct val="94000"/>
              </a:lnSpc>
              <a:buNone/>
              <a:tabLst>
                <a:tab pos="0" algn="l"/>
              </a:tabLst>
            </a:pPr>
            <a:r>
              <a:rPr lang="de-DE" sz="2000" b="1" u="none" strike="noStrike">
                <a:solidFill>
                  <a:schemeClr val="accent1"/>
                </a:solidFill>
                <a:effectLst/>
                <a:uFillTx/>
                <a:latin typeface="SRH Text"/>
                <a:ea typeface="SRH Text"/>
              </a:rPr>
              <a:t>Thema</a:t>
            </a:r>
            <a:endParaRPr lang="de-DE" sz="2000" b="1" u="none" strike="noStrike">
              <a:solidFill>
                <a:schemeClr val="accent1"/>
              </a:solidFill>
              <a:effectLst/>
              <a:uFillTx/>
              <a:latin typeface="SRH Text"/>
            </a:endParaRPr>
          </a:p>
          <a:p>
            <a:pPr indent="0" algn="l" defTabSz="914400">
              <a:lnSpc>
                <a:spcPct val="94000"/>
              </a:lnSpc>
              <a:buNone/>
              <a:tabLst>
                <a:tab pos="0" algn="l"/>
              </a:tabLst>
            </a:pPr>
            <a:r>
              <a:rPr lang="de-DE" sz="2000" b="0" u="none" strike="noStrike">
                <a:solidFill>
                  <a:schemeClr val="dk1"/>
                </a:solidFill>
                <a:effectLst/>
                <a:uFillTx/>
                <a:latin typeface="SRH Text"/>
                <a:ea typeface="SRH Text"/>
              </a:rPr>
              <a:t>Beschreibung</a:t>
            </a:r>
            <a:endParaRPr lang="de-DE" sz="2000" b="1" u="none" strike="noStrike">
              <a:solidFill>
                <a:schemeClr val="accent1"/>
              </a:solidFill>
              <a:effectLst/>
              <a:uFillTx/>
              <a:latin typeface="SRH Text"/>
            </a:endParaRPr>
          </a:p>
        </p:txBody>
      </p:sp>
      <p:sp>
        <p:nvSpPr>
          <p:cNvPr id="29" name="PlaceHolder 7"/>
          <p:cNvSpPr>
            <a:spLocks noGrp="1"/>
          </p:cNvSpPr>
          <p:nvPr>
            <p:ph type="body"/>
          </p:nvPr>
        </p:nvSpPr>
        <p:spPr>
          <a:xfrm>
            <a:off x="6275880" y="4073040"/>
            <a:ext cx="424440" cy="698760"/>
          </a:xfrm>
          <a:prstGeom prst="rect">
            <a:avLst/>
          </a:prstGeom>
          <a:noFill/>
          <a:ln w="0">
            <a:noFill/>
          </a:ln>
        </p:spPr>
        <p:txBody>
          <a:bodyPr numCol="1" spcCol="216000" lIns="0" tIns="0" rIns="0" bIns="0" anchor="t">
            <a:noAutofit/>
          </a:bodyPr>
          <a:lstStyle>
            <a:lvl1pPr indent="0" algn="l" defTabSz="914400">
              <a:lnSpc>
                <a:spcPct val="94000"/>
              </a:lnSpc>
              <a:buNone/>
              <a:tabLst>
                <a:tab pos="0" algn="l"/>
              </a:tabLst>
              <a:defRPr lang="de-DE" sz="2000" b="1" u="none" strike="noStrike">
                <a:solidFill>
                  <a:schemeClr val="accent1"/>
                </a:solidFill>
                <a:effectLst/>
                <a:uFillTx/>
                <a:latin typeface="SRH Text"/>
                <a:ea typeface="SRH Text"/>
              </a:defRPr>
            </a:lvl1pPr>
          </a:lstStyle>
          <a:p>
            <a:pPr indent="0" algn="l" defTabSz="914400">
              <a:lnSpc>
                <a:spcPct val="94000"/>
              </a:lnSpc>
              <a:buNone/>
              <a:tabLst>
                <a:tab pos="0" algn="l"/>
              </a:tabLst>
            </a:pPr>
            <a:r>
              <a:rPr lang="de-DE" sz="2000" b="1" u="none" strike="noStrike">
                <a:solidFill>
                  <a:schemeClr val="accent1"/>
                </a:solidFill>
                <a:effectLst/>
                <a:uFillTx/>
                <a:latin typeface="SRH Text"/>
                <a:ea typeface="SRH Text"/>
              </a:rPr>
              <a:t>00</a:t>
            </a:r>
            <a:endParaRPr lang="de-DE" sz="2000" b="1" u="none" strike="noStrike">
              <a:solidFill>
                <a:schemeClr val="accent1"/>
              </a:solidFill>
              <a:effectLst/>
              <a:uFillTx/>
              <a:latin typeface="SRH Text"/>
            </a:endParaRPr>
          </a:p>
        </p:txBody>
      </p:sp>
      <p:sp>
        <p:nvSpPr>
          <p:cNvPr id="30" name="PlaceHolder 8"/>
          <p:cNvSpPr>
            <a:spLocks noGrp="1"/>
          </p:cNvSpPr>
          <p:nvPr>
            <p:ph type="body"/>
          </p:nvPr>
        </p:nvSpPr>
        <p:spPr>
          <a:xfrm>
            <a:off x="6773400" y="3291120"/>
            <a:ext cx="5051520" cy="698760"/>
          </a:xfrm>
          <a:prstGeom prst="rect">
            <a:avLst/>
          </a:prstGeom>
          <a:noFill/>
          <a:ln w="0">
            <a:noFill/>
          </a:ln>
        </p:spPr>
        <p:txBody>
          <a:bodyPr numCol="1" spcCol="216000" lIns="0" tIns="0" rIns="0" bIns="0" anchor="t">
            <a:noAutofit/>
          </a:bodyPr>
          <a:lstStyle>
            <a:lvl1pPr indent="0" algn="l" defTabSz="914400">
              <a:lnSpc>
                <a:spcPct val="94000"/>
              </a:lnSpc>
              <a:buNone/>
              <a:tabLst>
                <a:tab pos="0" algn="l"/>
              </a:tabLst>
              <a:defRPr lang="de-DE" sz="2000" b="1" u="none" strike="noStrike">
                <a:solidFill>
                  <a:schemeClr val="accent1"/>
                </a:solidFill>
                <a:effectLst/>
                <a:uFillTx/>
                <a:latin typeface="SRH Text"/>
                <a:ea typeface="SRH Text"/>
              </a:defRPr>
            </a:lvl1pPr>
            <a:lvl2pPr indent="0" algn="l" defTabSz="914400">
              <a:lnSpc>
                <a:spcPct val="94000"/>
              </a:lnSpc>
              <a:buNone/>
              <a:tabLst>
                <a:tab pos="0" algn="l"/>
              </a:tabLst>
              <a:defRPr lang="de-DE" sz="2000" b="0" u="none" strike="noStrike">
                <a:solidFill>
                  <a:schemeClr val="dk1"/>
                </a:solidFill>
                <a:effectLst/>
                <a:uFillTx/>
                <a:latin typeface="SRH Text"/>
                <a:ea typeface="SRH Text"/>
              </a:defRPr>
            </a:lvl2pPr>
          </a:lstStyle>
          <a:p>
            <a:pPr indent="0" algn="l" defTabSz="914400">
              <a:lnSpc>
                <a:spcPct val="94000"/>
              </a:lnSpc>
              <a:buNone/>
              <a:tabLst>
                <a:tab pos="0" algn="l"/>
              </a:tabLst>
            </a:pPr>
            <a:r>
              <a:rPr lang="de-DE" sz="2000" b="1" u="none" strike="noStrike">
                <a:solidFill>
                  <a:schemeClr val="accent1"/>
                </a:solidFill>
                <a:effectLst/>
                <a:uFillTx/>
                <a:latin typeface="SRH Text"/>
                <a:ea typeface="SRH Text"/>
              </a:rPr>
              <a:t>Thema</a:t>
            </a:r>
            <a:endParaRPr lang="de-DE" sz="2000" b="1" u="none" strike="noStrike">
              <a:solidFill>
                <a:schemeClr val="accent1"/>
              </a:solidFill>
              <a:effectLst/>
              <a:uFillTx/>
              <a:latin typeface="SRH Text"/>
            </a:endParaRPr>
          </a:p>
          <a:p>
            <a:pPr indent="0" algn="l" defTabSz="914400">
              <a:lnSpc>
                <a:spcPct val="94000"/>
              </a:lnSpc>
              <a:buNone/>
              <a:tabLst>
                <a:tab pos="0" algn="l"/>
              </a:tabLst>
            </a:pPr>
            <a:r>
              <a:rPr lang="de-DE" sz="2000" b="0" u="none" strike="noStrike">
                <a:solidFill>
                  <a:schemeClr val="dk1"/>
                </a:solidFill>
                <a:effectLst/>
                <a:uFillTx/>
                <a:latin typeface="SRH Text"/>
                <a:ea typeface="SRH Text"/>
              </a:rPr>
              <a:t>Beschreibung</a:t>
            </a:r>
            <a:endParaRPr lang="de-DE" sz="2000" b="1" u="none" strike="noStrike">
              <a:solidFill>
                <a:schemeClr val="accent1"/>
              </a:solidFill>
              <a:effectLst/>
              <a:uFillTx/>
              <a:latin typeface="SRH Text"/>
            </a:endParaRPr>
          </a:p>
        </p:txBody>
      </p:sp>
      <p:sp>
        <p:nvSpPr>
          <p:cNvPr id="31" name="PlaceHolder 9"/>
          <p:cNvSpPr>
            <a:spLocks noGrp="1"/>
          </p:cNvSpPr>
          <p:nvPr>
            <p:ph type="body"/>
          </p:nvPr>
        </p:nvSpPr>
        <p:spPr>
          <a:xfrm>
            <a:off x="6275880" y="3291120"/>
            <a:ext cx="424440" cy="698760"/>
          </a:xfrm>
          <a:prstGeom prst="rect">
            <a:avLst/>
          </a:prstGeom>
          <a:noFill/>
          <a:ln w="0">
            <a:noFill/>
          </a:ln>
        </p:spPr>
        <p:txBody>
          <a:bodyPr numCol="1" spcCol="216000" lIns="0" tIns="0" rIns="0" bIns="0" anchor="t">
            <a:noAutofit/>
          </a:bodyPr>
          <a:lstStyle>
            <a:lvl1pPr indent="0" algn="l" defTabSz="914400">
              <a:lnSpc>
                <a:spcPct val="94000"/>
              </a:lnSpc>
              <a:buNone/>
              <a:tabLst>
                <a:tab pos="0" algn="l"/>
              </a:tabLst>
              <a:defRPr lang="de-DE" sz="2000" b="1" u="none" strike="noStrike">
                <a:solidFill>
                  <a:schemeClr val="accent1"/>
                </a:solidFill>
                <a:effectLst/>
                <a:uFillTx/>
                <a:latin typeface="SRH Text"/>
                <a:ea typeface="SRH Text"/>
              </a:defRPr>
            </a:lvl1pPr>
          </a:lstStyle>
          <a:p>
            <a:pPr indent="0" algn="l" defTabSz="914400">
              <a:lnSpc>
                <a:spcPct val="94000"/>
              </a:lnSpc>
              <a:buNone/>
              <a:tabLst>
                <a:tab pos="0" algn="l"/>
              </a:tabLst>
            </a:pPr>
            <a:r>
              <a:rPr lang="de-DE" sz="2000" b="1" u="none" strike="noStrike">
                <a:solidFill>
                  <a:schemeClr val="accent1"/>
                </a:solidFill>
                <a:effectLst/>
                <a:uFillTx/>
                <a:latin typeface="SRH Text"/>
                <a:ea typeface="SRH Text"/>
              </a:rPr>
              <a:t>00</a:t>
            </a:r>
            <a:endParaRPr lang="de-DE" sz="2000" b="1" u="none" strike="noStrike">
              <a:solidFill>
                <a:schemeClr val="accent1"/>
              </a:solidFill>
              <a:effectLst/>
              <a:uFillTx/>
              <a:latin typeface="SRH Text"/>
            </a:endParaRPr>
          </a:p>
        </p:txBody>
      </p:sp>
      <p:sp>
        <p:nvSpPr>
          <p:cNvPr id="32" name="PlaceHolder 10"/>
          <p:cNvSpPr>
            <a:spLocks noGrp="1"/>
          </p:cNvSpPr>
          <p:nvPr>
            <p:ph type="body"/>
          </p:nvPr>
        </p:nvSpPr>
        <p:spPr>
          <a:xfrm>
            <a:off x="6773400" y="2509560"/>
            <a:ext cx="5051520" cy="698760"/>
          </a:xfrm>
          <a:prstGeom prst="rect">
            <a:avLst/>
          </a:prstGeom>
          <a:noFill/>
          <a:ln w="0">
            <a:noFill/>
          </a:ln>
        </p:spPr>
        <p:txBody>
          <a:bodyPr numCol="1" spcCol="216000" lIns="0" tIns="0" rIns="0" bIns="0" anchor="t">
            <a:noAutofit/>
          </a:bodyPr>
          <a:lstStyle>
            <a:lvl1pPr indent="0" algn="l" defTabSz="914400">
              <a:lnSpc>
                <a:spcPct val="94000"/>
              </a:lnSpc>
              <a:buNone/>
              <a:tabLst>
                <a:tab pos="0" algn="l"/>
              </a:tabLst>
              <a:defRPr lang="de-DE" sz="2000" b="1" u="none" strike="noStrike">
                <a:solidFill>
                  <a:schemeClr val="accent1"/>
                </a:solidFill>
                <a:effectLst/>
                <a:uFillTx/>
                <a:latin typeface="SRH Text"/>
                <a:ea typeface="SRH Text"/>
              </a:defRPr>
            </a:lvl1pPr>
            <a:lvl2pPr indent="0" algn="l" defTabSz="914400">
              <a:lnSpc>
                <a:spcPct val="94000"/>
              </a:lnSpc>
              <a:buNone/>
              <a:tabLst>
                <a:tab pos="0" algn="l"/>
              </a:tabLst>
              <a:defRPr lang="de-DE" sz="2000" b="0" u="none" strike="noStrike">
                <a:solidFill>
                  <a:schemeClr val="dk1"/>
                </a:solidFill>
                <a:effectLst/>
                <a:uFillTx/>
                <a:latin typeface="SRH Text"/>
                <a:ea typeface="SRH Text"/>
              </a:defRPr>
            </a:lvl2pPr>
          </a:lstStyle>
          <a:p>
            <a:pPr indent="0" algn="l" defTabSz="914400">
              <a:lnSpc>
                <a:spcPct val="94000"/>
              </a:lnSpc>
              <a:buNone/>
              <a:tabLst>
                <a:tab pos="0" algn="l"/>
              </a:tabLst>
            </a:pPr>
            <a:r>
              <a:rPr lang="de-DE" sz="2000" b="1" u="none" strike="noStrike">
                <a:solidFill>
                  <a:schemeClr val="accent1"/>
                </a:solidFill>
                <a:effectLst/>
                <a:uFillTx/>
                <a:latin typeface="SRH Text"/>
                <a:ea typeface="SRH Text"/>
              </a:rPr>
              <a:t>Thema</a:t>
            </a:r>
            <a:endParaRPr lang="de-DE" sz="2000" b="1" u="none" strike="noStrike">
              <a:solidFill>
                <a:schemeClr val="accent1"/>
              </a:solidFill>
              <a:effectLst/>
              <a:uFillTx/>
              <a:latin typeface="SRH Text"/>
            </a:endParaRPr>
          </a:p>
          <a:p>
            <a:pPr indent="0" algn="l" defTabSz="914400">
              <a:lnSpc>
                <a:spcPct val="94000"/>
              </a:lnSpc>
              <a:buNone/>
              <a:tabLst>
                <a:tab pos="0" algn="l"/>
              </a:tabLst>
            </a:pPr>
            <a:r>
              <a:rPr lang="de-DE" sz="2000" b="0" u="none" strike="noStrike">
                <a:solidFill>
                  <a:schemeClr val="dk1"/>
                </a:solidFill>
                <a:effectLst/>
                <a:uFillTx/>
                <a:latin typeface="SRH Text"/>
                <a:ea typeface="SRH Text"/>
              </a:rPr>
              <a:t>Beschreibung</a:t>
            </a:r>
            <a:endParaRPr lang="de-DE" sz="2000" b="1" u="none" strike="noStrike">
              <a:solidFill>
                <a:schemeClr val="accent1"/>
              </a:solidFill>
              <a:effectLst/>
              <a:uFillTx/>
              <a:latin typeface="SRH Text"/>
            </a:endParaRPr>
          </a:p>
        </p:txBody>
      </p:sp>
      <p:sp>
        <p:nvSpPr>
          <p:cNvPr id="33" name="PlaceHolder 11"/>
          <p:cNvSpPr>
            <a:spLocks noGrp="1"/>
          </p:cNvSpPr>
          <p:nvPr>
            <p:ph type="body"/>
          </p:nvPr>
        </p:nvSpPr>
        <p:spPr>
          <a:xfrm>
            <a:off x="6275880" y="2509560"/>
            <a:ext cx="424440" cy="698760"/>
          </a:xfrm>
          <a:prstGeom prst="rect">
            <a:avLst/>
          </a:prstGeom>
          <a:noFill/>
          <a:ln w="0">
            <a:noFill/>
          </a:ln>
        </p:spPr>
        <p:txBody>
          <a:bodyPr numCol="1" spcCol="216000" lIns="0" tIns="0" rIns="0" bIns="0" anchor="t">
            <a:noAutofit/>
          </a:bodyPr>
          <a:lstStyle>
            <a:lvl1pPr indent="0" algn="l" defTabSz="914400">
              <a:lnSpc>
                <a:spcPct val="94000"/>
              </a:lnSpc>
              <a:buNone/>
              <a:tabLst>
                <a:tab pos="0" algn="l"/>
              </a:tabLst>
              <a:defRPr lang="de-DE" sz="2000" b="1" u="none" strike="noStrike">
                <a:solidFill>
                  <a:schemeClr val="accent1"/>
                </a:solidFill>
                <a:effectLst/>
                <a:uFillTx/>
                <a:latin typeface="SRH Text"/>
                <a:ea typeface="SRH Text"/>
              </a:defRPr>
            </a:lvl1pPr>
          </a:lstStyle>
          <a:p>
            <a:pPr indent="0" algn="l" defTabSz="914400">
              <a:lnSpc>
                <a:spcPct val="94000"/>
              </a:lnSpc>
              <a:buNone/>
              <a:tabLst>
                <a:tab pos="0" algn="l"/>
              </a:tabLst>
            </a:pPr>
            <a:r>
              <a:rPr lang="de-DE" sz="2000" b="1" u="none" strike="noStrike">
                <a:solidFill>
                  <a:schemeClr val="accent1"/>
                </a:solidFill>
                <a:effectLst/>
                <a:uFillTx/>
                <a:latin typeface="SRH Text"/>
                <a:ea typeface="SRH Text"/>
              </a:rPr>
              <a:t>00</a:t>
            </a:r>
            <a:endParaRPr lang="de-DE" sz="2000" b="1" u="none" strike="noStrike">
              <a:solidFill>
                <a:schemeClr val="accent1"/>
              </a:solidFill>
              <a:effectLst/>
              <a:uFillTx/>
              <a:latin typeface="SRH Text"/>
            </a:endParaRPr>
          </a:p>
        </p:txBody>
      </p:sp>
      <p:sp>
        <p:nvSpPr>
          <p:cNvPr id="34" name="PlaceHolder 12"/>
          <p:cNvSpPr>
            <a:spLocks noGrp="1"/>
          </p:cNvSpPr>
          <p:nvPr>
            <p:ph type="body"/>
          </p:nvPr>
        </p:nvSpPr>
        <p:spPr>
          <a:xfrm>
            <a:off x="6773400" y="1728000"/>
            <a:ext cx="5051520" cy="699120"/>
          </a:xfrm>
          <a:prstGeom prst="rect">
            <a:avLst/>
          </a:prstGeom>
          <a:noFill/>
          <a:ln w="0">
            <a:noFill/>
          </a:ln>
        </p:spPr>
        <p:txBody>
          <a:bodyPr numCol="1" spcCol="216000" lIns="0" tIns="0" rIns="0" bIns="0" anchor="t">
            <a:noAutofit/>
          </a:bodyPr>
          <a:lstStyle>
            <a:lvl1pPr indent="0" algn="l" defTabSz="914400">
              <a:lnSpc>
                <a:spcPct val="94000"/>
              </a:lnSpc>
              <a:buNone/>
              <a:tabLst>
                <a:tab pos="0" algn="l"/>
              </a:tabLst>
              <a:defRPr lang="de-DE" sz="2000" b="1" u="none" strike="noStrike">
                <a:solidFill>
                  <a:schemeClr val="accent1"/>
                </a:solidFill>
                <a:effectLst/>
                <a:uFillTx/>
                <a:latin typeface="SRH Text"/>
                <a:ea typeface="SRH Text"/>
              </a:defRPr>
            </a:lvl1pPr>
            <a:lvl2pPr indent="0" algn="l" defTabSz="914400">
              <a:lnSpc>
                <a:spcPct val="94000"/>
              </a:lnSpc>
              <a:buNone/>
              <a:tabLst>
                <a:tab pos="0" algn="l"/>
              </a:tabLst>
              <a:defRPr lang="de-DE" sz="2000" b="0" u="none" strike="noStrike">
                <a:solidFill>
                  <a:schemeClr val="dk1"/>
                </a:solidFill>
                <a:effectLst/>
                <a:uFillTx/>
                <a:latin typeface="SRH Text"/>
                <a:ea typeface="SRH Text"/>
              </a:defRPr>
            </a:lvl2pPr>
          </a:lstStyle>
          <a:p>
            <a:pPr indent="0" algn="l" defTabSz="914400">
              <a:lnSpc>
                <a:spcPct val="94000"/>
              </a:lnSpc>
              <a:buNone/>
              <a:tabLst>
                <a:tab pos="0" algn="l"/>
              </a:tabLst>
            </a:pPr>
            <a:r>
              <a:rPr lang="de-DE" sz="2000" b="1" u="none" strike="noStrike">
                <a:solidFill>
                  <a:schemeClr val="accent1"/>
                </a:solidFill>
                <a:effectLst/>
                <a:uFillTx/>
                <a:latin typeface="SRH Text"/>
                <a:ea typeface="SRH Text"/>
              </a:rPr>
              <a:t>Thema</a:t>
            </a:r>
            <a:endParaRPr lang="de-DE" sz="2000" b="1" u="none" strike="noStrike">
              <a:solidFill>
                <a:schemeClr val="accent1"/>
              </a:solidFill>
              <a:effectLst/>
              <a:uFillTx/>
              <a:latin typeface="SRH Text"/>
            </a:endParaRPr>
          </a:p>
          <a:p>
            <a:pPr indent="0" algn="l" defTabSz="914400">
              <a:lnSpc>
                <a:spcPct val="94000"/>
              </a:lnSpc>
              <a:buNone/>
              <a:tabLst>
                <a:tab pos="0" algn="l"/>
              </a:tabLst>
            </a:pPr>
            <a:r>
              <a:rPr lang="de-DE" sz="2000" b="0" u="none" strike="noStrike">
                <a:solidFill>
                  <a:schemeClr val="dk1"/>
                </a:solidFill>
                <a:effectLst/>
                <a:uFillTx/>
                <a:latin typeface="SRH Text"/>
                <a:ea typeface="SRH Text"/>
              </a:rPr>
              <a:t>Beschreibung</a:t>
            </a:r>
            <a:endParaRPr lang="de-DE" sz="2000" b="1" u="none" strike="noStrike">
              <a:solidFill>
                <a:schemeClr val="accent1"/>
              </a:solidFill>
              <a:effectLst/>
              <a:uFillTx/>
              <a:latin typeface="SRH Text"/>
            </a:endParaRPr>
          </a:p>
        </p:txBody>
      </p:sp>
      <p:sp>
        <p:nvSpPr>
          <p:cNvPr id="35" name="PlaceHolder 13"/>
          <p:cNvSpPr>
            <a:spLocks noGrp="1"/>
          </p:cNvSpPr>
          <p:nvPr>
            <p:ph type="body"/>
          </p:nvPr>
        </p:nvSpPr>
        <p:spPr>
          <a:xfrm>
            <a:off x="6275880" y="1728000"/>
            <a:ext cx="424440" cy="699120"/>
          </a:xfrm>
          <a:prstGeom prst="rect">
            <a:avLst/>
          </a:prstGeom>
          <a:noFill/>
          <a:ln w="0">
            <a:noFill/>
          </a:ln>
        </p:spPr>
        <p:txBody>
          <a:bodyPr numCol="1" spcCol="216000" lIns="0" tIns="0" rIns="0" bIns="0" anchor="t">
            <a:noAutofit/>
          </a:bodyPr>
          <a:lstStyle>
            <a:lvl1pPr indent="0" algn="l" defTabSz="914400">
              <a:lnSpc>
                <a:spcPct val="94000"/>
              </a:lnSpc>
              <a:buNone/>
              <a:tabLst>
                <a:tab pos="0" algn="l"/>
              </a:tabLst>
              <a:defRPr lang="de-DE" sz="2000" b="1" u="none" strike="noStrike">
                <a:solidFill>
                  <a:schemeClr val="accent1"/>
                </a:solidFill>
                <a:effectLst/>
                <a:uFillTx/>
                <a:latin typeface="SRH Text"/>
                <a:ea typeface="SRH Text"/>
              </a:defRPr>
            </a:lvl1pPr>
          </a:lstStyle>
          <a:p>
            <a:pPr indent="0" algn="l" defTabSz="914400">
              <a:lnSpc>
                <a:spcPct val="94000"/>
              </a:lnSpc>
              <a:buNone/>
              <a:tabLst>
                <a:tab pos="0" algn="l"/>
              </a:tabLst>
            </a:pPr>
            <a:r>
              <a:rPr lang="de-DE" sz="2000" b="1" u="none" strike="noStrike">
                <a:solidFill>
                  <a:schemeClr val="accent1"/>
                </a:solidFill>
                <a:effectLst/>
                <a:uFillTx/>
                <a:latin typeface="SRH Text"/>
                <a:ea typeface="SRH Text"/>
              </a:rPr>
              <a:t>00</a:t>
            </a:r>
            <a:endParaRPr lang="de-DE" sz="2000" b="1" u="none" strike="noStrike">
              <a:solidFill>
                <a:schemeClr val="accent1"/>
              </a:solidFill>
              <a:effectLst/>
              <a:uFillTx/>
              <a:latin typeface="SRH Text"/>
            </a:endParaRPr>
          </a:p>
        </p:txBody>
      </p:sp>
      <p:sp>
        <p:nvSpPr>
          <p:cNvPr id="36" name="PlaceHolder 14"/>
          <p:cNvSpPr>
            <a:spLocks noGrp="1"/>
          </p:cNvSpPr>
          <p:nvPr>
            <p:ph type="body"/>
          </p:nvPr>
        </p:nvSpPr>
        <p:spPr>
          <a:xfrm>
            <a:off x="862200" y="4853880"/>
            <a:ext cx="5052240" cy="699120"/>
          </a:xfrm>
          <a:prstGeom prst="rect">
            <a:avLst/>
          </a:prstGeom>
          <a:noFill/>
          <a:ln w="0">
            <a:noFill/>
          </a:ln>
        </p:spPr>
        <p:txBody>
          <a:bodyPr numCol="1" spcCol="216000" lIns="0" tIns="0" rIns="0" bIns="0" anchor="t">
            <a:noAutofit/>
          </a:bodyPr>
          <a:lstStyle>
            <a:lvl1pPr indent="0" algn="l" defTabSz="914400">
              <a:lnSpc>
                <a:spcPct val="94000"/>
              </a:lnSpc>
              <a:buNone/>
              <a:tabLst>
                <a:tab pos="0" algn="l"/>
              </a:tabLst>
              <a:defRPr lang="de-DE" sz="2000" b="1" u="none" strike="noStrike">
                <a:solidFill>
                  <a:schemeClr val="accent1"/>
                </a:solidFill>
                <a:effectLst/>
                <a:uFillTx/>
                <a:latin typeface="SRH Text"/>
                <a:ea typeface="SRH Text"/>
              </a:defRPr>
            </a:lvl1pPr>
            <a:lvl2pPr indent="0" algn="l" defTabSz="914400">
              <a:lnSpc>
                <a:spcPct val="94000"/>
              </a:lnSpc>
              <a:buNone/>
              <a:tabLst>
                <a:tab pos="0" algn="l"/>
              </a:tabLst>
              <a:defRPr lang="de-DE" sz="2000" b="0" u="none" strike="noStrike">
                <a:solidFill>
                  <a:schemeClr val="dk1"/>
                </a:solidFill>
                <a:effectLst/>
                <a:uFillTx/>
                <a:latin typeface="SRH Text"/>
                <a:ea typeface="SRH Text"/>
              </a:defRPr>
            </a:lvl2pPr>
          </a:lstStyle>
          <a:p>
            <a:pPr indent="0" algn="l" defTabSz="914400">
              <a:lnSpc>
                <a:spcPct val="94000"/>
              </a:lnSpc>
              <a:buNone/>
              <a:tabLst>
                <a:tab pos="0" algn="l"/>
              </a:tabLst>
            </a:pPr>
            <a:r>
              <a:rPr lang="de-DE" sz="2000" b="1" u="none" strike="noStrike">
                <a:solidFill>
                  <a:schemeClr val="accent1"/>
                </a:solidFill>
                <a:effectLst/>
                <a:uFillTx/>
                <a:latin typeface="SRH Text"/>
                <a:ea typeface="SRH Text"/>
              </a:rPr>
              <a:t>Thema</a:t>
            </a:r>
            <a:endParaRPr lang="de-DE" sz="2000" b="1" u="none" strike="noStrike">
              <a:solidFill>
                <a:schemeClr val="accent1"/>
              </a:solidFill>
              <a:effectLst/>
              <a:uFillTx/>
              <a:latin typeface="SRH Text"/>
            </a:endParaRPr>
          </a:p>
          <a:p>
            <a:pPr indent="0" algn="l" defTabSz="914400">
              <a:lnSpc>
                <a:spcPct val="94000"/>
              </a:lnSpc>
              <a:buNone/>
              <a:tabLst>
                <a:tab pos="0" algn="l"/>
              </a:tabLst>
            </a:pPr>
            <a:r>
              <a:rPr lang="de-DE" sz="2000" b="0" u="none" strike="noStrike">
                <a:solidFill>
                  <a:schemeClr val="dk1"/>
                </a:solidFill>
                <a:effectLst/>
                <a:uFillTx/>
                <a:latin typeface="SRH Text"/>
                <a:ea typeface="SRH Text"/>
              </a:rPr>
              <a:t>Beschreibung</a:t>
            </a:r>
            <a:endParaRPr lang="de-DE" sz="2000" b="1" u="none" strike="noStrike">
              <a:solidFill>
                <a:schemeClr val="accent1"/>
              </a:solidFill>
              <a:effectLst/>
              <a:uFillTx/>
              <a:latin typeface="SRH Text"/>
            </a:endParaRPr>
          </a:p>
        </p:txBody>
      </p:sp>
      <p:sp>
        <p:nvSpPr>
          <p:cNvPr id="37" name="PlaceHolder 15"/>
          <p:cNvSpPr>
            <a:spLocks noGrp="1"/>
          </p:cNvSpPr>
          <p:nvPr>
            <p:ph type="body"/>
          </p:nvPr>
        </p:nvSpPr>
        <p:spPr>
          <a:xfrm>
            <a:off x="359280" y="4853880"/>
            <a:ext cx="423720" cy="699120"/>
          </a:xfrm>
          <a:prstGeom prst="rect">
            <a:avLst/>
          </a:prstGeom>
          <a:noFill/>
          <a:ln w="0">
            <a:noFill/>
          </a:ln>
        </p:spPr>
        <p:txBody>
          <a:bodyPr numCol="1" spcCol="216000" lIns="0" tIns="0" rIns="0" bIns="0" anchor="t">
            <a:noAutofit/>
          </a:bodyPr>
          <a:lstStyle>
            <a:lvl1pPr indent="0" algn="l" defTabSz="914400">
              <a:lnSpc>
                <a:spcPct val="94000"/>
              </a:lnSpc>
              <a:buNone/>
              <a:tabLst>
                <a:tab pos="0" algn="l"/>
              </a:tabLst>
              <a:defRPr lang="de-DE" sz="2000" b="1" u="none" strike="noStrike">
                <a:solidFill>
                  <a:schemeClr val="accent1"/>
                </a:solidFill>
                <a:effectLst/>
                <a:uFillTx/>
                <a:latin typeface="SRH Text"/>
                <a:ea typeface="SRH Text"/>
              </a:defRPr>
            </a:lvl1pPr>
          </a:lstStyle>
          <a:p>
            <a:pPr indent="0" algn="l" defTabSz="914400">
              <a:lnSpc>
                <a:spcPct val="94000"/>
              </a:lnSpc>
              <a:buNone/>
              <a:tabLst>
                <a:tab pos="0" algn="l"/>
              </a:tabLst>
            </a:pPr>
            <a:r>
              <a:rPr lang="de-DE" sz="2000" b="1" u="none" strike="noStrike">
                <a:solidFill>
                  <a:schemeClr val="accent1"/>
                </a:solidFill>
                <a:effectLst/>
                <a:uFillTx/>
                <a:latin typeface="SRH Text"/>
                <a:ea typeface="SRH Text"/>
              </a:rPr>
              <a:t>00</a:t>
            </a:r>
            <a:endParaRPr lang="de-DE" sz="2000" b="1" u="none" strike="noStrike">
              <a:solidFill>
                <a:schemeClr val="accent1"/>
              </a:solidFill>
              <a:effectLst/>
              <a:uFillTx/>
              <a:latin typeface="SRH Text"/>
            </a:endParaRPr>
          </a:p>
        </p:txBody>
      </p:sp>
      <p:sp>
        <p:nvSpPr>
          <p:cNvPr id="38" name="PlaceHolder 16"/>
          <p:cNvSpPr>
            <a:spLocks noGrp="1"/>
          </p:cNvSpPr>
          <p:nvPr>
            <p:ph type="body"/>
          </p:nvPr>
        </p:nvSpPr>
        <p:spPr>
          <a:xfrm>
            <a:off x="862200" y="4073040"/>
            <a:ext cx="5052240" cy="698760"/>
          </a:xfrm>
          <a:prstGeom prst="rect">
            <a:avLst/>
          </a:prstGeom>
          <a:noFill/>
          <a:ln w="0">
            <a:noFill/>
          </a:ln>
        </p:spPr>
        <p:txBody>
          <a:bodyPr numCol="1" spcCol="216000" lIns="0" tIns="0" rIns="0" bIns="0" anchor="t">
            <a:noAutofit/>
          </a:bodyPr>
          <a:lstStyle>
            <a:lvl1pPr indent="0" algn="l" defTabSz="914400">
              <a:lnSpc>
                <a:spcPct val="94000"/>
              </a:lnSpc>
              <a:buNone/>
              <a:tabLst>
                <a:tab pos="0" algn="l"/>
              </a:tabLst>
              <a:defRPr lang="de-DE" sz="2000" b="1" u="none" strike="noStrike">
                <a:solidFill>
                  <a:schemeClr val="accent1"/>
                </a:solidFill>
                <a:effectLst/>
                <a:uFillTx/>
                <a:latin typeface="SRH Text"/>
                <a:ea typeface="SRH Text"/>
              </a:defRPr>
            </a:lvl1pPr>
            <a:lvl2pPr indent="0" algn="l" defTabSz="914400">
              <a:lnSpc>
                <a:spcPct val="94000"/>
              </a:lnSpc>
              <a:buNone/>
              <a:tabLst>
                <a:tab pos="0" algn="l"/>
              </a:tabLst>
              <a:defRPr lang="de-DE" sz="2000" b="0" u="none" strike="noStrike">
                <a:solidFill>
                  <a:schemeClr val="dk1"/>
                </a:solidFill>
                <a:effectLst/>
                <a:uFillTx/>
                <a:latin typeface="SRH Text"/>
                <a:ea typeface="SRH Text"/>
              </a:defRPr>
            </a:lvl2pPr>
          </a:lstStyle>
          <a:p>
            <a:pPr indent="0" algn="l" defTabSz="914400">
              <a:lnSpc>
                <a:spcPct val="94000"/>
              </a:lnSpc>
              <a:buNone/>
              <a:tabLst>
                <a:tab pos="0" algn="l"/>
              </a:tabLst>
            </a:pPr>
            <a:r>
              <a:rPr lang="de-DE" sz="2000" b="1" u="none" strike="noStrike">
                <a:solidFill>
                  <a:schemeClr val="accent1"/>
                </a:solidFill>
                <a:effectLst/>
                <a:uFillTx/>
                <a:latin typeface="SRH Text"/>
                <a:ea typeface="SRH Text"/>
              </a:rPr>
              <a:t>Thema</a:t>
            </a:r>
            <a:endParaRPr lang="de-DE" sz="2000" b="1" u="none" strike="noStrike">
              <a:solidFill>
                <a:schemeClr val="accent1"/>
              </a:solidFill>
              <a:effectLst/>
              <a:uFillTx/>
              <a:latin typeface="SRH Text"/>
            </a:endParaRPr>
          </a:p>
          <a:p>
            <a:pPr indent="0" algn="l" defTabSz="914400">
              <a:lnSpc>
                <a:spcPct val="94000"/>
              </a:lnSpc>
              <a:buNone/>
              <a:tabLst>
                <a:tab pos="0" algn="l"/>
              </a:tabLst>
            </a:pPr>
            <a:r>
              <a:rPr lang="de-DE" sz="2000" b="0" u="none" strike="noStrike">
                <a:solidFill>
                  <a:schemeClr val="dk1"/>
                </a:solidFill>
                <a:effectLst/>
                <a:uFillTx/>
                <a:latin typeface="SRH Text"/>
                <a:ea typeface="SRH Text"/>
              </a:rPr>
              <a:t>Beschreibung</a:t>
            </a:r>
            <a:endParaRPr lang="de-DE" sz="2000" b="1" u="none" strike="noStrike">
              <a:solidFill>
                <a:schemeClr val="accent1"/>
              </a:solidFill>
              <a:effectLst/>
              <a:uFillTx/>
              <a:latin typeface="SRH Text"/>
            </a:endParaRPr>
          </a:p>
        </p:txBody>
      </p:sp>
      <p:sp>
        <p:nvSpPr>
          <p:cNvPr id="39" name="PlaceHolder 17"/>
          <p:cNvSpPr>
            <a:spLocks noGrp="1"/>
          </p:cNvSpPr>
          <p:nvPr>
            <p:ph type="body"/>
          </p:nvPr>
        </p:nvSpPr>
        <p:spPr>
          <a:xfrm>
            <a:off x="359280" y="4073040"/>
            <a:ext cx="423720" cy="698760"/>
          </a:xfrm>
          <a:prstGeom prst="rect">
            <a:avLst/>
          </a:prstGeom>
          <a:noFill/>
          <a:ln w="0">
            <a:noFill/>
          </a:ln>
        </p:spPr>
        <p:txBody>
          <a:bodyPr numCol="1" spcCol="216000" lIns="0" tIns="0" rIns="0" bIns="0" anchor="t">
            <a:noAutofit/>
          </a:bodyPr>
          <a:lstStyle>
            <a:lvl1pPr indent="0" algn="l" defTabSz="914400">
              <a:lnSpc>
                <a:spcPct val="94000"/>
              </a:lnSpc>
              <a:buNone/>
              <a:tabLst>
                <a:tab pos="0" algn="l"/>
              </a:tabLst>
              <a:defRPr lang="de-DE" sz="2000" b="1" u="none" strike="noStrike">
                <a:solidFill>
                  <a:schemeClr val="accent1"/>
                </a:solidFill>
                <a:effectLst/>
                <a:uFillTx/>
                <a:latin typeface="SRH Text"/>
                <a:ea typeface="SRH Text"/>
              </a:defRPr>
            </a:lvl1pPr>
          </a:lstStyle>
          <a:p>
            <a:pPr indent="0" algn="l" defTabSz="914400">
              <a:lnSpc>
                <a:spcPct val="94000"/>
              </a:lnSpc>
              <a:buNone/>
              <a:tabLst>
                <a:tab pos="0" algn="l"/>
              </a:tabLst>
            </a:pPr>
            <a:r>
              <a:rPr lang="de-DE" sz="2000" b="1" u="none" strike="noStrike">
                <a:solidFill>
                  <a:schemeClr val="accent1"/>
                </a:solidFill>
                <a:effectLst/>
                <a:uFillTx/>
                <a:latin typeface="SRH Text"/>
                <a:ea typeface="SRH Text"/>
              </a:rPr>
              <a:t>00</a:t>
            </a:r>
            <a:endParaRPr lang="de-DE" sz="2000" b="1" u="none" strike="noStrike">
              <a:solidFill>
                <a:schemeClr val="accent1"/>
              </a:solidFill>
              <a:effectLst/>
              <a:uFillTx/>
              <a:latin typeface="SRH Text"/>
            </a:endParaRPr>
          </a:p>
        </p:txBody>
      </p:sp>
      <p:sp>
        <p:nvSpPr>
          <p:cNvPr id="40" name="PlaceHolder 18"/>
          <p:cNvSpPr>
            <a:spLocks noGrp="1"/>
          </p:cNvSpPr>
          <p:nvPr>
            <p:ph type="body"/>
          </p:nvPr>
        </p:nvSpPr>
        <p:spPr>
          <a:xfrm>
            <a:off x="862200" y="3291120"/>
            <a:ext cx="5052240" cy="698760"/>
          </a:xfrm>
          <a:prstGeom prst="rect">
            <a:avLst/>
          </a:prstGeom>
          <a:noFill/>
          <a:ln w="0">
            <a:noFill/>
          </a:ln>
        </p:spPr>
        <p:txBody>
          <a:bodyPr numCol="1" spcCol="216000" lIns="0" tIns="0" rIns="0" bIns="0" anchor="t">
            <a:noAutofit/>
          </a:bodyPr>
          <a:lstStyle>
            <a:lvl1pPr indent="0" algn="l" defTabSz="914400">
              <a:lnSpc>
                <a:spcPct val="94000"/>
              </a:lnSpc>
              <a:buNone/>
              <a:tabLst>
                <a:tab pos="0" algn="l"/>
              </a:tabLst>
              <a:defRPr lang="de-DE" sz="2000" b="1" u="none" strike="noStrike">
                <a:solidFill>
                  <a:schemeClr val="accent1"/>
                </a:solidFill>
                <a:effectLst/>
                <a:uFillTx/>
                <a:latin typeface="SRH Text"/>
                <a:ea typeface="SRH Text"/>
              </a:defRPr>
            </a:lvl1pPr>
            <a:lvl2pPr indent="0" algn="l" defTabSz="914400">
              <a:lnSpc>
                <a:spcPct val="94000"/>
              </a:lnSpc>
              <a:buNone/>
              <a:tabLst>
                <a:tab pos="0" algn="l"/>
              </a:tabLst>
              <a:defRPr lang="de-DE" sz="2000" b="0" u="none" strike="noStrike">
                <a:solidFill>
                  <a:schemeClr val="dk1"/>
                </a:solidFill>
                <a:effectLst/>
                <a:uFillTx/>
                <a:latin typeface="SRH Text"/>
                <a:ea typeface="SRH Text"/>
              </a:defRPr>
            </a:lvl2pPr>
          </a:lstStyle>
          <a:p>
            <a:pPr indent="0" algn="l" defTabSz="914400">
              <a:lnSpc>
                <a:spcPct val="94000"/>
              </a:lnSpc>
              <a:buNone/>
              <a:tabLst>
                <a:tab pos="0" algn="l"/>
              </a:tabLst>
            </a:pPr>
            <a:r>
              <a:rPr lang="de-DE" sz="2000" b="1" u="none" strike="noStrike">
                <a:solidFill>
                  <a:schemeClr val="accent1"/>
                </a:solidFill>
                <a:effectLst/>
                <a:uFillTx/>
                <a:latin typeface="SRH Text"/>
                <a:ea typeface="SRH Text"/>
              </a:rPr>
              <a:t>Thema</a:t>
            </a:r>
            <a:endParaRPr lang="de-DE" sz="2000" b="1" u="none" strike="noStrike">
              <a:solidFill>
                <a:schemeClr val="accent1"/>
              </a:solidFill>
              <a:effectLst/>
              <a:uFillTx/>
              <a:latin typeface="SRH Text"/>
            </a:endParaRPr>
          </a:p>
          <a:p>
            <a:pPr indent="0" algn="l" defTabSz="914400">
              <a:lnSpc>
                <a:spcPct val="94000"/>
              </a:lnSpc>
              <a:buNone/>
              <a:tabLst>
                <a:tab pos="0" algn="l"/>
              </a:tabLst>
            </a:pPr>
            <a:r>
              <a:rPr lang="de-DE" sz="2000" b="0" u="none" strike="noStrike">
                <a:solidFill>
                  <a:schemeClr val="dk1"/>
                </a:solidFill>
                <a:effectLst/>
                <a:uFillTx/>
                <a:latin typeface="SRH Text"/>
                <a:ea typeface="SRH Text"/>
              </a:rPr>
              <a:t>Beschreibung</a:t>
            </a:r>
            <a:endParaRPr lang="de-DE" sz="2000" b="1" u="none" strike="noStrike">
              <a:solidFill>
                <a:schemeClr val="accent1"/>
              </a:solidFill>
              <a:effectLst/>
              <a:uFillTx/>
              <a:latin typeface="SRH Text"/>
            </a:endParaRPr>
          </a:p>
        </p:txBody>
      </p:sp>
      <p:sp>
        <p:nvSpPr>
          <p:cNvPr id="41" name="PlaceHolder 19"/>
          <p:cNvSpPr>
            <a:spLocks noGrp="1"/>
          </p:cNvSpPr>
          <p:nvPr>
            <p:ph type="body"/>
          </p:nvPr>
        </p:nvSpPr>
        <p:spPr>
          <a:xfrm>
            <a:off x="359280" y="3291120"/>
            <a:ext cx="423720" cy="698760"/>
          </a:xfrm>
          <a:prstGeom prst="rect">
            <a:avLst/>
          </a:prstGeom>
          <a:noFill/>
          <a:ln w="0">
            <a:noFill/>
          </a:ln>
        </p:spPr>
        <p:txBody>
          <a:bodyPr numCol="1" spcCol="216000" lIns="0" tIns="0" rIns="0" bIns="0" anchor="t">
            <a:noAutofit/>
          </a:bodyPr>
          <a:lstStyle>
            <a:lvl1pPr indent="0" algn="l" defTabSz="914400">
              <a:lnSpc>
                <a:spcPct val="94000"/>
              </a:lnSpc>
              <a:buNone/>
              <a:tabLst>
                <a:tab pos="0" algn="l"/>
              </a:tabLst>
              <a:defRPr lang="de-DE" sz="2000" b="1" u="none" strike="noStrike">
                <a:solidFill>
                  <a:schemeClr val="accent1"/>
                </a:solidFill>
                <a:effectLst/>
                <a:uFillTx/>
                <a:latin typeface="SRH Text"/>
                <a:ea typeface="SRH Text"/>
              </a:defRPr>
            </a:lvl1pPr>
          </a:lstStyle>
          <a:p>
            <a:pPr indent="0" algn="l" defTabSz="914400">
              <a:lnSpc>
                <a:spcPct val="94000"/>
              </a:lnSpc>
              <a:buNone/>
              <a:tabLst>
                <a:tab pos="0" algn="l"/>
              </a:tabLst>
            </a:pPr>
            <a:r>
              <a:rPr lang="de-DE" sz="2000" b="1" u="none" strike="noStrike">
                <a:solidFill>
                  <a:schemeClr val="accent1"/>
                </a:solidFill>
                <a:effectLst/>
                <a:uFillTx/>
                <a:latin typeface="SRH Text"/>
                <a:ea typeface="SRH Text"/>
              </a:rPr>
              <a:t>03</a:t>
            </a:r>
            <a:endParaRPr lang="de-DE" sz="2000" b="1" u="none" strike="noStrike">
              <a:solidFill>
                <a:schemeClr val="accent1"/>
              </a:solidFill>
              <a:effectLst/>
              <a:uFillTx/>
              <a:latin typeface="SRH Text"/>
            </a:endParaRPr>
          </a:p>
        </p:txBody>
      </p:sp>
      <p:sp>
        <p:nvSpPr>
          <p:cNvPr id="42" name="PlaceHolder 20"/>
          <p:cNvSpPr>
            <a:spLocks noGrp="1"/>
          </p:cNvSpPr>
          <p:nvPr>
            <p:ph type="body"/>
          </p:nvPr>
        </p:nvSpPr>
        <p:spPr>
          <a:xfrm>
            <a:off x="862200" y="2509560"/>
            <a:ext cx="5052240" cy="698760"/>
          </a:xfrm>
          <a:prstGeom prst="rect">
            <a:avLst/>
          </a:prstGeom>
          <a:noFill/>
          <a:ln w="0">
            <a:noFill/>
          </a:ln>
        </p:spPr>
        <p:txBody>
          <a:bodyPr numCol="1" spcCol="216000" lIns="0" tIns="0" rIns="0" bIns="0" anchor="t">
            <a:noAutofit/>
          </a:bodyPr>
          <a:lstStyle>
            <a:lvl1pPr indent="0" algn="l" defTabSz="914400">
              <a:lnSpc>
                <a:spcPct val="94000"/>
              </a:lnSpc>
              <a:buNone/>
              <a:tabLst>
                <a:tab pos="0" algn="l"/>
              </a:tabLst>
              <a:defRPr lang="de-DE" sz="2000" b="1" u="none" strike="noStrike">
                <a:solidFill>
                  <a:schemeClr val="accent1"/>
                </a:solidFill>
                <a:effectLst/>
                <a:uFillTx/>
                <a:latin typeface="SRH Text"/>
                <a:ea typeface="SRH Text"/>
              </a:defRPr>
            </a:lvl1pPr>
            <a:lvl2pPr indent="0" algn="l" defTabSz="914400">
              <a:lnSpc>
                <a:spcPct val="94000"/>
              </a:lnSpc>
              <a:buNone/>
              <a:tabLst>
                <a:tab pos="0" algn="l"/>
              </a:tabLst>
              <a:defRPr lang="de-DE" sz="2000" b="0" u="none" strike="noStrike">
                <a:solidFill>
                  <a:schemeClr val="dk1"/>
                </a:solidFill>
                <a:effectLst/>
                <a:uFillTx/>
                <a:latin typeface="SRH Text"/>
                <a:ea typeface="SRH Text"/>
              </a:defRPr>
            </a:lvl2pPr>
          </a:lstStyle>
          <a:p>
            <a:pPr indent="0" algn="l" defTabSz="914400">
              <a:lnSpc>
                <a:spcPct val="94000"/>
              </a:lnSpc>
              <a:buNone/>
              <a:tabLst>
                <a:tab pos="0" algn="l"/>
              </a:tabLst>
            </a:pPr>
            <a:r>
              <a:rPr lang="de-DE" sz="2000" b="1" u="none" strike="noStrike">
                <a:solidFill>
                  <a:schemeClr val="accent1"/>
                </a:solidFill>
                <a:effectLst/>
                <a:uFillTx/>
                <a:latin typeface="SRH Text"/>
                <a:ea typeface="SRH Text"/>
              </a:rPr>
              <a:t>Thema</a:t>
            </a:r>
            <a:endParaRPr lang="de-DE" sz="2000" b="1" u="none" strike="noStrike">
              <a:solidFill>
                <a:schemeClr val="accent1"/>
              </a:solidFill>
              <a:effectLst/>
              <a:uFillTx/>
              <a:latin typeface="SRH Text"/>
            </a:endParaRPr>
          </a:p>
          <a:p>
            <a:pPr indent="0" algn="l" defTabSz="914400">
              <a:lnSpc>
                <a:spcPct val="94000"/>
              </a:lnSpc>
              <a:buNone/>
              <a:tabLst>
                <a:tab pos="0" algn="l"/>
              </a:tabLst>
            </a:pPr>
            <a:r>
              <a:rPr lang="de-DE" sz="2000" b="0" u="none" strike="noStrike">
                <a:solidFill>
                  <a:schemeClr val="dk1"/>
                </a:solidFill>
                <a:effectLst/>
                <a:uFillTx/>
                <a:latin typeface="SRH Text"/>
                <a:ea typeface="SRH Text"/>
              </a:rPr>
              <a:t>Beschreibung</a:t>
            </a:r>
            <a:endParaRPr lang="de-DE" sz="2000" b="1" u="none" strike="noStrike">
              <a:solidFill>
                <a:schemeClr val="accent1"/>
              </a:solidFill>
              <a:effectLst/>
              <a:uFillTx/>
              <a:latin typeface="SRH Text"/>
            </a:endParaRPr>
          </a:p>
        </p:txBody>
      </p:sp>
      <p:sp>
        <p:nvSpPr>
          <p:cNvPr id="43" name="PlaceHolder 21"/>
          <p:cNvSpPr>
            <a:spLocks noGrp="1"/>
          </p:cNvSpPr>
          <p:nvPr>
            <p:ph type="body"/>
          </p:nvPr>
        </p:nvSpPr>
        <p:spPr>
          <a:xfrm>
            <a:off x="359280" y="2509560"/>
            <a:ext cx="423720" cy="698760"/>
          </a:xfrm>
          <a:prstGeom prst="rect">
            <a:avLst/>
          </a:prstGeom>
          <a:noFill/>
          <a:ln w="0">
            <a:noFill/>
          </a:ln>
        </p:spPr>
        <p:txBody>
          <a:bodyPr numCol="1" spcCol="216000" lIns="0" tIns="0" rIns="0" bIns="0" anchor="t">
            <a:noAutofit/>
          </a:bodyPr>
          <a:lstStyle>
            <a:lvl1pPr indent="0" algn="l" defTabSz="914400">
              <a:lnSpc>
                <a:spcPct val="94000"/>
              </a:lnSpc>
              <a:buNone/>
              <a:tabLst>
                <a:tab pos="0" algn="l"/>
              </a:tabLst>
              <a:defRPr lang="de-DE" sz="2000" b="1" u="none" strike="noStrike">
                <a:solidFill>
                  <a:schemeClr val="accent1"/>
                </a:solidFill>
                <a:effectLst/>
                <a:uFillTx/>
                <a:latin typeface="SRH Text"/>
                <a:ea typeface="SRH Text"/>
              </a:defRPr>
            </a:lvl1pPr>
          </a:lstStyle>
          <a:p>
            <a:pPr indent="0" algn="l" defTabSz="914400">
              <a:lnSpc>
                <a:spcPct val="94000"/>
              </a:lnSpc>
              <a:buNone/>
              <a:tabLst>
                <a:tab pos="0" algn="l"/>
              </a:tabLst>
            </a:pPr>
            <a:r>
              <a:rPr lang="de-DE" sz="2000" b="1" u="none" strike="noStrike">
                <a:solidFill>
                  <a:schemeClr val="accent1"/>
                </a:solidFill>
                <a:effectLst/>
                <a:uFillTx/>
                <a:latin typeface="SRH Text"/>
                <a:ea typeface="SRH Text"/>
              </a:rPr>
              <a:t>02</a:t>
            </a:r>
            <a:endParaRPr lang="de-DE" sz="2000" b="1" u="none" strike="noStrike">
              <a:solidFill>
                <a:schemeClr val="accent1"/>
              </a:solidFill>
              <a:effectLst/>
              <a:uFillTx/>
              <a:latin typeface="SRH Text"/>
            </a:endParaRPr>
          </a:p>
        </p:txBody>
      </p:sp>
      <p:sp>
        <p:nvSpPr>
          <p:cNvPr id="44" name="PlaceHolder 22"/>
          <p:cNvSpPr>
            <a:spLocks noGrp="1"/>
          </p:cNvSpPr>
          <p:nvPr>
            <p:ph type="body"/>
          </p:nvPr>
        </p:nvSpPr>
        <p:spPr>
          <a:xfrm>
            <a:off x="862200" y="1728000"/>
            <a:ext cx="5052240" cy="699120"/>
          </a:xfrm>
          <a:prstGeom prst="rect">
            <a:avLst/>
          </a:prstGeom>
          <a:noFill/>
          <a:ln w="0">
            <a:noFill/>
          </a:ln>
        </p:spPr>
        <p:txBody>
          <a:bodyPr numCol="1" spcCol="216000" lIns="0" tIns="0" rIns="0" bIns="0" anchor="t">
            <a:noAutofit/>
          </a:bodyPr>
          <a:lstStyle>
            <a:lvl1pPr indent="0" algn="l" defTabSz="914400">
              <a:lnSpc>
                <a:spcPct val="94000"/>
              </a:lnSpc>
              <a:buNone/>
              <a:tabLst>
                <a:tab pos="0" algn="l"/>
              </a:tabLst>
              <a:defRPr lang="de-DE" sz="2000" b="1" u="none" strike="noStrike">
                <a:solidFill>
                  <a:schemeClr val="accent1"/>
                </a:solidFill>
                <a:effectLst/>
                <a:uFillTx/>
                <a:latin typeface="SRH Text"/>
                <a:ea typeface="SRH Text"/>
              </a:defRPr>
            </a:lvl1pPr>
            <a:lvl2pPr indent="0" algn="l" defTabSz="914400">
              <a:lnSpc>
                <a:spcPct val="94000"/>
              </a:lnSpc>
              <a:buNone/>
              <a:tabLst>
                <a:tab pos="0" algn="l"/>
              </a:tabLst>
              <a:defRPr lang="de-DE" sz="2000" b="0" u="none" strike="noStrike">
                <a:solidFill>
                  <a:schemeClr val="dk1"/>
                </a:solidFill>
                <a:effectLst/>
                <a:uFillTx/>
                <a:latin typeface="SRH Text"/>
                <a:ea typeface="SRH Text"/>
              </a:defRPr>
            </a:lvl2pPr>
          </a:lstStyle>
          <a:p>
            <a:pPr indent="0" algn="l" defTabSz="914400">
              <a:lnSpc>
                <a:spcPct val="94000"/>
              </a:lnSpc>
              <a:buNone/>
              <a:tabLst>
                <a:tab pos="0" algn="l"/>
              </a:tabLst>
            </a:pPr>
            <a:r>
              <a:rPr lang="de-DE" sz="2000" b="1" u="none" strike="noStrike">
                <a:solidFill>
                  <a:schemeClr val="accent1"/>
                </a:solidFill>
                <a:effectLst/>
                <a:uFillTx/>
                <a:latin typeface="SRH Text"/>
                <a:ea typeface="SRH Text"/>
              </a:rPr>
              <a:t>Thema</a:t>
            </a:r>
            <a:endParaRPr lang="de-DE" sz="2000" b="1" u="none" strike="noStrike">
              <a:solidFill>
                <a:schemeClr val="accent1"/>
              </a:solidFill>
              <a:effectLst/>
              <a:uFillTx/>
              <a:latin typeface="SRH Text"/>
            </a:endParaRPr>
          </a:p>
          <a:p>
            <a:pPr indent="0" algn="l" defTabSz="914400">
              <a:lnSpc>
                <a:spcPct val="94000"/>
              </a:lnSpc>
              <a:buNone/>
              <a:tabLst>
                <a:tab pos="0" algn="l"/>
              </a:tabLst>
            </a:pPr>
            <a:r>
              <a:rPr lang="de-DE" sz="2000" b="0" u="none" strike="noStrike">
                <a:solidFill>
                  <a:schemeClr val="dk1"/>
                </a:solidFill>
                <a:effectLst/>
                <a:uFillTx/>
                <a:latin typeface="SRH Text"/>
                <a:ea typeface="SRH Text"/>
              </a:rPr>
              <a:t>Beschreibung</a:t>
            </a:r>
            <a:endParaRPr lang="de-DE" sz="2000" b="1" u="none" strike="noStrike">
              <a:solidFill>
                <a:schemeClr val="accent1"/>
              </a:solidFill>
              <a:effectLst/>
              <a:uFillTx/>
              <a:latin typeface="SRH Text"/>
            </a:endParaRPr>
          </a:p>
        </p:txBody>
      </p:sp>
      <p:sp>
        <p:nvSpPr>
          <p:cNvPr id="45" name="PlaceHolder 23"/>
          <p:cNvSpPr>
            <a:spLocks noGrp="1"/>
          </p:cNvSpPr>
          <p:nvPr>
            <p:ph type="body"/>
          </p:nvPr>
        </p:nvSpPr>
        <p:spPr>
          <a:xfrm>
            <a:off x="359280" y="1728000"/>
            <a:ext cx="423720" cy="699120"/>
          </a:xfrm>
          <a:prstGeom prst="rect">
            <a:avLst/>
          </a:prstGeom>
          <a:noFill/>
          <a:ln w="0">
            <a:noFill/>
          </a:ln>
        </p:spPr>
        <p:txBody>
          <a:bodyPr numCol="1" spcCol="216000" lIns="0" tIns="0" rIns="0" bIns="0" anchor="t">
            <a:noAutofit/>
          </a:bodyPr>
          <a:lstStyle>
            <a:lvl1pPr indent="0" algn="l" defTabSz="914400">
              <a:lnSpc>
                <a:spcPct val="94000"/>
              </a:lnSpc>
              <a:buNone/>
              <a:tabLst>
                <a:tab pos="0" algn="l"/>
              </a:tabLst>
              <a:defRPr lang="de-DE" sz="2000" b="1" u="none" strike="noStrike">
                <a:solidFill>
                  <a:schemeClr val="accent1"/>
                </a:solidFill>
                <a:effectLst/>
                <a:uFillTx/>
                <a:latin typeface="SRH Text"/>
                <a:ea typeface="SRH Text"/>
              </a:defRPr>
            </a:lvl1pPr>
          </a:lstStyle>
          <a:p>
            <a:pPr indent="0" algn="l" defTabSz="914400">
              <a:lnSpc>
                <a:spcPct val="94000"/>
              </a:lnSpc>
              <a:buNone/>
              <a:tabLst>
                <a:tab pos="0" algn="l"/>
              </a:tabLst>
            </a:pPr>
            <a:r>
              <a:rPr lang="de-DE" sz="2000" b="1" u="none" strike="noStrike">
                <a:solidFill>
                  <a:schemeClr val="accent1"/>
                </a:solidFill>
                <a:effectLst/>
                <a:uFillTx/>
                <a:latin typeface="SRH Text"/>
                <a:ea typeface="SRH Text"/>
              </a:rPr>
              <a:t>01</a:t>
            </a:r>
            <a:endParaRPr lang="de-DE" sz="2000" b="1" u="none" strike="noStrike">
              <a:solidFill>
                <a:schemeClr val="accent1"/>
              </a:solidFill>
              <a:effectLst/>
              <a:uFillTx/>
              <a:latin typeface="SRH Text"/>
            </a:endParaRPr>
          </a:p>
        </p:txBody>
      </p:sp>
      <p:sp>
        <p:nvSpPr>
          <p:cNvPr id="46" name="PlaceHolder 24"/>
          <p:cNvSpPr>
            <a:spLocks noGrp="1"/>
          </p:cNvSpPr>
          <p:nvPr>
            <p:ph type="title"/>
          </p:nvPr>
        </p:nvSpPr>
        <p:spPr>
          <a:xfrm>
            <a:off x="360000" y="358920"/>
            <a:ext cx="9155520" cy="833400"/>
          </a:xfrm>
          <a:prstGeom prst="rect">
            <a:avLst/>
          </a:prstGeom>
          <a:noFill/>
          <a:ln w="0">
            <a:noFill/>
          </a:ln>
        </p:spPr>
        <p:txBody>
          <a:bodyPr numCol="1" spcCol="216000" lIns="0" tIns="0" rIns="0" bIns="0" anchor="b">
            <a:noAutofit/>
          </a:bodyPr>
          <a:lstStyle>
            <a:lvl1pPr indent="0" algn="l" defTabSz="914400">
              <a:lnSpc>
                <a:spcPct val="100000"/>
              </a:lnSpc>
              <a:buNone/>
              <a:tabLst>
                <a:tab pos="0" algn="l"/>
              </a:tabLst>
              <a:defRPr lang="de-DE" sz="3000" b="1" u="none" strike="noStrike">
                <a:solidFill>
                  <a:schemeClr val="dk1"/>
                </a:solidFill>
                <a:effectLst/>
                <a:uFillTx/>
                <a:latin typeface="SRH Headline"/>
                <a:ea typeface="SRH Headline"/>
              </a:defRPr>
            </a:lvl1pPr>
          </a:lstStyle>
          <a:p>
            <a:pPr indent="0" algn="l" defTabSz="914400">
              <a:lnSpc>
                <a:spcPct val="100000"/>
              </a:lnSpc>
              <a:buNone/>
              <a:tabLst>
                <a:tab pos="0" algn="l"/>
              </a:tabLst>
            </a:pPr>
            <a:r>
              <a:rPr lang="de-DE" sz="3000" b="1" u="none" strike="noStrike">
                <a:solidFill>
                  <a:schemeClr val="dk1"/>
                </a:solidFill>
                <a:effectLst/>
                <a:uFillTx/>
                <a:latin typeface="SRH Headline"/>
                <a:ea typeface="SRH Headline"/>
              </a:rPr>
              <a:t>Gliederung</a:t>
            </a:r>
            <a:endParaRPr lang="de-DE" sz="3000" b="1" u="none" strike="noStrike">
              <a:solidFill>
                <a:schemeClr val="dk1"/>
              </a:solidFill>
              <a:effectLst/>
              <a:uFillTx/>
              <a:latin typeface="SRH Headline"/>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folie Logo weiß">
    <p:bg>
      <p:bgPr>
        <a:solidFill>
          <a:schemeClr val="lt1"/>
        </a:solidFill>
      </p:bgPr>
    </p:bg>
    <p:spTree>
      <p:nvGrpSpPr>
        <p:cNvPr id="1" name=""/>
        <p:cNvGrpSpPr/>
        <p:nvPr/>
      </p:nvGrpSpPr>
      <p:grpSpPr>
        <a:xfrm>
          <a:off x="0" y="0"/>
          <a:ext cx="0" cy="0"/>
          <a:chOff x="0" y="0"/>
          <a:chExt cx="0" cy="0"/>
        </a:xfrm>
      </p:grpSpPr>
      <p:sp>
        <p:nvSpPr>
          <p:cNvPr id="47" name="Freihandform: Form 11" hidden="1"/>
          <p:cNvSpPr/>
          <p:nvPr/>
        </p:nvSpPr>
        <p:spPr>
          <a:xfrm>
            <a:off x="10878840" y="361440"/>
            <a:ext cx="946080" cy="731520"/>
          </a:xfrm>
          <a:custGeom>
            <a:avLst/>
            <a:gdLst>
              <a:gd name="textAreaLeft" fmla="*/ 0 w 946080"/>
              <a:gd name="textAreaRight" fmla="*/ 341299800 w 946080"/>
              <a:gd name="textAreaTop" fmla="*/ 0 h 731520"/>
              <a:gd name="textAreaBottom" fmla="*/ 264033000 h 731520"/>
            </a:gdLst>
            <a:ahLst/>
            <a:cxnLst/>
            <a:rect l="textAreaLeft" t="textAreaTop" r="textAreaRight" b="textAreaBottom"/>
            <a:pathLst>
              <a:path w="948055" h="733425">
                <a:moveTo>
                  <a:pt x="619721" y="598726"/>
                </a:moveTo>
                <a:lnTo>
                  <a:pt x="708150" y="598726"/>
                </a:lnTo>
                <a:lnTo>
                  <a:pt x="708150" y="174"/>
                </a:lnTo>
                <a:lnTo>
                  <a:pt x="619721" y="174"/>
                </a:lnTo>
                <a:lnTo>
                  <a:pt x="619721" y="598726"/>
                </a:lnTo>
                <a:close/>
                <a:moveTo>
                  <a:pt x="811583" y="196858"/>
                </a:moveTo>
                <a:cubicBezTo>
                  <a:pt x="794961" y="196049"/>
                  <a:pt x="774271" y="196858"/>
                  <a:pt x="753582" y="199293"/>
                </a:cubicBezTo>
                <a:lnTo>
                  <a:pt x="753582" y="281173"/>
                </a:lnTo>
                <a:cubicBezTo>
                  <a:pt x="831456" y="281173"/>
                  <a:pt x="859851" y="292576"/>
                  <a:pt x="859851" y="364713"/>
                </a:cubicBezTo>
                <a:lnTo>
                  <a:pt x="859851" y="598726"/>
                </a:lnTo>
                <a:lnTo>
                  <a:pt x="948279" y="598726"/>
                </a:lnTo>
                <a:lnTo>
                  <a:pt x="948279" y="353792"/>
                </a:lnTo>
                <a:cubicBezTo>
                  <a:pt x="948279" y="263364"/>
                  <a:pt x="896768" y="200102"/>
                  <a:pt x="811583" y="196858"/>
                </a:cubicBezTo>
                <a:close/>
                <a:moveTo>
                  <a:pt x="208715" y="199693"/>
                </a:moveTo>
                <a:cubicBezTo>
                  <a:pt x="114600" y="204562"/>
                  <a:pt x="72827" y="267010"/>
                  <a:pt x="72827" y="366365"/>
                </a:cubicBezTo>
                <a:lnTo>
                  <a:pt x="72827" y="566720"/>
                </a:lnTo>
                <a:cubicBezTo>
                  <a:pt x="72827" y="625122"/>
                  <a:pt x="61054" y="650267"/>
                  <a:pt x="224" y="651483"/>
                </a:cubicBezTo>
                <a:lnTo>
                  <a:pt x="224" y="732542"/>
                </a:lnTo>
                <a:cubicBezTo>
                  <a:pt x="7522" y="733765"/>
                  <a:pt x="19282" y="733765"/>
                  <a:pt x="25368" y="733352"/>
                </a:cubicBezTo>
                <a:cubicBezTo>
                  <a:pt x="119871" y="727681"/>
                  <a:pt x="161249" y="664825"/>
                  <a:pt x="161249" y="566687"/>
                </a:cubicBezTo>
                <a:lnTo>
                  <a:pt x="161249" y="366332"/>
                </a:lnTo>
                <a:cubicBezTo>
                  <a:pt x="161249" y="307529"/>
                  <a:pt x="172206" y="282792"/>
                  <a:pt x="233451" y="281582"/>
                </a:cubicBezTo>
                <a:lnTo>
                  <a:pt x="233451" y="200102"/>
                </a:lnTo>
                <a:cubicBezTo>
                  <a:pt x="226555" y="199293"/>
                  <a:pt x="214795" y="199293"/>
                  <a:pt x="208715" y="199693"/>
                </a:cubicBezTo>
                <a:close/>
                <a:moveTo>
                  <a:pt x="480068" y="199693"/>
                </a:moveTo>
                <a:cubicBezTo>
                  <a:pt x="386368" y="204562"/>
                  <a:pt x="344181" y="267417"/>
                  <a:pt x="344181" y="366365"/>
                </a:cubicBezTo>
                <a:lnTo>
                  <a:pt x="344181" y="598726"/>
                </a:lnTo>
                <a:lnTo>
                  <a:pt x="432603" y="598726"/>
                </a:lnTo>
                <a:lnTo>
                  <a:pt x="432603" y="366332"/>
                </a:lnTo>
                <a:cubicBezTo>
                  <a:pt x="432603" y="307930"/>
                  <a:pt x="444375" y="282792"/>
                  <a:pt x="505212" y="281582"/>
                </a:cubicBezTo>
                <a:lnTo>
                  <a:pt x="505212" y="200102"/>
                </a:lnTo>
                <a:cubicBezTo>
                  <a:pt x="497907" y="199293"/>
                  <a:pt x="486148" y="199293"/>
                  <a:pt x="480068" y="199693"/>
                </a:cubicBezTo>
                <a:close/>
              </a:path>
            </a:pathLst>
          </a:custGeom>
          <a:solidFill>
            <a:schemeClr val="accent1"/>
          </a:solidFill>
          <a:ln w="0">
            <a:noFill/>
          </a:ln>
        </p:spPr>
        <p:style>
          <a:lnRef idx="0"/>
          <a:fillRef idx="0"/>
          <a:effectRef idx="0"/>
          <a:fontRef idx="minor"/>
        </p:style>
        <p:txBody>
          <a:bodyPr numCol="1" spcCol="216000" lIns="0" tIns="361440" rIns="946440" bIns="1094760" anchor="ctr">
            <a:noAutofit/>
          </a:bodyPr>
          <a:p>
            <a:endParaRPr lang="de-DE" sz="1800" b="0" u="none" strike="noStrike">
              <a:solidFill>
                <a:schemeClr val="dk1"/>
              </a:solidFill>
              <a:effectLst/>
              <a:uFillTx/>
              <a:latin typeface="SRH"/>
            </a:endParaRPr>
          </a:p>
        </p:txBody>
      </p:sp>
      <p:sp>
        <p:nvSpPr>
          <p:cNvPr id="48" name="PlaceHolder 1"/>
          <p:cNvSpPr>
            <a:spLocks noGrp="1"/>
          </p:cNvSpPr>
          <p:nvPr>
            <p:ph type="body"/>
          </p:nvPr>
        </p:nvSpPr>
        <p:spPr>
          <a:xfrm>
            <a:off x="0" y="0"/>
            <a:ext cx="12190320" cy="6856200"/>
          </a:xfrm>
          <a:prstGeom prst="rect">
            <a:avLst/>
          </a:prstGeom>
          <a:solidFill>
            <a:srgbClr val="FED9C9"/>
          </a:solidFill>
          <a:ln w="0">
            <a:noFill/>
          </a:ln>
        </p:spPr>
        <p:txBody>
          <a:bodyPr lIns="90000" tIns="45000" rIns="90000" bIns="45000" anchor="t">
            <a:noAutofit/>
          </a:bodyPr>
          <a:lstStyle>
            <a:lvl1pPr indent="0" algn="l" defTabSz="914400">
              <a:lnSpc>
                <a:spcPct val="94000"/>
              </a:lnSpc>
              <a:buNone/>
              <a:tabLst>
                <a:tab pos="0" algn="l"/>
              </a:tabLst>
              <a:defRPr lang="de-DE" sz="1800" b="1" u="none" strike="noStrike">
                <a:solidFill>
                  <a:schemeClr val="lt1"/>
                </a:solidFill>
                <a:effectLst/>
                <a:uFillTx/>
                <a:latin typeface="SRH Text"/>
              </a:defRPr>
            </a:lvl1pPr>
            <a:lvl2pPr lvl="1" algn="l" defTabSz="914400">
              <a:lnSpc>
                <a:spcPct val="110000"/>
              </a:lnSpc>
              <a:spcBef>
                <a:spcPts val="1199"/>
              </a:spcBef>
              <a:buClr>
                <a:srgbClr val="000000"/>
              </a:buClr>
              <a:buSzPct val="75000"/>
              <a:buFont typeface="Symbol" charset="2"/>
              <a:buChar char=""/>
              <a:tabLst>
                <a:tab pos="0" algn="l"/>
              </a:tabLst>
              <a:defRPr lang="de-DE" sz="1800" b="0" u="none" strike="noStrike">
                <a:solidFill>
                  <a:schemeClr val="dk1"/>
                </a:solidFill>
                <a:effectLst/>
                <a:uFillTx/>
                <a:latin typeface="SRH Text"/>
              </a:defRPr>
            </a:lvl2pPr>
            <a:lvl3pPr lvl="2" algn="l" defTabSz="914400">
              <a:lnSpc>
                <a:spcPct val="110000"/>
              </a:lnSpc>
              <a:buClr>
                <a:srgbClr val="000000"/>
              </a:buClr>
              <a:buSzPct val="45000"/>
              <a:buFont typeface="Wingdings" charset="2"/>
              <a:buChar char=""/>
              <a:tabLst>
                <a:tab pos="0" algn="l"/>
              </a:tabLst>
              <a:defRPr lang="de-DE" sz="1800" b="0" u="none" strike="noStrike">
                <a:solidFill>
                  <a:schemeClr val="dk1"/>
                </a:solidFill>
                <a:effectLst/>
                <a:uFillTx/>
                <a:latin typeface="SRH Text"/>
              </a:defRPr>
            </a:lvl3pPr>
            <a:lvl4pPr lvl="3" algn="l" defTabSz="914400">
              <a:lnSpc>
                <a:spcPct val="110000"/>
              </a:lnSpc>
              <a:spcBef>
                <a:spcPts val="2401"/>
              </a:spcBef>
              <a:buClr>
                <a:srgbClr val="000000"/>
              </a:buClr>
              <a:buSzPct val="75000"/>
              <a:buFont typeface="Symbol" charset="2"/>
              <a:buChar char=""/>
              <a:tabLst>
                <a:tab pos="0" algn="l"/>
              </a:tabLst>
              <a:defRPr lang="de-DE" sz="1800" b="1" u="none" strike="noStrike">
                <a:solidFill>
                  <a:schemeClr val="accent1"/>
                </a:solidFill>
                <a:effectLst/>
                <a:uFillTx/>
                <a:latin typeface="SRH Text"/>
              </a:defRPr>
            </a:lvl4pPr>
            <a:lvl5pPr lvl="4" algn="l" defTabSz="914400">
              <a:lnSpc>
                <a:spcPct val="110000"/>
              </a:lnSpc>
              <a:spcBef>
                <a:spcPts val="1199"/>
              </a:spcBef>
              <a:buClr>
                <a:srgbClr val="000000"/>
              </a:buClr>
              <a:buSzPct val="45000"/>
              <a:buFont typeface="Wingdings" charset="2"/>
              <a:buChar char=""/>
              <a:tabLst>
                <a:tab pos="0" algn="l"/>
              </a:tabLst>
              <a:defRPr lang="de-DE" sz="1800" b="1" u="none" strike="noStrike">
                <a:solidFill>
                  <a:schemeClr val="dk1"/>
                </a:solidFill>
                <a:effectLst/>
                <a:uFillTx/>
                <a:latin typeface="SRH Headline"/>
              </a:defRPr>
            </a:lvl5pPr>
            <a:lvl6pPr lvl="5" algn="l" defTabSz="914400">
              <a:lnSpc>
                <a:spcPct val="110000"/>
              </a:lnSpc>
              <a:spcBef>
                <a:spcPts val="1199"/>
              </a:spcBef>
              <a:buClr>
                <a:srgbClr val="000000"/>
              </a:buClr>
              <a:buSzPct val="45000"/>
              <a:buFont typeface="Wingdings" charset="2"/>
              <a:buChar char=""/>
              <a:tabLst>
                <a:tab pos="0" algn="l"/>
              </a:tabLst>
              <a:defRPr lang="de-DE" sz="1800" b="0" u="none" strike="noStrike">
                <a:solidFill>
                  <a:schemeClr val="dk1"/>
                </a:solidFill>
                <a:effectLst/>
                <a:uFillTx/>
                <a:latin typeface="SRH Headline"/>
              </a:defRPr>
            </a:lvl6pPr>
            <a:lvl7pPr lvl="6" algn="l" defTabSz="914400">
              <a:lnSpc>
                <a:spcPct val="98000"/>
              </a:lnSpc>
              <a:spcBef>
                <a:spcPts val="1199"/>
              </a:spcBef>
              <a:buClr>
                <a:srgbClr val="000000"/>
              </a:buClr>
              <a:buSzPct val="45000"/>
              <a:buFont typeface="Wingdings" charset="2"/>
              <a:buChar char=""/>
              <a:tabLst>
                <a:tab pos="0" algn="l"/>
              </a:tabLst>
              <a:defRPr lang="de-DE" sz="1800" b="1" u="none" strike="noStrike">
                <a:solidFill>
                  <a:schemeClr val="accent1"/>
                </a:solidFill>
                <a:effectLst/>
                <a:uFillTx/>
                <a:latin typeface="SRH Headline"/>
              </a:defRPr>
            </a:lvl7pPr>
          </a:lstStyle>
          <a:p>
            <a:pPr indent="0" algn="l" defTabSz="914400">
              <a:lnSpc>
                <a:spcPct val="94000"/>
              </a:lnSpc>
              <a:buNone/>
              <a:tabLst>
                <a:tab pos="0" algn="l"/>
              </a:tabLst>
            </a:pPr>
            <a:r>
              <a:rPr lang="de-DE" sz="1800" b="1" u="none" strike="noStrike">
                <a:solidFill>
                  <a:schemeClr val="lt1"/>
                </a:solidFill>
                <a:effectLst/>
                <a:uFillTx/>
                <a:latin typeface="SRH Text"/>
              </a:rPr>
              <a:t>Click to edit the outline text format</a:t>
            </a:r>
            <a:endParaRPr lang="de-DE" sz="1800" b="1" u="none" strike="noStrike">
              <a:solidFill>
                <a:schemeClr val="lt1"/>
              </a:solidFill>
              <a:effectLst/>
              <a:uFillTx/>
              <a:latin typeface="SRH Text"/>
            </a:endParaRPr>
          </a:p>
          <a:p>
            <a:pPr marL="457200" lvl="1" indent="-324000" algn="l" defTabSz="914400">
              <a:lnSpc>
                <a:spcPct val="110000"/>
              </a:lnSpc>
              <a:spcBef>
                <a:spcPts val="1199"/>
              </a:spcBef>
              <a:buClr>
                <a:srgbClr val="000000"/>
              </a:buClr>
              <a:buSzPct val="75000"/>
              <a:buFont typeface="Symbol" charset="2"/>
              <a:buChar char=""/>
              <a:tabLst>
                <a:tab pos="0" algn="l"/>
              </a:tabLst>
            </a:pPr>
            <a:r>
              <a:rPr lang="de-DE" sz="1800" b="0" u="none" strike="noStrike">
                <a:solidFill>
                  <a:schemeClr val="dk1"/>
                </a:solidFill>
                <a:effectLst/>
                <a:uFillTx/>
                <a:latin typeface="SRH Text"/>
              </a:rPr>
              <a:t>Second Outline Level</a:t>
            </a:r>
            <a:endParaRPr lang="de-DE" sz="1800" b="0" u="none" strike="noStrike">
              <a:solidFill>
                <a:schemeClr val="dk1"/>
              </a:solidFill>
              <a:effectLst/>
              <a:uFillTx/>
              <a:latin typeface="SRH Text"/>
            </a:endParaRPr>
          </a:p>
          <a:p>
            <a:pPr marL="914400" lvl="2" indent="-288000" algn="l" defTabSz="914400">
              <a:lnSpc>
                <a:spcPct val="110000"/>
              </a:lnSpc>
              <a:buClr>
                <a:srgbClr val="000000"/>
              </a:buClr>
              <a:buSzPct val="45000"/>
              <a:buFont typeface="Wingdings" charset="2"/>
              <a:buChar char=""/>
              <a:tabLst>
                <a:tab pos="0" algn="l"/>
              </a:tabLst>
            </a:pPr>
            <a:r>
              <a:rPr lang="de-DE" sz="1800" b="0" u="none" strike="noStrike">
                <a:solidFill>
                  <a:schemeClr val="dk1"/>
                </a:solidFill>
                <a:effectLst/>
                <a:uFillTx/>
                <a:latin typeface="SRH Text"/>
              </a:rPr>
              <a:t>Third Outline Level</a:t>
            </a:r>
            <a:endParaRPr lang="de-DE" sz="1800" b="0" u="none" strike="noStrike">
              <a:solidFill>
                <a:schemeClr val="dk1"/>
              </a:solidFill>
              <a:effectLst/>
              <a:uFillTx/>
              <a:latin typeface="SRH Text"/>
            </a:endParaRPr>
          </a:p>
          <a:p>
            <a:pPr marL="1371600" lvl="3" indent="-216000" algn="l" defTabSz="914400">
              <a:lnSpc>
                <a:spcPct val="110000"/>
              </a:lnSpc>
              <a:spcBef>
                <a:spcPts val="2401"/>
              </a:spcBef>
              <a:buClr>
                <a:srgbClr val="000000"/>
              </a:buClr>
              <a:buSzPct val="75000"/>
              <a:buFont typeface="Symbol" charset="2"/>
              <a:buChar char=""/>
              <a:tabLst>
                <a:tab pos="0" algn="l"/>
              </a:tabLst>
            </a:pPr>
            <a:r>
              <a:rPr lang="de-DE" sz="1800" b="1" u="none" strike="noStrike">
                <a:solidFill>
                  <a:schemeClr val="accent1"/>
                </a:solidFill>
                <a:effectLst/>
                <a:uFillTx/>
                <a:latin typeface="SRH Text"/>
              </a:rPr>
              <a:t>Fourth Outline Level</a:t>
            </a:r>
            <a:endParaRPr lang="de-DE" sz="1800" b="1" u="none" strike="noStrike">
              <a:solidFill>
                <a:schemeClr val="accent1"/>
              </a:solidFill>
              <a:effectLst/>
              <a:uFillTx/>
              <a:latin typeface="SRH Text"/>
            </a:endParaRPr>
          </a:p>
          <a:p>
            <a:pPr marL="1828800" lvl="4" indent="-216000" algn="l" defTabSz="914400">
              <a:lnSpc>
                <a:spcPct val="110000"/>
              </a:lnSpc>
              <a:spcBef>
                <a:spcPts val="1199"/>
              </a:spcBef>
              <a:buClr>
                <a:srgbClr val="000000"/>
              </a:buClr>
              <a:buSzPct val="45000"/>
              <a:buFont typeface="Wingdings" charset="2"/>
              <a:buChar char=""/>
              <a:tabLst>
                <a:tab pos="0" algn="l"/>
              </a:tabLst>
            </a:pPr>
            <a:r>
              <a:rPr lang="de-DE" sz="1800" b="1" u="none" strike="noStrike">
                <a:solidFill>
                  <a:schemeClr val="dk1"/>
                </a:solidFill>
                <a:effectLst/>
                <a:uFillTx/>
                <a:latin typeface="SRH Headline"/>
              </a:rPr>
              <a:t>Fifth Outline Level</a:t>
            </a:r>
            <a:endParaRPr lang="de-DE" sz="1800" b="1" u="none" strike="noStrike">
              <a:solidFill>
                <a:schemeClr val="dk1"/>
              </a:solidFill>
              <a:effectLst/>
              <a:uFillTx/>
              <a:latin typeface="SRH Headline"/>
            </a:endParaRPr>
          </a:p>
          <a:p>
            <a:pPr marL="2286000" lvl="5" indent="-216000" algn="l" defTabSz="914400">
              <a:lnSpc>
                <a:spcPct val="110000"/>
              </a:lnSpc>
              <a:spcBef>
                <a:spcPts val="1199"/>
              </a:spcBef>
              <a:buClr>
                <a:srgbClr val="000000"/>
              </a:buClr>
              <a:buSzPct val="45000"/>
              <a:buFont typeface="Wingdings" charset="2"/>
              <a:buChar char=""/>
              <a:tabLst>
                <a:tab pos="0" algn="l"/>
              </a:tabLst>
            </a:pPr>
            <a:r>
              <a:rPr lang="de-DE" sz="1800" b="0" u="none" strike="noStrike">
                <a:solidFill>
                  <a:schemeClr val="dk1"/>
                </a:solidFill>
                <a:effectLst/>
                <a:uFillTx/>
                <a:latin typeface="SRH Headline"/>
              </a:rPr>
              <a:t>Sixth Outline Level</a:t>
            </a:r>
            <a:endParaRPr lang="de-DE" sz="1800" b="0" u="none" strike="noStrike">
              <a:solidFill>
                <a:schemeClr val="dk1"/>
              </a:solidFill>
              <a:effectLst/>
              <a:uFillTx/>
              <a:latin typeface="SRH Headline"/>
            </a:endParaRPr>
          </a:p>
          <a:p>
            <a:pPr marL="2743200" lvl="6" indent="-216000" algn="l" defTabSz="914400">
              <a:lnSpc>
                <a:spcPct val="98000"/>
              </a:lnSpc>
              <a:spcBef>
                <a:spcPts val="1199"/>
              </a:spcBef>
              <a:buClr>
                <a:srgbClr val="000000"/>
              </a:buClr>
              <a:buSzPct val="45000"/>
              <a:buFont typeface="Wingdings" charset="2"/>
              <a:buChar char=""/>
              <a:tabLst>
                <a:tab pos="0" algn="l"/>
              </a:tabLst>
            </a:pPr>
            <a:r>
              <a:rPr lang="de-DE" sz="1800" b="1" u="none" strike="noStrike">
                <a:solidFill>
                  <a:schemeClr val="accent1"/>
                </a:solidFill>
                <a:effectLst/>
                <a:uFillTx/>
                <a:latin typeface="SRH Headline"/>
              </a:rPr>
              <a:t>Seventh Outline Level</a:t>
            </a:r>
            <a:endParaRPr lang="de-DE" sz="1800" b="1" u="none" strike="noStrike">
              <a:solidFill>
                <a:schemeClr val="accent1"/>
              </a:solidFill>
              <a:effectLst/>
              <a:uFillTx/>
              <a:latin typeface="SRH Headline"/>
            </a:endParaRPr>
          </a:p>
        </p:txBody>
      </p:sp>
      <p:sp>
        <p:nvSpPr>
          <p:cNvPr id="49" name="PlaceHolder 2"/>
          <p:cNvSpPr>
            <a:spLocks noGrp="1"/>
          </p:cNvSpPr>
          <p:nvPr>
            <p:ph type="title"/>
          </p:nvPr>
        </p:nvSpPr>
        <p:spPr>
          <a:xfrm>
            <a:off x="630000" y="1079640"/>
            <a:ext cx="7399800" cy="3016440"/>
          </a:xfrm>
          <a:prstGeom prst="rect">
            <a:avLst/>
          </a:prstGeom>
          <a:noFill/>
          <a:ln w="0">
            <a:noFill/>
          </a:ln>
        </p:spPr>
        <p:txBody>
          <a:bodyPr numCol="1" spcCol="216000" lIns="0" tIns="0" rIns="0" bIns="0" anchor="b">
            <a:noAutofit/>
          </a:bodyPr>
          <a:lstStyle>
            <a:lvl1pPr indent="0" algn="l" defTabSz="914400">
              <a:lnSpc>
                <a:spcPct val="100000"/>
              </a:lnSpc>
              <a:buNone/>
              <a:tabLst>
                <a:tab pos="0" algn="l"/>
              </a:tabLst>
              <a:defRPr lang="de-DE" sz="4000" b="1" u="none" strike="noStrike">
                <a:solidFill>
                  <a:schemeClr val="lt1"/>
                </a:solidFill>
                <a:effectLst/>
                <a:uFillTx/>
                <a:latin typeface="SRH Headline"/>
                <a:ea typeface="SRH Headline"/>
              </a:defRPr>
            </a:lvl1pPr>
          </a:lstStyle>
          <a:p>
            <a:pPr indent="0" algn="l" defTabSz="914400">
              <a:lnSpc>
                <a:spcPct val="100000"/>
              </a:lnSpc>
              <a:buNone/>
              <a:tabLst>
                <a:tab pos="0" algn="l"/>
              </a:tabLst>
            </a:pPr>
            <a:r>
              <a:rPr lang="de-DE" sz="4000" b="1" u="none" strike="noStrike">
                <a:solidFill>
                  <a:schemeClr val="lt1"/>
                </a:solidFill>
                <a:effectLst/>
                <a:uFillTx/>
                <a:latin typeface="SRH Headline"/>
                <a:ea typeface="SRH Headline"/>
              </a:rPr>
              <a:t>Mastertitelformat bearbeiten</a:t>
            </a:r>
            <a:endParaRPr lang="de-DE" sz="4000" b="1" u="none" strike="noStrike">
              <a:solidFill>
                <a:schemeClr val="lt1"/>
              </a:solidFill>
              <a:effectLst/>
              <a:uFillTx/>
              <a:latin typeface="SRH Headline"/>
            </a:endParaRPr>
          </a:p>
        </p:txBody>
      </p:sp>
      <p:sp>
        <p:nvSpPr>
          <p:cNvPr id="50" name="PlaceHolder 3"/>
          <p:cNvSpPr>
            <a:spLocks noGrp="1"/>
          </p:cNvSpPr>
          <p:nvPr>
            <p:ph type="body"/>
          </p:nvPr>
        </p:nvSpPr>
        <p:spPr>
          <a:xfrm>
            <a:off x="9652680" y="622440"/>
            <a:ext cx="1984320" cy="551160"/>
          </a:xfrm>
          <a:prstGeom prst="rect">
            <a:avLst/>
          </a:prstGeom>
          <a:noFill/>
          <a:ln w="0">
            <a:noFill/>
          </a:ln>
        </p:spPr>
        <p:txBody>
          <a:bodyPr numCol="1" spcCol="216000" lIns="0" tIns="0" rIns="0" bIns="0" anchor="t">
            <a:noAutofit/>
          </a:bodyPr>
          <a:lstStyle>
            <a:lvl1pPr indent="0" algn="l" defTabSz="914400">
              <a:lnSpc>
                <a:spcPct val="94000"/>
              </a:lnSpc>
              <a:buNone/>
              <a:tabLst>
                <a:tab pos="0" algn="l"/>
              </a:tabLst>
              <a:defRPr lang="de-DE" sz="1550" b="1" u="none" strike="noStrike">
                <a:solidFill>
                  <a:schemeClr val="lt1"/>
                </a:solidFill>
                <a:effectLst/>
                <a:uFillTx/>
                <a:latin typeface="SRH Text"/>
                <a:ea typeface="SRH Text"/>
              </a:defRPr>
            </a:lvl1pPr>
          </a:lstStyle>
          <a:p>
            <a:pPr indent="0" algn="l" defTabSz="914400">
              <a:lnSpc>
                <a:spcPct val="94000"/>
              </a:lnSpc>
              <a:buNone/>
              <a:tabLst>
                <a:tab pos="0" algn="l"/>
              </a:tabLst>
            </a:pPr>
            <a:r>
              <a:rPr lang="de-DE" sz="1550" b="1" u="none" strike="noStrike">
                <a:solidFill>
                  <a:schemeClr val="lt1"/>
                </a:solidFill>
                <a:effectLst/>
                <a:uFillTx/>
                <a:latin typeface="SRH Text"/>
                <a:ea typeface="SRH Text"/>
              </a:rPr>
              <a:t>Mastertextformat bearbeiten</a:t>
            </a:r>
            <a:endParaRPr lang="de-DE" sz="1550" b="1" u="none" strike="noStrike">
              <a:solidFill>
                <a:schemeClr val="lt1"/>
              </a:solidFill>
              <a:effectLst/>
              <a:uFillTx/>
              <a:latin typeface="SRH Text"/>
            </a:endParaRPr>
          </a:p>
        </p:txBody>
      </p:sp>
      <p:sp>
        <p:nvSpPr>
          <p:cNvPr id="51" name="PlaceHolder 4"/>
          <p:cNvSpPr>
            <a:spLocks noGrp="1"/>
          </p:cNvSpPr>
          <p:nvPr>
            <p:ph type="body"/>
          </p:nvPr>
        </p:nvSpPr>
        <p:spPr>
          <a:xfrm>
            <a:off x="630000" y="457920"/>
            <a:ext cx="946800" cy="732240"/>
          </a:xfrm>
          <a:prstGeom prst="rect">
            <a:avLst/>
          </a:prstGeom>
          <a:blipFill rotWithShape="0">
            <a:blip r:embed="rId2">
              <a:extLst>
                <a:ext uri="{96DAC541-7B7A-43D3-8B79-37D633B846F1}">
                  <asvg:svgBlip xmlns:asvg="http://schemas.microsoft.com/office/drawing/2016/SVG/main" r:embed="rId3"/>
                </a:ext>
              </a:extLst>
            </a:blip>
            <a:stretch/>
          </a:blipFill>
          <a:ln w="0">
            <a:noFill/>
          </a:ln>
        </p:spPr>
        <p:txBody>
          <a:bodyPr numCol="1" spcCol="216000" lIns="0" tIns="0" rIns="0" bIns="0" anchor="ctr">
            <a:noAutofit/>
          </a:bodyPr>
          <a:lstStyle>
            <a:lvl1pPr indent="0" algn="l" defTabSz="914400">
              <a:lnSpc>
                <a:spcPct val="94000"/>
              </a:lnSpc>
              <a:buNone/>
              <a:tabLst>
                <a:tab pos="0" algn="l"/>
              </a:tabLst>
              <a:defRPr lang="de-DE" sz="100" b="1" u="none" strike="noStrike">
                <a:solidFill>
                  <a:schemeClr val="lt1"/>
                </a:solidFill>
                <a:effectLst/>
                <a:uFillTx/>
                <a:latin typeface="SRH Text"/>
              </a:defRPr>
            </a:lvl1pPr>
            <a:lvl2pPr lvl="1" algn="l" defTabSz="914400">
              <a:lnSpc>
                <a:spcPct val="110000"/>
              </a:lnSpc>
              <a:spcBef>
                <a:spcPts val="1199"/>
              </a:spcBef>
              <a:buClr>
                <a:srgbClr val="000000"/>
              </a:buClr>
              <a:buSzPct val="75000"/>
              <a:buFont typeface="Symbol" charset="2"/>
              <a:buChar char=""/>
              <a:tabLst>
                <a:tab pos="0" algn="l"/>
              </a:tabLst>
              <a:defRPr lang="de-DE" sz="100" b="0" u="none" strike="noStrike">
                <a:solidFill>
                  <a:schemeClr val="dk1"/>
                </a:solidFill>
                <a:effectLst/>
                <a:uFillTx/>
                <a:latin typeface="SRH Text"/>
              </a:defRPr>
            </a:lvl2pPr>
            <a:lvl3pPr lvl="2" algn="l" defTabSz="914400">
              <a:lnSpc>
                <a:spcPct val="110000"/>
              </a:lnSpc>
              <a:buClr>
                <a:srgbClr val="000000"/>
              </a:buClr>
              <a:buSzPct val="45000"/>
              <a:buFont typeface="Wingdings" charset="2"/>
              <a:buChar char=""/>
              <a:tabLst>
                <a:tab pos="0" algn="l"/>
              </a:tabLst>
              <a:defRPr lang="de-DE" sz="100" b="0" u="none" strike="noStrike">
                <a:solidFill>
                  <a:schemeClr val="dk1"/>
                </a:solidFill>
                <a:effectLst/>
                <a:uFillTx/>
                <a:latin typeface="SRH Text"/>
              </a:defRPr>
            </a:lvl3pPr>
            <a:lvl4pPr lvl="3" algn="l" defTabSz="914400">
              <a:lnSpc>
                <a:spcPct val="110000"/>
              </a:lnSpc>
              <a:spcBef>
                <a:spcPts val="2401"/>
              </a:spcBef>
              <a:buClr>
                <a:srgbClr val="000000"/>
              </a:buClr>
              <a:buSzPct val="75000"/>
              <a:buFont typeface="Symbol" charset="2"/>
              <a:buChar char=""/>
              <a:tabLst>
                <a:tab pos="0" algn="l"/>
              </a:tabLst>
              <a:defRPr lang="de-DE" sz="100" b="1" u="none" strike="noStrike">
                <a:solidFill>
                  <a:schemeClr val="accent1"/>
                </a:solidFill>
                <a:effectLst/>
                <a:uFillTx/>
                <a:latin typeface="SRH Text"/>
              </a:defRPr>
            </a:lvl4pPr>
            <a:lvl5pPr lvl="4" algn="l" defTabSz="914400">
              <a:lnSpc>
                <a:spcPct val="110000"/>
              </a:lnSpc>
              <a:spcBef>
                <a:spcPts val="1199"/>
              </a:spcBef>
              <a:buClr>
                <a:srgbClr val="000000"/>
              </a:buClr>
              <a:buSzPct val="45000"/>
              <a:buFont typeface="Wingdings" charset="2"/>
              <a:buChar char=""/>
              <a:tabLst>
                <a:tab pos="0" algn="l"/>
              </a:tabLst>
              <a:defRPr lang="de-DE" sz="100" b="1" u="none" strike="noStrike">
                <a:solidFill>
                  <a:schemeClr val="dk1"/>
                </a:solidFill>
                <a:effectLst/>
                <a:uFillTx/>
                <a:latin typeface="SRH Headline"/>
              </a:defRPr>
            </a:lvl5pPr>
            <a:lvl6pPr lvl="5" algn="l" defTabSz="914400">
              <a:lnSpc>
                <a:spcPct val="110000"/>
              </a:lnSpc>
              <a:spcBef>
                <a:spcPts val="1199"/>
              </a:spcBef>
              <a:buClr>
                <a:srgbClr val="000000"/>
              </a:buClr>
              <a:buSzPct val="45000"/>
              <a:buFont typeface="Wingdings" charset="2"/>
              <a:buChar char=""/>
              <a:tabLst>
                <a:tab pos="0" algn="l"/>
              </a:tabLst>
              <a:defRPr lang="de-DE" sz="100" b="0" u="none" strike="noStrike">
                <a:solidFill>
                  <a:schemeClr val="dk1"/>
                </a:solidFill>
                <a:effectLst/>
                <a:uFillTx/>
                <a:latin typeface="SRH Headline"/>
              </a:defRPr>
            </a:lvl6pPr>
            <a:lvl7pPr lvl="6" algn="l" defTabSz="914400">
              <a:lnSpc>
                <a:spcPct val="98000"/>
              </a:lnSpc>
              <a:spcBef>
                <a:spcPts val="1199"/>
              </a:spcBef>
              <a:buClr>
                <a:srgbClr val="000000"/>
              </a:buClr>
              <a:buSzPct val="45000"/>
              <a:buFont typeface="Wingdings" charset="2"/>
              <a:buChar char=""/>
              <a:tabLst>
                <a:tab pos="0" algn="l"/>
              </a:tabLst>
              <a:defRPr lang="de-DE" sz="100" b="1" u="none" strike="noStrike">
                <a:solidFill>
                  <a:schemeClr val="accent1"/>
                </a:solidFill>
                <a:effectLst/>
                <a:uFillTx/>
                <a:latin typeface="SRH Headline"/>
              </a:defRPr>
            </a:lvl7pPr>
          </a:lstStyle>
          <a:p>
            <a:pPr indent="0" algn="l" defTabSz="914400">
              <a:lnSpc>
                <a:spcPct val="94000"/>
              </a:lnSpc>
              <a:buNone/>
              <a:tabLst>
                <a:tab pos="0" algn="l"/>
              </a:tabLst>
            </a:pPr>
            <a:r>
              <a:rPr lang="de-DE" sz="100" b="1" u="none" strike="noStrike">
                <a:solidFill>
                  <a:schemeClr val="lt1"/>
                </a:solidFill>
                <a:effectLst/>
                <a:uFillTx/>
                <a:latin typeface="SRH Text"/>
              </a:rPr>
              <a:t>Click to edit the outline text format</a:t>
            </a:r>
            <a:endParaRPr lang="de-DE" sz="100" b="1" u="none" strike="noStrike">
              <a:solidFill>
                <a:schemeClr val="lt1"/>
              </a:solidFill>
              <a:effectLst/>
              <a:uFillTx/>
              <a:latin typeface="SRH Text"/>
            </a:endParaRPr>
          </a:p>
          <a:p>
            <a:pPr marL="457200" lvl="1" indent="-324000" algn="l" defTabSz="914400">
              <a:lnSpc>
                <a:spcPct val="110000"/>
              </a:lnSpc>
              <a:spcBef>
                <a:spcPts val="1199"/>
              </a:spcBef>
              <a:buClr>
                <a:srgbClr val="000000"/>
              </a:buClr>
              <a:buSzPct val="75000"/>
              <a:buFont typeface="Symbol" charset="2"/>
              <a:buChar char=""/>
              <a:tabLst>
                <a:tab pos="0" algn="l"/>
              </a:tabLst>
            </a:pPr>
            <a:r>
              <a:rPr lang="de-DE" sz="100" b="0" u="none" strike="noStrike">
                <a:solidFill>
                  <a:schemeClr val="dk1"/>
                </a:solidFill>
                <a:effectLst/>
                <a:uFillTx/>
                <a:latin typeface="SRH Text"/>
              </a:rPr>
              <a:t>Second Outline Level</a:t>
            </a:r>
            <a:endParaRPr lang="de-DE" sz="100" b="0" u="none" strike="noStrike">
              <a:solidFill>
                <a:schemeClr val="dk1"/>
              </a:solidFill>
              <a:effectLst/>
              <a:uFillTx/>
              <a:latin typeface="SRH Text"/>
            </a:endParaRPr>
          </a:p>
          <a:p>
            <a:pPr marL="914400" lvl="2" indent="-288000" algn="l" defTabSz="914400">
              <a:lnSpc>
                <a:spcPct val="110000"/>
              </a:lnSpc>
              <a:buClr>
                <a:srgbClr val="000000"/>
              </a:buClr>
              <a:buSzPct val="45000"/>
              <a:buFont typeface="Wingdings" charset="2"/>
              <a:buChar char=""/>
              <a:tabLst>
                <a:tab pos="0" algn="l"/>
              </a:tabLst>
            </a:pPr>
            <a:r>
              <a:rPr lang="de-DE" sz="100" b="0" u="none" strike="noStrike">
                <a:solidFill>
                  <a:schemeClr val="dk1"/>
                </a:solidFill>
                <a:effectLst/>
                <a:uFillTx/>
                <a:latin typeface="SRH Text"/>
              </a:rPr>
              <a:t>Third Outline Level</a:t>
            </a:r>
            <a:endParaRPr lang="de-DE" sz="100" b="0" u="none" strike="noStrike">
              <a:solidFill>
                <a:schemeClr val="dk1"/>
              </a:solidFill>
              <a:effectLst/>
              <a:uFillTx/>
              <a:latin typeface="SRH Text"/>
            </a:endParaRPr>
          </a:p>
          <a:p>
            <a:pPr marL="1371600" lvl="3" indent="-216000" algn="l" defTabSz="914400">
              <a:lnSpc>
                <a:spcPct val="110000"/>
              </a:lnSpc>
              <a:spcBef>
                <a:spcPts val="2401"/>
              </a:spcBef>
              <a:buClr>
                <a:srgbClr val="000000"/>
              </a:buClr>
              <a:buSzPct val="75000"/>
              <a:buFont typeface="Symbol" charset="2"/>
              <a:buChar char=""/>
              <a:tabLst>
                <a:tab pos="0" algn="l"/>
              </a:tabLst>
            </a:pPr>
            <a:r>
              <a:rPr lang="de-DE" sz="100" b="1" u="none" strike="noStrike">
                <a:solidFill>
                  <a:schemeClr val="accent1"/>
                </a:solidFill>
                <a:effectLst/>
                <a:uFillTx/>
                <a:latin typeface="SRH Text"/>
              </a:rPr>
              <a:t>Fourth Outline Level</a:t>
            </a:r>
            <a:endParaRPr lang="de-DE" sz="100" b="1" u="none" strike="noStrike">
              <a:solidFill>
                <a:schemeClr val="accent1"/>
              </a:solidFill>
              <a:effectLst/>
              <a:uFillTx/>
              <a:latin typeface="SRH Text"/>
            </a:endParaRPr>
          </a:p>
          <a:p>
            <a:pPr marL="1828800" lvl="4" indent="-216000" algn="l" defTabSz="914400">
              <a:lnSpc>
                <a:spcPct val="110000"/>
              </a:lnSpc>
              <a:spcBef>
                <a:spcPts val="1199"/>
              </a:spcBef>
              <a:buClr>
                <a:srgbClr val="000000"/>
              </a:buClr>
              <a:buSzPct val="45000"/>
              <a:buFont typeface="Wingdings" charset="2"/>
              <a:buChar char=""/>
              <a:tabLst>
                <a:tab pos="0" algn="l"/>
              </a:tabLst>
            </a:pPr>
            <a:r>
              <a:rPr lang="de-DE" sz="100" b="1" u="none" strike="noStrike">
                <a:solidFill>
                  <a:schemeClr val="dk1"/>
                </a:solidFill>
                <a:effectLst/>
                <a:uFillTx/>
                <a:latin typeface="SRH Headline"/>
              </a:rPr>
              <a:t>Fifth Outline Level</a:t>
            </a:r>
            <a:endParaRPr lang="de-DE" sz="100" b="1" u="none" strike="noStrike">
              <a:solidFill>
                <a:schemeClr val="dk1"/>
              </a:solidFill>
              <a:effectLst/>
              <a:uFillTx/>
              <a:latin typeface="SRH Headline"/>
            </a:endParaRPr>
          </a:p>
          <a:p>
            <a:pPr marL="2286000" lvl="5" indent="-216000" algn="l" defTabSz="914400">
              <a:lnSpc>
                <a:spcPct val="110000"/>
              </a:lnSpc>
              <a:spcBef>
                <a:spcPts val="1199"/>
              </a:spcBef>
              <a:buClr>
                <a:srgbClr val="000000"/>
              </a:buClr>
              <a:buSzPct val="45000"/>
              <a:buFont typeface="Wingdings" charset="2"/>
              <a:buChar char=""/>
              <a:tabLst>
                <a:tab pos="0" algn="l"/>
              </a:tabLst>
            </a:pPr>
            <a:r>
              <a:rPr lang="de-DE" sz="100" b="0" u="none" strike="noStrike">
                <a:solidFill>
                  <a:schemeClr val="dk1"/>
                </a:solidFill>
                <a:effectLst/>
                <a:uFillTx/>
                <a:latin typeface="SRH Headline"/>
              </a:rPr>
              <a:t>Sixth Outline Level</a:t>
            </a:r>
            <a:endParaRPr lang="de-DE" sz="100" b="0" u="none" strike="noStrike">
              <a:solidFill>
                <a:schemeClr val="dk1"/>
              </a:solidFill>
              <a:effectLst/>
              <a:uFillTx/>
              <a:latin typeface="SRH Headline"/>
            </a:endParaRPr>
          </a:p>
          <a:p>
            <a:pPr marL="2743200" lvl="6" indent="-216000" algn="l" defTabSz="914400">
              <a:lnSpc>
                <a:spcPct val="98000"/>
              </a:lnSpc>
              <a:spcBef>
                <a:spcPts val="1199"/>
              </a:spcBef>
              <a:buClr>
                <a:srgbClr val="000000"/>
              </a:buClr>
              <a:buSzPct val="45000"/>
              <a:buFont typeface="Wingdings" charset="2"/>
              <a:buChar char=""/>
              <a:tabLst>
                <a:tab pos="0" algn="l"/>
              </a:tabLst>
            </a:pPr>
            <a:r>
              <a:rPr lang="de-DE" sz="100" b="1" u="none" strike="noStrike">
                <a:solidFill>
                  <a:schemeClr val="accent1"/>
                </a:solidFill>
                <a:effectLst/>
                <a:uFillTx/>
                <a:latin typeface="SRH Headline"/>
              </a:rPr>
              <a:t>Seventh Outline Level</a:t>
            </a:r>
            <a:endParaRPr lang="de-DE" sz="100" b="1" u="none" strike="noStrike">
              <a:solidFill>
                <a:schemeClr val="accent1"/>
              </a:solidFill>
              <a:effectLst/>
              <a:uFillTx/>
              <a:latin typeface="SRH Headline"/>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Nur Titel">
    <p:bg>
      <p:bgPr>
        <a:solidFill>
          <a:schemeClr val="lt1"/>
        </a:solidFill>
      </p:bgPr>
    </p:bg>
    <p:spTree>
      <p:nvGrpSpPr>
        <p:cNvPr id="1" name=""/>
        <p:cNvGrpSpPr/>
        <p:nvPr/>
      </p:nvGrpSpPr>
      <p:grpSpPr>
        <a:xfrm>
          <a:off x="0" y="0"/>
          <a:ext cx="0" cy="0"/>
          <a:chOff x="0" y="0"/>
          <a:chExt cx="0" cy="0"/>
        </a:xfrm>
      </p:grpSpPr>
      <p:sp>
        <p:nvSpPr>
          <p:cNvPr id="52" name="Freihandform: Form 11"/>
          <p:cNvSpPr/>
          <p:nvPr/>
        </p:nvSpPr>
        <p:spPr>
          <a:xfrm>
            <a:off x="10878840" y="361440"/>
            <a:ext cx="946080" cy="731520"/>
          </a:xfrm>
          <a:custGeom>
            <a:avLst/>
            <a:gdLst>
              <a:gd name="textAreaLeft" fmla="*/ 0 w 946080"/>
              <a:gd name="textAreaRight" fmla="*/ 341299800 w 946080"/>
              <a:gd name="textAreaTop" fmla="*/ 0 h 731520"/>
              <a:gd name="textAreaBottom" fmla="*/ 264033000 h 731520"/>
            </a:gdLst>
            <a:ahLst/>
            <a:cxnLst/>
            <a:rect l="textAreaLeft" t="textAreaTop" r="textAreaRight" b="textAreaBottom"/>
            <a:pathLst>
              <a:path w="948055" h="733425">
                <a:moveTo>
                  <a:pt x="619721" y="598726"/>
                </a:moveTo>
                <a:lnTo>
                  <a:pt x="708150" y="598726"/>
                </a:lnTo>
                <a:lnTo>
                  <a:pt x="708150" y="174"/>
                </a:lnTo>
                <a:lnTo>
                  <a:pt x="619721" y="174"/>
                </a:lnTo>
                <a:lnTo>
                  <a:pt x="619721" y="598726"/>
                </a:lnTo>
                <a:close/>
                <a:moveTo>
                  <a:pt x="811583" y="196858"/>
                </a:moveTo>
                <a:cubicBezTo>
                  <a:pt x="794961" y="196049"/>
                  <a:pt x="774271" y="196858"/>
                  <a:pt x="753582" y="199293"/>
                </a:cubicBezTo>
                <a:lnTo>
                  <a:pt x="753582" y="281173"/>
                </a:lnTo>
                <a:cubicBezTo>
                  <a:pt x="831456" y="281173"/>
                  <a:pt x="859851" y="292576"/>
                  <a:pt x="859851" y="364713"/>
                </a:cubicBezTo>
                <a:lnTo>
                  <a:pt x="859851" y="598726"/>
                </a:lnTo>
                <a:lnTo>
                  <a:pt x="948279" y="598726"/>
                </a:lnTo>
                <a:lnTo>
                  <a:pt x="948279" y="353792"/>
                </a:lnTo>
                <a:cubicBezTo>
                  <a:pt x="948279" y="263364"/>
                  <a:pt x="896768" y="200102"/>
                  <a:pt x="811583" y="196858"/>
                </a:cubicBezTo>
                <a:close/>
                <a:moveTo>
                  <a:pt x="208715" y="199693"/>
                </a:moveTo>
                <a:cubicBezTo>
                  <a:pt x="114600" y="204562"/>
                  <a:pt x="72827" y="267010"/>
                  <a:pt x="72827" y="366365"/>
                </a:cubicBezTo>
                <a:lnTo>
                  <a:pt x="72827" y="566720"/>
                </a:lnTo>
                <a:cubicBezTo>
                  <a:pt x="72827" y="625122"/>
                  <a:pt x="61054" y="650267"/>
                  <a:pt x="224" y="651483"/>
                </a:cubicBezTo>
                <a:lnTo>
                  <a:pt x="224" y="732542"/>
                </a:lnTo>
                <a:cubicBezTo>
                  <a:pt x="7522" y="733765"/>
                  <a:pt x="19282" y="733765"/>
                  <a:pt x="25368" y="733352"/>
                </a:cubicBezTo>
                <a:cubicBezTo>
                  <a:pt x="119871" y="727681"/>
                  <a:pt x="161249" y="664825"/>
                  <a:pt x="161249" y="566687"/>
                </a:cubicBezTo>
                <a:lnTo>
                  <a:pt x="161249" y="366332"/>
                </a:lnTo>
                <a:cubicBezTo>
                  <a:pt x="161249" y="307529"/>
                  <a:pt x="172206" y="282792"/>
                  <a:pt x="233451" y="281582"/>
                </a:cubicBezTo>
                <a:lnTo>
                  <a:pt x="233451" y="200102"/>
                </a:lnTo>
                <a:cubicBezTo>
                  <a:pt x="226555" y="199293"/>
                  <a:pt x="214795" y="199293"/>
                  <a:pt x="208715" y="199693"/>
                </a:cubicBezTo>
                <a:close/>
                <a:moveTo>
                  <a:pt x="480068" y="199693"/>
                </a:moveTo>
                <a:cubicBezTo>
                  <a:pt x="386368" y="204562"/>
                  <a:pt x="344181" y="267417"/>
                  <a:pt x="344181" y="366365"/>
                </a:cubicBezTo>
                <a:lnTo>
                  <a:pt x="344181" y="598726"/>
                </a:lnTo>
                <a:lnTo>
                  <a:pt x="432603" y="598726"/>
                </a:lnTo>
                <a:lnTo>
                  <a:pt x="432603" y="366332"/>
                </a:lnTo>
                <a:cubicBezTo>
                  <a:pt x="432603" y="307930"/>
                  <a:pt x="444375" y="282792"/>
                  <a:pt x="505212" y="281582"/>
                </a:cubicBezTo>
                <a:lnTo>
                  <a:pt x="505212" y="200102"/>
                </a:lnTo>
                <a:cubicBezTo>
                  <a:pt x="497907" y="199293"/>
                  <a:pt x="486148" y="199293"/>
                  <a:pt x="480068" y="199693"/>
                </a:cubicBezTo>
                <a:close/>
              </a:path>
            </a:pathLst>
          </a:custGeom>
          <a:solidFill>
            <a:schemeClr val="accent1"/>
          </a:solidFill>
          <a:ln w="0">
            <a:noFill/>
          </a:ln>
        </p:spPr>
        <p:style>
          <a:lnRef idx="0"/>
          <a:fillRef idx="0"/>
          <a:effectRef idx="0"/>
          <a:fontRef idx="minor"/>
        </p:style>
        <p:txBody>
          <a:bodyPr numCol="1" spcCol="216000" lIns="0" tIns="361440" rIns="946440" bIns="1094760" anchor="ctr">
            <a:noAutofit/>
          </a:bodyPr>
          <a:p>
            <a:endParaRPr lang="de-DE" sz="1800" b="0" u="none" strike="noStrike">
              <a:solidFill>
                <a:schemeClr val="dk1"/>
              </a:solidFill>
              <a:effectLst/>
              <a:uFillTx/>
              <a:latin typeface="SRH"/>
            </a:endParaRPr>
          </a:p>
        </p:txBody>
      </p:sp>
      <p:sp>
        <p:nvSpPr>
          <p:cNvPr id="53" name="PlaceHolder 1"/>
          <p:cNvSpPr>
            <a:spLocks noGrp="1"/>
          </p:cNvSpPr>
          <p:nvPr>
            <p:ph type="title"/>
          </p:nvPr>
        </p:nvSpPr>
        <p:spPr>
          <a:xfrm>
            <a:off x="360000" y="358920"/>
            <a:ext cx="9155520" cy="833400"/>
          </a:xfrm>
          <a:prstGeom prst="rect">
            <a:avLst/>
          </a:prstGeom>
          <a:noFill/>
          <a:ln w="0">
            <a:noFill/>
          </a:ln>
        </p:spPr>
        <p:txBody>
          <a:bodyPr numCol="1" spcCol="216000" lIns="0" tIns="0" rIns="0" bIns="0" anchor="b">
            <a:noAutofit/>
          </a:bodyPr>
          <a:lstStyle>
            <a:lvl1pPr indent="0" algn="l" defTabSz="914400">
              <a:lnSpc>
                <a:spcPct val="100000"/>
              </a:lnSpc>
              <a:buNone/>
              <a:tabLst>
                <a:tab pos="0" algn="l"/>
              </a:tabLst>
              <a:defRPr lang="de-DE" sz="3000" b="1" u="none" strike="noStrike">
                <a:solidFill>
                  <a:schemeClr val="dk1"/>
                </a:solidFill>
                <a:effectLst/>
                <a:uFillTx/>
                <a:latin typeface="SRH Headline"/>
                <a:ea typeface="SRH Headline"/>
              </a:defRPr>
            </a:lvl1pPr>
          </a:lstStyle>
          <a:p>
            <a:pPr indent="0" algn="l" defTabSz="914400">
              <a:lnSpc>
                <a:spcPct val="100000"/>
              </a:lnSpc>
              <a:buNone/>
              <a:tabLst>
                <a:tab pos="0" algn="l"/>
              </a:tabLst>
            </a:pPr>
            <a:r>
              <a:rPr lang="de-DE" sz="3000" b="1" u="none" strike="noStrike">
                <a:solidFill>
                  <a:schemeClr val="dk1"/>
                </a:solidFill>
                <a:effectLst/>
                <a:uFillTx/>
                <a:latin typeface="SRH Headline"/>
                <a:ea typeface="SRH Headline"/>
              </a:rPr>
              <a:t>Mastertitelformat bearbeiten</a:t>
            </a:r>
            <a:endParaRPr lang="de-DE" sz="3000" b="1" u="none" strike="noStrike">
              <a:solidFill>
                <a:schemeClr val="dk1"/>
              </a:solidFill>
              <a:effectLst/>
              <a:uFillTx/>
              <a:latin typeface="SRH Headline"/>
            </a:endParaRPr>
          </a:p>
        </p:txBody>
      </p:sp>
      <p:sp>
        <p:nvSpPr>
          <p:cNvPr id="54" name="PlaceHolder 2"/>
          <p:cNvSpPr>
            <a:spLocks noGrp="1"/>
          </p:cNvSpPr>
          <p:nvPr>
            <p:ph type="dt" idx="10"/>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en-CA" sz="900" b="1" u="none" strike="noStrike">
                <a:solidFill>
                  <a:srgbClr val="6D7373"/>
                </a:solidFill>
                <a:effectLst/>
                <a:uFillTx/>
                <a:latin typeface="SRH Text"/>
                <a:ea typeface="SRH"/>
              </a:rPr>
              <a:t>&lt;date/time&gt;</a:t>
            </a:r>
            <a:endParaRPr lang="en-US" sz="900" b="0" u="none" strike="noStrike">
              <a:solidFill>
                <a:srgbClr val="000000"/>
              </a:solidFill>
              <a:effectLst/>
              <a:uFillTx/>
              <a:latin typeface="Times New Roman"/>
            </a:endParaRPr>
          </a:p>
        </p:txBody>
      </p:sp>
      <p:sp>
        <p:nvSpPr>
          <p:cNvPr id="55" name="PlaceHolder 3"/>
          <p:cNvSpPr>
            <a:spLocks noGrp="1"/>
          </p:cNvSpPr>
          <p:nvPr>
            <p:ph type="ftr" idx="11"/>
          </p:nvPr>
        </p:nvSpPr>
        <p:spPr>
          <a:xfrm>
            <a:off x="1319400" y="635652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&lt;footer&gt;</a:t>
            </a:r>
            <a:endParaRPr lang="en-US" sz="900" b="0" u="none" strike="noStrike">
              <a:solidFill>
                <a:srgbClr val="000000"/>
              </a:solidFill>
              <a:effectLst/>
              <a:uFillTx/>
              <a:latin typeface="Times New Roman"/>
            </a:endParaRPr>
          </a:p>
        </p:txBody>
      </p:sp>
      <p:sp>
        <p:nvSpPr>
          <p:cNvPr id="56" name="PlaceHolder 4"/>
          <p:cNvSpPr>
            <a:spLocks noGrp="1"/>
          </p:cNvSpPr>
          <p:nvPr>
            <p:ph type="sldNum" idx="12"/>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4175CE46-996D-4517-B389-921B41855EFB}"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Leer">
    <p:bg>
      <p:bgPr>
        <a:solidFill>
          <a:schemeClr val="lt1"/>
        </a:solidFill>
      </p:bgPr>
    </p:bg>
    <p:spTree>
      <p:nvGrpSpPr>
        <p:cNvPr id="1" name=""/>
        <p:cNvGrpSpPr/>
        <p:nvPr/>
      </p:nvGrpSpPr>
      <p:grpSpPr>
        <a:xfrm>
          <a:off x="0" y="0"/>
          <a:ext cx="0" cy="0"/>
          <a:chOff x="0" y="0"/>
          <a:chExt cx="0" cy="0"/>
        </a:xfrm>
      </p:grpSpPr>
      <p:sp>
        <p:nvSpPr>
          <p:cNvPr id="57" name="Freihandform: Form 11"/>
          <p:cNvSpPr/>
          <p:nvPr/>
        </p:nvSpPr>
        <p:spPr>
          <a:xfrm>
            <a:off x="10878840" y="361440"/>
            <a:ext cx="946080" cy="731520"/>
          </a:xfrm>
          <a:custGeom>
            <a:avLst/>
            <a:gdLst>
              <a:gd name="textAreaLeft" fmla="*/ 0 w 946080"/>
              <a:gd name="textAreaRight" fmla="*/ 341299800 w 946080"/>
              <a:gd name="textAreaTop" fmla="*/ 0 h 731520"/>
              <a:gd name="textAreaBottom" fmla="*/ 264033000 h 731520"/>
            </a:gdLst>
            <a:ahLst/>
            <a:cxnLst/>
            <a:rect l="textAreaLeft" t="textAreaTop" r="textAreaRight" b="textAreaBottom"/>
            <a:pathLst>
              <a:path w="948055" h="733425">
                <a:moveTo>
                  <a:pt x="619721" y="598726"/>
                </a:moveTo>
                <a:lnTo>
                  <a:pt x="708150" y="598726"/>
                </a:lnTo>
                <a:lnTo>
                  <a:pt x="708150" y="174"/>
                </a:lnTo>
                <a:lnTo>
                  <a:pt x="619721" y="174"/>
                </a:lnTo>
                <a:lnTo>
                  <a:pt x="619721" y="598726"/>
                </a:lnTo>
                <a:close/>
                <a:moveTo>
                  <a:pt x="811583" y="196858"/>
                </a:moveTo>
                <a:cubicBezTo>
                  <a:pt x="794961" y="196049"/>
                  <a:pt x="774271" y="196858"/>
                  <a:pt x="753582" y="199293"/>
                </a:cubicBezTo>
                <a:lnTo>
                  <a:pt x="753582" y="281173"/>
                </a:lnTo>
                <a:cubicBezTo>
                  <a:pt x="831456" y="281173"/>
                  <a:pt x="859851" y="292576"/>
                  <a:pt x="859851" y="364713"/>
                </a:cubicBezTo>
                <a:lnTo>
                  <a:pt x="859851" y="598726"/>
                </a:lnTo>
                <a:lnTo>
                  <a:pt x="948279" y="598726"/>
                </a:lnTo>
                <a:lnTo>
                  <a:pt x="948279" y="353792"/>
                </a:lnTo>
                <a:cubicBezTo>
                  <a:pt x="948279" y="263364"/>
                  <a:pt x="896768" y="200102"/>
                  <a:pt x="811583" y="196858"/>
                </a:cubicBezTo>
                <a:close/>
                <a:moveTo>
                  <a:pt x="208715" y="199693"/>
                </a:moveTo>
                <a:cubicBezTo>
                  <a:pt x="114600" y="204562"/>
                  <a:pt x="72827" y="267010"/>
                  <a:pt x="72827" y="366365"/>
                </a:cubicBezTo>
                <a:lnTo>
                  <a:pt x="72827" y="566720"/>
                </a:lnTo>
                <a:cubicBezTo>
                  <a:pt x="72827" y="625122"/>
                  <a:pt x="61054" y="650267"/>
                  <a:pt x="224" y="651483"/>
                </a:cubicBezTo>
                <a:lnTo>
                  <a:pt x="224" y="732542"/>
                </a:lnTo>
                <a:cubicBezTo>
                  <a:pt x="7522" y="733765"/>
                  <a:pt x="19282" y="733765"/>
                  <a:pt x="25368" y="733352"/>
                </a:cubicBezTo>
                <a:cubicBezTo>
                  <a:pt x="119871" y="727681"/>
                  <a:pt x="161249" y="664825"/>
                  <a:pt x="161249" y="566687"/>
                </a:cubicBezTo>
                <a:lnTo>
                  <a:pt x="161249" y="366332"/>
                </a:lnTo>
                <a:cubicBezTo>
                  <a:pt x="161249" y="307529"/>
                  <a:pt x="172206" y="282792"/>
                  <a:pt x="233451" y="281582"/>
                </a:cubicBezTo>
                <a:lnTo>
                  <a:pt x="233451" y="200102"/>
                </a:lnTo>
                <a:cubicBezTo>
                  <a:pt x="226555" y="199293"/>
                  <a:pt x="214795" y="199293"/>
                  <a:pt x="208715" y="199693"/>
                </a:cubicBezTo>
                <a:close/>
                <a:moveTo>
                  <a:pt x="480068" y="199693"/>
                </a:moveTo>
                <a:cubicBezTo>
                  <a:pt x="386368" y="204562"/>
                  <a:pt x="344181" y="267417"/>
                  <a:pt x="344181" y="366365"/>
                </a:cubicBezTo>
                <a:lnTo>
                  <a:pt x="344181" y="598726"/>
                </a:lnTo>
                <a:lnTo>
                  <a:pt x="432603" y="598726"/>
                </a:lnTo>
                <a:lnTo>
                  <a:pt x="432603" y="366332"/>
                </a:lnTo>
                <a:cubicBezTo>
                  <a:pt x="432603" y="307930"/>
                  <a:pt x="444375" y="282792"/>
                  <a:pt x="505212" y="281582"/>
                </a:cubicBezTo>
                <a:lnTo>
                  <a:pt x="505212" y="200102"/>
                </a:lnTo>
                <a:cubicBezTo>
                  <a:pt x="497907" y="199293"/>
                  <a:pt x="486148" y="199293"/>
                  <a:pt x="480068" y="199693"/>
                </a:cubicBezTo>
                <a:close/>
              </a:path>
            </a:pathLst>
          </a:custGeom>
          <a:solidFill>
            <a:schemeClr val="accent1"/>
          </a:solidFill>
          <a:ln w="0">
            <a:noFill/>
          </a:ln>
        </p:spPr>
        <p:style>
          <a:lnRef idx="0"/>
          <a:fillRef idx="0"/>
          <a:effectRef idx="0"/>
          <a:fontRef idx="minor"/>
        </p:style>
        <p:txBody>
          <a:bodyPr numCol="1" spcCol="216000" lIns="0" tIns="361440" rIns="946440" bIns="1094760" anchor="ctr">
            <a:noAutofit/>
          </a:bodyPr>
          <a:p>
            <a:endParaRPr lang="de-DE" sz="1800" b="0" u="none" strike="noStrike">
              <a:solidFill>
                <a:schemeClr val="dk1"/>
              </a:solidFill>
              <a:effectLst/>
              <a:uFillTx/>
              <a:latin typeface="SRH"/>
            </a:endParaRPr>
          </a:p>
        </p:txBody>
      </p:sp>
      <p:sp>
        <p:nvSpPr>
          <p:cNvPr id="58" name="PlaceHolder 1"/>
          <p:cNvSpPr>
            <a:spLocks noGrp="1"/>
          </p:cNvSpPr>
          <p:nvPr>
            <p:ph type="dt" idx="13"/>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en-CA" sz="900" b="1" u="none" strike="noStrike">
                <a:solidFill>
                  <a:srgbClr val="6D7373"/>
                </a:solidFill>
                <a:effectLst/>
                <a:uFillTx/>
                <a:latin typeface="SRH Text"/>
                <a:ea typeface="SRH"/>
              </a:rPr>
              <a:t>&lt;date/time&gt;</a:t>
            </a:r>
            <a:endParaRPr lang="en-US" sz="900" b="0" u="none" strike="noStrike">
              <a:solidFill>
                <a:srgbClr val="000000"/>
              </a:solidFill>
              <a:effectLst/>
              <a:uFillTx/>
              <a:latin typeface="Times New Roman"/>
            </a:endParaRPr>
          </a:p>
        </p:txBody>
      </p:sp>
      <p:sp>
        <p:nvSpPr>
          <p:cNvPr id="59" name="PlaceHolder 2"/>
          <p:cNvSpPr>
            <a:spLocks noGrp="1"/>
          </p:cNvSpPr>
          <p:nvPr>
            <p:ph type="ftr" idx="14"/>
          </p:nvPr>
        </p:nvSpPr>
        <p:spPr>
          <a:xfrm>
            <a:off x="1319400" y="635652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&lt;footer&gt;</a:t>
            </a:r>
            <a:endParaRPr lang="en-US" sz="900" b="0" u="none" strike="noStrike">
              <a:solidFill>
                <a:srgbClr val="000000"/>
              </a:solidFill>
              <a:effectLst/>
              <a:uFillTx/>
              <a:latin typeface="Times New Roman"/>
            </a:endParaRPr>
          </a:p>
        </p:txBody>
      </p:sp>
      <p:sp>
        <p:nvSpPr>
          <p:cNvPr id="60" name="PlaceHolder 3"/>
          <p:cNvSpPr>
            <a:spLocks noGrp="1"/>
          </p:cNvSpPr>
          <p:nvPr>
            <p:ph type="sldNum" idx="15"/>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53C58DBE-30C3-4769-B992-F5A9BB6E7D2F}"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Kontakt weiß">
    <p:bg>
      <p:bgPr>
        <a:solidFill>
          <a:schemeClr val="lt1"/>
        </a:solidFill>
      </p:bgPr>
    </p:bg>
    <p:spTree>
      <p:nvGrpSpPr>
        <p:cNvPr id="1" name=""/>
        <p:cNvGrpSpPr/>
        <p:nvPr/>
      </p:nvGrpSpPr>
      <p:grpSpPr>
        <a:xfrm>
          <a:off x="0" y="0"/>
          <a:ext cx="0" cy="0"/>
          <a:chOff x="0" y="0"/>
          <a:chExt cx="0" cy="0"/>
        </a:xfrm>
      </p:grpSpPr>
      <p:sp>
        <p:nvSpPr>
          <p:cNvPr id="61" name="Freihandform: Form 11"/>
          <p:cNvSpPr/>
          <p:nvPr/>
        </p:nvSpPr>
        <p:spPr>
          <a:xfrm>
            <a:off x="10878840" y="361440"/>
            <a:ext cx="946080" cy="731520"/>
          </a:xfrm>
          <a:custGeom>
            <a:avLst/>
            <a:gdLst>
              <a:gd name="textAreaLeft" fmla="*/ 0 w 946080"/>
              <a:gd name="textAreaRight" fmla="*/ 341299800 w 946080"/>
              <a:gd name="textAreaTop" fmla="*/ 0 h 731520"/>
              <a:gd name="textAreaBottom" fmla="*/ 264033000 h 731520"/>
            </a:gdLst>
            <a:ahLst/>
            <a:cxnLst/>
            <a:rect l="textAreaLeft" t="textAreaTop" r="textAreaRight" b="textAreaBottom"/>
            <a:pathLst>
              <a:path w="948055" h="733425">
                <a:moveTo>
                  <a:pt x="619721" y="598726"/>
                </a:moveTo>
                <a:lnTo>
                  <a:pt x="708150" y="598726"/>
                </a:lnTo>
                <a:lnTo>
                  <a:pt x="708150" y="174"/>
                </a:lnTo>
                <a:lnTo>
                  <a:pt x="619721" y="174"/>
                </a:lnTo>
                <a:lnTo>
                  <a:pt x="619721" y="598726"/>
                </a:lnTo>
                <a:close/>
                <a:moveTo>
                  <a:pt x="811583" y="196858"/>
                </a:moveTo>
                <a:cubicBezTo>
                  <a:pt x="794961" y="196049"/>
                  <a:pt x="774271" y="196858"/>
                  <a:pt x="753582" y="199293"/>
                </a:cubicBezTo>
                <a:lnTo>
                  <a:pt x="753582" y="281173"/>
                </a:lnTo>
                <a:cubicBezTo>
                  <a:pt x="831456" y="281173"/>
                  <a:pt x="859851" y="292576"/>
                  <a:pt x="859851" y="364713"/>
                </a:cubicBezTo>
                <a:lnTo>
                  <a:pt x="859851" y="598726"/>
                </a:lnTo>
                <a:lnTo>
                  <a:pt x="948279" y="598726"/>
                </a:lnTo>
                <a:lnTo>
                  <a:pt x="948279" y="353792"/>
                </a:lnTo>
                <a:cubicBezTo>
                  <a:pt x="948279" y="263364"/>
                  <a:pt x="896768" y="200102"/>
                  <a:pt x="811583" y="196858"/>
                </a:cubicBezTo>
                <a:close/>
                <a:moveTo>
                  <a:pt x="208715" y="199693"/>
                </a:moveTo>
                <a:cubicBezTo>
                  <a:pt x="114600" y="204562"/>
                  <a:pt x="72827" y="267010"/>
                  <a:pt x="72827" y="366365"/>
                </a:cubicBezTo>
                <a:lnTo>
                  <a:pt x="72827" y="566720"/>
                </a:lnTo>
                <a:cubicBezTo>
                  <a:pt x="72827" y="625122"/>
                  <a:pt x="61054" y="650267"/>
                  <a:pt x="224" y="651483"/>
                </a:cubicBezTo>
                <a:lnTo>
                  <a:pt x="224" y="732542"/>
                </a:lnTo>
                <a:cubicBezTo>
                  <a:pt x="7522" y="733765"/>
                  <a:pt x="19282" y="733765"/>
                  <a:pt x="25368" y="733352"/>
                </a:cubicBezTo>
                <a:cubicBezTo>
                  <a:pt x="119871" y="727681"/>
                  <a:pt x="161249" y="664825"/>
                  <a:pt x="161249" y="566687"/>
                </a:cubicBezTo>
                <a:lnTo>
                  <a:pt x="161249" y="366332"/>
                </a:lnTo>
                <a:cubicBezTo>
                  <a:pt x="161249" y="307529"/>
                  <a:pt x="172206" y="282792"/>
                  <a:pt x="233451" y="281582"/>
                </a:cubicBezTo>
                <a:lnTo>
                  <a:pt x="233451" y="200102"/>
                </a:lnTo>
                <a:cubicBezTo>
                  <a:pt x="226555" y="199293"/>
                  <a:pt x="214795" y="199293"/>
                  <a:pt x="208715" y="199693"/>
                </a:cubicBezTo>
                <a:close/>
                <a:moveTo>
                  <a:pt x="480068" y="199693"/>
                </a:moveTo>
                <a:cubicBezTo>
                  <a:pt x="386368" y="204562"/>
                  <a:pt x="344181" y="267417"/>
                  <a:pt x="344181" y="366365"/>
                </a:cubicBezTo>
                <a:lnTo>
                  <a:pt x="344181" y="598726"/>
                </a:lnTo>
                <a:lnTo>
                  <a:pt x="432603" y="598726"/>
                </a:lnTo>
                <a:lnTo>
                  <a:pt x="432603" y="366332"/>
                </a:lnTo>
                <a:cubicBezTo>
                  <a:pt x="432603" y="307930"/>
                  <a:pt x="444375" y="282792"/>
                  <a:pt x="505212" y="281582"/>
                </a:cubicBezTo>
                <a:lnTo>
                  <a:pt x="505212" y="200102"/>
                </a:lnTo>
                <a:cubicBezTo>
                  <a:pt x="497907" y="199293"/>
                  <a:pt x="486148" y="199293"/>
                  <a:pt x="480068" y="199693"/>
                </a:cubicBezTo>
                <a:close/>
              </a:path>
            </a:pathLst>
          </a:custGeom>
          <a:solidFill>
            <a:schemeClr val="accent1"/>
          </a:solidFill>
          <a:ln w="0">
            <a:noFill/>
          </a:ln>
        </p:spPr>
        <p:style>
          <a:lnRef idx="0"/>
          <a:fillRef idx="0"/>
          <a:effectRef idx="0"/>
          <a:fontRef idx="minor"/>
        </p:style>
        <p:txBody>
          <a:bodyPr numCol="1" spcCol="216000" lIns="0" tIns="361440" rIns="946440" bIns="1094760" anchor="ctr">
            <a:noAutofit/>
          </a:bodyPr>
          <a:p>
            <a:endParaRPr lang="de-DE" sz="1800" b="0" u="none" strike="noStrike">
              <a:solidFill>
                <a:schemeClr val="dk1"/>
              </a:solidFill>
              <a:effectLst/>
              <a:uFillTx/>
              <a:latin typeface="SRH"/>
            </a:endParaRPr>
          </a:p>
        </p:txBody>
      </p:sp>
      <p:sp>
        <p:nvSpPr>
          <p:cNvPr id="62" name="Freihandform: Form 10"/>
          <p:cNvSpPr/>
          <p:nvPr/>
        </p:nvSpPr>
        <p:spPr>
          <a:xfrm>
            <a:off x="8202960" y="2802240"/>
            <a:ext cx="3987360" cy="4053960"/>
          </a:xfrm>
          <a:custGeom>
            <a:avLst/>
            <a:gdLst>
              <a:gd name="textAreaLeft" fmla="*/ 0 w 3987360"/>
              <a:gd name="textAreaRight" fmla="*/ 1436065200 w 3987360"/>
              <a:gd name="textAreaTop" fmla="*/ 0 h 4053960"/>
              <a:gd name="textAreaBottom" fmla="*/ 1460068200 h 4053960"/>
            </a:gdLst>
            <a:ahLst/>
            <a:cxnLst/>
            <a:rect l="textAreaLeft" t="textAreaTop" r="textAreaRight" b="textAreaBottom"/>
            <a:pathLst>
              <a:path w="3989070" h="4055745">
                <a:moveTo>
                  <a:pt x="3989070" y="0"/>
                </a:moveTo>
                <a:lnTo>
                  <a:pt x="3989070" y="2389210"/>
                </a:lnTo>
                <a:lnTo>
                  <a:pt x="3858387" y="2411148"/>
                </a:lnTo>
                <a:cubicBezTo>
                  <a:pt x="2993291" y="2575305"/>
                  <a:pt x="2647844" y="3036008"/>
                  <a:pt x="2529189" y="3871779"/>
                </a:cubicBezTo>
                <a:lnTo>
                  <a:pt x="2507884" y="4055745"/>
                </a:lnTo>
                <a:lnTo>
                  <a:pt x="0" y="4055745"/>
                </a:lnTo>
                <a:lnTo>
                  <a:pt x="22941" y="3788838"/>
                </a:lnTo>
                <a:cubicBezTo>
                  <a:pt x="290726" y="1521853"/>
                  <a:pt x="1510279" y="126892"/>
                  <a:pt x="3884935" y="4661"/>
                </a:cubicBezTo>
                <a:cubicBezTo>
                  <a:pt x="3906842" y="3232"/>
                  <a:pt x="3931308" y="1982"/>
                  <a:pt x="3957741" y="932"/>
                </a:cubicBezTo>
                <a:close/>
              </a:path>
            </a:pathLst>
          </a:custGeom>
          <a:solidFill>
            <a:srgbClr val="EEEDEC"/>
          </a:solidFill>
          <a:ln w="0">
            <a:noFill/>
          </a:ln>
        </p:spPr>
        <p:style>
          <a:lnRef idx="0"/>
          <a:fillRef idx="0"/>
          <a:effectRef idx="0"/>
          <a:fontRef idx="minor"/>
        </p:style>
        <p:txBody>
          <a:bodyPr numCol="1" spcCol="216000" lIns="0" tIns="2802240" rIns="3987720" bIns="6858000" anchor="ctr">
            <a:noAutofit/>
          </a:bodyPr>
          <a:p>
            <a:endParaRPr lang="de-DE" sz="1800" b="0" u="none" strike="noStrike">
              <a:solidFill>
                <a:schemeClr val="dk1"/>
              </a:solidFill>
              <a:effectLst/>
              <a:uFillTx/>
              <a:latin typeface="SRH"/>
            </a:endParaRPr>
          </a:p>
        </p:txBody>
      </p:sp>
      <p:sp>
        <p:nvSpPr>
          <p:cNvPr id="63" name="Textfeld 11"/>
          <p:cNvSpPr/>
          <p:nvPr/>
        </p:nvSpPr>
        <p:spPr>
          <a:xfrm>
            <a:off x="360000" y="1891800"/>
            <a:ext cx="7453800" cy="2079720"/>
          </a:xfrm>
          <a:prstGeom prst="rect">
            <a:avLst/>
          </a:prstGeom>
          <a:noFill/>
          <a:ln w="0">
            <a:noFill/>
          </a:ln>
        </p:spPr>
        <p:style>
          <a:lnRef idx="0"/>
          <a:fillRef idx="0"/>
          <a:effectRef idx="0"/>
          <a:fontRef idx="minor"/>
        </p:style>
        <p:txBody>
          <a:bodyPr numCol="1" spcCol="216000" lIns="0" tIns="0" rIns="0" bIns="0" anchor="t">
            <a:noAutofit/>
          </a:bodyPr>
          <a:p>
            <a:pPr defTabSz="914400">
              <a:lnSpc>
                <a:spcPct val="100000"/>
              </a:lnSpc>
              <a:tabLst>
                <a:tab pos="0" algn="l"/>
              </a:tabLst>
            </a:pPr>
            <a:r>
              <a:rPr lang="de-DE" sz="4800" b="1" u="none" strike="noStrike">
                <a:solidFill>
                  <a:schemeClr val="dk1"/>
                </a:solidFill>
                <a:effectLst/>
                <a:uFillTx/>
                <a:latin typeface="SRH Headline"/>
                <a:ea typeface="SRH Headline"/>
              </a:rPr>
              <a:t>Vielen Dank für Ihre </a:t>
            </a:r>
            <a:br>
              <a:rPr sz="1800"/>
            </a:br>
            <a:r>
              <a:rPr lang="de-DE" sz="4800" b="1" u="none" strike="noStrike">
                <a:solidFill>
                  <a:schemeClr val="dk1"/>
                </a:solidFill>
                <a:effectLst/>
                <a:uFillTx/>
                <a:latin typeface="SRH Headline"/>
                <a:ea typeface="SRH Headline"/>
              </a:rPr>
              <a:t>Aufmerksamkeit!</a:t>
            </a:r>
            <a:endParaRPr lang="en-US" sz="4800" b="0" u="none" strike="noStrike">
              <a:solidFill>
                <a:srgbClr val="000000"/>
              </a:solidFill>
              <a:effectLst/>
              <a:uFillTx/>
              <a:latin typeface="Arial"/>
            </a:endParaRPr>
          </a:p>
        </p:txBody>
      </p:sp>
      <p:sp>
        <p:nvSpPr>
          <p:cNvPr id="64" name="PlaceHolder 1"/>
          <p:cNvSpPr>
            <a:spLocks noGrp="1"/>
          </p:cNvSpPr>
          <p:nvPr>
            <p:ph type="body"/>
          </p:nvPr>
        </p:nvSpPr>
        <p:spPr>
          <a:xfrm>
            <a:off x="360000" y="4881240"/>
            <a:ext cx="4629240" cy="1270080"/>
          </a:xfrm>
          <a:prstGeom prst="rect">
            <a:avLst/>
          </a:prstGeom>
          <a:noFill/>
          <a:ln w="0">
            <a:noFill/>
          </a:ln>
        </p:spPr>
        <p:txBody>
          <a:bodyPr numCol="1" spcCol="216000" lIns="0" tIns="0" rIns="0" bIns="0" anchor="t">
            <a:noAutofit/>
          </a:bodyPr>
          <a:lstStyle>
            <a:lvl1pPr indent="0" algn="l" defTabSz="914400">
              <a:lnSpc>
                <a:spcPct val="110000"/>
              </a:lnSpc>
              <a:buNone/>
              <a:tabLst>
                <a:tab pos="0" algn="l"/>
              </a:tabLst>
              <a:defRPr lang="de-DE" sz="1200" b="1" u="none" strike="noStrike">
                <a:solidFill>
                  <a:schemeClr val="dk1"/>
                </a:solidFill>
                <a:effectLst/>
                <a:uFillTx/>
                <a:latin typeface="SRH Text"/>
                <a:ea typeface="SRH Text"/>
              </a:defRPr>
            </a:lvl1pPr>
          </a:lstStyle>
          <a:p>
            <a:pPr indent="0" algn="l" defTabSz="914400">
              <a:lnSpc>
                <a:spcPct val="110000"/>
              </a:lnSpc>
              <a:buNone/>
              <a:tabLst>
                <a:tab pos="0" algn="l"/>
              </a:tabLst>
            </a:pPr>
            <a:r>
              <a:rPr lang="de-DE" sz="1200" b="1" u="none" strike="noStrike">
                <a:solidFill>
                  <a:schemeClr val="dk1"/>
                </a:solidFill>
                <a:effectLst/>
                <a:uFillTx/>
                <a:latin typeface="SRH Text"/>
                <a:ea typeface="SRH Text"/>
              </a:rPr>
              <a:t>Mastertextformat bearbeiten</a:t>
            </a:r>
            <a:endParaRPr lang="de-DE" sz="1200" b="1" u="none" strike="noStrike">
              <a:solidFill>
                <a:schemeClr val="dk1"/>
              </a:solidFill>
              <a:effectLst/>
              <a:uFillTx/>
              <a:latin typeface="SRH Text"/>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Kontakt Farbe">
    <p:bg>
      <p:bgPr>
        <a:solidFill>
          <a:schemeClr val="accent1"/>
        </a:solidFill>
      </p:bgPr>
    </p:bg>
    <p:spTree>
      <p:nvGrpSpPr>
        <p:cNvPr id="1" name=""/>
        <p:cNvGrpSpPr/>
        <p:nvPr/>
      </p:nvGrpSpPr>
      <p:grpSpPr>
        <a:xfrm>
          <a:off x="0" y="0"/>
          <a:ext cx="0" cy="0"/>
          <a:chOff x="0" y="0"/>
          <a:chExt cx="0" cy="0"/>
        </a:xfrm>
      </p:grpSpPr>
      <p:sp>
        <p:nvSpPr>
          <p:cNvPr id="65" name="Freihandform: Form 11" hidden="1"/>
          <p:cNvSpPr/>
          <p:nvPr/>
        </p:nvSpPr>
        <p:spPr>
          <a:xfrm>
            <a:off x="10878840" y="361440"/>
            <a:ext cx="946080" cy="731520"/>
          </a:xfrm>
          <a:custGeom>
            <a:avLst/>
            <a:gdLst>
              <a:gd name="textAreaLeft" fmla="*/ 0 w 946080"/>
              <a:gd name="textAreaRight" fmla="*/ 341299800 w 946080"/>
              <a:gd name="textAreaTop" fmla="*/ 0 h 731520"/>
              <a:gd name="textAreaBottom" fmla="*/ 264033000 h 731520"/>
            </a:gdLst>
            <a:ahLst/>
            <a:cxnLst/>
            <a:rect l="textAreaLeft" t="textAreaTop" r="textAreaRight" b="textAreaBottom"/>
            <a:pathLst>
              <a:path w="948055" h="733425">
                <a:moveTo>
                  <a:pt x="619721" y="598726"/>
                </a:moveTo>
                <a:lnTo>
                  <a:pt x="708150" y="598726"/>
                </a:lnTo>
                <a:lnTo>
                  <a:pt x="708150" y="174"/>
                </a:lnTo>
                <a:lnTo>
                  <a:pt x="619721" y="174"/>
                </a:lnTo>
                <a:lnTo>
                  <a:pt x="619721" y="598726"/>
                </a:lnTo>
                <a:close/>
                <a:moveTo>
                  <a:pt x="811583" y="196858"/>
                </a:moveTo>
                <a:cubicBezTo>
                  <a:pt x="794961" y="196049"/>
                  <a:pt x="774271" y="196858"/>
                  <a:pt x="753582" y="199293"/>
                </a:cubicBezTo>
                <a:lnTo>
                  <a:pt x="753582" y="281173"/>
                </a:lnTo>
                <a:cubicBezTo>
                  <a:pt x="831456" y="281173"/>
                  <a:pt x="859851" y="292576"/>
                  <a:pt x="859851" y="364713"/>
                </a:cubicBezTo>
                <a:lnTo>
                  <a:pt x="859851" y="598726"/>
                </a:lnTo>
                <a:lnTo>
                  <a:pt x="948279" y="598726"/>
                </a:lnTo>
                <a:lnTo>
                  <a:pt x="948279" y="353792"/>
                </a:lnTo>
                <a:cubicBezTo>
                  <a:pt x="948279" y="263364"/>
                  <a:pt x="896768" y="200102"/>
                  <a:pt x="811583" y="196858"/>
                </a:cubicBezTo>
                <a:close/>
                <a:moveTo>
                  <a:pt x="208715" y="199693"/>
                </a:moveTo>
                <a:cubicBezTo>
                  <a:pt x="114600" y="204562"/>
                  <a:pt x="72827" y="267010"/>
                  <a:pt x="72827" y="366365"/>
                </a:cubicBezTo>
                <a:lnTo>
                  <a:pt x="72827" y="566720"/>
                </a:lnTo>
                <a:cubicBezTo>
                  <a:pt x="72827" y="625122"/>
                  <a:pt x="61054" y="650267"/>
                  <a:pt x="224" y="651483"/>
                </a:cubicBezTo>
                <a:lnTo>
                  <a:pt x="224" y="732542"/>
                </a:lnTo>
                <a:cubicBezTo>
                  <a:pt x="7522" y="733765"/>
                  <a:pt x="19282" y="733765"/>
                  <a:pt x="25368" y="733352"/>
                </a:cubicBezTo>
                <a:cubicBezTo>
                  <a:pt x="119871" y="727681"/>
                  <a:pt x="161249" y="664825"/>
                  <a:pt x="161249" y="566687"/>
                </a:cubicBezTo>
                <a:lnTo>
                  <a:pt x="161249" y="366332"/>
                </a:lnTo>
                <a:cubicBezTo>
                  <a:pt x="161249" y="307529"/>
                  <a:pt x="172206" y="282792"/>
                  <a:pt x="233451" y="281582"/>
                </a:cubicBezTo>
                <a:lnTo>
                  <a:pt x="233451" y="200102"/>
                </a:lnTo>
                <a:cubicBezTo>
                  <a:pt x="226555" y="199293"/>
                  <a:pt x="214795" y="199293"/>
                  <a:pt x="208715" y="199693"/>
                </a:cubicBezTo>
                <a:close/>
                <a:moveTo>
                  <a:pt x="480068" y="199693"/>
                </a:moveTo>
                <a:cubicBezTo>
                  <a:pt x="386368" y="204562"/>
                  <a:pt x="344181" y="267417"/>
                  <a:pt x="344181" y="366365"/>
                </a:cubicBezTo>
                <a:lnTo>
                  <a:pt x="344181" y="598726"/>
                </a:lnTo>
                <a:lnTo>
                  <a:pt x="432603" y="598726"/>
                </a:lnTo>
                <a:lnTo>
                  <a:pt x="432603" y="366332"/>
                </a:lnTo>
                <a:cubicBezTo>
                  <a:pt x="432603" y="307930"/>
                  <a:pt x="444375" y="282792"/>
                  <a:pt x="505212" y="281582"/>
                </a:cubicBezTo>
                <a:lnTo>
                  <a:pt x="505212" y="200102"/>
                </a:lnTo>
                <a:cubicBezTo>
                  <a:pt x="497907" y="199293"/>
                  <a:pt x="486148" y="199293"/>
                  <a:pt x="480068" y="199693"/>
                </a:cubicBezTo>
                <a:close/>
              </a:path>
            </a:pathLst>
          </a:custGeom>
          <a:solidFill>
            <a:schemeClr val="accent1"/>
          </a:solidFill>
          <a:ln w="0">
            <a:noFill/>
          </a:ln>
        </p:spPr>
        <p:style>
          <a:lnRef idx="0"/>
          <a:fillRef idx="0"/>
          <a:effectRef idx="0"/>
          <a:fontRef idx="minor"/>
        </p:style>
        <p:txBody>
          <a:bodyPr numCol="1" spcCol="216000" lIns="0" tIns="361440" rIns="946440" bIns="1094760" anchor="ctr">
            <a:noAutofit/>
          </a:bodyPr>
          <a:p>
            <a:endParaRPr lang="de-DE" sz="1800" b="0" u="none" strike="noStrike">
              <a:solidFill>
                <a:schemeClr val="dk1"/>
              </a:solidFill>
              <a:effectLst/>
              <a:uFillTx/>
              <a:latin typeface="SRH"/>
            </a:endParaRPr>
          </a:p>
        </p:txBody>
      </p:sp>
      <p:sp>
        <p:nvSpPr>
          <p:cNvPr id="66" name="Textfeld 11"/>
          <p:cNvSpPr/>
          <p:nvPr/>
        </p:nvSpPr>
        <p:spPr>
          <a:xfrm>
            <a:off x="360000" y="1891800"/>
            <a:ext cx="7453800" cy="2079720"/>
          </a:xfrm>
          <a:prstGeom prst="rect">
            <a:avLst/>
          </a:prstGeom>
          <a:noFill/>
          <a:ln w="0">
            <a:noFill/>
          </a:ln>
        </p:spPr>
        <p:style>
          <a:lnRef idx="0"/>
          <a:fillRef idx="0"/>
          <a:effectRef idx="0"/>
          <a:fontRef idx="minor"/>
        </p:style>
        <p:txBody>
          <a:bodyPr numCol="1" spcCol="216000" lIns="0" tIns="0" rIns="0" bIns="0" anchor="t">
            <a:noAutofit/>
          </a:bodyPr>
          <a:p>
            <a:pPr defTabSz="914400">
              <a:lnSpc>
                <a:spcPct val="100000"/>
              </a:lnSpc>
              <a:tabLst>
                <a:tab pos="0" algn="l"/>
              </a:tabLst>
            </a:pPr>
            <a:r>
              <a:rPr lang="de-DE" sz="4800" b="1" u="none" strike="noStrike">
                <a:solidFill>
                  <a:schemeClr val="lt1"/>
                </a:solidFill>
                <a:effectLst/>
                <a:uFillTx/>
                <a:latin typeface="SRH Headline"/>
                <a:ea typeface="SRH Headline"/>
              </a:rPr>
              <a:t>Vielen Dank für deine</a:t>
            </a:r>
            <a:br>
              <a:rPr sz="1800"/>
            </a:br>
            <a:r>
              <a:rPr lang="de-DE" sz="4800" b="1" u="none" strike="noStrike">
                <a:solidFill>
                  <a:schemeClr val="lt1"/>
                </a:solidFill>
                <a:effectLst/>
                <a:uFillTx/>
                <a:latin typeface="SRH Headline"/>
                <a:ea typeface="SRH Headline"/>
              </a:rPr>
              <a:t>Aufmerksamkeit!</a:t>
            </a:r>
            <a:endParaRPr lang="en-US" sz="4800" b="0" u="none" strike="noStrike">
              <a:solidFill>
                <a:srgbClr val="FFFFFF"/>
              </a:solidFill>
              <a:effectLst/>
              <a:uFillTx/>
              <a:latin typeface="Arial"/>
            </a:endParaRPr>
          </a:p>
        </p:txBody>
      </p:sp>
      <p:sp>
        <p:nvSpPr>
          <p:cNvPr id="67" name="PlaceHolder 1"/>
          <p:cNvSpPr>
            <a:spLocks noGrp="1"/>
          </p:cNvSpPr>
          <p:nvPr>
            <p:ph type="body"/>
          </p:nvPr>
        </p:nvSpPr>
        <p:spPr>
          <a:xfrm>
            <a:off x="360000" y="4881240"/>
            <a:ext cx="4629240" cy="1269360"/>
          </a:xfrm>
          <a:prstGeom prst="rect">
            <a:avLst/>
          </a:prstGeom>
          <a:noFill/>
          <a:ln w="0">
            <a:noFill/>
          </a:ln>
        </p:spPr>
        <p:txBody>
          <a:bodyPr numCol="1" spcCol="216000" lIns="0" tIns="0" rIns="0" bIns="0" anchor="t">
            <a:noAutofit/>
          </a:bodyPr>
          <a:lstStyle>
            <a:lvl1pPr indent="0" algn="l" defTabSz="914400">
              <a:lnSpc>
                <a:spcPct val="110000"/>
              </a:lnSpc>
              <a:buNone/>
              <a:tabLst>
                <a:tab pos="0" algn="l"/>
              </a:tabLst>
              <a:defRPr lang="de-DE" sz="1200" b="1" u="none" strike="noStrike">
                <a:solidFill>
                  <a:schemeClr val="lt1"/>
                </a:solidFill>
                <a:effectLst/>
                <a:uFillTx/>
                <a:latin typeface="SRH Text"/>
                <a:ea typeface="SRH Text"/>
              </a:defRPr>
            </a:lvl1pPr>
          </a:lstStyle>
          <a:p>
            <a:pPr indent="0" algn="l" defTabSz="914400">
              <a:lnSpc>
                <a:spcPct val="110000"/>
              </a:lnSpc>
              <a:buNone/>
              <a:tabLst>
                <a:tab pos="0" algn="l"/>
              </a:tabLst>
            </a:pPr>
            <a:r>
              <a:rPr lang="de-DE" sz="1200" b="1" u="none" strike="noStrike">
                <a:solidFill>
                  <a:schemeClr val="lt1"/>
                </a:solidFill>
                <a:effectLst/>
                <a:uFillTx/>
                <a:latin typeface="SRH Text"/>
                <a:ea typeface="SRH Text"/>
              </a:rPr>
              <a:t>Mastertextformat bearbeiten</a:t>
            </a:r>
            <a:endParaRPr lang="de-DE" sz="1200" b="1" u="none" strike="noStrike">
              <a:solidFill>
                <a:schemeClr val="lt1"/>
              </a:solidFill>
              <a:effectLst/>
              <a:uFillTx/>
              <a:latin typeface="SRH Text"/>
            </a:endParaRPr>
          </a:p>
        </p:txBody>
      </p:sp>
      <p:sp>
        <p:nvSpPr>
          <p:cNvPr id="68" name="Freihandform: Form 5"/>
          <p:cNvSpPr/>
          <p:nvPr/>
        </p:nvSpPr>
        <p:spPr>
          <a:xfrm>
            <a:off x="8211960" y="2802240"/>
            <a:ext cx="3988080" cy="4053960"/>
          </a:xfrm>
          <a:custGeom>
            <a:avLst/>
            <a:gdLst>
              <a:gd name="textAreaLeft" fmla="*/ 0 w 3988080"/>
              <a:gd name="textAreaRight" fmla="*/ 1436293800 w 3988080"/>
              <a:gd name="textAreaTop" fmla="*/ 0 h 4053960"/>
              <a:gd name="textAreaBottom" fmla="*/ 1460068200 h 4053960"/>
            </a:gdLst>
            <a:ahLst/>
            <a:cxnLst/>
            <a:rect l="textAreaLeft" t="textAreaTop" r="textAreaRight" b="textAreaBottom"/>
            <a:pathLst>
              <a:path w="3989705" h="4055745">
                <a:moveTo>
                  <a:pt x="3989705" y="0"/>
                </a:moveTo>
                <a:lnTo>
                  <a:pt x="3989705" y="2389210"/>
                </a:lnTo>
                <a:lnTo>
                  <a:pt x="3859000" y="2411148"/>
                </a:lnTo>
                <a:cubicBezTo>
                  <a:pt x="2993767" y="2575305"/>
                  <a:pt x="2648265" y="3036008"/>
                  <a:pt x="2529591" y="3871779"/>
                </a:cubicBezTo>
                <a:lnTo>
                  <a:pt x="2508283" y="4055745"/>
                </a:lnTo>
                <a:lnTo>
                  <a:pt x="0" y="4055745"/>
                </a:lnTo>
                <a:lnTo>
                  <a:pt x="22944" y="3788838"/>
                </a:lnTo>
                <a:cubicBezTo>
                  <a:pt x="290771" y="1521853"/>
                  <a:pt x="1510519" y="126892"/>
                  <a:pt x="3885553" y="4661"/>
                </a:cubicBezTo>
                <a:cubicBezTo>
                  <a:pt x="3907463" y="3232"/>
                  <a:pt x="3931933" y="1982"/>
                  <a:pt x="3958371" y="932"/>
                </a:cubicBezTo>
                <a:close/>
              </a:path>
            </a:pathLst>
          </a:custGeom>
          <a:solidFill>
            <a:srgbClr val="EEEDEC">
              <a:alpha val="19000"/>
            </a:srgbClr>
          </a:solidFill>
          <a:ln w="0">
            <a:noFill/>
          </a:ln>
        </p:spPr>
        <p:style>
          <a:lnRef idx="0"/>
          <a:fillRef idx="0"/>
          <a:effectRef idx="0"/>
          <a:fontRef idx="minor"/>
        </p:style>
        <p:txBody>
          <a:bodyPr numCol="1" spcCol="216000" lIns="0" tIns="2802240" rIns="3988440" bIns="6858000" anchor="ctr">
            <a:noAutofit/>
          </a:bodyPr>
          <a:p>
            <a:endParaRPr lang="de-DE" sz="1800" b="0" u="none" strike="noStrike">
              <a:solidFill>
                <a:schemeClr val="dk1"/>
              </a:solidFill>
              <a:effectLst/>
              <a:uFillTx/>
              <a:latin typeface="SRH"/>
            </a:endParaRPr>
          </a:p>
        </p:txBody>
      </p:sp>
      <p:pic>
        <p:nvPicPr>
          <p:cNvPr id="69" name="Grafik 6"/>
          <p:cNvPicPr/>
          <p:nvPr/>
        </p:nvPicPr>
        <p:blipFill>
          <a:blip r:embed="rId2">
            <a:extLst>
              <a:ext uri="{96DAC541-7B7A-43D3-8B79-37D633B846F1}">
                <asvg:svgBlip xmlns:asvg="http://schemas.microsoft.com/office/drawing/2016/SVG/main" r:embed="rId3"/>
              </a:ext>
            </a:extLst>
          </a:blip>
          <a:stretch/>
        </p:blipFill>
        <p:spPr>
          <a:xfrm>
            <a:off x="10877400" y="358920"/>
            <a:ext cx="948960" cy="735480"/>
          </a:xfrm>
          <a:prstGeom prst="rect">
            <a:avLst/>
          </a:prstGeom>
          <a:noFill/>
          <a:ln w="0">
            <a:noFill/>
          </a:ln>
        </p:spPr>
      </p:pic>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nhalt">
    <p:bg>
      <p:bgPr>
        <a:solidFill>
          <a:schemeClr val="lt1"/>
        </a:solidFill>
      </p:bgPr>
    </p:bg>
    <p:spTree>
      <p:nvGrpSpPr>
        <p:cNvPr id="1" name=""/>
        <p:cNvGrpSpPr/>
        <p:nvPr/>
      </p:nvGrpSpPr>
      <p:grpSpPr>
        <a:xfrm>
          <a:off x="0" y="0"/>
          <a:ext cx="0" cy="0"/>
          <a:chOff x="0" y="0"/>
          <a:chExt cx="0" cy="0"/>
        </a:xfrm>
      </p:grpSpPr>
      <p:sp>
        <p:nvSpPr>
          <p:cNvPr id="70" name="Freihandform: Form 11"/>
          <p:cNvSpPr/>
          <p:nvPr/>
        </p:nvSpPr>
        <p:spPr>
          <a:xfrm>
            <a:off x="10878840" y="361440"/>
            <a:ext cx="946080" cy="731520"/>
          </a:xfrm>
          <a:custGeom>
            <a:avLst/>
            <a:gdLst>
              <a:gd name="textAreaLeft" fmla="*/ 0 w 946080"/>
              <a:gd name="textAreaRight" fmla="*/ 341299800 w 946080"/>
              <a:gd name="textAreaTop" fmla="*/ 0 h 731520"/>
              <a:gd name="textAreaBottom" fmla="*/ 264033000 h 731520"/>
            </a:gdLst>
            <a:ahLst/>
            <a:cxnLst/>
            <a:rect l="textAreaLeft" t="textAreaTop" r="textAreaRight" b="textAreaBottom"/>
            <a:pathLst>
              <a:path w="948055" h="733425">
                <a:moveTo>
                  <a:pt x="619721" y="598726"/>
                </a:moveTo>
                <a:lnTo>
                  <a:pt x="708150" y="598726"/>
                </a:lnTo>
                <a:lnTo>
                  <a:pt x="708150" y="174"/>
                </a:lnTo>
                <a:lnTo>
                  <a:pt x="619721" y="174"/>
                </a:lnTo>
                <a:lnTo>
                  <a:pt x="619721" y="598726"/>
                </a:lnTo>
                <a:close/>
                <a:moveTo>
                  <a:pt x="811583" y="196858"/>
                </a:moveTo>
                <a:cubicBezTo>
                  <a:pt x="794961" y="196049"/>
                  <a:pt x="774271" y="196858"/>
                  <a:pt x="753582" y="199293"/>
                </a:cubicBezTo>
                <a:lnTo>
                  <a:pt x="753582" y="281173"/>
                </a:lnTo>
                <a:cubicBezTo>
                  <a:pt x="831456" y="281173"/>
                  <a:pt x="859851" y="292576"/>
                  <a:pt x="859851" y="364713"/>
                </a:cubicBezTo>
                <a:lnTo>
                  <a:pt x="859851" y="598726"/>
                </a:lnTo>
                <a:lnTo>
                  <a:pt x="948279" y="598726"/>
                </a:lnTo>
                <a:lnTo>
                  <a:pt x="948279" y="353792"/>
                </a:lnTo>
                <a:cubicBezTo>
                  <a:pt x="948279" y="263364"/>
                  <a:pt x="896768" y="200102"/>
                  <a:pt x="811583" y="196858"/>
                </a:cubicBezTo>
                <a:close/>
                <a:moveTo>
                  <a:pt x="208715" y="199693"/>
                </a:moveTo>
                <a:cubicBezTo>
                  <a:pt x="114600" y="204562"/>
                  <a:pt x="72827" y="267010"/>
                  <a:pt x="72827" y="366365"/>
                </a:cubicBezTo>
                <a:lnTo>
                  <a:pt x="72827" y="566720"/>
                </a:lnTo>
                <a:cubicBezTo>
                  <a:pt x="72827" y="625122"/>
                  <a:pt x="61054" y="650267"/>
                  <a:pt x="224" y="651483"/>
                </a:cubicBezTo>
                <a:lnTo>
                  <a:pt x="224" y="732542"/>
                </a:lnTo>
                <a:cubicBezTo>
                  <a:pt x="7522" y="733765"/>
                  <a:pt x="19282" y="733765"/>
                  <a:pt x="25368" y="733352"/>
                </a:cubicBezTo>
                <a:cubicBezTo>
                  <a:pt x="119871" y="727681"/>
                  <a:pt x="161249" y="664825"/>
                  <a:pt x="161249" y="566687"/>
                </a:cubicBezTo>
                <a:lnTo>
                  <a:pt x="161249" y="366332"/>
                </a:lnTo>
                <a:cubicBezTo>
                  <a:pt x="161249" y="307529"/>
                  <a:pt x="172206" y="282792"/>
                  <a:pt x="233451" y="281582"/>
                </a:cubicBezTo>
                <a:lnTo>
                  <a:pt x="233451" y="200102"/>
                </a:lnTo>
                <a:cubicBezTo>
                  <a:pt x="226555" y="199293"/>
                  <a:pt x="214795" y="199293"/>
                  <a:pt x="208715" y="199693"/>
                </a:cubicBezTo>
                <a:close/>
                <a:moveTo>
                  <a:pt x="480068" y="199693"/>
                </a:moveTo>
                <a:cubicBezTo>
                  <a:pt x="386368" y="204562"/>
                  <a:pt x="344181" y="267417"/>
                  <a:pt x="344181" y="366365"/>
                </a:cubicBezTo>
                <a:lnTo>
                  <a:pt x="344181" y="598726"/>
                </a:lnTo>
                <a:lnTo>
                  <a:pt x="432603" y="598726"/>
                </a:lnTo>
                <a:lnTo>
                  <a:pt x="432603" y="366332"/>
                </a:lnTo>
                <a:cubicBezTo>
                  <a:pt x="432603" y="307930"/>
                  <a:pt x="444375" y="282792"/>
                  <a:pt x="505212" y="281582"/>
                </a:cubicBezTo>
                <a:lnTo>
                  <a:pt x="505212" y="200102"/>
                </a:lnTo>
                <a:cubicBezTo>
                  <a:pt x="497907" y="199293"/>
                  <a:pt x="486148" y="199293"/>
                  <a:pt x="480068" y="199693"/>
                </a:cubicBezTo>
                <a:close/>
              </a:path>
            </a:pathLst>
          </a:custGeom>
          <a:solidFill>
            <a:schemeClr val="accent1"/>
          </a:solidFill>
          <a:ln w="0">
            <a:noFill/>
          </a:ln>
        </p:spPr>
        <p:style>
          <a:lnRef idx="0"/>
          <a:fillRef idx="0"/>
          <a:effectRef idx="0"/>
          <a:fontRef idx="minor"/>
        </p:style>
        <p:txBody>
          <a:bodyPr numCol="1" spcCol="216000" lIns="0" tIns="361440" rIns="946440" bIns="1094760" anchor="ctr">
            <a:noAutofit/>
          </a:bodyPr>
          <a:p>
            <a:endParaRPr lang="de-DE" sz="1800" b="0" u="none" strike="noStrike">
              <a:solidFill>
                <a:schemeClr val="dk1"/>
              </a:solidFill>
              <a:effectLst/>
              <a:uFillTx/>
              <a:latin typeface="SRH"/>
            </a:endParaRPr>
          </a:p>
        </p:txBody>
      </p:sp>
      <p:sp>
        <p:nvSpPr>
          <p:cNvPr id="71" name="Logo-Fragment"/>
          <p:cNvSpPr/>
          <p:nvPr/>
        </p:nvSpPr>
        <p:spPr>
          <a:xfrm>
            <a:off x="8202960" y="2802240"/>
            <a:ext cx="3987360" cy="4053960"/>
          </a:xfrm>
          <a:custGeom>
            <a:avLst/>
            <a:gdLst>
              <a:gd name="textAreaLeft" fmla="*/ 0 w 3987360"/>
              <a:gd name="textAreaRight" fmla="*/ 1436065200 w 3987360"/>
              <a:gd name="textAreaTop" fmla="*/ 0 h 4053960"/>
              <a:gd name="textAreaBottom" fmla="*/ 1460068200 h 4053960"/>
            </a:gdLst>
            <a:ahLst/>
            <a:cxnLst/>
            <a:rect l="textAreaLeft" t="textAreaTop" r="textAreaRight" b="textAreaBottom"/>
            <a:pathLst>
              <a:path w="3989070" h="4055745">
                <a:moveTo>
                  <a:pt x="3989070" y="0"/>
                </a:moveTo>
                <a:lnTo>
                  <a:pt x="3989070" y="2389210"/>
                </a:lnTo>
                <a:lnTo>
                  <a:pt x="3858387" y="2411148"/>
                </a:lnTo>
                <a:cubicBezTo>
                  <a:pt x="2993291" y="2575305"/>
                  <a:pt x="2647844" y="3036008"/>
                  <a:pt x="2529189" y="3871779"/>
                </a:cubicBezTo>
                <a:lnTo>
                  <a:pt x="2507884" y="4055745"/>
                </a:lnTo>
                <a:lnTo>
                  <a:pt x="0" y="4055745"/>
                </a:lnTo>
                <a:lnTo>
                  <a:pt x="22941" y="3788838"/>
                </a:lnTo>
                <a:cubicBezTo>
                  <a:pt x="290726" y="1521853"/>
                  <a:pt x="1510279" y="126892"/>
                  <a:pt x="3884935" y="4661"/>
                </a:cubicBezTo>
                <a:cubicBezTo>
                  <a:pt x="3906842" y="3232"/>
                  <a:pt x="3931308" y="1982"/>
                  <a:pt x="3957741" y="932"/>
                </a:cubicBezTo>
                <a:close/>
              </a:path>
            </a:pathLst>
          </a:custGeom>
          <a:solidFill>
            <a:srgbClr val="EEEDEC"/>
          </a:solidFill>
          <a:ln w="0">
            <a:noFill/>
          </a:ln>
        </p:spPr>
        <p:style>
          <a:lnRef idx="0"/>
          <a:fillRef idx="0"/>
          <a:effectRef idx="0"/>
          <a:fontRef idx="minor"/>
        </p:style>
        <p:txBody>
          <a:bodyPr numCol="1" spcCol="216000" lIns="0" tIns="2802240" rIns="3987720" bIns="6858000" anchor="ctr">
            <a:noAutofit/>
          </a:bodyPr>
          <a:p>
            <a:endParaRPr lang="de-DE" sz="1800" b="0" u="none" strike="noStrike">
              <a:solidFill>
                <a:schemeClr val="dk1"/>
              </a:solidFill>
              <a:effectLst/>
              <a:uFillTx/>
              <a:latin typeface="SRH"/>
            </a:endParaRPr>
          </a:p>
        </p:txBody>
      </p:sp>
      <p:sp>
        <p:nvSpPr>
          <p:cNvPr id="72" name="PlaceHolder 1"/>
          <p:cNvSpPr>
            <a:spLocks noGrp="1"/>
          </p:cNvSpPr>
          <p:nvPr>
            <p:ph type="title"/>
          </p:nvPr>
        </p:nvSpPr>
        <p:spPr>
          <a:xfrm>
            <a:off x="360000" y="358920"/>
            <a:ext cx="9155520" cy="833400"/>
          </a:xfrm>
          <a:prstGeom prst="rect">
            <a:avLst/>
          </a:prstGeom>
          <a:noFill/>
          <a:ln w="0">
            <a:noFill/>
          </a:ln>
        </p:spPr>
        <p:txBody>
          <a:bodyPr numCol="1" spcCol="216000" lIns="0" tIns="0" rIns="0" bIns="0" anchor="b">
            <a:noAutofit/>
          </a:bodyPr>
          <a:lstStyle>
            <a:lvl1pPr indent="0" algn="l" defTabSz="914400">
              <a:lnSpc>
                <a:spcPct val="100000"/>
              </a:lnSpc>
              <a:buNone/>
              <a:tabLst>
                <a:tab pos="0" algn="l"/>
              </a:tabLst>
              <a:defRPr lang="de-DE" sz="3000" b="1" u="none" strike="noStrike">
                <a:solidFill>
                  <a:schemeClr val="dk1"/>
                </a:solidFill>
                <a:effectLst/>
                <a:uFillTx/>
                <a:latin typeface="SRH Headline"/>
                <a:ea typeface="SRH Headline"/>
              </a:defRPr>
            </a:lvl1pPr>
          </a:lstStyle>
          <a:p>
            <a:pPr indent="0" algn="l" defTabSz="914400">
              <a:lnSpc>
                <a:spcPct val="100000"/>
              </a:lnSpc>
              <a:buNone/>
              <a:tabLst>
                <a:tab pos="0" algn="l"/>
              </a:tabLst>
            </a:pPr>
            <a:r>
              <a:rPr lang="de-DE" sz="3000" b="1" u="none" strike="noStrike">
                <a:solidFill>
                  <a:schemeClr val="dk1"/>
                </a:solidFill>
                <a:effectLst/>
                <a:uFillTx/>
                <a:latin typeface="SRH Headline"/>
                <a:ea typeface="SRH Headline"/>
              </a:rPr>
              <a:t>Mastertitelformat bearbeiten</a:t>
            </a:r>
            <a:endParaRPr lang="de-DE" sz="3000" b="1" u="none" strike="noStrike">
              <a:solidFill>
                <a:schemeClr val="dk1"/>
              </a:solidFill>
              <a:effectLst/>
              <a:uFillTx/>
              <a:latin typeface="SRH Headline"/>
            </a:endParaRPr>
          </a:p>
        </p:txBody>
      </p:sp>
      <p:sp>
        <p:nvSpPr>
          <p:cNvPr id="73" name="PlaceHolder 2"/>
          <p:cNvSpPr>
            <a:spLocks noGrp="1"/>
          </p:cNvSpPr>
          <p:nvPr>
            <p:ph type="body"/>
          </p:nvPr>
        </p:nvSpPr>
        <p:spPr>
          <a:xfrm>
            <a:off x="359280" y="1728000"/>
            <a:ext cx="9156960" cy="4228560"/>
          </a:xfrm>
          <a:prstGeom prst="rect">
            <a:avLst/>
          </a:prstGeom>
          <a:noFill/>
          <a:ln w="0">
            <a:noFill/>
          </a:ln>
        </p:spPr>
        <p:txBody>
          <a:bodyPr numCol="1" spcCol="216000" lIns="0" tIns="0" rIns="0" bIns="0" anchor="t">
            <a:noAutofit/>
          </a:bodyPr>
          <a:lstStyle>
            <a:lvl1pPr indent="0" algn="l" defTabSz="914400">
              <a:lnSpc>
                <a:spcPct val="110000"/>
              </a:lnSpc>
              <a:spcBef>
                <a:spcPts val="1199"/>
              </a:spcBef>
              <a:buNone/>
              <a:tabLst>
                <a:tab pos="0" algn="l"/>
              </a:tabLst>
              <a:defRPr lang="de-DE" sz="1800" b="0" u="none" strike="noStrike">
                <a:solidFill>
                  <a:schemeClr val="dk1"/>
                </a:solidFill>
                <a:effectLst/>
                <a:uFillTx/>
                <a:latin typeface="SRH Text"/>
                <a:ea typeface="SRH Text"/>
              </a:defRPr>
            </a:lvl1pPr>
            <a:lvl2pPr lvl="1" algn="l" defTabSz="914400">
              <a:lnSpc>
                <a:spcPct val="110000"/>
              </a:lnSpc>
              <a:spcBef>
                <a:spcPts val="1199"/>
              </a:spcBef>
              <a:buClr>
                <a:srgbClr val="DF4807"/>
              </a:buClr>
              <a:buFont typeface="SRH"/>
              <a:buChar char="—"/>
              <a:tabLst>
                <a:tab pos="0" algn="l"/>
              </a:tabLst>
              <a:defRPr lang="de-DE" sz="1800" b="0" u="none" strike="noStrike">
                <a:solidFill>
                  <a:schemeClr val="dk1"/>
                </a:solidFill>
                <a:effectLst/>
                <a:uFillTx/>
                <a:latin typeface="SRH Text"/>
                <a:ea typeface="SRH Text"/>
              </a:defRPr>
            </a:lvl2pPr>
            <a:lvl3pPr lvl="2" algn="l" defTabSz="914400">
              <a:lnSpc>
                <a:spcPct val="110000"/>
              </a:lnSpc>
              <a:buClr>
                <a:srgbClr val="DF4807"/>
              </a:buClr>
              <a:buFont typeface="SRH"/>
              <a:buChar char="—"/>
              <a:tabLst>
                <a:tab pos="0" algn="l"/>
              </a:tabLst>
              <a:defRPr lang="de-DE" sz="1600" b="0" u="none" strike="noStrike">
                <a:solidFill>
                  <a:schemeClr val="dk1"/>
                </a:solidFill>
                <a:effectLst/>
                <a:uFillTx/>
                <a:latin typeface="SRH Text"/>
                <a:ea typeface="SRH Text"/>
              </a:defRPr>
            </a:lvl3pPr>
            <a:lvl4pPr indent="0" algn="l" defTabSz="914400">
              <a:lnSpc>
                <a:spcPct val="110000"/>
              </a:lnSpc>
              <a:spcBef>
                <a:spcPts val="2401"/>
              </a:spcBef>
              <a:buNone/>
              <a:tabLst>
                <a:tab pos="0" algn="l"/>
              </a:tabLst>
              <a:defRPr lang="de-DE" sz="2000" b="1" u="none" strike="noStrike">
                <a:solidFill>
                  <a:schemeClr val="accent1"/>
                </a:solidFill>
                <a:effectLst/>
                <a:uFillTx/>
                <a:latin typeface="SRH Text"/>
                <a:ea typeface="SRH Text"/>
              </a:defRPr>
            </a:lvl4pPr>
            <a:lvl5pPr indent="0" algn="l" defTabSz="914400">
              <a:lnSpc>
                <a:spcPct val="110000"/>
              </a:lnSpc>
              <a:spcBef>
                <a:spcPts val="1199"/>
              </a:spcBef>
              <a:buNone/>
              <a:tabLst>
                <a:tab pos="0" algn="l"/>
              </a:tabLst>
              <a:defRPr lang="de-DE" sz="2000" b="1" u="none" strike="noStrike">
                <a:solidFill>
                  <a:schemeClr val="dk1"/>
                </a:solidFill>
                <a:effectLst/>
                <a:uFillTx/>
                <a:latin typeface="SRH Headline"/>
                <a:ea typeface="SRH Headline"/>
              </a:defRPr>
            </a:lvl5pPr>
          </a:lstStyle>
          <a:p>
            <a:pPr indent="0" algn="l" defTabSz="914400">
              <a:lnSpc>
                <a:spcPct val="110000"/>
              </a:lnSpc>
              <a:spcBef>
                <a:spcPts val="1199"/>
              </a:spcBef>
              <a:buNone/>
              <a:tabLst>
                <a:tab pos="0" algn="l"/>
              </a:tabLst>
            </a:pPr>
            <a:r>
              <a:rPr lang="de-DE" sz="1800" b="0" u="none" strike="noStrike">
                <a:solidFill>
                  <a:schemeClr val="dk1"/>
                </a:solidFill>
                <a:effectLst/>
                <a:uFillTx/>
                <a:latin typeface="SRH Text"/>
                <a:ea typeface="SRH Text"/>
              </a:rPr>
              <a:t>Mastertextformat bearbeiten</a:t>
            </a:r>
            <a:endParaRPr lang="de-DE" sz="1800" b="0" u="none" strike="noStrike">
              <a:solidFill>
                <a:schemeClr val="dk1"/>
              </a:solidFill>
              <a:effectLst/>
              <a:uFillTx/>
              <a:latin typeface="SRH Text"/>
            </a:endParaRPr>
          </a:p>
          <a:p>
            <a:pPr marL="360000" lvl="1" indent="-360000" algn="l" defTabSz="914400">
              <a:lnSpc>
                <a:spcPct val="110000"/>
              </a:lnSpc>
              <a:spcBef>
                <a:spcPts val="1199"/>
              </a:spcBef>
              <a:buClr>
                <a:srgbClr val="DF4807"/>
              </a:buClr>
              <a:buFont typeface="SRH"/>
              <a:buChar char="—"/>
              <a:tabLst>
                <a:tab pos="0" algn="l"/>
              </a:tabLst>
            </a:pPr>
            <a:r>
              <a:rPr lang="de-DE" sz="1800" b="0" u="none" strike="noStrike">
                <a:solidFill>
                  <a:schemeClr val="dk1"/>
                </a:solidFill>
                <a:effectLst/>
                <a:uFillTx/>
                <a:latin typeface="SRH Text"/>
                <a:ea typeface="SRH Text"/>
              </a:rPr>
              <a:t>Zweite Ebene</a:t>
            </a:r>
            <a:endParaRPr lang="de-DE" sz="1800" b="0" u="none" strike="noStrike">
              <a:solidFill>
                <a:schemeClr val="dk1"/>
              </a:solidFill>
              <a:effectLst/>
              <a:uFillTx/>
              <a:latin typeface="SRH Text"/>
            </a:endParaRPr>
          </a:p>
          <a:p>
            <a:pPr marL="720000" lvl="2" indent="-360000" algn="l" defTabSz="914400">
              <a:lnSpc>
                <a:spcPct val="110000"/>
              </a:lnSpc>
              <a:buClr>
                <a:srgbClr val="DF4807"/>
              </a:buClr>
              <a:buFont typeface="SRH"/>
              <a:buChar char="—"/>
              <a:tabLst>
                <a:tab pos="0" algn="l"/>
              </a:tabLst>
            </a:pPr>
            <a:r>
              <a:rPr lang="de-DE" sz="1600" b="0" u="none" strike="noStrike">
                <a:solidFill>
                  <a:schemeClr val="dk1"/>
                </a:solidFill>
                <a:effectLst/>
                <a:uFillTx/>
                <a:latin typeface="SRH Text"/>
                <a:ea typeface="SRH Text"/>
              </a:rPr>
              <a:t>Dritte Ebene</a:t>
            </a:r>
            <a:endParaRPr lang="de-DE" sz="1600" b="0" u="none" strike="noStrike">
              <a:solidFill>
                <a:schemeClr val="dk1"/>
              </a:solidFill>
              <a:effectLst/>
              <a:uFillTx/>
              <a:latin typeface="SRH Text"/>
            </a:endParaRPr>
          </a:p>
          <a:p>
            <a:pPr indent="0" algn="l" defTabSz="914400">
              <a:lnSpc>
                <a:spcPct val="110000"/>
              </a:lnSpc>
              <a:spcBef>
                <a:spcPts val="2401"/>
              </a:spcBef>
              <a:buNone/>
              <a:tabLst>
                <a:tab pos="0" algn="l"/>
              </a:tabLst>
            </a:pPr>
            <a:r>
              <a:rPr lang="de-DE" sz="2000" b="1" u="none" strike="noStrike">
                <a:solidFill>
                  <a:schemeClr val="accent1"/>
                </a:solidFill>
                <a:effectLst/>
                <a:uFillTx/>
                <a:latin typeface="SRH Text"/>
                <a:ea typeface="SRH Text"/>
              </a:rPr>
              <a:t>Vierte Ebene</a:t>
            </a:r>
            <a:endParaRPr lang="de-DE" sz="2000" b="0" u="none" strike="noStrike">
              <a:solidFill>
                <a:schemeClr val="dk1"/>
              </a:solidFill>
              <a:effectLst/>
              <a:uFillTx/>
              <a:latin typeface="SRH Text"/>
            </a:endParaRPr>
          </a:p>
          <a:p>
            <a:pPr indent="0" algn="l" defTabSz="914400">
              <a:lnSpc>
                <a:spcPct val="110000"/>
              </a:lnSpc>
              <a:spcBef>
                <a:spcPts val="1199"/>
              </a:spcBef>
              <a:buNone/>
              <a:tabLst>
                <a:tab pos="0" algn="l"/>
              </a:tabLst>
            </a:pPr>
            <a:r>
              <a:rPr lang="de-DE" sz="2000" b="1" u="none" strike="noStrike">
                <a:solidFill>
                  <a:schemeClr val="dk1"/>
                </a:solidFill>
                <a:effectLst/>
                <a:uFillTx/>
                <a:latin typeface="SRH Headline"/>
                <a:ea typeface="SRH Headline"/>
              </a:rPr>
              <a:t>Fünfte Ebene</a:t>
            </a:r>
            <a:endParaRPr lang="de-DE" sz="2000" b="0" u="none" strike="noStrike">
              <a:solidFill>
                <a:schemeClr val="dk1"/>
              </a:solidFill>
              <a:effectLst/>
              <a:uFillTx/>
              <a:latin typeface="SRH Text"/>
            </a:endParaRPr>
          </a:p>
        </p:txBody>
      </p:sp>
      <p:sp>
        <p:nvSpPr>
          <p:cNvPr id="74" name="PlaceHolder 3"/>
          <p:cNvSpPr>
            <a:spLocks noGrp="1"/>
          </p:cNvSpPr>
          <p:nvPr>
            <p:ph type="dt" idx="16"/>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en-CA" sz="900" b="1" u="none" strike="noStrike">
                <a:solidFill>
                  <a:srgbClr val="6D7373"/>
                </a:solidFill>
                <a:effectLst/>
                <a:uFillTx/>
                <a:latin typeface="SRH Text"/>
                <a:ea typeface="SRH"/>
              </a:rPr>
              <a:t>&lt;date/time&gt;</a:t>
            </a:r>
            <a:endParaRPr lang="en-US" sz="900" b="0" u="none" strike="noStrike">
              <a:solidFill>
                <a:srgbClr val="000000"/>
              </a:solidFill>
              <a:effectLst/>
              <a:uFillTx/>
              <a:latin typeface="Times New Roman"/>
            </a:endParaRPr>
          </a:p>
        </p:txBody>
      </p:sp>
      <p:sp>
        <p:nvSpPr>
          <p:cNvPr id="75" name="PlaceHolder 4"/>
          <p:cNvSpPr>
            <a:spLocks noGrp="1"/>
          </p:cNvSpPr>
          <p:nvPr>
            <p:ph type="ftr" idx="17"/>
          </p:nvPr>
        </p:nvSpPr>
        <p:spPr>
          <a:xfrm>
            <a:off x="1319400" y="635652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&lt;footer&gt;</a:t>
            </a:r>
            <a:endParaRPr lang="en-US" sz="900" b="0" u="none" strike="noStrike">
              <a:solidFill>
                <a:srgbClr val="000000"/>
              </a:solidFill>
              <a:effectLst/>
              <a:uFillTx/>
              <a:latin typeface="Times New Roman"/>
            </a:endParaRPr>
          </a:p>
        </p:txBody>
      </p:sp>
      <p:sp>
        <p:nvSpPr>
          <p:cNvPr id="76" name="PlaceHolder 5"/>
          <p:cNvSpPr>
            <a:spLocks noGrp="1"/>
          </p:cNvSpPr>
          <p:nvPr>
            <p:ph type="sldNum" idx="18"/>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774F4913-D614-42D4-AB93-B2A5096D3295}"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folie Logo Farbe">
    <p:bg>
      <p:bgPr>
        <a:solidFill>
          <a:schemeClr val="lt1"/>
        </a:solidFill>
      </p:bgPr>
    </p:bg>
    <p:spTree>
      <p:nvGrpSpPr>
        <p:cNvPr id="1" name=""/>
        <p:cNvGrpSpPr/>
        <p:nvPr/>
      </p:nvGrpSpPr>
      <p:grpSpPr>
        <a:xfrm>
          <a:off x="0" y="0"/>
          <a:ext cx="0" cy="0"/>
          <a:chOff x="0" y="0"/>
          <a:chExt cx="0" cy="0"/>
        </a:xfrm>
      </p:grpSpPr>
      <p:sp>
        <p:nvSpPr>
          <p:cNvPr id="77" name="Freihandform: Form 11" hidden="1"/>
          <p:cNvSpPr/>
          <p:nvPr/>
        </p:nvSpPr>
        <p:spPr>
          <a:xfrm>
            <a:off x="10878840" y="361440"/>
            <a:ext cx="946080" cy="731520"/>
          </a:xfrm>
          <a:custGeom>
            <a:avLst/>
            <a:gdLst>
              <a:gd name="textAreaLeft" fmla="*/ 0 w 946080"/>
              <a:gd name="textAreaRight" fmla="*/ 341299800 w 946080"/>
              <a:gd name="textAreaTop" fmla="*/ 0 h 731520"/>
              <a:gd name="textAreaBottom" fmla="*/ 264033000 h 731520"/>
            </a:gdLst>
            <a:ahLst/>
            <a:cxnLst/>
            <a:rect l="textAreaLeft" t="textAreaTop" r="textAreaRight" b="textAreaBottom"/>
            <a:pathLst>
              <a:path w="948055" h="733425">
                <a:moveTo>
                  <a:pt x="619721" y="598726"/>
                </a:moveTo>
                <a:lnTo>
                  <a:pt x="708150" y="598726"/>
                </a:lnTo>
                <a:lnTo>
                  <a:pt x="708150" y="174"/>
                </a:lnTo>
                <a:lnTo>
                  <a:pt x="619721" y="174"/>
                </a:lnTo>
                <a:lnTo>
                  <a:pt x="619721" y="598726"/>
                </a:lnTo>
                <a:close/>
                <a:moveTo>
                  <a:pt x="811583" y="196858"/>
                </a:moveTo>
                <a:cubicBezTo>
                  <a:pt x="794961" y="196049"/>
                  <a:pt x="774271" y="196858"/>
                  <a:pt x="753582" y="199293"/>
                </a:cubicBezTo>
                <a:lnTo>
                  <a:pt x="753582" y="281173"/>
                </a:lnTo>
                <a:cubicBezTo>
                  <a:pt x="831456" y="281173"/>
                  <a:pt x="859851" y="292576"/>
                  <a:pt x="859851" y="364713"/>
                </a:cubicBezTo>
                <a:lnTo>
                  <a:pt x="859851" y="598726"/>
                </a:lnTo>
                <a:lnTo>
                  <a:pt x="948279" y="598726"/>
                </a:lnTo>
                <a:lnTo>
                  <a:pt x="948279" y="353792"/>
                </a:lnTo>
                <a:cubicBezTo>
                  <a:pt x="948279" y="263364"/>
                  <a:pt x="896768" y="200102"/>
                  <a:pt x="811583" y="196858"/>
                </a:cubicBezTo>
                <a:close/>
                <a:moveTo>
                  <a:pt x="208715" y="199693"/>
                </a:moveTo>
                <a:cubicBezTo>
                  <a:pt x="114600" y="204562"/>
                  <a:pt x="72827" y="267010"/>
                  <a:pt x="72827" y="366365"/>
                </a:cubicBezTo>
                <a:lnTo>
                  <a:pt x="72827" y="566720"/>
                </a:lnTo>
                <a:cubicBezTo>
                  <a:pt x="72827" y="625122"/>
                  <a:pt x="61054" y="650267"/>
                  <a:pt x="224" y="651483"/>
                </a:cubicBezTo>
                <a:lnTo>
                  <a:pt x="224" y="732542"/>
                </a:lnTo>
                <a:cubicBezTo>
                  <a:pt x="7522" y="733765"/>
                  <a:pt x="19282" y="733765"/>
                  <a:pt x="25368" y="733352"/>
                </a:cubicBezTo>
                <a:cubicBezTo>
                  <a:pt x="119871" y="727681"/>
                  <a:pt x="161249" y="664825"/>
                  <a:pt x="161249" y="566687"/>
                </a:cubicBezTo>
                <a:lnTo>
                  <a:pt x="161249" y="366332"/>
                </a:lnTo>
                <a:cubicBezTo>
                  <a:pt x="161249" y="307529"/>
                  <a:pt x="172206" y="282792"/>
                  <a:pt x="233451" y="281582"/>
                </a:cubicBezTo>
                <a:lnTo>
                  <a:pt x="233451" y="200102"/>
                </a:lnTo>
                <a:cubicBezTo>
                  <a:pt x="226555" y="199293"/>
                  <a:pt x="214795" y="199293"/>
                  <a:pt x="208715" y="199693"/>
                </a:cubicBezTo>
                <a:close/>
                <a:moveTo>
                  <a:pt x="480068" y="199693"/>
                </a:moveTo>
                <a:cubicBezTo>
                  <a:pt x="386368" y="204562"/>
                  <a:pt x="344181" y="267417"/>
                  <a:pt x="344181" y="366365"/>
                </a:cubicBezTo>
                <a:lnTo>
                  <a:pt x="344181" y="598726"/>
                </a:lnTo>
                <a:lnTo>
                  <a:pt x="432603" y="598726"/>
                </a:lnTo>
                <a:lnTo>
                  <a:pt x="432603" y="366332"/>
                </a:lnTo>
                <a:cubicBezTo>
                  <a:pt x="432603" y="307930"/>
                  <a:pt x="444375" y="282792"/>
                  <a:pt x="505212" y="281582"/>
                </a:cubicBezTo>
                <a:lnTo>
                  <a:pt x="505212" y="200102"/>
                </a:lnTo>
                <a:cubicBezTo>
                  <a:pt x="497907" y="199293"/>
                  <a:pt x="486148" y="199293"/>
                  <a:pt x="480068" y="199693"/>
                </a:cubicBezTo>
                <a:close/>
              </a:path>
            </a:pathLst>
          </a:custGeom>
          <a:solidFill>
            <a:schemeClr val="accent1"/>
          </a:solidFill>
          <a:ln w="0">
            <a:noFill/>
          </a:ln>
        </p:spPr>
        <p:style>
          <a:lnRef idx="0"/>
          <a:fillRef idx="0"/>
          <a:effectRef idx="0"/>
          <a:fontRef idx="minor"/>
        </p:style>
        <p:txBody>
          <a:bodyPr numCol="1" spcCol="216000" lIns="0" tIns="361440" rIns="946440" bIns="1094760" anchor="ctr">
            <a:noAutofit/>
          </a:bodyPr>
          <a:p>
            <a:endParaRPr lang="de-DE" sz="1800" b="0" u="none" strike="noStrike">
              <a:solidFill>
                <a:schemeClr val="dk1"/>
              </a:solidFill>
              <a:effectLst/>
              <a:uFillTx/>
              <a:latin typeface="SRH"/>
            </a:endParaRPr>
          </a:p>
        </p:txBody>
      </p:sp>
      <p:sp>
        <p:nvSpPr>
          <p:cNvPr id="78" name="PlaceHolder 1"/>
          <p:cNvSpPr>
            <a:spLocks noGrp="1"/>
          </p:cNvSpPr>
          <p:nvPr>
            <p:ph type="body"/>
          </p:nvPr>
        </p:nvSpPr>
        <p:spPr>
          <a:xfrm>
            <a:off x="0" y="0"/>
            <a:ext cx="12190320" cy="6856200"/>
          </a:xfrm>
          <a:prstGeom prst="rect">
            <a:avLst/>
          </a:prstGeom>
          <a:solidFill>
            <a:srgbClr val="FED9C9"/>
          </a:solidFill>
          <a:ln w="0">
            <a:noFill/>
          </a:ln>
        </p:spPr>
        <p:txBody>
          <a:bodyPr lIns="90000" tIns="45000" rIns="90000" bIns="45000" anchor="t">
            <a:noAutofit/>
          </a:bodyPr>
          <a:lstStyle>
            <a:lvl1pPr indent="0" algn="l" defTabSz="914400">
              <a:lnSpc>
                <a:spcPct val="94000"/>
              </a:lnSpc>
              <a:buNone/>
              <a:tabLst>
                <a:tab pos="0" algn="l"/>
              </a:tabLst>
              <a:defRPr lang="de-DE" sz="1800" b="1" u="none" strike="noStrike">
                <a:solidFill>
                  <a:schemeClr val="lt1"/>
                </a:solidFill>
                <a:effectLst/>
                <a:uFillTx/>
                <a:latin typeface="SRH Text"/>
              </a:defRPr>
            </a:lvl1pPr>
            <a:lvl2pPr lvl="1" algn="l" defTabSz="914400">
              <a:lnSpc>
                <a:spcPct val="110000"/>
              </a:lnSpc>
              <a:spcBef>
                <a:spcPts val="1199"/>
              </a:spcBef>
              <a:buClr>
                <a:srgbClr val="000000"/>
              </a:buClr>
              <a:buSzPct val="75000"/>
              <a:buFont typeface="Symbol" charset="2"/>
              <a:buChar char=""/>
              <a:tabLst>
                <a:tab pos="0" algn="l"/>
              </a:tabLst>
              <a:defRPr lang="de-DE" sz="1800" b="0" u="none" strike="noStrike">
                <a:solidFill>
                  <a:schemeClr val="dk1"/>
                </a:solidFill>
                <a:effectLst/>
                <a:uFillTx/>
                <a:latin typeface="SRH Text"/>
              </a:defRPr>
            </a:lvl2pPr>
            <a:lvl3pPr lvl="2" algn="l" defTabSz="914400">
              <a:lnSpc>
                <a:spcPct val="110000"/>
              </a:lnSpc>
              <a:buClr>
                <a:srgbClr val="000000"/>
              </a:buClr>
              <a:buSzPct val="45000"/>
              <a:buFont typeface="Wingdings" charset="2"/>
              <a:buChar char=""/>
              <a:tabLst>
                <a:tab pos="0" algn="l"/>
              </a:tabLst>
              <a:defRPr lang="de-DE" sz="1800" b="0" u="none" strike="noStrike">
                <a:solidFill>
                  <a:schemeClr val="dk1"/>
                </a:solidFill>
                <a:effectLst/>
                <a:uFillTx/>
                <a:latin typeface="SRH Text"/>
              </a:defRPr>
            </a:lvl3pPr>
            <a:lvl4pPr lvl="3" algn="l" defTabSz="914400">
              <a:lnSpc>
                <a:spcPct val="110000"/>
              </a:lnSpc>
              <a:spcBef>
                <a:spcPts val="2401"/>
              </a:spcBef>
              <a:buClr>
                <a:srgbClr val="000000"/>
              </a:buClr>
              <a:buSzPct val="75000"/>
              <a:buFont typeface="Symbol" charset="2"/>
              <a:buChar char=""/>
              <a:tabLst>
                <a:tab pos="0" algn="l"/>
              </a:tabLst>
              <a:defRPr lang="de-DE" sz="1800" b="1" u="none" strike="noStrike">
                <a:solidFill>
                  <a:schemeClr val="accent1"/>
                </a:solidFill>
                <a:effectLst/>
                <a:uFillTx/>
                <a:latin typeface="SRH Text"/>
              </a:defRPr>
            </a:lvl4pPr>
            <a:lvl5pPr lvl="4" algn="l" defTabSz="914400">
              <a:lnSpc>
                <a:spcPct val="110000"/>
              </a:lnSpc>
              <a:spcBef>
                <a:spcPts val="1199"/>
              </a:spcBef>
              <a:buClr>
                <a:srgbClr val="000000"/>
              </a:buClr>
              <a:buSzPct val="45000"/>
              <a:buFont typeface="Wingdings" charset="2"/>
              <a:buChar char=""/>
              <a:tabLst>
                <a:tab pos="0" algn="l"/>
              </a:tabLst>
              <a:defRPr lang="de-DE" sz="1800" b="1" u="none" strike="noStrike">
                <a:solidFill>
                  <a:schemeClr val="dk1"/>
                </a:solidFill>
                <a:effectLst/>
                <a:uFillTx/>
                <a:latin typeface="SRH Headline"/>
              </a:defRPr>
            </a:lvl5pPr>
            <a:lvl6pPr lvl="5" algn="l" defTabSz="914400">
              <a:lnSpc>
                <a:spcPct val="110000"/>
              </a:lnSpc>
              <a:spcBef>
                <a:spcPts val="1199"/>
              </a:spcBef>
              <a:buClr>
                <a:srgbClr val="000000"/>
              </a:buClr>
              <a:buSzPct val="45000"/>
              <a:buFont typeface="Wingdings" charset="2"/>
              <a:buChar char=""/>
              <a:tabLst>
                <a:tab pos="0" algn="l"/>
              </a:tabLst>
              <a:defRPr lang="de-DE" sz="1800" b="0" u="none" strike="noStrike">
                <a:solidFill>
                  <a:schemeClr val="dk1"/>
                </a:solidFill>
                <a:effectLst/>
                <a:uFillTx/>
                <a:latin typeface="SRH Headline"/>
              </a:defRPr>
            </a:lvl6pPr>
            <a:lvl7pPr lvl="6" algn="l" defTabSz="914400">
              <a:lnSpc>
                <a:spcPct val="98000"/>
              </a:lnSpc>
              <a:spcBef>
                <a:spcPts val="1199"/>
              </a:spcBef>
              <a:buClr>
                <a:srgbClr val="000000"/>
              </a:buClr>
              <a:buSzPct val="45000"/>
              <a:buFont typeface="Wingdings" charset="2"/>
              <a:buChar char=""/>
              <a:tabLst>
                <a:tab pos="0" algn="l"/>
              </a:tabLst>
              <a:defRPr lang="de-DE" sz="1800" b="1" u="none" strike="noStrike">
                <a:solidFill>
                  <a:schemeClr val="accent1"/>
                </a:solidFill>
                <a:effectLst/>
                <a:uFillTx/>
                <a:latin typeface="SRH Headline"/>
              </a:defRPr>
            </a:lvl7pPr>
          </a:lstStyle>
          <a:p>
            <a:pPr indent="0" algn="l" defTabSz="914400">
              <a:lnSpc>
                <a:spcPct val="94000"/>
              </a:lnSpc>
              <a:buNone/>
              <a:tabLst>
                <a:tab pos="0" algn="l"/>
              </a:tabLst>
            </a:pPr>
            <a:r>
              <a:rPr lang="de-DE" sz="1800" b="1" u="none" strike="noStrike">
                <a:solidFill>
                  <a:schemeClr val="lt1"/>
                </a:solidFill>
                <a:effectLst/>
                <a:uFillTx/>
                <a:latin typeface="SRH Text"/>
              </a:rPr>
              <a:t>Click to edit the outline text format</a:t>
            </a:r>
            <a:endParaRPr lang="de-DE" sz="1800" b="1" u="none" strike="noStrike">
              <a:solidFill>
                <a:schemeClr val="lt1"/>
              </a:solidFill>
              <a:effectLst/>
              <a:uFillTx/>
              <a:latin typeface="SRH Text"/>
            </a:endParaRPr>
          </a:p>
          <a:p>
            <a:pPr marL="457200" lvl="1" indent="-324000" algn="l" defTabSz="914400">
              <a:lnSpc>
                <a:spcPct val="110000"/>
              </a:lnSpc>
              <a:spcBef>
                <a:spcPts val="1199"/>
              </a:spcBef>
              <a:buClr>
                <a:srgbClr val="000000"/>
              </a:buClr>
              <a:buSzPct val="75000"/>
              <a:buFont typeface="Symbol" charset="2"/>
              <a:buChar char=""/>
              <a:tabLst>
                <a:tab pos="0" algn="l"/>
              </a:tabLst>
            </a:pPr>
            <a:r>
              <a:rPr lang="de-DE" sz="1800" b="0" u="none" strike="noStrike">
                <a:solidFill>
                  <a:schemeClr val="dk1"/>
                </a:solidFill>
                <a:effectLst/>
                <a:uFillTx/>
                <a:latin typeface="SRH Text"/>
              </a:rPr>
              <a:t>Second Outline Level</a:t>
            </a:r>
            <a:endParaRPr lang="de-DE" sz="1800" b="0" u="none" strike="noStrike">
              <a:solidFill>
                <a:schemeClr val="dk1"/>
              </a:solidFill>
              <a:effectLst/>
              <a:uFillTx/>
              <a:latin typeface="SRH Text"/>
            </a:endParaRPr>
          </a:p>
          <a:p>
            <a:pPr marL="914400" lvl="2" indent="-288000" algn="l" defTabSz="914400">
              <a:lnSpc>
                <a:spcPct val="110000"/>
              </a:lnSpc>
              <a:buClr>
                <a:srgbClr val="000000"/>
              </a:buClr>
              <a:buSzPct val="45000"/>
              <a:buFont typeface="Wingdings" charset="2"/>
              <a:buChar char=""/>
              <a:tabLst>
                <a:tab pos="0" algn="l"/>
              </a:tabLst>
            </a:pPr>
            <a:r>
              <a:rPr lang="de-DE" sz="1800" b="0" u="none" strike="noStrike">
                <a:solidFill>
                  <a:schemeClr val="dk1"/>
                </a:solidFill>
                <a:effectLst/>
                <a:uFillTx/>
                <a:latin typeface="SRH Text"/>
              </a:rPr>
              <a:t>Third Outline Level</a:t>
            </a:r>
            <a:endParaRPr lang="de-DE" sz="1800" b="0" u="none" strike="noStrike">
              <a:solidFill>
                <a:schemeClr val="dk1"/>
              </a:solidFill>
              <a:effectLst/>
              <a:uFillTx/>
              <a:latin typeface="SRH Text"/>
            </a:endParaRPr>
          </a:p>
          <a:p>
            <a:pPr marL="1371600" lvl="3" indent="-216000" algn="l" defTabSz="914400">
              <a:lnSpc>
                <a:spcPct val="110000"/>
              </a:lnSpc>
              <a:spcBef>
                <a:spcPts val="2401"/>
              </a:spcBef>
              <a:buClr>
                <a:srgbClr val="000000"/>
              </a:buClr>
              <a:buSzPct val="75000"/>
              <a:buFont typeface="Symbol" charset="2"/>
              <a:buChar char=""/>
              <a:tabLst>
                <a:tab pos="0" algn="l"/>
              </a:tabLst>
            </a:pPr>
            <a:r>
              <a:rPr lang="de-DE" sz="1800" b="1" u="none" strike="noStrike">
                <a:solidFill>
                  <a:schemeClr val="accent1"/>
                </a:solidFill>
                <a:effectLst/>
                <a:uFillTx/>
                <a:latin typeface="SRH Text"/>
              </a:rPr>
              <a:t>Fourth Outline Level</a:t>
            </a:r>
            <a:endParaRPr lang="de-DE" sz="1800" b="1" u="none" strike="noStrike">
              <a:solidFill>
                <a:schemeClr val="accent1"/>
              </a:solidFill>
              <a:effectLst/>
              <a:uFillTx/>
              <a:latin typeface="SRH Text"/>
            </a:endParaRPr>
          </a:p>
          <a:p>
            <a:pPr marL="1828800" lvl="4" indent="-216000" algn="l" defTabSz="914400">
              <a:lnSpc>
                <a:spcPct val="110000"/>
              </a:lnSpc>
              <a:spcBef>
                <a:spcPts val="1199"/>
              </a:spcBef>
              <a:buClr>
                <a:srgbClr val="000000"/>
              </a:buClr>
              <a:buSzPct val="45000"/>
              <a:buFont typeface="Wingdings" charset="2"/>
              <a:buChar char=""/>
              <a:tabLst>
                <a:tab pos="0" algn="l"/>
              </a:tabLst>
            </a:pPr>
            <a:r>
              <a:rPr lang="de-DE" sz="1800" b="1" u="none" strike="noStrike">
                <a:solidFill>
                  <a:schemeClr val="dk1"/>
                </a:solidFill>
                <a:effectLst/>
                <a:uFillTx/>
                <a:latin typeface="SRH Headline"/>
              </a:rPr>
              <a:t>Fifth Outline Level</a:t>
            </a:r>
            <a:endParaRPr lang="de-DE" sz="1800" b="1" u="none" strike="noStrike">
              <a:solidFill>
                <a:schemeClr val="dk1"/>
              </a:solidFill>
              <a:effectLst/>
              <a:uFillTx/>
              <a:latin typeface="SRH Headline"/>
            </a:endParaRPr>
          </a:p>
          <a:p>
            <a:pPr marL="2286000" lvl="5" indent="-216000" algn="l" defTabSz="914400">
              <a:lnSpc>
                <a:spcPct val="110000"/>
              </a:lnSpc>
              <a:spcBef>
                <a:spcPts val="1199"/>
              </a:spcBef>
              <a:buClr>
                <a:srgbClr val="000000"/>
              </a:buClr>
              <a:buSzPct val="45000"/>
              <a:buFont typeface="Wingdings" charset="2"/>
              <a:buChar char=""/>
              <a:tabLst>
                <a:tab pos="0" algn="l"/>
              </a:tabLst>
            </a:pPr>
            <a:r>
              <a:rPr lang="de-DE" sz="1800" b="0" u="none" strike="noStrike">
                <a:solidFill>
                  <a:schemeClr val="dk1"/>
                </a:solidFill>
                <a:effectLst/>
                <a:uFillTx/>
                <a:latin typeface="SRH Headline"/>
              </a:rPr>
              <a:t>Sixth Outline Level</a:t>
            </a:r>
            <a:endParaRPr lang="de-DE" sz="1800" b="0" u="none" strike="noStrike">
              <a:solidFill>
                <a:schemeClr val="dk1"/>
              </a:solidFill>
              <a:effectLst/>
              <a:uFillTx/>
              <a:latin typeface="SRH Headline"/>
            </a:endParaRPr>
          </a:p>
          <a:p>
            <a:pPr marL="2743200" lvl="6" indent="-216000" algn="l" defTabSz="914400">
              <a:lnSpc>
                <a:spcPct val="98000"/>
              </a:lnSpc>
              <a:spcBef>
                <a:spcPts val="1199"/>
              </a:spcBef>
              <a:buClr>
                <a:srgbClr val="000000"/>
              </a:buClr>
              <a:buSzPct val="45000"/>
              <a:buFont typeface="Wingdings" charset="2"/>
              <a:buChar char=""/>
              <a:tabLst>
                <a:tab pos="0" algn="l"/>
              </a:tabLst>
            </a:pPr>
            <a:r>
              <a:rPr lang="de-DE" sz="1800" b="1" u="none" strike="noStrike">
                <a:solidFill>
                  <a:schemeClr val="accent1"/>
                </a:solidFill>
                <a:effectLst/>
                <a:uFillTx/>
                <a:latin typeface="SRH Headline"/>
              </a:rPr>
              <a:t>Seventh Outline Level</a:t>
            </a:r>
            <a:endParaRPr lang="de-DE" sz="1800" b="1" u="none" strike="noStrike">
              <a:solidFill>
                <a:schemeClr val="accent1"/>
              </a:solidFill>
              <a:effectLst/>
              <a:uFillTx/>
              <a:latin typeface="SRH Headline"/>
            </a:endParaRPr>
          </a:p>
        </p:txBody>
      </p:sp>
      <p:sp>
        <p:nvSpPr>
          <p:cNvPr id="79" name="PlaceHolder 2"/>
          <p:cNvSpPr>
            <a:spLocks noGrp="1"/>
          </p:cNvSpPr>
          <p:nvPr>
            <p:ph type="title"/>
          </p:nvPr>
        </p:nvSpPr>
        <p:spPr>
          <a:xfrm>
            <a:off x="630000" y="1079640"/>
            <a:ext cx="7399800" cy="3016440"/>
          </a:xfrm>
          <a:prstGeom prst="rect">
            <a:avLst/>
          </a:prstGeom>
          <a:noFill/>
          <a:ln w="0">
            <a:noFill/>
          </a:ln>
        </p:spPr>
        <p:txBody>
          <a:bodyPr numCol="1" spcCol="216000" lIns="0" tIns="0" rIns="0" bIns="0" anchor="b">
            <a:noAutofit/>
          </a:bodyPr>
          <a:lstStyle>
            <a:lvl1pPr indent="0" algn="l" defTabSz="914400">
              <a:lnSpc>
                <a:spcPct val="100000"/>
              </a:lnSpc>
              <a:buNone/>
              <a:tabLst>
                <a:tab pos="0" algn="l"/>
              </a:tabLst>
              <a:defRPr lang="de-DE" sz="4000" b="1" u="none" strike="noStrike">
                <a:solidFill>
                  <a:schemeClr val="lt1"/>
                </a:solidFill>
                <a:effectLst/>
                <a:uFillTx/>
                <a:latin typeface="SRH Headline"/>
                <a:ea typeface="SRH Headline"/>
              </a:defRPr>
            </a:lvl1pPr>
          </a:lstStyle>
          <a:p>
            <a:pPr indent="0" algn="l" defTabSz="914400">
              <a:lnSpc>
                <a:spcPct val="100000"/>
              </a:lnSpc>
              <a:buNone/>
              <a:tabLst>
                <a:tab pos="0" algn="l"/>
              </a:tabLst>
            </a:pPr>
            <a:r>
              <a:rPr lang="de-DE" sz="4000" b="1" u="none" strike="noStrike">
                <a:solidFill>
                  <a:schemeClr val="lt1"/>
                </a:solidFill>
                <a:effectLst/>
                <a:uFillTx/>
                <a:latin typeface="SRH Headline"/>
                <a:ea typeface="SRH Headline"/>
              </a:rPr>
              <a:t>Mastertitelformat bearbeiten</a:t>
            </a:r>
            <a:endParaRPr lang="de-DE" sz="4000" b="1" u="none" strike="noStrike">
              <a:solidFill>
                <a:schemeClr val="lt1"/>
              </a:solidFill>
              <a:effectLst/>
              <a:uFillTx/>
              <a:latin typeface="SRH Headline"/>
            </a:endParaRPr>
          </a:p>
        </p:txBody>
      </p:sp>
      <p:sp>
        <p:nvSpPr>
          <p:cNvPr id="80" name="PlaceHolder 3"/>
          <p:cNvSpPr>
            <a:spLocks noGrp="1"/>
          </p:cNvSpPr>
          <p:nvPr>
            <p:ph type="body"/>
          </p:nvPr>
        </p:nvSpPr>
        <p:spPr>
          <a:xfrm>
            <a:off x="9652680" y="622440"/>
            <a:ext cx="1984320" cy="551160"/>
          </a:xfrm>
          <a:prstGeom prst="rect">
            <a:avLst/>
          </a:prstGeom>
          <a:noFill/>
          <a:ln w="0">
            <a:noFill/>
          </a:ln>
        </p:spPr>
        <p:txBody>
          <a:bodyPr numCol="1" spcCol="216000" lIns="0" tIns="0" rIns="0" bIns="0" anchor="t">
            <a:noAutofit/>
          </a:bodyPr>
          <a:lstStyle>
            <a:lvl1pPr indent="0" algn="l" defTabSz="914400">
              <a:lnSpc>
                <a:spcPct val="94000"/>
              </a:lnSpc>
              <a:buNone/>
              <a:tabLst>
                <a:tab pos="0" algn="l"/>
              </a:tabLst>
              <a:defRPr lang="de-DE" sz="1550" b="1" u="none" strike="noStrike">
                <a:solidFill>
                  <a:schemeClr val="lt1"/>
                </a:solidFill>
                <a:effectLst/>
                <a:uFillTx/>
                <a:latin typeface="SRH Text"/>
                <a:ea typeface="SRH Text"/>
              </a:defRPr>
            </a:lvl1pPr>
          </a:lstStyle>
          <a:p>
            <a:pPr indent="0" algn="l" defTabSz="914400">
              <a:lnSpc>
                <a:spcPct val="94000"/>
              </a:lnSpc>
              <a:buNone/>
              <a:tabLst>
                <a:tab pos="0" algn="l"/>
              </a:tabLst>
            </a:pPr>
            <a:r>
              <a:rPr lang="de-DE" sz="1550" b="1" u="none" strike="noStrike">
                <a:solidFill>
                  <a:schemeClr val="lt1"/>
                </a:solidFill>
                <a:effectLst/>
                <a:uFillTx/>
                <a:latin typeface="SRH Text"/>
                <a:ea typeface="SRH Text"/>
              </a:rPr>
              <a:t>Mastertextformat bearbeiten</a:t>
            </a:r>
            <a:endParaRPr lang="de-DE" sz="1550" b="1" u="none" strike="noStrike">
              <a:solidFill>
                <a:schemeClr val="lt1"/>
              </a:solidFill>
              <a:effectLst/>
              <a:uFillTx/>
              <a:latin typeface="SRH Text"/>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Zwischenfolie Statements, Farbe">
    <p:bg>
      <p:bgPr>
        <a:solidFill>
          <a:schemeClr val="accent1"/>
        </a:solidFill>
      </p:bgPr>
    </p:bg>
    <p:spTree>
      <p:nvGrpSpPr>
        <p:cNvPr id="1" name=""/>
        <p:cNvGrpSpPr/>
        <p:nvPr/>
      </p:nvGrpSpPr>
      <p:grpSpPr>
        <a:xfrm>
          <a:off x="0" y="0"/>
          <a:ext cx="0" cy="0"/>
          <a:chOff x="0" y="0"/>
          <a:chExt cx="0" cy="0"/>
        </a:xfrm>
      </p:grpSpPr>
      <p:sp>
        <p:nvSpPr>
          <p:cNvPr id="81" name="Freihandform: Form 11" hidden="1"/>
          <p:cNvSpPr/>
          <p:nvPr/>
        </p:nvSpPr>
        <p:spPr>
          <a:xfrm>
            <a:off x="10878840" y="361440"/>
            <a:ext cx="946080" cy="731520"/>
          </a:xfrm>
          <a:custGeom>
            <a:avLst/>
            <a:gdLst>
              <a:gd name="textAreaLeft" fmla="*/ 0 w 946080"/>
              <a:gd name="textAreaRight" fmla="*/ 341299800 w 946080"/>
              <a:gd name="textAreaTop" fmla="*/ 0 h 731520"/>
              <a:gd name="textAreaBottom" fmla="*/ 264033000 h 731520"/>
            </a:gdLst>
            <a:ahLst/>
            <a:cxnLst/>
            <a:rect l="textAreaLeft" t="textAreaTop" r="textAreaRight" b="textAreaBottom"/>
            <a:pathLst>
              <a:path w="948055" h="733425">
                <a:moveTo>
                  <a:pt x="619721" y="598726"/>
                </a:moveTo>
                <a:lnTo>
                  <a:pt x="708150" y="598726"/>
                </a:lnTo>
                <a:lnTo>
                  <a:pt x="708150" y="174"/>
                </a:lnTo>
                <a:lnTo>
                  <a:pt x="619721" y="174"/>
                </a:lnTo>
                <a:lnTo>
                  <a:pt x="619721" y="598726"/>
                </a:lnTo>
                <a:close/>
                <a:moveTo>
                  <a:pt x="811583" y="196858"/>
                </a:moveTo>
                <a:cubicBezTo>
                  <a:pt x="794961" y="196049"/>
                  <a:pt x="774271" y="196858"/>
                  <a:pt x="753582" y="199293"/>
                </a:cubicBezTo>
                <a:lnTo>
                  <a:pt x="753582" y="281173"/>
                </a:lnTo>
                <a:cubicBezTo>
                  <a:pt x="831456" y="281173"/>
                  <a:pt x="859851" y="292576"/>
                  <a:pt x="859851" y="364713"/>
                </a:cubicBezTo>
                <a:lnTo>
                  <a:pt x="859851" y="598726"/>
                </a:lnTo>
                <a:lnTo>
                  <a:pt x="948279" y="598726"/>
                </a:lnTo>
                <a:lnTo>
                  <a:pt x="948279" y="353792"/>
                </a:lnTo>
                <a:cubicBezTo>
                  <a:pt x="948279" y="263364"/>
                  <a:pt x="896768" y="200102"/>
                  <a:pt x="811583" y="196858"/>
                </a:cubicBezTo>
                <a:close/>
                <a:moveTo>
                  <a:pt x="208715" y="199693"/>
                </a:moveTo>
                <a:cubicBezTo>
                  <a:pt x="114600" y="204562"/>
                  <a:pt x="72827" y="267010"/>
                  <a:pt x="72827" y="366365"/>
                </a:cubicBezTo>
                <a:lnTo>
                  <a:pt x="72827" y="566720"/>
                </a:lnTo>
                <a:cubicBezTo>
                  <a:pt x="72827" y="625122"/>
                  <a:pt x="61054" y="650267"/>
                  <a:pt x="224" y="651483"/>
                </a:cubicBezTo>
                <a:lnTo>
                  <a:pt x="224" y="732542"/>
                </a:lnTo>
                <a:cubicBezTo>
                  <a:pt x="7522" y="733765"/>
                  <a:pt x="19282" y="733765"/>
                  <a:pt x="25368" y="733352"/>
                </a:cubicBezTo>
                <a:cubicBezTo>
                  <a:pt x="119871" y="727681"/>
                  <a:pt x="161249" y="664825"/>
                  <a:pt x="161249" y="566687"/>
                </a:cubicBezTo>
                <a:lnTo>
                  <a:pt x="161249" y="366332"/>
                </a:lnTo>
                <a:cubicBezTo>
                  <a:pt x="161249" y="307529"/>
                  <a:pt x="172206" y="282792"/>
                  <a:pt x="233451" y="281582"/>
                </a:cubicBezTo>
                <a:lnTo>
                  <a:pt x="233451" y="200102"/>
                </a:lnTo>
                <a:cubicBezTo>
                  <a:pt x="226555" y="199293"/>
                  <a:pt x="214795" y="199293"/>
                  <a:pt x="208715" y="199693"/>
                </a:cubicBezTo>
                <a:close/>
                <a:moveTo>
                  <a:pt x="480068" y="199693"/>
                </a:moveTo>
                <a:cubicBezTo>
                  <a:pt x="386368" y="204562"/>
                  <a:pt x="344181" y="267417"/>
                  <a:pt x="344181" y="366365"/>
                </a:cubicBezTo>
                <a:lnTo>
                  <a:pt x="344181" y="598726"/>
                </a:lnTo>
                <a:lnTo>
                  <a:pt x="432603" y="598726"/>
                </a:lnTo>
                <a:lnTo>
                  <a:pt x="432603" y="366332"/>
                </a:lnTo>
                <a:cubicBezTo>
                  <a:pt x="432603" y="307930"/>
                  <a:pt x="444375" y="282792"/>
                  <a:pt x="505212" y="281582"/>
                </a:cubicBezTo>
                <a:lnTo>
                  <a:pt x="505212" y="200102"/>
                </a:lnTo>
                <a:cubicBezTo>
                  <a:pt x="497907" y="199293"/>
                  <a:pt x="486148" y="199293"/>
                  <a:pt x="480068" y="199693"/>
                </a:cubicBezTo>
                <a:close/>
              </a:path>
            </a:pathLst>
          </a:custGeom>
          <a:solidFill>
            <a:schemeClr val="accent1"/>
          </a:solidFill>
          <a:ln w="0">
            <a:noFill/>
          </a:ln>
        </p:spPr>
        <p:style>
          <a:lnRef idx="0"/>
          <a:fillRef idx="0"/>
          <a:effectRef idx="0"/>
          <a:fontRef idx="minor"/>
        </p:style>
        <p:txBody>
          <a:bodyPr numCol="1" spcCol="216000" lIns="0" tIns="361440" rIns="946440" bIns="1094760" anchor="ctr">
            <a:noAutofit/>
          </a:bodyPr>
          <a:p>
            <a:endParaRPr lang="de-DE" sz="1800" b="0" u="none" strike="noStrike">
              <a:solidFill>
                <a:schemeClr val="dk1"/>
              </a:solidFill>
              <a:effectLst/>
              <a:uFillTx/>
              <a:latin typeface="SRH"/>
            </a:endParaRPr>
          </a:p>
        </p:txBody>
      </p:sp>
      <p:sp>
        <p:nvSpPr>
          <p:cNvPr id="82" name="Freihandform: Form 10"/>
          <p:cNvSpPr/>
          <p:nvPr/>
        </p:nvSpPr>
        <p:spPr>
          <a:xfrm>
            <a:off x="8211960" y="2802240"/>
            <a:ext cx="3988080" cy="4053960"/>
          </a:xfrm>
          <a:custGeom>
            <a:avLst/>
            <a:gdLst>
              <a:gd name="textAreaLeft" fmla="*/ 0 w 3988080"/>
              <a:gd name="textAreaRight" fmla="*/ 1436293800 w 3988080"/>
              <a:gd name="textAreaTop" fmla="*/ 0 h 4053960"/>
              <a:gd name="textAreaBottom" fmla="*/ 1460068200 h 4053960"/>
            </a:gdLst>
            <a:ahLst/>
            <a:cxnLst/>
            <a:rect l="textAreaLeft" t="textAreaTop" r="textAreaRight" b="textAreaBottom"/>
            <a:pathLst>
              <a:path w="3989705" h="4055745">
                <a:moveTo>
                  <a:pt x="3989705" y="0"/>
                </a:moveTo>
                <a:lnTo>
                  <a:pt x="3989705" y="2389210"/>
                </a:lnTo>
                <a:lnTo>
                  <a:pt x="3859000" y="2411148"/>
                </a:lnTo>
                <a:cubicBezTo>
                  <a:pt x="2993767" y="2575305"/>
                  <a:pt x="2648265" y="3036008"/>
                  <a:pt x="2529591" y="3871779"/>
                </a:cubicBezTo>
                <a:lnTo>
                  <a:pt x="2508283" y="4055745"/>
                </a:lnTo>
                <a:lnTo>
                  <a:pt x="0" y="4055745"/>
                </a:lnTo>
                <a:lnTo>
                  <a:pt x="22944" y="3788838"/>
                </a:lnTo>
                <a:cubicBezTo>
                  <a:pt x="290771" y="1521853"/>
                  <a:pt x="1510519" y="126892"/>
                  <a:pt x="3885553" y="4661"/>
                </a:cubicBezTo>
                <a:cubicBezTo>
                  <a:pt x="3907463" y="3232"/>
                  <a:pt x="3931933" y="1982"/>
                  <a:pt x="3958371" y="932"/>
                </a:cubicBezTo>
                <a:close/>
              </a:path>
            </a:pathLst>
          </a:custGeom>
          <a:solidFill>
            <a:srgbClr val="EEEDEC">
              <a:alpha val="19000"/>
            </a:srgbClr>
          </a:solidFill>
          <a:ln w="0">
            <a:noFill/>
          </a:ln>
        </p:spPr>
        <p:style>
          <a:lnRef idx="0"/>
          <a:fillRef idx="0"/>
          <a:effectRef idx="0"/>
          <a:fontRef idx="minor"/>
        </p:style>
        <p:txBody>
          <a:bodyPr numCol="1" spcCol="216000" lIns="0" tIns="2802240" rIns="3988440" bIns="6858000" anchor="ctr">
            <a:noAutofit/>
          </a:bodyPr>
          <a:p>
            <a:endParaRPr lang="de-DE" sz="1800" b="0" u="none" strike="noStrike">
              <a:solidFill>
                <a:schemeClr val="dk1"/>
              </a:solidFill>
              <a:effectLst/>
              <a:uFillTx/>
              <a:latin typeface="SRH"/>
            </a:endParaRPr>
          </a:p>
        </p:txBody>
      </p:sp>
      <p:sp>
        <p:nvSpPr>
          <p:cNvPr id="83" name="PlaceHolder 1"/>
          <p:cNvSpPr>
            <a:spLocks noGrp="1"/>
          </p:cNvSpPr>
          <p:nvPr>
            <p:ph type="title"/>
          </p:nvPr>
        </p:nvSpPr>
        <p:spPr>
          <a:xfrm>
            <a:off x="360000" y="2329200"/>
            <a:ext cx="11471400" cy="3979080"/>
          </a:xfrm>
          <a:prstGeom prst="rect">
            <a:avLst/>
          </a:prstGeom>
          <a:noFill/>
          <a:ln w="0">
            <a:noFill/>
          </a:ln>
        </p:spPr>
        <p:txBody>
          <a:bodyPr numCol="1" spcCol="216000" lIns="0" tIns="0" rIns="0" bIns="0" anchor="t">
            <a:noAutofit/>
          </a:bodyPr>
          <a:lstStyle>
            <a:lvl1pPr indent="0" algn="l" defTabSz="914400">
              <a:lnSpc>
                <a:spcPct val="98000"/>
              </a:lnSpc>
              <a:buNone/>
              <a:tabLst>
                <a:tab pos="0" algn="l"/>
              </a:tabLst>
              <a:defRPr lang="de-DE" sz="4800" b="1" u="none" strike="noStrike">
                <a:solidFill>
                  <a:schemeClr val="lt1"/>
                </a:solidFill>
                <a:effectLst/>
                <a:uFillTx/>
                <a:latin typeface="SRH Headline"/>
                <a:ea typeface="SRH Headline"/>
              </a:defRPr>
            </a:lvl1pPr>
          </a:lstStyle>
          <a:p>
            <a:pPr indent="0" algn="l" defTabSz="914400">
              <a:lnSpc>
                <a:spcPct val="98000"/>
              </a:lnSpc>
              <a:buNone/>
              <a:tabLst>
                <a:tab pos="0" algn="l"/>
              </a:tabLst>
            </a:pPr>
            <a:r>
              <a:rPr lang="de-DE" sz="4800" b="1" u="none" strike="noStrike">
                <a:solidFill>
                  <a:schemeClr val="lt1"/>
                </a:solidFill>
                <a:effectLst/>
                <a:uFillTx/>
                <a:latin typeface="SRH Headline"/>
                <a:ea typeface="SRH Headline"/>
              </a:rPr>
              <a:t>Mastertitelformat bearbeiten</a:t>
            </a:r>
            <a:endParaRPr lang="de-DE" sz="4800" b="1" u="none" strike="noStrike">
              <a:solidFill>
                <a:schemeClr val="lt1"/>
              </a:solidFill>
              <a:effectLst/>
              <a:uFillTx/>
              <a:latin typeface="SRH Headline"/>
            </a:endParaRPr>
          </a:p>
        </p:txBody>
      </p:sp>
      <p:sp>
        <p:nvSpPr>
          <p:cNvPr id="84" name="PlaceHolder 2"/>
          <p:cNvSpPr>
            <a:spLocks noGrp="1"/>
          </p:cNvSpPr>
          <p:nvPr>
            <p:ph type="dt" idx="19"/>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chemeClr val="lt1"/>
                </a:solidFill>
                <a:effectLst/>
                <a:uFillTx/>
                <a:latin typeface="SRH Text"/>
                <a:ea typeface="SRH"/>
              </a:defRPr>
            </a:lvl1pPr>
          </a:lstStyle>
          <a:p>
            <a:pPr indent="0" algn="l" defTabSz="914400">
              <a:lnSpc>
                <a:spcPct val="100000"/>
              </a:lnSpc>
              <a:buNone/>
              <a:tabLst>
                <a:tab pos="0" algn="l"/>
              </a:tabLst>
            </a:pPr>
            <a:r>
              <a:rPr lang="en-CA" sz="900" b="1" u="none" strike="noStrike">
                <a:solidFill>
                  <a:schemeClr val="lt1"/>
                </a:solidFill>
                <a:effectLst/>
                <a:uFillTx/>
                <a:latin typeface="SRH Text"/>
                <a:ea typeface="SRH"/>
              </a:rPr>
              <a:t>&lt;date/time&gt;</a:t>
            </a:r>
            <a:endParaRPr lang="en-US" sz="900" b="0" u="none" strike="noStrike">
              <a:solidFill>
                <a:srgbClr val="FFFFFF"/>
              </a:solidFill>
              <a:effectLst/>
              <a:uFillTx/>
              <a:latin typeface="Times New Roman"/>
            </a:endParaRPr>
          </a:p>
        </p:txBody>
      </p:sp>
      <p:sp>
        <p:nvSpPr>
          <p:cNvPr id="85" name="PlaceHolder 3"/>
          <p:cNvSpPr>
            <a:spLocks noGrp="1"/>
          </p:cNvSpPr>
          <p:nvPr>
            <p:ph type="ftr" idx="20"/>
          </p:nvPr>
        </p:nvSpPr>
        <p:spPr>
          <a:xfrm>
            <a:off x="1319400" y="635652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chemeClr val="lt1"/>
                </a:solidFill>
                <a:effectLst/>
                <a:uFillTx/>
                <a:latin typeface="SRH Text"/>
                <a:ea typeface="SRH"/>
              </a:defRPr>
            </a:lvl1pPr>
          </a:lstStyle>
          <a:p>
            <a:pPr indent="0" algn="l" defTabSz="914400">
              <a:lnSpc>
                <a:spcPct val="100000"/>
              </a:lnSpc>
              <a:buNone/>
              <a:tabLst>
                <a:tab pos="0" algn="l"/>
              </a:tabLst>
            </a:pPr>
            <a:r>
              <a:rPr lang="de-DE" sz="900" b="1" u="none" strike="noStrike">
                <a:solidFill>
                  <a:schemeClr val="lt1"/>
                </a:solidFill>
                <a:effectLst/>
                <a:uFillTx/>
                <a:latin typeface="SRH Text"/>
                <a:ea typeface="SRH"/>
              </a:rPr>
              <a:t>&lt;footer&gt;</a:t>
            </a:r>
            <a:endParaRPr lang="en-US" sz="900" b="0" u="none" strike="noStrike">
              <a:solidFill>
                <a:srgbClr val="FFFFFF"/>
              </a:solidFill>
              <a:effectLst/>
              <a:uFillTx/>
              <a:latin typeface="Times New Roman"/>
            </a:endParaRPr>
          </a:p>
        </p:txBody>
      </p:sp>
      <p:sp>
        <p:nvSpPr>
          <p:cNvPr id="86" name="PlaceHolder 4"/>
          <p:cNvSpPr>
            <a:spLocks noGrp="1"/>
          </p:cNvSpPr>
          <p:nvPr>
            <p:ph type="sldNum" idx="21"/>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chemeClr val="lt1"/>
                </a:solidFill>
                <a:effectLst/>
                <a:uFillTx/>
                <a:latin typeface="SRH Text"/>
                <a:ea typeface="SRH"/>
              </a:defRPr>
            </a:lvl1pPr>
          </a:lstStyle>
          <a:p>
            <a:pPr indent="0" algn="r" defTabSz="914400">
              <a:lnSpc>
                <a:spcPct val="100000"/>
              </a:lnSpc>
              <a:buNone/>
              <a:tabLst>
                <a:tab pos="0" algn="l"/>
              </a:tabLst>
            </a:pPr>
            <a:fld id="{A4D39D5A-2167-4D94-9A34-2FA510738BF4}" type="slidenum">
              <a:rPr lang="de-DE" sz="1550" b="1" u="none" strike="noStrike">
                <a:solidFill>
                  <a:schemeClr val="lt1"/>
                </a:solidFill>
                <a:effectLst/>
                <a:uFillTx/>
                <a:latin typeface="SRH Text"/>
                <a:ea typeface="SRH"/>
              </a:rPr>
              <a:t>&lt;number&gt;</a:t>
            </a:fld>
            <a:endParaRPr lang="en-US" sz="1550" b="0" u="none" strike="noStrike">
              <a:solidFill>
                <a:srgbClr val="FFFFFF"/>
              </a:solidFill>
              <a:effectLst/>
              <a:uFillTx/>
              <a:latin typeface="Times New Roman"/>
            </a:endParaRPr>
          </a:p>
        </p:txBody>
      </p:sp>
      <p:pic>
        <p:nvPicPr>
          <p:cNvPr id="87" name="Grafik 6"/>
          <p:cNvPicPr/>
          <p:nvPr/>
        </p:nvPicPr>
        <p:blipFill>
          <a:blip r:embed="rId2">
            <a:extLst>
              <a:ext uri="{96DAC541-7B7A-43D3-8B79-37D633B846F1}">
                <asvg:svgBlip xmlns:asvg="http://schemas.microsoft.com/office/drawing/2016/SVG/main" r:embed="rId3"/>
              </a:ext>
            </a:extLst>
          </a:blip>
          <a:stretch/>
        </p:blipFill>
        <p:spPr>
          <a:xfrm>
            <a:off x="10877400" y="358920"/>
            <a:ext cx="948960" cy="735480"/>
          </a:xfrm>
          <a:prstGeom prst="rect">
            <a:avLst/>
          </a:prstGeom>
          <a:noFill/>
          <a:ln w="0">
            <a:noFill/>
          </a:ln>
        </p:spPr>
      </p:pic>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Zwischenfolie mit Bild">
    <p:bg>
      <p:bgPr>
        <a:solidFill>
          <a:schemeClr val="lt1"/>
        </a:solidFill>
      </p:bgPr>
    </p:bg>
    <p:spTree>
      <p:nvGrpSpPr>
        <p:cNvPr id="1" name=""/>
        <p:cNvGrpSpPr/>
        <p:nvPr/>
      </p:nvGrpSpPr>
      <p:grpSpPr>
        <a:xfrm>
          <a:off x="0" y="0"/>
          <a:ext cx="0" cy="0"/>
          <a:chOff x="0" y="0"/>
          <a:chExt cx="0" cy="0"/>
        </a:xfrm>
      </p:grpSpPr>
      <p:sp>
        <p:nvSpPr>
          <p:cNvPr id="88" name="Freihandform: Form 11" hidden="1"/>
          <p:cNvSpPr/>
          <p:nvPr/>
        </p:nvSpPr>
        <p:spPr>
          <a:xfrm>
            <a:off x="10878840" y="361440"/>
            <a:ext cx="946080" cy="731520"/>
          </a:xfrm>
          <a:custGeom>
            <a:avLst/>
            <a:gdLst>
              <a:gd name="textAreaLeft" fmla="*/ 0 w 946080"/>
              <a:gd name="textAreaRight" fmla="*/ 341299800 w 946080"/>
              <a:gd name="textAreaTop" fmla="*/ 0 h 731520"/>
              <a:gd name="textAreaBottom" fmla="*/ 264033000 h 731520"/>
            </a:gdLst>
            <a:ahLst/>
            <a:cxnLst/>
            <a:rect l="textAreaLeft" t="textAreaTop" r="textAreaRight" b="textAreaBottom"/>
            <a:pathLst>
              <a:path w="948055" h="733425">
                <a:moveTo>
                  <a:pt x="619721" y="598726"/>
                </a:moveTo>
                <a:lnTo>
                  <a:pt x="708150" y="598726"/>
                </a:lnTo>
                <a:lnTo>
                  <a:pt x="708150" y="174"/>
                </a:lnTo>
                <a:lnTo>
                  <a:pt x="619721" y="174"/>
                </a:lnTo>
                <a:lnTo>
                  <a:pt x="619721" y="598726"/>
                </a:lnTo>
                <a:close/>
                <a:moveTo>
                  <a:pt x="811583" y="196858"/>
                </a:moveTo>
                <a:cubicBezTo>
                  <a:pt x="794961" y="196049"/>
                  <a:pt x="774271" y="196858"/>
                  <a:pt x="753582" y="199293"/>
                </a:cubicBezTo>
                <a:lnTo>
                  <a:pt x="753582" y="281173"/>
                </a:lnTo>
                <a:cubicBezTo>
                  <a:pt x="831456" y="281173"/>
                  <a:pt x="859851" y="292576"/>
                  <a:pt x="859851" y="364713"/>
                </a:cubicBezTo>
                <a:lnTo>
                  <a:pt x="859851" y="598726"/>
                </a:lnTo>
                <a:lnTo>
                  <a:pt x="948279" y="598726"/>
                </a:lnTo>
                <a:lnTo>
                  <a:pt x="948279" y="353792"/>
                </a:lnTo>
                <a:cubicBezTo>
                  <a:pt x="948279" y="263364"/>
                  <a:pt x="896768" y="200102"/>
                  <a:pt x="811583" y="196858"/>
                </a:cubicBezTo>
                <a:close/>
                <a:moveTo>
                  <a:pt x="208715" y="199693"/>
                </a:moveTo>
                <a:cubicBezTo>
                  <a:pt x="114600" y="204562"/>
                  <a:pt x="72827" y="267010"/>
                  <a:pt x="72827" y="366365"/>
                </a:cubicBezTo>
                <a:lnTo>
                  <a:pt x="72827" y="566720"/>
                </a:lnTo>
                <a:cubicBezTo>
                  <a:pt x="72827" y="625122"/>
                  <a:pt x="61054" y="650267"/>
                  <a:pt x="224" y="651483"/>
                </a:cubicBezTo>
                <a:lnTo>
                  <a:pt x="224" y="732542"/>
                </a:lnTo>
                <a:cubicBezTo>
                  <a:pt x="7522" y="733765"/>
                  <a:pt x="19282" y="733765"/>
                  <a:pt x="25368" y="733352"/>
                </a:cubicBezTo>
                <a:cubicBezTo>
                  <a:pt x="119871" y="727681"/>
                  <a:pt x="161249" y="664825"/>
                  <a:pt x="161249" y="566687"/>
                </a:cubicBezTo>
                <a:lnTo>
                  <a:pt x="161249" y="366332"/>
                </a:lnTo>
                <a:cubicBezTo>
                  <a:pt x="161249" y="307529"/>
                  <a:pt x="172206" y="282792"/>
                  <a:pt x="233451" y="281582"/>
                </a:cubicBezTo>
                <a:lnTo>
                  <a:pt x="233451" y="200102"/>
                </a:lnTo>
                <a:cubicBezTo>
                  <a:pt x="226555" y="199293"/>
                  <a:pt x="214795" y="199293"/>
                  <a:pt x="208715" y="199693"/>
                </a:cubicBezTo>
                <a:close/>
                <a:moveTo>
                  <a:pt x="480068" y="199693"/>
                </a:moveTo>
                <a:cubicBezTo>
                  <a:pt x="386368" y="204562"/>
                  <a:pt x="344181" y="267417"/>
                  <a:pt x="344181" y="366365"/>
                </a:cubicBezTo>
                <a:lnTo>
                  <a:pt x="344181" y="598726"/>
                </a:lnTo>
                <a:lnTo>
                  <a:pt x="432603" y="598726"/>
                </a:lnTo>
                <a:lnTo>
                  <a:pt x="432603" y="366332"/>
                </a:lnTo>
                <a:cubicBezTo>
                  <a:pt x="432603" y="307930"/>
                  <a:pt x="444375" y="282792"/>
                  <a:pt x="505212" y="281582"/>
                </a:cubicBezTo>
                <a:lnTo>
                  <a:pt x="505212" y="200102"/>
                </a:lnTo>
                <a:cubicBezTo>
                  <a:pt x="497907" y="199293"/>
                  <a:pt x="486148" y="199293"/>
                  <a:pt x="480068" y="199693"/>
                </a:cubicBezTo>
                <a:close/>
              </a:path>
            </a:pathLst>
          </a:custGeom>
          <a:solidFill>
            <a:schemeClr val="accent1"/>
          </a:solidFill>
          <a:ln w="0">
            <a:noFill/>
          </a:ln>
        </p:spPr>
        <p:style>
          <a:lnRef idx="0"/>
          <a:fillRef idx="0"/>
          <a:effectRef idx="0"/>
          <a:fontRef idx="minor"/>
        </p:style>
        <p:txBody>
          <a:bodyPr numCol="1" spcCol="216000" lIns="0" tIns="361440" rIns="946440" bIns="1094760" anchor="ctr">
            <a:noAutofit/>
          </a:bodyPr>
          <a:p>
            <a:endParaRPr lang="de-DE" sz="1800" b="0" u="none" strike="noStrike">
              <a:solidFill>
                <a:schemeClr val="dk1"/>
              </a:solidFill>
              <a:effectLst/>
              <a:uFillTx/>
              <a:latin typeface="SRH"/>
            </a:endParaRPr>
          </a:p>
        </p:txBody>
      </p:sp>
      <p:sp>
        <p:nvSpPr>
          <p:cNvPr id="89" name="PlaceHolder 1"/>
          <p:cNvSpPr>
            <a:spLocks noGrp="1"/>
          </p:cNvSpPr>
          <p:nvPr>
            <p:ph type="body"/>
          </p:nvPr>
        </p:nvSpPr>
        <p:spPr>
          <a:xfrm>
            <a:off x="0" y="0"/>
            <a:ext cx="12190320" cy="6856200"/>
          </a:xfrm>
          <a:prstGeom prst="rect">
            <a:avLst/>
          </a:prstGeom>
          <a:solidFill>
            <a:srgbClr val="FED9C9"/>
          </a:solidFill>
          <a:ln w="0">
            <a:noFill/>
          </a:ln>
        </p:spPr>
        <p:txBody>
          <a:bodyPr lIns="90000" tIns="45000" rIns="90000" bIns="45000" anchor="t">
            <a:noAutofit/>
          </a:bodyPr>
          <a:lstStyle>
            <a:lvl1pPr indent="0" algn="l" defTabSz="914400">
              <a:lnSpc>
                <a:spcPct val="98000"/>
              </a:lnSpc>
              <a:buNone/>
              <a:tabLst>
                <a:tab pos="0" algn="l"/>
              </a:tabLst>
              <a:defRPr lang="de-DE" sz="1800" b="1" u="none" strike="noStrike">
                <a:solidFill>
                  <a:schemeClr val="lt1"/>
                </a:solidFill>
                <a:effectLst/>
                <a:uFillTx/>
                <a:latin typeface="SRH Headline"/>
              </a:defRPr>
            </a:lvl1pPr>
            <a:lvl2pPr lvl="1" algn="l" defTabSz="914400">
              <a:lnSpc>
                <a:spcPct val="110000"/>
              </a:lnSpc>
              <a:spcBef>
                <a:spcPts val="1199"/>
              </a:spcBef>
              <a:buClr>
                <a:srgbClr val="000000"/>
              </a:buClr>
              <a:buSzPct val="75000"/>
              <a:buFont typeface="Symbol" charset="2"/>
              <a:buChar char=""/>
              <a:tabLst>
                <a:tab pos="0" algn="l"/>
              </a:tabLst>
              <a:defRPr lang="de-DE" sz="1800" b="0" u="none" strike="noStrike">
                <a:solidFill>
                  <a:schemeClr val="dk1"/>
                </a:solidFill>
                <a:effectLst/>
                <a:uFillTx/>
                <a:latin typeface="SRH Text"/>
              </a:defRPr>
            </a:lvl2pPr>
            <a:lvl3pPr lvl="2" algn="l" defTabSz="914400">
              <a:lnSpc>
                <a:spcPct val="110000"/>
              </a:lnSpc>
              <a:buClr>
                <a:srgbClr val="000000"/>
              </a:buClr>
              <a:buSzPct val="45000"/>
              <a:buFont typeface="Wingdings" charset="2"/>
              <a:buChar char=""/>
              <a:tabLst>
                <a:tab pos="0" algn="l"/>
              </a:tabLst>
              <a:defRPr lang="de-DE" sz="1800" b="0" u="none" strike="noStrike">
                <a:solidFill>
                  <a:schemeClr val="dk1"/>
                </a:solidFill>
                <a:effectLst/>
                <a:uFillTx/>
                <a:latin typeface="SRH Text"/>
              </a:defRPr>
            </a:lvl3pPr>
            <a:lvl4pPr lvl="3" algn="l" defTabSz="914400">
              <a:lnSpc>
                <a:spcPct val="110000"/>
              </a:lnSpc>
              <a:spcBef>
                <a:spcPts val="2401"/>
              </a:spcBef>
              <a:buClr>
                <a:srgbClr val="000000"/>
              </a:buClr>
              <a:buSzPct val="75000"/>
              <a:buFont typeface="Symbol" charset="2"/>
              <a:buChar char=""/>
              <a:tabLst>
                <a:tab pos="0" algn="l"/>
              </a:tabLst>
              <a:defRPr lang="de-DE" sz="1800" b="1" u="none" strike="noStrike">
                <a:solidFill>
                  <a:schemeClr val="accent1"/>
                </a:solidFill>
                <a:effectLst/>
                <a:uFillTx/>
                <a:latin typeface="SRH Text"/>
              </a:defRPr>
            </a:lvl4pPr>
            <a:lvl5pPr lvl="4" algn="l" defTabSz="914400">
              <a:lnSpc>
                <a:spcPct val="110000"/>
              </a:lnSpc>
              <a:spcBef>
                <a:spcPts val="1199"/>
              </a:spcBef>
              <a:buClr>
                <a:srgbClr val="000000"/>
              </a:buClr>
              <a:buSzPct val="45000"/>
              <a:buFont typeface="Wingdings" charset="2"/>
              <a:buChar char=""/>
              <a:tabLst>
                <a:tab pos="0" algn="l"/>
              </a:tabLst>
              <a:defRPr lang="de-DE" sz="1800" b="1" u="none" strike="noStrike">
                <a:solidFill>
                  <a:schemeClr val="dk1"/>
                </a:solidFill>
                <a:effectLst/>
                <a:uFillTx/>
                <a:latin typeface="SRH Headline"/>
              </a:defRPr>
            </a:lvl5pPr>
            <a:lvl6pPr lvl="5" algn="l" defTabSz="914400">
              <a:lnSpc>
                <a:spcPct val="110000"/>
              </a:lnSpc>
              <a:spcBef>
                <a:spcPts val="1199"/>
              </a:spcBef>
              <a:buClr>
                <a:srgbClr val="000000"/>
              </a:buClr>
              <a:buSzPct val="45000"/>
              <a:buFont typeface="Wingdings" charset="2"/>
              <a:buChar char=""/>
              <a:tabLst>
                <a:tab pos="0" algn="l"/>
              </a:tabLst>
              <a:defRPr lang="de-DE" sz="1800" b="0" u="none" strike="noStrike">
                <a:solidFill>
                  <a:schemeClr val="dk1"/>
                </a:solidFill>
                <a:effectLst/>
                <a:uFillTx/>
                <a:latin typeface="SRH Headline"/>
              </a:defRPr>
            </a:lvl6pPr>
            <a:lvl7pPr lvl="6" algn="l" defTabSz="914400">
              <a:lnSpc>
                <a:spcPct val="98000"/>
              </a:lnSpc>
              <a:spcBef>
                <a:spcPts val="1199"/>
              </a:spcBef>
              <a:buClr>
                <a:srgbClr val="000000"/>
              </a:buClr>
              <a:buSzPct val="45000"/>
              <a:buFont typeface="Wingdings" charset="2"/>
              <a:buChar char=""/>
              <a:tabLst>
                <a:tab pos="0" algn="l"/>
              </a:tabLst>
              <a:defRPr lang="de-DE" sz="1800" b="1" u="none" strike="noStrike">
                <a:solidFill>
                  <a:schemeClr val="accent1"/>
                </a:solidFill>
                <a:effectLst/>
                <a:uFillTx/>
                <a:latin typeface="SRH Headline"/>
              </a:defRPr>
            </a:lvl7pPr>
          </a:lstStyle>
          <a:p>
            <a:pPr indent="0" algn="l" defTabSz="914400">
              <a:lnSpc>
                <a:spcPct val="98000"/>
              </a:lnSpc>
              <a:buNone/>
              <a:tabLst>
                <a:tab pos="0" algn="l"/>
              </a:tabLst>
            </a:pPr>
            <a:r>
              <a:rPr lang="de-DE" sz="1800" b="1" u="none" strike="noStrike">
                <a:solidFill>
                  <a:schemeClr val="lt1"/>
                </a:solidFill>
                <a:effectLst/>
                <a:uFillTx/>
                <a:latin typeface="SRH Headline"/>
              </a:rPr>
              <a:t>Click to edit the outline text format</a:t>
            </a:r>
            <a:endParaRPr lang="de-DE" sz="1800" b="1" u="none" strike="noStrike">
              <a:solidFill>
                <a:schemeClr val="lt1"/>
              </a:solidFill>
              <a:effectLst/>
              <a:uFillTx/>
              <a:latin typeface="SRH Headline"/>
            </a:endParaRPr>
          </a:p>
          <a:p>
            <a:pPr marL="457200" lvl="1" indent="-324000" algn="l" defTabSz="914400">
              <a:lnSpc>
                <a:spcPct val="110000"/>
              </a:lnSpc>
              <a:spcBef>
                <a:spcPts val="1199"/>
              </a:spcBef>
              <a:buClr>
                <a:srgbClr val="000000"/>
              </a:buClr>
              <a:buSzPct val="75000"/>
              <a:buFont typeface="Symbol" charset="2"/>
              <a:buChar char=""/>
              <a:tabLst>
                <a:tab pos="0" algn="l"/>
              </a:tabLst>
            </a:pPr>
            <a:r>
              <a:rPr lang="de-DE" sz="1800" b="0" u="none" strike="noStrike">
                <a:solidFill>
                  <a:schemeClr val="dk1"/>
                </a:solidFill>
                <a:effectLst/>
                <a:uFillTx/>
                <a:latin typeface="SRH Text"/>
              </a:rPr>
              <a:t>Second Outline Level</a:t>
            </a:r>
            <a:endParaRPr lang="de-DE" sz="1800" b="0" u="none" strike="noStrike">
              <a:solidFill>
                <a:schemeClr val="dk1"/>
              </a:solidFill>
              <a:effectLst/>
              <a:uFillTx/>
              <a:latin typeface="SRH Text"/>
            </a:endParaRPr>
          </a:p>
          <a:p>
            <a:pPr marL="914400" lvl="2" indent="-288000" algn="l" defTabSz="914400">
              <a:lnSpc>
                <a:spcPct val="110000"/>
              </a:lnSpc>
              <a:buClr>
                <a:srgbClr val="000000"/>
              </a:buClr>
              <a:buSzPct val="45000"/>
              <a:buFont typeface="Wingdings" charset="2"/>
              <a:buChar char=""/>
              <a:tabLst>
                <a:tab pos="0" algn="l"/>
              </a:tabLst>
            </a:pPr>
            <a:r>
              <a:rPr lang="de-DE" sz="1800" b="0" u="none" strike="noStrike">
                <a:solidFill>
                  <a:schemeClr val="dk1"/>
                </a:solidFill>
                <a:effectLst/>
                <a:uFillTx/>
                <a:latin typeface="SRH Text"/>
              </a:rPr>
              <a:t>Third Outline Level</a:t>
            </a:r>
            <a:endParaRPr lang="de-DE" sz="1800" b="0" u="none" strike="noStrike">
              <a:solidFill>
                <a:schemeClr val="dk1"/>
              </a:solidFill>
              <a:effectLst/>
              <a:uFillTx/>
              <a:latin typeface="SRH Text"/>
            </a:endParaRPr>
          </a:p>
          <a:p>
            <a:pPr marL="1371600" lvl="3" indent="-216000" algn="l" defTabSz="914400">
              <a:lnSpc>
                <a:spcPct val="110000"/>
              </a:lnSpc>
              <a:spcBef>
                <a:spcPts val="2401"/>
              </a:spcBef>
              <a:buClr>
                <a:srgbClr val="000000"/>
              </a:buClr>
              <a:buSzPct val="75000"/>
              <a:buFont typeface="Symbol" charset="2"/>
              <a:buChar char=""/>
              <a:tabLst>
                <a:tab pos="0" algn="l"/>
              </a:tabLst>
            </a:pPr>
            <a:r>
              <a:rPr lang="de-DE" sz="1800" b="1" u="none" strike="noStrike">
                <a:solidFill>
                  <a:schemeClr val="accent1"/>
                </a:solidFill>
                <a:effectLst/>
                <a:uFillTx/>
                <a:latin typeface="SRH Text"/>
              </a:rPr>
              <a:t>Fourth Outline Level</a:t>
            </a:r>
            <a:endParaRPr lang="de-DE" sz="1800" b="1" u="none" strike="noStrike">
              <a:solidFill>
                <a:schemeClr val="accent1"/>
              </a:solidFill>
              <a:effectLst/>
              <a:uFillTx/>
              <a:latin typeface="SRH Text"/>
            </a:endParaRPr>
          </a:p>
          <a:p>
            <a:pPr marL="1828800" lvl="4" indent="-216000" algn="l" defTabSz="914400">
              <a:lnSpc>
                <a:spcPct val="110000"/>
              </a:lnSpc>
              <a:spcBef>
                <a:spcPts val="1199"/>
              </a:spcBef>
              <a:buClr>
                <a:srgbClr val="000000"/>
              </a:buClr>
              <a:buSzPct val="45000"/>
              <a:buFont typeface="Wingdings" charset="2"/>
              <a:buChar char=""/>
              <a:tabLst>
                <a:tab pos="0" algn="l"/>
              </a:tabLst>
            </a:pPr>
            <a:r>
              <a:rPr lang="de-DE" sz="1800" b="1" u="none" strike="noStrike">
                <a:solidFill>
                  <a:schemeClr val="dk1"/>
                </a:solidFill>
                <a:effectLst/>
                <a:uFillTx/>
                <a:latin typeface="SRH Headline"/>
              </a:rPr>
              <a:t>Fifth Outline Level</a:t>
            </a:r>
            <a:endParaRPr lang="de-DE" sz="1800" b="1" u="none" strike="noStrike">
              <a:solidFill>
                <a:schemeClr val="dk1"/>
              </a:solidFill>
              <a:effectLst/>
              <a:uFillTx/>
              <a:latin typeface="SRH Headline"/>
            </a:endParaRPr>
          </a:p>
          <a:p>
            <a:pPr marL="2286000" lvl="5" indent="-216000" algn="l" defTabSz="914400">
              <a:lnSpc>
                <a:spcPct val="110000"/>
              </a:lnSpc>
              <a:spcBef>
                <a:spcPts val="1199"/>
              </a:spcBef>
              <a:buClr>
                <a:srgbClr val="000000"/>
              </a:buClr>
              <a:buSzPct val="45000"/>
              <a:buFont typeface="Wingdings" charset="2"/>
              <a:buChar char=""/>
              <a:tabLst>
                <a:tab pos="0" algn="l"/>
              </a:tabLst>
            </a:pPr>
            <a:r>
              <a:rPr lang="de-DE" sz="1800" b="0" u="none" strike="noStrike">
                <a:solidFill>
                  <a:schemeClr val="dk1"/>
                </a:solidFill>
                <a:effectLst/>
                <a:uFillTx/>
                <a:latin typeface="SRH Headline"/>
              </a:rPr>
              <a:t>Sixth Outline Level</a:t>
            </a:r>
            <a:endParaRPr lang="de-DE" sz="1800" b="0" u="none" strike="noStrike">
              <a:solidFill>
                <a:schemeClr val="dk1"/>
              </a:solidFill>
              <a:effectLst/>
              <a:uFillTx/>
              <a:latin typeface="SRH Headline"/>
            </a:endParaRPr>
          </a:p>
          <a:p>
            <a:pPr marL="2743200" lvl="6" indent="-216000" algn="l" defTabSz="914400">
              <a:lnSpc>
                <a:spcPct val="98000"/>
              </a:lnSpc>
              <a:spcBef>
                <a:spcPts val="1199"/>
              </a:spcBef>
              <a:buClr>
                <a:srgbClr val="000000"/>
              </a:buClr>
              <a:buSzPct val="45000"/>
              <a:buFont typeface="Wingdings" charset="2"/>
              <a:buChar char=""/>
              <a:tabLst>
                <a:tab pos="0" algn="l"/>
              </a:tabLst>
            </a:pPr>
            <a:r>
              <a:rPr lang="de-DE" sz="1800" b="1" u="none" strike="noStrike">
                <a:solidFill>
                  <a:schemeClr val="accent1"/>
                </a:solidFill>
                <a:effectLst/>
                <a:uFillTx/>
                <a:latin typeface="SRH Headline"/>
              </a:rPr>
              <a:t>Seventh Outline Level</a:t>
            </a:r>
            <a:endParaRPr lang="de-DE" sz="1800" b="1" u="none" strike="noStrike">
              <a:solidFill>
                <a:schemeClr val="accent1"/>
              </a:solidFill>
              <a:effectLst/>
              <a:uFillTx/>
              <a:latin typeface="SRH Headline"/>
            </a:endParaRPr>
          </a:p>
        </p:txBody>
      </p:sp>
      <p:sp>
        <p:nvSpPr>
          <p:cNvPr id="90" name="PlaceHolder 2"/>
          <p:cNvSpPr>
            <a:spLocks noGrp="1"/>
          </p:cNvSpPr>
          <p:nvPr>
            <p:ph type="title"/>
          </p:nvPr>
        </p:nvSpPr>
        <p:spPr>
          <a:xfrm>
            <a:off x="360000" y="616680"/>
            <a:ext cx="7641000" cy="2515320"/>
          </a:xfrm>
          <a:prstGeom prst="rect">
            <a:avLst/>
          </a:prstGeom>
          <a:noFill/>
          <a:ln w="0">
            <a:noFill/>
          </a:ln>
        </p:spPr>
        <p:txBody>
          <a:bodyPr numCol="1" spcCol="216000" lIns="0" tIns="0" rIns="0" bIns="0" anchor="b">
            <a:noAutofit/>
          </a:bodyPr>
          <a:lstStyle>
            <a:lvl1pPr indent="0" algn="l" defTabSz="914400">
              <a:lnSpc>
                <a:spcPct val="98000"/>
              </a:lnSpc>
              <a:buNone/>
              <a:tabLst>
                <a:tab pos="0" algn="l"/>
              </a:tabLst>
              <a:defRPr lang="de-DE" sz="4800" b="1" u="none" strike="noStrike">
                <a:solidFill>
                  <a:schemeClr val="accent1"/>
                </a:solidFill>
                <a:effectLst/>
                <a:uFillTx/>
                <a:latin typeface="SRH Headline"/>
                <a:ea typeface="SRH Headline"/>
              </a:defRPr>
            </a:lvl1pPr>
          </a:lstStyle>
          <a:p>
            <a:pPr indent="0" algn="l" defTabSz="914400">
              <a:lnSpc>
                <a:spcPct val="98000"/>
              </a:lnSpc>
              <a:buNone/>
              <a:tabLst>
                <a:tab pos="0" algn="l"/>
              </a:tabLst>
            </a:pPr>
            <a:r>
              <a:rPr lang="de-DE" sz="4800" b="1" u="none" strike="noStrike">
                <a:solidFill>
                  <a:schemeClr val="accent1"/>
                </a:solidFill>
                <a:effectLst/>
                <a:uFillTx/>
                <a:latin typeface="SRH Headline"/>
                <a:ea typeface="SRH Headline"/>
              </a:rPr>
              <a:t>Mastertitelformat bearbeiten</a:t>
            </a:r>
            <a:endParaRPr lang="de-DE" sz="4800" b="1" u="none" strike="noStrike">
              <a:solidFill>
                <a:schemeClr val="accent1"/>
              </a:solidFill>
              <a:effectLst/>
              <a:uFillTx/>
              <a:latin typeface="SRH Headline"/>
            </a:endParaRPr>
          </a:p>
        </p:txBody>
      </p:sp>
      <p:sp>
        <p:nvSpPr>
          <p:cNvPr id="91" name="PlaceHolder 3"/>
          <p:cNvSpPr>
            <a:spLocks noGrp="1"/>
          </p:cNvSpPr>
          <p:nvPr>
            <p:ph type="body"/>
          </p:nvPr>
        </p:nvSpPr>
        <p:spPr>
          <a:xfrm>
            <a:off x="360000" y="3124800"/>
            <a:ext cx="7641000" cy="2515320"/>
          </a:xfrm>
          <a:prstGeom prst="rect">
            <a:avLst/>
          </a:prstGeom>
          <a:noFill/>
          <a:ln w="0">
            <a:noFill/>
          </a:ln>
        </p:spPr>
        <p:txBody>
          <a:bodyPr numCol="1" spcCol="216000" lIns="0" tIns="0" rIns="0" bIns="0" anchor="t">
            <a:noAutofit/>
          </a:bodyPr>
          <a:lstStyle>
            <a:lvl1pPr indent="0" algn="l" defTabSz="914400">
              <a:lnSpc>
                <a:spcPct val="98000"/>
              </a:lnSpc>
              <a:buNone/>
              <a:tabLst>
                <a:tab pos="0" algn="l"/>
              </a:tabLst>
              <a:defRPr lang="de-DE" sz="4800" b="1" u="none" strike="noStrike">
                <a:solidFill>
                  <a:schemeClr val="lt1"/>
                </a:solidFill>
                <a:effectLst/>
                <a:uFillTx/>
                <a:latin typeface="SRH Headline"/>
                <a:ea typeface="SRH Text"/>
              </a:defRPr>
            </a:lvl1pPr>
          </a:lstStyle>
          <a:p>
            <a:pPr indent="0" algn="l" defTabSz="914400">
              <a:lnSpc>
                <a:spcPct val="98000"/>
              </a:lnSpc>
              <a:buNone/>
              <a:tabLst>
                <a:tab pos="0" algn="l"/>
              </a:tabLst>
            </a:pPr>
            <a:r>
              <a:rPr lang="de-DE" sz="4800" b="1" u="none" strike="noStrike">
                <a:solidFill>
                  <a:schemeClr val="lt1"/>
                </a:solidFill>
                <a:effectLst/>
                <a:uFillTx/>
                <a:latin typeface="SRH Headline"/>
                <a:ea typeface="SRH Text"/>
              </a:rPr>
              <a:t>Mastertextformat bearbeiten</a:t>
            </a:r>
            <a:endParaRPr lang="de-DE" sz="4800" b="1" u="none" strike="noStrike">
              <a:solidFill>
                <a:schemeClr val="lt1"/>
              </a:solidFill>
              <a:effectLst/>
              <a:uFillTx/>
              <a:latin typeface="SRH Headline"/>
            </a:endParaRPr>
          </a:p>
        </p:txBody>
      </p:sp>
      <p:sp>
        <p:nvSpPr>
          <p:cNvPr id="92" name="PlaceHolder 4"/>
          <p:cNvSpPr>
            <a:spLocks noGrp="1"/>
          </p:cNvSpPr>
          <p:nvPr>
            <p:ph type="dt" idx="22"/>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chemeClr val="lt1"/>
                </a:solidFill>
                <a:effectLst/>
                <a:uFillTx/>
                <a:latin typeface="SRH Text"/>
                <a:ea typeface="SRH"/>
              </a:defRPr>
            </a:lvl1pPr>
          </a:lstStyle>
          <a:p>
            <a:pPr indent="0" algn="l" defTabSz="914400">
              <a:lnSpc>
                <a:spcPct val="100000"/>
              </a:lnSpc>
              <a:buNone/>
              <a:tabLst>
                <a:tab pos="0" algn="l"/>
              </a:tabLst>
            </a:pPr>
            <a:r>
              <a:rPr lang="en-CA" sz="900" b="1" u="none" strike="noStrike">
                <a:solidFill>
                  <a:schemeClr val="lt1"/>
                </a:solidFill>
                <a:effectLst/>
                <a:uFillTx/>
                <a:latin typeface="SRH Text"/>
                <a:ea typeface="SRH"/>
              </a:rPr>
              <a:t>&lt;date/time&gt;</a:t>
            </a:r>
            <a:endParaRPr lang="en-US" sz="900" b="0" u="none" strike="noStrike">
              <a:solidFill>
                <a:srgbClr val="000000"/>
              </a:solidFill>
              <a:effectLst/>
              <a:uFillTx/>
              <a:latin typeface="Times New Roman"/>
            </a:endParaRPr>
          </a:p>
        </p:txBody>
      </p:sp>
      <p:sp>
        <p:nvSpPr>
          <p:cNvPr id="93" name="PlaceHolder 5"/>
          <p:cNvSpPr>
            <a:spLocks noGrp="1"/>
          </p:cNvSpPr>
          <p:nvPr>
            <p:ph type="ftr" idx="23"/>
          </p:nvPr>
        </p:nvSpPr>
        <p:spPr>
          <a:xfrm>
            <a:off x="1319400" y="635652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chemeClr val="lt1"/>
                </a:solidFill>
                <a:effectLst/>
                <a:uFillTx/>
                <a:latin typeface="SRH Text"/>
                <a:ea typeface="SRH"/>
              </a:defRPr>
            </a:lvl1pPr>
          </a:lstStyle>
          <a:p>
            <a:pPr indent="0" algn="l" defTabSz="914400">
              <a:lnSpc>
                <a:spcPct val="100000"/>
              </a:lnSpc>
              <a:buNone/>
              <a:tabLst>
                <a:tab pos="0" algn="l"/>
              </a:tabLst>
            </a:pPr>
            <a:r>
              <a:rPr lang="de-DE" sz="900" b="1" u="none" strike="noStrike">
                <a:solidFill>
                  <a:schemeClr val="lt1"/>
                </a:solidFill>
                <a:effectLst/>
                <a:uFillTx/>
                <a:latin typeface="SRH Text"/>
                <a:ea typeface="SRH"/>
              </a:rPr>
              <a:t>&lt;footer&gt;</a:t>
            </a:r>
            <a:endParaRPr lang="en-US" sz="900" b="0" u="none" strike="noStrike">
              <a:solidFill>
                <a:srgbClr val="000000"/>
              </a:solidFill>
              <a:effectLst/>
              <a:uFillTx/>
              <a:latin typeface="Times New Roman"/>
            </a:endParaRPr>
          </a:p>
        </p:txBody>
      </p:sp>
      <p:sp>
        <p:nvSpPr>
          <p:cNvPr id="94" name="PlaceHolder 6"/>
          <p:cNvSpPr>
            <a:spLocks noGrp="1"/>
          </p:cNvSpPr>
          <p:nvPr>
            <p:ph type="sldNum" idx="24"/>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chemeClr val="lt1"/>
                </a:solidFill>
                <a:effectLst/>
                <a:uFillTx/>
                <a:latin typeface="SRH Text"/>
                <a:ea typeface="SRH"/>
              </a:defRPr>
            </a:lvl1pPr>
          </a:lstStyle>
          <a:p>
            <a:pPr indent="0" algn="r" defTabSz="914400">
              <a:lnSpc>
                <a:spcPct val="100000"/>
              </a:lnSpc>
              <a:buNone/>
              <a:tabLst>
                <a:tab pos="0" algn="l"/>
              </a:tabLst>
            </a:pPr>
            <a:fld id="{C9BFEE0E-0704-435F-A9C7-F378BD788C57}" type="slidenum">
              <a:rPr lang="de-DE" sz="1550" b="1" u="none" strike="noStrike">
                <a:solidFill>
                  <a:schemeClr val="lt1"/>
                </a:solidFill>
                <a:effectLst/>
                <a:uFillTx/>
                <a:latin typeface="SRH Text"/>
                <a:ea typeface="SRH"/>
              </a:rPr>
              <a:t>&lt;number&gt;</a:t>
            </a:fld>
            <a:endParaRPr lang="en-US" sz="1550" b="0" u="none" strike="noStrike">
              <a:solidFill>
                <a:srgbClr val="000000"/>
              </a:solidFill>
              <a:effectLst/>
              <a:uFillTx/>
              <a:latin typeface="Times New Roman"/>
            </a:endParaRPr>
          </a:p>
        </p:txBody>
      </p:sp>
      <p:sp>
        <p:nvSpPr>
          <p:cNvPr id="95" name="PlaceHolder 7"/>
          <p:cNvSpPr>
            <a:spLocks noGrp="1"/>
          </p:cNvSpPr>
          <p:nvPr>
            <p:ph type="body"/>
          </p:nvPr>
        </p:nvSpPr>
        <p:spPr>
          <a:xfrm>
            <a:off x="10877400" y="358920"/>
            <a:ext cx="948960" cy="735480"/>
          </a:xfrm>
          <a:prstGeom prst="rect">
            <a:avLst/>
          </a:prstGeom>
          <a:blipFill rotWithShape="0">
            <a:blip r:embed="rId2">
              <a:extLst>
                <a:ext uri="{96DAC541-7B7A-43D3-8B79-37D633B846F1}">
                  <asvg:svgBlip xmlns:asvg="http://schemas.microsoft.com/office/drawing/2016/SVG/main" r:embed="rId3"/>
                </a:ext>
              </a:extLst>
            </a:blip>
            <a:stretch/>
          </a:blipFill>
          <a:ln w="0">
            <a:noFill/>
          </a:ln>
        </p:spPr>
        <p:txBody>
          <a:bodyPr numCol="1" spcCol="216000" lIns="0" tIns="0" rIns="0" bIns="0" anchor="ctr">
            <a:noAutofit/>
          </a:bodyPr>
          <a:lstStyle>
            <a:lvl1pPr indent="0" algn="l" defTabSz="914400">
              <a:lnSpc>
                <a:spcPct val="98000"/>
              </a:lnSpc>
              <a:buNone/>
              <a:tabLst>
                <a:tab pos="0" algn="l"/>
              </a:tabLst>
              <a:defRPr lang="de-DE" sz="100" b="1" u="none" strike="noStrike">
                <a:solidFill>
                  <a:schemeClr val="lt1"/>
                </a:solidFill>
                <a:effectLst/>
                <a:uFillTx/>
                <a:latin typeface="SRH Headline"/>
              </a:defRPr>
            </a:lvl1pPr>
            <a:lvl2pPr lvl="1" algn="l" defTabSz="914400">
              <a:lnSpc>
                <a:spcPct val="110000"/>
              </a:lnSpc>
              <a:spcBef>
                <a:spcPts val="1199"/>
              </a:spcBef>
              <a:buClr>
                <a:srgbClr val="000000"/>
              </a:buClr>
              <a:buSzPct val="75000"/>
              <a:buFont typeface="Symbol" charset="2"/>
              <a:buChar char=""/>
              <a:tabLst>
                <a:tab pos="0" algn="l"/>
              </a:tabLst>
              <a:defRPr lang="de-DE" sz="100" b="0" u="none" strike="noStrike">
                <a:solidFill>
                  <a:schemeClr val="dk1"/>
                </a:solidFill>
                <a:effectLst/>
                <a:uFillTx/>
                <a:latin typeface="SRH Text"/>
              </a:defRPr>
            </a:lvl2pPr>
            <a:lvl3pPr lvl="2" algn="l" defTabSz="914400">
              <a:lnSpc>
                <a:spcPct val="110000"/>
              </a:lnSpc>
              <a:buClr>
                <a:srgbClr val="000000"/>
              </a:buClr>
              <a:buSzPct val="45000"/>
              <a:buFont typeface="Wingdings" charset="2"/>
              <a:buChar char=""/>
              <a:tabLst>
                <a:tab pos="0" algn="l"/>
              </a:tabLst>
              <a:defRPr lang="de-DE" sz="100" b="0" u="none" strike="noStrike">
                <a:solidFill>
                  <a:schemeClr val="dk1"/>
                </a:solidFill>
                <a:effectLst/>
                <a:uFillTx/>
                <a:latin typeface="SRH Text"/>
              </a:defRPr>
            </a:lvl3pPr>
            <a:lvl4pPr lvl="3" algn="l" defTabSz="914400">
              <a:lnSpc>
                <a:spcPct val="110000"/>
              </a:lnSpc>
              <a:spcBef>
                <a:spcPts val="2401"/>
              </a:spcBef>
              <a:buClr>
                <a:srgbClr val="000000"/>
              </a:buClr>
              <a:buSzPct val="75000"/>
              <a:buFont typeface="Symbol" charset="2"/>
              <a:buChar char=""/>
              <a:tabLst>
                <a:tab pos="0" algn="l"/>
              </a:tabLst>
              <a:defRPr lang="de-DE" sz="100" b="1" u="none" strike="noStrike">
                <a:solidFill>
                  <a:schemeClr val="accent1"/>
                </a:solidFill>
                <a:effectLst/>
                <a:uFillTx/>
                <a:latin typeface="SRH Text"/>
              </a:defRPr>
            </a:lvl4pPr>
            <a:lvl5pPr lvl="4" algn="l" defTabSz="914400">
              <a:lnSpc>
                <a:spcPct val="110000"/>
              </a:lnSpc>
              <a:spcBef>
                <a:spcPts val="1199"/>
              </a:spcBef>
              <a:buClr>
                <a:srgbClr val="000000"/>
              </a:buClr>
              <a:buSzPct val="45000"/>
              <a:buFont typeface="Wingdings" charset="2"/>
              <a:buChar char=""/>
              <a:tabLst>
                <a:tab pos="0" algn="l"/>
              </a:tabLst>
              <a:defRPr lang="de-DE" sz="100" b="1" u="none" strike="noStrike">
                <a:solidFill>
                  <a:schemeClr val="dk1"/>
                </a:solidFill>
                <a:effectLst/>
                <a:uFillTx/>
                <a:latin typeface="SRH Headline"/>
              </a:defRPr>
            </a:lvl5pPr>
            <a:lvl6pPr lvl="5" algn="l" defTabSz="914400">
              <a:lnSpc>
                <a:spcPct val="110000"/>
              </a:lnSpc>
              <a:spcBef>
                <a:spcPts val="1199"/>
              </a:spcBef>
              <a:buClr>
                <a:srgbClr val="000000"/>
              </a:buClr>
              <a:buSzPct val="45000"/>
              <a:buFont typeface="Wingdings" charset="2"/>
              <a:buChar char=""/>
              <a:tabLst>
                <a:tab pos="0" algn="l"/>
              </a:tabLst>
              <a:defRPr lang="de-DE" sz="100" b="0" u="none" strike="noStrike">
                <a:solidFill>
                  <a:schemeClr val="dk1"/>
                </a:solidFill>
                <a:effectLst/>
                <a:uFillTx/>
                <a:latin typeface="SRH Headline"/>
              </a:defRPr>
            </a:lvl6pPr>
            <a:lvl7pPr lvl="6" algn="l" defTabSz="914400">
              <a:lnSpc>
                <a:spcPct val="98000"/>
              </a:lnSpc>
              <a:spcBef>
                <a:spcPts val="1199"/>
              </a:spcBef>
              <a:buClr>
                <a:srgbClr val="000000"/>
              </a:buClr>
              <a:buSzPct val="45000"/>
              <a:buFont typeface="Wingdings" charset="2"/>
              <a:buChar char=""/>
              <a:tabLst>
                <a:tab pos="0" algn="l"/>
              </a:tabLst>
              <a:defRPr lang="de-DE" sz="100" b="1" u="none" strike="noStrike">
                <a:solidFill>
                  <a:schemeClr val="accent1"/>
                </a:solidFill>
                <a:effectLst/>
                <a:uFillTx/>
                <a:latin typeface="SRH Headline"/>
              </a:defRPr>
            </a:lvl7pPr>
          </a:lstStyle>
          <a:p>
            <a:pPr indent="0" algn="l" defTabSz="914400">
              <a:lnSpc>
                <a:spcPct val="98000"/>
              </a:lnSpc>
              <a:buNone/>
              <a:tabLst>
                <a:tab pos="0" algn="l"/>
              </a:tabLst>
            </a:pPr>
            <a:r>
              <a:rPr lang="de-DE" sz="100" b="1" u="none" strike="noStrike">
                <a:solidFill>
                  <a:schemeClr val="lt1"/>
                </a:solidFill>
                <a:effectLst/>
                <a:uFillTx/>
                <a:latin typeface="SRH Headline"/>
              </a:rPr>
              <a:t>Click to edit the outline text format</a:t>
            </a:r>
            <a:endParaRPr lang="de-DE" sz="100" b="1" u="none" strike="noStrike">
              <a:solidFill>
                <a:schemeClr val="lt1"/>
              </a:solidFill>
              <a:effectLst/>
              <a:uFillTx/>
              <a:latin typeface="SRH Headline"/>
            </a:endParaRPr>
          </a:p>
          <a:p>
            <a:pPr marL="457200" lvl="1" indent="-324000" algn="l" defTabSz="914400">
              <a:lnSpc>
                <a:spcPct val="110000"/>
              </a:lnSpc>
              <a:spcBef>
                <a:spcPts val="1199"/>
              </a:spcBef>
              <a:buClr>
                <a:srgbClr val="000000"/>
              </a:buClr>
              <a:buSzPct val="75000"/>
              <a:buFont typeface="Symbol" charset="2"/>
              <a:buChar char=""/>
              <a:tabLst>
                <a:tab pos="0" algn="l"/>
              </a:tabLst>
            </a:pPr>
            <a:r>
              <a:rPr lang="de-DE" sz="100" b="0" u="none" strike="noStrike">
                <a:solidFill>
                  <a:schemeClr val="dk1"/>
                </a:solidFill>
                <a:effectLst/>
                <a:uFillTx/>
                <a:latin typeface="SRH Text"/>
              </a:rPr>
              <a:t>Second Outline Level</a:t>
            </a:r>
            <a:endParaRPr lang="de-DE" sz="100" b="0" u="none" strike="noStrike">
              <a:solidFill>
                <a:schemeClr val="dk1"/>
              </a:solidFill>
              <a:effectLst/>
              <a:uFillTx/>
              <a:latin typeface="SRH Text"/>
            </a:endParaRPr>
          </a:p>
          <a:p>
            <a:pPr marL="914400" lvl="2" indent="-288000" algn="l" defTabSz="914400">
              <a:lnSpc>
                <a:spcPct val="110000"/>
              </a:lnSpc>
              <a:buClr>
                <a:srgbClr val="000000"/>
              </a:buClr>
              <a:buSzPct val="45000"/>
              <a:buFont typeface="Wingdings" charset="2"/>
              <a:buChar char=""/>
              <a:tabLst>
                <a:tab pos="0" algn="l"/>
              </a:tabLst>
            </a:pPr>
            <a:r>
              <a:rPr lang="de-DE" sz="100" b="0" u="none" strike="noStrike">
                <a:solidFill>
                  <a:schemeClr val="dk1"/>
                </a:solidFill>
                <a:effectLst/>
                <a:uFillTx/>
                <a:latin typeface="SRH Text"/>
              </a:rPr>
              <a:t>Third Outline Level</a:t>
            </a:r>
            <a:endParaRPr lang="de-DE" sz="100" b="0" u="none" strike="noStrike">
              <a:solidFill>
                <a:schemeClr val="dk1"/>
              </a:solidFill>
              <a:effectLst/>
              <a:uFillTx/>
              <a:latin typeface="SRH Text"/>
            </a:endParaRPr>
          </a:p>
          <a:p>
            <a:pPr marL="1371600" lvl="3" indent="-216000" algn="l" defTabSz="914400">
              <a:lnSpc>
                <a:spcPct val="110000"/>
              </a:lnSpc>
              <a:spcBef>
                <a:spcPts val="2401"/>
              </a:spcBef>
              <a:buClr>
                <a:srgbClr val="000000"/>
              </a:buClr>
              <a:buSzPct val="75000"/>
              <a:buFont typeface="Symbol" charset="2"/>
              <a:buChar char=""/>
              <a:tabLst>
                <a:tab pos="0" algn="l"/>
              </a:tabLst>
            </a:pPr>
            <a:r>
              <a:rPr lang="de-DE" sz="100" b="1" u="none" strike="noStrike">
                <a:solidFill>
                  <a:schemeClr val="accent1"/>
                </a:solidFill>
                <a:effectLst/>
                <a:uFillTx/>
                <a:latin typeface="SRH Text"/>
              </a:rPr>
              <a:t>Fourth Outline Level</a:t>
            </a:r>
            <a:endParaRPr lang="de-DE" sz="100" b="1" u="none" strike="noStrike">
              <a:solidFill>
                <a:schemeClr val="accent1"/>
              </a:solidFill>
              <a:effectLst/>
              <a:uFillTx/>
              <a:latin typeface="SRH Text"/>
            </a:endParaRPr>
          </a:p>
          <a:p>
            <a:pPr marL="1828800" lvl="4" indent="-216000" algn="l" defTabSz="914400">
              <a:lnSpc>
                <a:spcPct val="110000"/>
              </a:lnSpc>
              <a:spcBef>
                <a:spcPts val="1199"/>
              </a:spcBef>
              <a:buClr>
                <a:srgbClr val="000000"/>
              </a:buClr>
              <a:buSzPct val="45000"/>
              <a:buFont typeface="Wingdings" charset="2"/>
              <a:buChar char=""/>
              <a:tabLst>
                <a:tab pos="0" algn="l"/>
              </a:tabLst>
            </a:pPr>
            <a:r>
              <a:rPr lang="de-DE" sz="100" b="1" u="none" strike="noStrike">
                <a:solidFill>
                  <a:schemeClr val="dk1"/>
                </a:solidFill>
                <a:effectLst/>
                <a:uFillTx/>
                <a:latin typeface="SRH Headline"/>
              </a:rPr>
              <a:t>Fifth Outline Level</a:t>
            </a:r>
            <a:endParaRPr lang="de-DE" sz="100" b="1" u="none" strike="noStrike">
              <a:solidFill>
                <a:schemeClr val="dk1"/>
              </a:solidFill>
              <a:effectLst/>
              <a:uFillTx/>
              <a:latin typeface="SRH Headline"/>
            </a:endParaRPr>
          </a:p>
          <a:p>
            <a:pPr marL="2286000" lvl="5" indent="-216000" algn="l" defTabSz="914400">
              <a:lnSpc>
                <a:spcPct val="110000"/>
              </a:lnSpc>
              <a:spcBef>
                <a:spcPts val="1199"/>
              </a:spcBef>
              <a:buClr>
                <a:srgbClr val="000000"/>
              </a:buClr>
              <a:buSzPct val="45000"/>
              <a:buFont typeface="Wingdings" charset="2"/>
              <a:buChar char=""/>
              <a:tabLst>
                <a:tab pos="0" algn="l"/>
              </a:tabLst>
            </a:pPr>
            <a:r>
              <a:rPr lang="de-DE" sz="100" b="0" u="none" strike="noStrike">
                <a:solidFill>
                  <a:schemeClr val="dk1"/>
                </a:solidFill>
                <a:effectLst/>
                <a:uFillTx/>
                <a:latin typeface="SRH Headline"/>
              </a:rPr>
              <a:t>Sixth Outline Level</a:t>
            </a:r>
            <a:endParaRPr lang="de-DE" sz="100" b="0" u="none" strike="noStrike">
              <a:solidFill>
                <a:schemeClr val="dk1"/>
              </a:solidFill>
              <a:effectLst/>
              <a:uFillTx/>
              <a:latin typeface="SRH Headline"/>
            </a:endParaRPr>
          </a:p>
          <a:p>
            <a:pPr marL="2743200" lvl="6" indent="-216000" algn="l" defTabSz="914400">
              <a:lnSpc>
                <a:spcPct val="98000"/>
              </a:lnSpc>
              <a:spcBef>
                <a:spcPts val="1199"/>
              </a:spcBef>
              <a:buClr>
                <a:srgbClr val="000000"/>
              </a:buClr>
              <a:buSzPct val="45000"/>
              <a:buFont typeface="Wingdings" charset="2"/>
              <a:buChar char=""/>
              <a:tabLst>
                <a:tab pos="0" algn="l"/>
              </a:tabLst>
            </a:pPr>
            <a:r>
              <a:rPr lang="de-DE" sz="100" b="1" u="none" strike="noStrike">
                <a:solidFill>
                  <a:schemeClr val="accent1"/>
                </a:solidFill>
                <a:effectLst/>
                <a:uFillTx/>
                <a:latin typeface="SRH Headline"/>
              </a:rPr>
              <a:t>Seventh Outline Level</a:t>
            </a:r>
            <a:endParaRPr lang="de-DE" sz="100" b="1" u="none" strike="noStrike">
              <a:solidFill>
                <a:schemeClr val="accent1"/>
              </a:solidFill>
              <a:effectLst/>
              <a:uFillTx/>
              <a:latin typeface="SRH Headline"/>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Kapitelfolie warm grey">
    <p:bg>
      <p:bgPr>
        <a:solidFill>
          <a:srgbClr val="DDDBD9"/>
        </a:solidFill>
      </p:bgPr>
    </p:bg>
    <p:spTree>
      <p:nvGrpSpPr>
        <p:cNvPr id="1" name=""/>
        <p:cNvGrpSpPr/>
        <p:nvPr/>
      </p:nvGrpSpPr>
      <p:grpSpPr>
        <a:xfrm>
          <a:off x="0" y="0"/>
          <a:ext cx="0" cy="0"/>
          <a:chOff x="0" y="0"/>
          <a:chExt cx="0" cy="0"/>
        </a:xfrm>
      </p:grpSpPr>
      <p:sp>
        <p:nvSpPr>
          <p:cNvPr id="96" name="Freihandform: Form 11"/>
          <p:cNvSpPr/>
          <p:nvPr/>
        </p:nvSpPr>
        <p:spPr>
          <a:xfrm>
            <a:off x="10878840" y="361440"/>
            <a:ext cx="946080" cy="731520"/>
          </a:xfrm>
          <a:custGeom>
            <a:avLst/>
            <a:gdLst>
              <a:gd name="textAreaLeft" fmla="*/ 0 w 946080"/>
              <a:gd name="textAreaRight" fmla="*/ 341299800 w 946080"/>
              <a:gd name="textAreaTop" fmla="*/ 0 h 731520"/>
              <a:gd name="textAreaBottom" fmla="*/ 264033000 h 731520"/>
            </a:gdLst>
            <a:ahLst/>
            <a:cxnLst/>
            <a:rect l="textAreaLeft" t="textAreaTop" r="textAreaRight" b="textAreaBottom"/>
            <a:pathLst>
              <a:path w="948055" h="733425">
                <a:moveTo>
                  <a:pt x="619721" y="598726"/>
                </a:moveTo>
                <a:lnTo>
                  <a:pt x="708150" y="598726"/>
                </a:lnTo>
                <a:lnTo>
                  <a:pt x="708150" y="174"/>
                </a:lnTo>
                <a:lnTo>
                  <a:pt x="619721" y="174"/>
                </a:lnTo>
                <a:lnTo>
                  <a:pt x="619721" y="598726"/>
                </a:lnTo>
                <a:close/>
                <a:moveTo>
                  <a:pt x="811583" y="196858"/>
                </a:moveTo>
                <a:cubicBezTo>
                  <a:pt x="794961" y="196049"/>
                  <a:pt x="774271" y="196858"/>
                  <a:pt x="753582" y="199293"/>
                </a:cubicBezTo>
                <a:lnTo>
                  <a:pt x="753582" y="281173"/>
                </a:lnTo>
                <a:cubicBezTo>
                  <a:pt x="831456" y="281173"/>
                  <a:pt x="859851" y="292576"/>
                  <a:pt x="859851" y="364713"/>
                </a:cubicBezTo>
                <a:lnTo>
                  <a:pt x="859851" y="598726"/>
                </a:lnTo>
                <a:lnTo>
                  <a:pt x="948279" y="598726"/>
                </a:lnTo>
                <a:lnTo>
                  <a:pt x="948279" y="353792"/>
                </a:lnTo>
                <a:cubicBezTo>
                  <a:pt x="948279" y="263364"/>
                  <a:pt x="896768" y="200102"/>
                  <a:pt x="811583" y="196858"/>
                </a:cubicBezTo>
                <a:close/>
                <a:moveTo>
                  <a:pt x="208715" y="199693"/>
                </a:moveTo>
                <a:cubicBezTo>
                  <a:pt x="114600" y="204562"/>
                  <a:pt x="72827" y="267010"/>
                  <a:pt x="72827" y="366365"/>
                </a:cubicBezTo>
                <a:lnTo>
                  <a:pt x="72827" y="566720"/>
                </a:lnTo>
                <a:cubicBezTo>
                  <a:pt x="72827" y="625122"/>
                  <a:pt x="61054" y="650267"/>
                  <a:pt x="224" y="651483"/>
                </a:cubicBezTo>
                <a:lnTo>
                  <a:pt x="224" y="732542"/>
                </a:lnTo>
                <a:cubicBezTo>
                  <a:pt x="7522" y="733765"/>
                  <a:pt x="19282" y="733765"/>
                  <a:pt x="25368" y="733352"/>
                </a:cubicBezTo>
                <a:cubicBezTo>
                  <a:pt x="119871" y="727681"/>
                  <a:pt x="161249" y="664825"/>
                  <a:pt x="161249" y="566687"/>
                </a:cubicBezTo>
                <a:lnTo>
                  <a:pt x="161249" y="366332"/>
                </a:lnTo>
                <a:cubicBezTo>
                  <a:pt x="161249" y="307529"/>
                  <a:pt x="172206" y="282792"/>
                  <a:pt x="233451" y="281582"/>
                </a:cubicBezTo>
                <a:lnTo>
                  <a:pt x="233451" y="200102"/>
                </a:lnTo>
                <a:cubicBezTo>
                  <a:pt x="226555" y="199293"/>
                  <a:pt x="214795" y="199293"/>
                  <a:pt x="208715" y="199693"/>
                </a:cubicBezTo>
                <a:close/>
                <a:moveTo>
                  <a:pt x="480068" y="199693"/>
                </a:moveTo>
                <a:cubicBezTo>
                  <a:pt x="386368" y="204562"/>
                  <a:pt x="344181" y="267417"/>
                  <a:pt x="344181" y="366365"/>
                </a:cubicBezTo>
                <a:lnTo>
                  <a:pt x="344181" y="598726"/>
                </a:lnTo>
                <a:lnTo>
                  <a:pt x="432603" y="598726"/>
                </a:lnTo>
                <a:lnTo>
                  <a:pt x="432603" y="366332"/>
                </a:lnTo>
                <a:cubicBezTo>
                  <a:pt x="432603" y="307930"/>
                  <a:pt x="444375" y="282792"/>
                  <a:pt x="505212" y="281582"/>
                </a:cubicBezTo>
                <a:lnTo>
                  <a:pt x="505212" y="200102"/>
                </a:lnTo>
                <a:cubicBezTo>
                  <a:pt x="497907" y="199293"/>
                  <a:pt x="486148" y="199293"/>
                  <a:pt x="480068" y="199693"/>
                </a:cubicBezTo>
                <a:close/>
              </a:path>
            </a:pathLst>
          </a:custGeom>
          <a:solidFill>
            <a:schemeClr val="accent1"/>
          </a:solidFill>
          <a:ln w="0">
            <a:noFill/>
          </a:ln>
        </p:spPr>
        <p:style>
          <a:lnRef idx="0"/>
          <a:fillRef idx="0"/>
          <a:effectRef idx="0"/>
          <a:fontRef idx="minor"/>
        </p:style>
        <p:txBody>
          <a:bodyPr numCol="1" spcCol="216000" lIns="0" tIns="361440" rIns="946440" bIns="1094760" anchor="ctr">
            <a:noAutofit/>
          </a:bodyPr>
          <a:p>
            <a:endParaRPr lang="de-DE" sz="1800" b="0" u="none" strike="noStrike">
              <a:solidFill>
                <a:schemeClr val="dk1"/>
              </a:solidFill>
              <a:effectLst/>
              <a:uFillTx/>
              <a:latin typeface="SRH"/>
            </a:endParaRPr>
          </a:p>
        </p:txBody>
      </p:sp>
      <p:sp>
        <p:nvSpPr>
          <p:cNvPr id="97" name="Freihandform: Form 10"/>
          <p:cNvSpPr/>
          <p:nvPr/>
        </p:nvSpPr>
        <p:spPr>
          <a:xfrm>
            <a:off x="8202960" y="2802240"/>
            <a:ext cx="3987360" cy="4053960"/>
          </a:xfrm>
          <a:custGeom>
            <a:avLst/>
            <a:gdLst>
              <a:gd name="textAreaLeft" fmla="*/ 0 w 3987360"/>
              <a:gd name="textAreaRight" fmla="*/ 1436065200 w 3987360"/>
              <a:gd name="textAreaTop" fmla="*/ 0 h 4053960"/>
              <a:gd name="textAreaBottom" fmla="*/ 1460068200 h 4053960"/>
            </a:gdLst>
            <a:ahLst/>
            <a:cxnLst/>
            <a:rect l="textAreaLeft" t="textAreaTop" r="textAreaRight" b="textAreaBottom"/>
            <a:pathLst>
              <a:path w="3989070" h="4055745">
                <a:moveTo>
                  <a:pt x="3989070" y="0"/>
                </a:moveTo>
                <a:lnTo>
                  <a:pt x="3989070" y="2389210"/>
                </a:lnTo>
                <a:lnTo>
                  <a:pt x="3858387" y="2411148"/>
                </a:lnTo>
                <a:cubicBezTo>
                  <a:pt x="2993291" y="2575305"/>
                  <a:pt x="2647844" y="3036008"/>
                  <a:pt x="2529189" y="3871779"/>
                </a:cubicBezTo>
                <a:lnTo>
                  <a:pt x="2507884" y="4055745"/>
                </a:lnTo>
                <a:lnTo>
                  <a:pt x="0" y="4055745"/>
                </a:lnTo>
                <a:lnTo>
                  <a:pt x="22941" y="3788838"/>
                </a:lnTo>
                <a:cubicBezTo>
                  <a:pt x="290726" y="1521853"/>
                  <a:pt x="1510279" y="126892"/>
                  <a:pt x="3884935" y="4661"/>
                </a:cubicBezTo>
                <a:cubicBezTo>
                  <a:pt x="3906842" y="3232"/>
                  <a:pt x="3931308" y="1982"/>
                  <a:pt x="3957741" y="932"/>
                </a:cubicBezTo>
                <a:close/>
              </a:path>
            </a:pathLst>
          </a:custGeom>
          <a:solidFill>
            <a:schemeClr val="lt1">
              <a:alpha val="25000"/>
            </a:schemeClr>
          </a:solidFill>
          <a:ln w="0">
            <a:noFill/>
          </a:ln>
        </p:spPr>
        <p:style>
          <a:lnRef idx="0"/>
          <a:fillRef idx="0"/>
          <a:effectRef idx="0"/>
          <a:fontRef idx="minor"/>
        </p:style>
        <p:txBody>
          <a:bodyPr numCol="1" spcCol="216000" lIns="0" tIns="2802240" rIns="3987720" bIns="6858000" anchor="ctr">
            <a:noAutofit/>
          </a:bodyPr>
          <a:p>
            <a:endParaRPr lang="de-DE" sz="1800" b="0" u="none" strike="noStrike">
              <a:solidFill>
                <a:schemeClr val="dk1"/>
              </a:solidFill>
              <a:effectLst/>
              <a:uFillTx/>
              <a:latin typeface="SRH"/>
            </a:endParaRPr>
          </a:p>
        </p:txBody>
      </p:sp>
      <p:sp>
        <p:nvSpPr>
          <p:cNvPr id="98" name="PlaceHolder 1"/>
          <p:cNvSpPr>
            <a:spLocks noGrp="1"/>
          </p:cNvSpPr>
          <p:nvPr>
            <p:ph type="title"/>
          </p:nvPr>
        </p:nvSpPr>
        <p:spPr>
          <a:xfrm>
            <a:off x="360000" y="2191320"/>
            <a:ext cx="9894600" cy="1404000"/>
          </a:xfrm>
          <a:prstGeom prst="rect">
            <a:avLst/>
          </a:prstGeom>
          <a:noFill/>
          <a:ln w="0">
            <a:noFill/>
          </a:ln>
        </p:spPr>
        <p:txBody>
          <a:bodyPr numCol="1" spcCol="216000" lIns="0" tIns="0" rIns="0" bIns="0" anchor="t">
            <a:noAutofit/>
          </a:bodyPr>
          <a:lstStyle>
            <a:lvl1pPr indent="0" algn="l" defTabSz="914400">
              <a:lnSpc>
                <a:spcPct val="98000"/>
              </a:lnSpc>
              <a:buNone/>
              <a:tabLst>
                <a:tab pos="0" algn="l"/>
              </a:tabLst>
              <a:defRPr lang="de-DE" sz="4800" b="1" u="none" strike="noStrike">
                <a:solidFill>
                  <a:schemeClr val="dk1"/>
                </a:solidFill>
                <a:effectLst/>
                <a:uFillTx/>
                <a:latin typeface="SRH Headline"/>
                <a:ea typeface="SRH Headline"/>
              </a:defRPr>
            </a:lvl1pPr>
          </a:lstStyle>
          <a:p>
            <a:pPr indent="0" algn="l" defTabSz="914400">
              <a:lnSpc>
                <a:spcPct val="98000"/>
              </a:lnSpc>
              <a:buNone/>
              <a:tabLst>
                <a:tab pos="0" algn="l"/>
              </a:tabLst>
            </a:pPr>
            <a:r>
              <a:rPr lang="de-DE" sz="4800" b="1" u="none" strike="noStrike">
                <a:solidFill>
                  <a:schemeClr val="dk1"/>
                </a:solidFill>
                <a:effectLst/>
                <a:uFillTx/>
                <a:latin typeface="SRH Headline"/>
                <a:ea typeface="SRH Headline"/>
              </a:rPr>
              <a:t>x</a:t>
            </a:r>
            <a:endParaRPr lang="de-DE" sz="4800" b="1" u="none" strike="noStrike">
              <a:solidFill>
                <a:schemeClr val="dk1"/>
              </a:solidFill>
              <a:effectLst/>
              <a:uFillTx/>
              <a:latin typeface="SRH Headline"/>
            </a:endParaRPr>
          </a:p>
        </p:txBody>
      </p:sp>
      <p:sp>
        <p:nvSpPr>
          <p:cNvPr id="99" name="PlaceHolder 2"/>
          <p:cNvSpPr>
            <a:spLocks noGrp="1"/>
          </p:cNvSpPr>
          <p:nvPr>
            <p:ph type="body"/>
          </p:nvPr>
        </p:nvSpPr>
        <p:spPr>
          <a:xfrm>
            <a:off x="360000" y="3597120"/>
            <a:ext cx="4253400" cy="2620800"/>
          </a:xfrm>
          <a:prstGeom prst="rect">
            <a:avLst/>
          </a:prstGeom>
          <a:noFill/>
          <a:ln w="0">
            <a:noFill/>
          </a:ln>
        </p:spPr>
        <p:txBody>
          <a:bodyPr numCol="1" spcCol="216000" lIns="0" tIns="0" rIns="0" bIns="0" anchor="t">
            <a:noAutofit/>
          </a:bodyPr>
          <a:lstStyle>
            <a:lvl1pPr indent="0" algn="l" defTabSz="914400">
              <a:lnSpc>
                <a:spcPct val="98000"/>
              </a:lnSpc>
              <a:buNone/>
              <a:tabLst>
                <a:tab pos="0" algn="l"/>
              </a:tabLst>
              <a:defRPr lang="de-DE" sz="20000" b="1" u="none" strike="noStrike">
                <a:solidFill>
                  <a:schemeClr val="accent1"/>
                </a:solidFill>
                <a:effectLst/>
                <a:uFillTx/>
                <a:latin typeface="SRH Headline"/>
                <a:ea typeface="SRH Text"/>
              </a:defRPr>
            </a:lvl1pPr>
          </a:lstStyle>
          <a:p>
            <a:pPr indent="0" algn="l" defTabSz="914400">
              <a:lnSpc>
                <a:spcPct val="98000"/>
              </a:lnSpc>
              <a:buNone/>
              <a:tabLst>
                <a:tab pos="0" algn="l"/>
              </a:tabLst>
            </a:pPr>
            <a:r>
              <a:rPr lang="de-DE" sz="20000" b="1" u="none" strike="noStrike">
                <a:solidFill>
                  <a:schemeClr val="accent1"/>
                </a:solidFill>
                <a:effectLst/>
                <a:uFillTx/>
                <a:latin typeface="SRH Headline"/>
                <a:ea typeface="SRH Text"/>
              </a:rPr>
              <a:t>01</a:t>
            </a:r>
            <a:endParaRPr lang="de-DE" sz="20000" b="1" u="none" strike="noStrike">
              <a:solidFill>
                <a:schemeClr val="accent1"/>
              </a:solidFill>
              <a:effectLst/>
              <a:uFillTx/>
              <a:latin typeface="SRH Headline"/>
            </a:endParaRPr>
          </a:p>
        </p:txBody>
      </p:sp>
      <p:sp>
        <p:nvSpPr>
          <p:cNvPr id="100" name="PlaceHolder 3"/>
          <p:cNvSpPr>
            <a:spLocks noGrp="1"/>
          </p:cNvSpPr>
          <p:nvPr>
            <p:ph type="dt" idx="25"/>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en-CA" sz="900" b="1" u="none" strike="noStrike">
                <a:solidFill>
                  <a:srgbClr val="6D7373"/>
                </a:solidFill>
                <a:effectLst/>
                <a:uFillTx/>
                <a:latin typeface="SRH Text"/>
                <a:ea typeface="SRH"/>
              </a:rPr>
              <a:t>&lt;date/time&gt;</a:t>
            </a:r>
            <a:endParaRPr lang="en-US" sz="900" b="0" u="none" strike="noStrike">
              <a:solidFill>
                <a:srgbClr val="000000"/>
              </a:solidFill>
              <a:effectLst/>
              <a:uFillTx/>
              <a:latin typeface="Times New Roman"/>
            </a:endParaRPr>
          </a:p>
        </p:txBody>
      </p:sp>
      <p:sp>
        <p:nvSpPr>
          <p:cNvPr id="101" name="PlaceHolder 4"/>
          <p:cNvSpPr>
            <a:spLocks noGrp="1"/>
          </p:cNvSpPr>
          <p:nvPr>
            <p:ph type="ftr" idx="26"/>
          </p:nvPr>
        </p:nvSpPr>
        <p:spPr>
          <a:xfrm>
            <a:off x="1319400" y="635652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&lt;footer&gt;</a:t>
            </a:r>
            <a:endParaRPr lang="en-US" sz="900" b="0" u="none" strike="noStrike">
              <a:solidFill>
                <a:srgbClr val="000000"/>
              </a:solidFill>
              <a:effectLst/>
              <a:uFillTx/>
              <a:latin typeface="Times New Roman"/>
            </a:endParaRPr>
          </a:p>
        </p:txBody>
      </p:sp>
      <p:sp>
        <p:nvSpPr>
          <p:cNvPr id="102" name="PlaceHolder 5"/>
          <p:cNvSpPr>
            <a:spLocks noGrp="1"/>
          </p:cNvSpPr>
          <p:nvPr>
            <p:ph type="sldNum" idx="27"/>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69E9C3D3-84AB-4900-AC6B-7FCB99A90E1A}"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Kapitelfolie farbig">
    <p:bg>
      <p:bgPr>
        <a:solidFill>
          <a:schemeClr val="accent1"/>
        </a:solidFill>
      </p:bgPr>
    </p:bg>
    <p:spTree>
      <p:nvGrpSpPr>
        <p:cNvPr id="1" name=""/>
        <p:cNvGrpSpPr/>
        <p:nvPr/>
      </p:nvGrpSpPr>
      <p:grpSpPr>
        <a:xfrm>
          <a:off x="0" y="0"/>
          <a:ext cx="0" cy="0"/>
          <a:chOff x="0" y="0"/>
          <a:chExt cx="0" cy="0"/>
        </a:xfrm>
      </p:grpSpPr>
      <p:sp>
        <p:nvSpPr>
          <p:cNvPr id="103" name="Freihandform: Form 11" hidden="1"/>
          <p:cNvSpPr/>
          <p:nvPr/>
        </p:nvSpPr>
        <p:spPr>
          <a:xfrm>
            <a:off x="10878840" y="361440"/>
            <a:ext cx="946080" cy="731520"/>
          </a:xfrm>
          <a:custGeom>
            <a:avLst/>
            <a:gdLst>
              <a:gd name="textAreaLeft" fmla="*/ 0 w 946080"/>
              <a:gd name="textAreaRight" fmla="*/ 341299800 w 946080"/>
              <a:gd name="textAreaTop" fmla="*/ 0 h 731520"/>
              <a:gd name="textAreaBottom" fmla="*/ 264033000 h 731520"/>
            </a:gdLst>
            <a:ahLst/>
            <a:cxnLst/>
            <a:rect l="textAreaLeft" t="textAreaTop" r="textAreaRight" b="textAreaBottom"/>
            <a:pathLst>
              <a:path w="948055" h="733425">
                <a:moveTo>
                  <a:pt x="619721" y="598726"/>
                </a:moveTo>
                <a:lnTo>
                  <a:pt x="708150" y="598726"/>
                </a:lnTo>
                <a:lnTo>
                  <a:pt x="708150" y="174"/>
                </a:lnTo>
                <a:lnTo>
                  <a:pt x="619721" y="174"/>
                </a:lnTo>
                <a:lnTo>
                  <a:pt x="619721" y="598726"/>
                </a:lnTo>
                <a:close/>
                <a:moveTo>
                  <a:pt x="811583" y="196858"/>
                </a:moveTo>
                <a:cubicBezTo>
                  <a:pt x="794961" y="196049"/>
                  <a:pt x="774271" y="196858"/>
                  <a:pt x="753582" y="199293"/>
                </a:cubicBezTo>
                <a:lnTo>
                  <a:pt x="753582" y="281173"/>
                </a:lnTo>
                <a:cubicBezTo>
                  <a:pt x="831456" y="281173"/>
                  <a:pt x="859851" y="292576"/>
                  <a:pt x="859851" y="364713"/>
                </a:cubicBezTo>
                <a:lnTo>
                  <a:pt x="859851" y="598726"/>
                </a:lnTo>
                <a:lnTo>
                  <a:pt x="948279" y="598726"/>
                </a:lnTo>
                <a:lnTo>
                  <a:pt x="948279" y="353792"/>
                </a:lnTo>
                <a:cubicBezTo>
                  <a:pt x="948279" y="263364"/>
                  <a:pt x="896768" y="200102"/>
                  <a:pt x="811583" y="196858"/>
                </a:cubicBezTo>
                <a:close/>
                <a:moveTo>
                  <a:pt x="208715" y="199693"/>
                </a:moveTo>
                <a:cubicBezTo>
                  <a:pt x="114600" y="204562"/>
                  <a:pt x="72827" y="267010"/>
                  <a:pt x="72827" y="366365"/>
                </a:cubicBezTo>
                <a:lnTo>
                  <a:pt x="72827" y="566720"/>
                </a:lnTo>
                <a:cubicBezTo>
                  <a:pt x="72827" y="625122"/>
                  <a:pt x="61054" y="650267"/>
                  <a:pt x="224" y="651483"/>
                </a:cubicBezTo>
                <a:lnTo>
                  <a:pt x="224" y="732542"/>
                </a:lnTo>
                <a:cubicBezTo>
                  <a:pt x="7522" y="733765"/>
                  <a:pt x="19282" y="733765"/>
                  <a:pt x="25368" y="733352"/>
                </a:cubicBezTo>
                <a:cubicBezTo>
                  <a:pt x="119871" y="727681"/>
                  <a:pt x="161249" y="664825"/>
                  <a:pt x="161249" y="566687"/>
                </a:cubicBezTo>
                <a:lnTo>
                  <a:pt x="161249" y="366332"/>
                </a:lnTo>
                <a:cubicBezTo>
                  <a:pt x="161249" y="307529"/>
                  <a:pt x="172206" y="282792"/>
                  <a:pt x="233451" y="281582"/>
                </a:cubicBezTo>
                <a:lnTo>
                  <a:pt x="233451" y="200102"/>
                </a:lnTo>
                <a:cubicBezTo>
                  <a:pt x="226555" y="199293"/>
                  <a:pt x="214795" y="199293"/>
                  <a:pt x="208715" y="199693"/>
                </a:cubicBezTo>
                <a:close/>
                <a:moveTo>
                  <a:pt x="480068" y="199693"/>
                </a:moveTo>
                <a:cubicBezTo>
                  <a:pt x="386368" y="204562"/>
                  <a:pt x="344181" y="267417"/>
                  <a:pt x="344181" y="366365"/>
                </a:cubicBezTo>
                <a:lnTo>
                  <a:pt x="344181" y="598726"/>
                </a:lnTo>
                <a:lnTo>
                  <a:pt x="432603" y="598726"/>
                </a:lnTo>
                <a:lnTo>
                  <a:pt x="432603" y="366332"/>
                </a:lnTo>
                <a:cubicBezTo>
                  <a:pt x="432603" y="307930"/>
                  <a:pt x="444375" y="282792"/>
                  <a:pt x="505212" y="281582"/>
                </a:cubicBezTo>
                <a:lnTo>
                  <a:pt x="505212" y="200102"/>
                </a:lnTo>
                <a:cubicBezTo>
                  <a:pt x="497907" y="199293"/>
                  <a:pt x="486148" y="199293"/>
                  <a:pt x="480068" y="199693"/>
                </a:cubicBezTo>
                <a:close/>
              </a:path>
            </a:pathLst>
          </a:custGeom>
          <a:solidFill>
            <a:schemeClr val="accent1"/>
          </a:solidFill>
          <a:ln w="0">
            <a:noFill/>
          </a:ln>
        </p:spPr>
        <p:style>
          <a:lnRef idx="0"/>
          <a:fillRef idx="0"/>
          <a:effectRef idx="0"/>
          <a:fontRef idx="minor"/>
        </p:style>
        <p:txBody>
          <a:bodyPr numCol="1" spcCol="216000" lIns="0" tIns="361440" rIns="946440" bIns="1094760" anchor="ctr">
            <a:noAutofit/>
          </a:bodyPr>
          <a:p>
            <a:endParaRPr lang="de-DE" sz="1800" b="0" u="none" strike="noStrike">
              <a:solidFill>
                <a:schemeClr val="dk1"/>
              </a:solidFill>
              <a:effectLst/>
              <a:uFillTx/>
              <a:latin typeface="SRH"/>
            </a:endParaRPr>
          </a:p>
        </p:txBody>
      </p:sp>
      <p:sp>
        <p:nvSpPr>
          <p:cNvPr id="104" name="PlaceHolder 1"/>
          <p:cNvSpPr>
            <a:spLocks noGrp="1"/>
          </p:cNvSpPr>
          <p:nvPr>
            <p:ph type="title"/>
          </p:nvPr>
        </p:nvSpPr>
        <p:spPr>
          <a:xfrm>
            <a:off x="360000" y="2191320"/>
            <a:ext cx="9894600" cy="1404000"/>
          </a:xfrm>
          <a:prstGeom prst="rect">
            <a:avLst/>
          </a:prstGeom>
          <a:noFill/>
          <a:ln w="0">
            <a:noFill/>
          </a:ln>
        </p:spPr>
        <p:txBody>
          <a:bodyPr numCol="1" spcCol="216000" lIns="0" tIns="0" rIns="0" bIns="0" anchor="t">
            <a:noAutofit/>
          </a:bodyPr>
          <a:lstStyle>
            <a:lvl1pPr indent="0" algn="l" defTabSz="914400">
              <a:lnSpc>
                <a:spcPct val="98000"/>
              </a:lnSpc>
              <a:buNone/>
              <a:tabLst>
                <a:tab pos="0" algn="l"/>
              </a:tabLst>
              <a:defRPr lang="de-DE" sz="4800" b="1" u="none" strike="noStrike">
                <a:solidFill>
                  <a:schemeClr val="lt1"/>
                </a:solidFill>
                <a:effectLst/>
                <a:uFillTx/>
                <a:latin typeface="SRH Headline"/>
                <a:ea typeface="SRH Headline"/>
              </a:defRPr>
            </a:lvl1pPr>
          </a:lstStyle>
          <a:p>
            <a:pPr indent="0" algn="l" defTabSz="914400">
              <a:lnSpc>
                <a:spcPct val="98000"/>
              </a:lnSpc>
              <a:buNone/>
              <a:tabLst>
                <a:tab pos="0" algn="l"/>
              </a:tabLst>
            </a:pPr>
            <a:r>
              <a:rPr lang="de-DE" sz="4800" b="1" u="none" strike="noStrike">
                <a:solidFill>
                  <a:schemeClr val="lt1"/>
                </a:solidFill>
                <a:effectLst/>
                <a:uFillTx/>
                <a:latin typeface="SRH Headline"/>
                <a:ea typeface="SRH Headline"/>
              </a:rPr>
              <a:t>Mastertitelformat bearbeiten</a:t>
            </a:r>
            <a:endParaRPr lang="de-DE" sz="4800" b="1" u="none" strike="noStrike">
              <a:solidFill>
                <a:schemeClr val="lt1"/>
              </a:solidFill>
              <a:effectLst/>
              <a:uFillTx/>
              <a:latin typeface="SRH Headline"/>
            </a:endParaRPr>
          </a:p>
        </p:txBody>
      </p:sp>
      <p:sp>
        <p:nvSpPr>
          <p:cNvPr id="105" name="PlaceHolder 2"/>
          <p:cNvSpPr>
            <a:spLocks noGrp="1"/>
          </p:cNvSpPr>
          <p:nvPr>
            <p:ph type="body"/>
          </p:nvPr>
        </p:nvSpPr>
        <p:spPr>
          <a:xfrm>
            <a:off x="360000" y="3597120"/>
            <a:ext cx="4253400" cy="2620800"/>
          </a:xfrm>
          <a:prstGeom prst="rect">
            <a:avLst/>
          </a:prstGeom>
          <a:noFill/>
          <a:ln w="0">
            <a:noFill/>
          </a:ln>
        </p:spPr>
        <p:txBody>
          <a:bodyPr numCol="1" spcCol="216000" lIns="0" tIns="0" rIns="0" bIns="0" anchor="t">
            <a:noAutofit/>
          </a:bodyPr>
          <a:lstStyle>
            <a:lvl1pPr indent="0" algn="l" defTabSz="914400">
              <a:lnSpc>
                <a:spcPct val="98000"/>
              </a:lnSpc>
              <a:buNone/>
              <a:tabLst>
                <a:tab pos="0" algn="l"/>
              </a:tabLst>
              <a:defRPr lang="de-DE" sz="20000" b="1" u="none" strike="noStrike">
                <a:solidFill>
                  <a:schemeClr val="lt1"/>
                </a:solidFill>
                <a:effectLst/>
                <a:uFillTx/>
                <a:latin typeface="SRH Headline"/>
                <a:ea typeface="SRH Text"/>
              </a:defRPr>
            </a:lvl1pPr>
          </a:lstStyle>
          <a:p>
            <a:pPr indent="0" algn="l" defTabSz="914400">
              <a:lnSpc>
                <a:spcPct val="98000"/>
              </a:lnSpc>
              <a:buNone/>
              <a:tabLst>
                <a:tab pos="0" algn="l"/>
              </a:tabLst>
            </a:pPr>
            <a:r>
              <a:rPr lang="de-DE" sz="20000" b="1" u="none" strike="noStrike">
                <a:solidFill>
                  <a:schemeClr val="lt1"/>
                </a:solidFill>
                <a:effectLst/>
                <a:uFillTx/>
                <a:latin typeface="SRH Headline"/>
                <a:ea typeface="SRH Text"/>
              </a:rPr>
              <a:t>01</a:t>
            </a:r>
            <a:endParaRPr lang="de-DE" sz="20000" b="1" u="none" strike="noStrike">
              <a:solidFill>
                <a:schemeClr val="lt1"/>
              </a:solidFill>
              <a:effectLst/>
              <a:uFillTx/>
              <a:latin typeface="SRH Headline"/>
            </a:endParaRPr>
          </a:p>
        </p:txBody>
      </p:sp>
      <p:sp>
        <p:nvSpPr>
          <p:cNvPr id="106" name="PlaceHolder 3"/>
          <p:cNvSpPr>
            <a:spLocks noGrp="1"/>
          </p:cNvSpPr>
          <p:nvPr>
            <p:ph type="dt" idx="28"/>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chemeClr val="lt1"/>
                </a:solidFill>
                <a:effectLst/>
                <a:uFillTx/>
                <a:latin typeface="SRH Text"/>
                <a:ea typeface="SRH"/>
              </a:defRPr>
            </a:lvl1pPr>
          </a:lstStyle>
          <a:p>
            <a:pPr indent="0" algn="l" defTabSz="914400">
              <a:lnSpc>
                <a:spcPct val="100000"/>
              </a:lnSpc>
              <a:buNone/>
              <a:tabLst>
                <a:tab pos="0" algn="l"/>
              </a:tabLst>
            </a:pPr>
            <a:r>
              <a:rPr lang="en-CA" sz="900" b="1" u="none" strike="noStrike">
                <a:solidFill>
                  <a:schemeClr val="lt1"/>
                </a:solidFill>
                <a:effectLst/>
                <a:uFillTx/>
                <a:latin typeface="SRH Text"/>
                <a:ea typeface="SRH"/>
              </a:rPr>
              <a:t>&lt;date/time&gt;</a:t>
            </a:r>
            <a:endParaRPr lang="en-US" sz="900" b="0" u="none" strike="noStrike">
              <a:solidFill>
                <a:srgbClr val="FFFFFF"/>
              </a:solidFill>
              <a:effectLst/>
              <a:uFillTx/>
              <a:latin typeface="Times New Roman"/>
            </a:endParaRPr>
          </a:p>
        </p:txBody>
      </p:sp>
      <p:sp>
        <p:nvSpPr>
          <p:cNvPr id="107" name="PlaceHolder 4"/>
          <p:cNvSpPr>
            <a:spLocks noGrp="1"/>
          </p:cNvSpPr>
          <p:nvPr>
            <p:ph type="ftr" idx="29"/>
          </p:nvPr>
        </p:nvSpPr>
        <p:spPr>
          <a:xfrm>
            <a:off x="1319400" y="635652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chemeClr val="lt1"/>
                </a:solidFill>
                <a:effectLst/>
                <a:uFillTx/>
                <a:latin typeface="SRH Text"/>
                <a:ea typeface="SRH"/>
              </a:defRPr>
            </a:lvl1pPr>
          </a:lstStyle>
          <a:p>
            <a:pPr indent="0" algn="l" defTabSz="914400">
              <a:lnSpc>
                <a:spcPct val="100000"/>
              </a:lnSpc>
              <a:buNone/>
              <a:tabLst>
                <a:tab pos="0" algn="l"/>
              </a:tabLst>
            </a:pPr>
            <a:r>
              <a:rPr lang="de-DE" sz="900" b="1" u="none" strike="noStrike">
                <a:solidFill>
                  <a:schemeClr val="lt1"/>
                </a:solidFill>
                <a:effectLst/>
                <a:uFillTx/>
                <a:latin typeface="SRH Text"/>
                <a:ea typeface="SRH"/>
              </a:rPr>
              <a:t>&lt;footer&gt;</a:t>
            </a:r>
            <a:endParaRPr lang="en-US" sz="900" b="0" u="none" strike="noStrike">
              <a:solidFill>
                <a:srgbClr val="FFFFFF"/>
              </a:solidFill>
              <a:effectLst/>
              <a:uFillTx/>
              <a:latin typeface="Times New Roman"/>
            </a:endParaRPr>
          </a:p>
        </p:txBody>
      </p:sp>
      <p:sp>
        <p:nvSpPr>
          <p:cNvPr id="108" name="PlaceHolder 5"/>
          <p:cNvSpPr>
            <a:spLocks noGrp="1"/>
          </p:cNvSpPr>
          <p:nvPr>
            <p:ph type="sldNum" idx="30"/>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chemeClr val="lt1"/>
                </a:solidFill>
                <a:effectLst/>
                <a:uFillTx/>
                <a:latin typeface="SRH Text"/>
                <a:ea typeface="SRH"/>
              </a:defRPr>
            </a:lvl1pPr>
          </a:lstStyle>
          <a:p>
            <a:pPr indent="0" algn="r" defTabSz="914400">
              <a:lnSpc>
                <a:spcPct val="100000"/>
              </a:lnSpc>
              <a:buNone/>
              <a:tabLst>
                <a:tab pos="0" algn="l"/>
              </a:tabLst>
            </a:pPr>
            <a:fld id="{EDACC319-353A-40BB-AAAC-86E22152A889}" type="slidenum">
              <a:rPr lang="de-DE" sz="1550" b="1" u="none" strike="noStrike">
                <a:solidFill>
                  <a:schemeClr val="lt1"/>
                </a:solidFill>
                <a:effectLst/>
                <a:uFillTx/>
                <a:latin typeface="SRH Text"/>
                <a:ea typeface="SRH"/>
              </a:rPr>
              <a:t>&lt;number&gt;</a:t>
            </a:fld>
            <a:endParaRPr lang="en-US" sz="1550" b="0" u="none" strike="noStrike">
              <a:solidFill>
                <a:srgbClr val="FFFFFF"/>
              </a:solidFill>
              <a:effectLst/>
              <a:uFillTx/>
              <a:latin typeface="Times New Roman"/>
            </a:endParaRPr>
          </a:p>
        </p:txBody>
      </p:sp>
      <p:pic>
        <p:nvPicPr>
          <p:cNvPr id="109" name="Grafik 6"/>
          <p:cNvPicPr/>
          <p:nvPr/>
        </p:nvPicPr>
        <p:blipFill>
          <a:blip r:embed="rId2">
            <a:extLst>
              <a:ext uri="{96DAC541-7B7A-43D3-8B79-37D633B846F1}">
                <asvg:svgBlip xmlns:asvg="http://schemas.microsoft.com/office/drawing/2016/SVG/main" r:embed="rId3"/>
              </a:ext>
            </a:extLst>
          </a:blip>
          <a:stretch/>
        </p:blipFill>
        <p:spPr>
          <a:xfrm>
            <a:off x="10877400" y="358920"/>
            <a:ext cx="948960" cy="735480"/>
          </a:xfrm>
          <a:prstGeom prst="rect">
            <a:avLst/>
          </a:prstGeom>
          <a:noFill/>
          <a:ln w="0">
            <a:noFill/>
          </a:ln>
        </p:spPr>
      </p:pic>
      <p:sp>
        <p:nvSpPr>
          <p:cNvPr id="110" name="Freihandform: Form 8"/>
          <p:cNvSpPr/>
          <p:nvPr/>
        </p:nvSpPr>
        <p:spPr>
          <a:xfrm>
            <a:off x="8211960" y="2802240"/>
            <a:ext cx="3988080" cy="4053960"/>
          </a:xfrm>
          <a:custGeom>
            <a:avLst/>
            <a:gdLst>
              <a:gd name="textAreaLeft" fmla="*/ 0 w 3988080"/>
              <a:gd name="textAreaRight" fmla="*/ 1436293800 w 3988080"/>
              <a:gd name="textAreaTop" fmla="*/ 0 h 4053960"/>
              <a:gd name="textAreaBottom" fmla="*/ 1460068200 h 4053960"/>
            </a:gdLst>
            <a:ahLst/>
            <a:cxnLst/>
            <a:rect l="textAreaLeft" t="textAreaTop" r="textAreaRight" b="textAreaBottom"/>
            <a:pathLst>
              <a:path w="3989705" h="4055745">
                <a:moveTo>
                  <a:pt x="3989705" y="0"/>
                </a:moveTo>
                <a:lnTo>
                  <a:pt x="3989705" y="2389210"/>
                </a:lnTo>
                <a:lnTo>
                  <a:pt x="3859000" y="2411148"/>
                </a:lnTo>
                <a:cubicBezTo>
                  <a:pt x="2993767" y="2575305"/>
                  <a:pt x="2648265" y="3036008"/>
                  <a:pt x="2529591" y="3871779"/>
                </a:cubicBezTo>
                <a:lnTo>
                  <a:pt x="2508283" y="4055745"/>
                </a:lnTo>
                <a:lnTo>
                  <a:pt x="0" y="4055745"/>
                </a:lnTo>
                <a:lnTo>
                  <a:pt x="22944" y="3788838"/>
                </a:lnTo>
                <a:cubicBezTo>
                  <a:pt x="290771" y="1521853"/>
                  <a:pt x="1510519" y="126892"/>
                  <a:pt x="3885553" y="4661"/>
                </a:cubicBezTo>
                <a:cubicBezTo>
                  <a:pt x="3907463" y="3232"/>
                  <a:pt x="3931933" y="1982"/>
                  <a:pt x="3958371" y="932"/>
                </a:cubicBezTo>
                <a:close/>
              </a:path>
            </a:pathLst>
          </a:custGeom>
          <a:solidFill>
            <a:srgbClr val="EEEDEC">
              <a:alpha val="19000"/>
            </a:srgbClr>
          </a:solidFill>
          <a:ln w="0">
            <a:noFill/>
          </a:ln>
        </p:spPr>
        <p:style>
          <a:lnRef idx="0"/>
          <a:fillRef idx="0"/>
          <a:effectRef idx="0"/>
          <a:fontRef idx="minor"/>
        </p:style>
        <p:txBody>
          <a:bodyPr numCol="1" spcCol="216000" lIns="0" tIns="2802240" rIns="3988440" bIns="6858000" anchor="ctr">
            <a:noAutofit/>
          </a:bodyPr>
          <a:p>
            <a:endParaRPr lang="de-DE" sz="1800" b="0" u="none" strike="noStrike">
              <a:solidFill>
                <a:schemeClr val="dk1"/>
              </a:solidFill>
              <a:effectLst/>
              <a:uFillTx/>
              <a:latin typeface="SRH"/>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Kapitelfolie weiß">
    <p:bg>
      <p:bgPr>
        <a:solidFill>
          <a:schemeClr val="lt1"/>
        </a:solidFill>
      </p:bgPr>
    </p:bg>
    <p:spTree>
      <p:nvGrpSpPr>
        <p:cNvPr id="1" name=""/>
        <p:cNvGrpSpPr/>
        <p:nvPr/>
      </p:nvGrpSpPr>
      <p:grpSpPr>
        <a:xfrm>
          <a:off x="0" y="0"/>
          <a:ext cx="0" cy="0"/>
          <a:chOff x="0" y="0"/>
          <a:chExt cx="0" cy="0"/>
        </a:xfrm>
      </p:grpSpPr>
      <p:sp>
        <p:nvSpPr>
          <p:cNvPr id="111" name="Freihandform: Form 11"/>
          <p:cNvSpPr/>
          <p:nvPr/>
        </p:nvSpPr>
        <p:spPr>
          <a:xfrm>
            <a:off x="10878840" y="361440"/>
            <a:ext cx="946080" cy="731520"/>
          </a:xfrm>
          <a:custGeom>
            <a:avLst/>
            <a:gdLst>
              <a:gd name="textAreaLeft" fmla="*/ 0 w 946080"/>
              <a:gd name="textAreaRight" fmla="*/ 341299800 w 946080"/>
              <a:gd name="textAreaTop" fmla="*/ 0 h 731520"/>
              <a:gd name="textAreaBottom" fmla="*/ 264033000 h 731520"/>
            </a:gdLst>
            <a:ahLst/>
            <a:cxnLst/>
            <a:rect l="textAreaLeft" t="textAreaTop" r="textAreaRight" b="textAreaBottom"/>
            <a:pathLst>
              <a:path w="948055" h="733425">
                <a:moveTo>
                  <a:pt x="619721" y="598726"/>
                </a:moveTo>
                <a:lnTo>
                  <a:pt x="708150" y="598726"/>
                </a:lnTo>
                <a:lnTo>
                  <a:pt x="708150" y="174"/>
                </a:lnTo>
                <a:lnTo>
                  <a:pt x="619721" y="174"/>
                </a:lnTo>
                <a:lnTo>
                  <a:pt x="619721" y="598726"/>
                </a:lnTo>
                <a:close/>
                <a:moveTo>
                  <a:pt x="811583" y="196858"/>
                </a:moveTo>
                <a:cubicBezTo>
                  <a:pt x="794961" y="196049"/>
                  <a:pt x="774271" y="196858"/>
                  <a:pt x="753582" y="199293"/>
                </a:cubicBezTo>
                <a:lnTo>
                  <a:pt x="753582" y="281173"/>
                </a:lnTo>
                <a:cubicBezTo>
                  <a:pt x="831456" y="281173"/>
                  <a:pt x="859851" y="292576"/>
                  <a:pt x="859851" y="364713"/>
                </a:cubicBezTo>
                <a:lnTo>
                  <a:pt x="859851" y="598726"/>
                </a:lnTo>
                <a:lnTo>
                  <a:pt x="948279" y="598726"/>
                </a:lnTo>
                <a:lnTo>
                  <a:pt x="948279" y="353792"/>
                </a:lnTo>
                <a:cubicBezTo>
                  <a:pt x="948279" y="263364"/>
                  <a:pt x="896768" y="200102"/>
                  <a:pt x="811583" y="196858"/>
                </a:cubicBezTo>
                <a:close/>
                <a:moveTo>
                  <a:pt x="208715" y="199693"/>
                </a:moveTo>
                <a:cubicBezTo>
                  <a:pt x="114600" y="204562"/>
                  <a:pt x="72827" y="267010"/>
                  <a:pt x="72827" y="366365"/>
                </a:cubicBezTo>
                <a:lnTo>
                  <a:pt x="72827" y="566720"/>
                </a:lnTo>
                <a:cubicBezTo>
                  <a:pt x="72827" y="625122"/>
                  <a:pt x="61054" y="650267"/>
                  <a:pt x="224" y="651483"/>
                </a:cubicBezTo>
                <a:lnTo>
                  <a:pt x="224" y="732542"/>
                </a:lnTo>
                <a:cubicBezTo>
                  <a:pt x="7522" y="733765"/>
                  <a:pt x="19282" y="733765"/>
                  <a:pt x="25368" y="733352"/>
                </a:cubicBezTo>
                <a:cubicBezTo>
                  <a:pt x="119871" y="727681"/>
                  <a:pt x="161249" y="664825"/>
                  <a:pt x="161249" y="566687"/>
                </a:cubicBezTo>
                <a:lnTo>
                  <a:pt x="161249" y="366332"/>
                </a:lnTo>
                <a:cubicBezTo>
                  <a:pt x="161249" y="307529"/>
                  <a:pt x="172206" y="282792"/>
                  <a:pt x="233451" y="281582"/>
                </a:cubicBezTo>
                <a:lnTo>
                  <a:pt x="233451" y="200102"/>
                </a:lnTo>
                <a:cubicBezTo>
                  <a:pt x="226555" y="199293"/>
                  <a:pt x="214795" y="199293"/>
                  <a:pt x="208715" y="199693"/>
                </a:cubicBezTo>
                <a:close/>
                <a:moveTo>
                  <a:pt x="480068" y="199693"/>
                </a:moveTo>
                <a:cubicBezTo>
                  <a:pt x="386368" y="204562"/>
                  <a:pt x="344181" y="267417"/>
                  <a:pt x="344181" y="366365"/>
                </a:cubicBezTo>
                <a:lnTo>
                  <a:pt x="344181" y="598726"/>
                </a:lnTo>
                <a:lnTo>
                  <a:pt x="432603" y="598726"/>
                </a:lnTo>
                <a:lnTo>
                  <a:pt x="432603" y="366332"/>
                </a:lnTo>
                <a:cubicBezTo>
                  <a:pt x="432603" y="307930"/>
                  <a:pt x="444375" y="282792"/>
                  <a:pt x="505212" y="281582"/>
                </a:cubicBezTo>
                <a:lnTo>
                  <a:pt x="505212" y="200102"/>
                </a:lnTo>
                <a:cubicBezTo>
                  <a:pt x="497907" y="199293"/>
                  <a:pt x="486148" y="199293"/>
                  <a:pt x="480068" y="199693"/>
                </a:cubicBezTo>
                <a:close/>
              </a:path>
            </a:pathLst>
          </a:custGeom>
          <a:solidFill>
            <a:schemeClr val="accent1"/>
          </a:solidFill>
          <a:ln w="0">
            <a:noFill/>
          </a:ln>
        </p:spPr>
        <p:style>
          <a:lnRef idx="0"/>
          <a:fillRef idx="0"/>
          <a:effectRef idx="0"/>
          <a:fontRef idx="minor"/>
        </p:style>
        <p:txBody>
          <a:bodyPr numCol="1" spcCol="216000" lIns="0" tIns="361440" rIns="946440" bIns="1094760" anchor="ctr">
            <a:noAutofit/>
          </a:bodyPr>
          <a:p>
            <a:endParaRPr lang="de-DE" sz="1800" b="0" u="none" strike="noStrike">
              <a:solidFill>
                <a:schemeClr val="dk1"/>
              </a:solidFill>
              <a:effectLst/>
              <a:uFillTx/>
              <a:latin typeface="SRH"/>
            </a:endParaRPr>
          </a:p>
        </p:txBody>
      </p:sp>
      <p:sp>
        <p:nvSpPr>
          <p:cNvPr id="112" name="Freihandform: Form 10"/>
          <p:cNvSpPr/>
          <p:nvPr/>
        </p:nvSpPr>
        <p:spPr>
          <a:xfrm>
            <a:off x="8202960" y="2802240"/>
            <a:ext cx="3987360" cy="4053960"/>
          </a:xfrm>
          <a:custGeom>
            <a:avLst/>
            <a:gdLst>
              <a:gd name="textAreaLeft" fmla="*/ 0 w 3987360"/>
              <a:gd name="textAreaRight" fmla="*/ 1436065200 w 3987360"/>
              <a:gd name="textAreaTop" fmla="*/ 0 h 4053960"/>
              <a:gd name="textAreaBottom" fmla="*/ 1460068200 h 4053960"/>
            </a:gdLst>
            <a:ahLst/>
            <a:cxnLst/>
            <a:rect l="textAreaLeft" t="textAreaTop" r="textAreaRight" b="textAreaBottom"/>
            <a:pathLst>
              <a:path w="3989070" h="4055745">
                <a:moveTo>
                  <a:pt x="3989070" y="0"/>
                </a:moveTo>
                <a:lnTo>
                  <a:pt x="3989070" y="2389210"/>
                </a:lnTo>
                <a:lnTo>
                  <a:pt x="3858387" y="2411148"/>
                </a:lnTo>
                <a:cubicBezTo>
                  <a:pt x="2993291" y="2575305"/>
                  <a:pt x="2647844" y="3036008"/>
                  <a:pt x="2529189" y="3871779"/>
                </a:cubicBezTo>
                <a:lnTo>
                  <a:pt x="2507884" y="4055745"/>
                </a:lnTo>
                <a:lnTo>
                  <a:pt x="0" y="4055745"/>
                </a:lnTo>
                <a:lnTo>
                  <a:pt x="22941" y="3788838"/>
                </a:lnTo>
                <a:cubicBezTo>
                  <a:pt x="290726" y="1521853"/>
                  <a:pt x="1510279" y="126892"/>
                  <a:pt x="3884935" y="4661"/>
                </a:cubicBezTo>
                <a:cubicBezTo>
                  <a:pt x="3906842" y="3232"/>
                  <a:pt x="3931308" y="1982"/>
                  <a:pt x="3957741" y="932"/>
                </a:cubicBezTo>
                <a:close/>
              </a:path>
            </a:pathLst>
          </a:custGeom>
          <a:solidFill>
            <a:srgbClr val="EEEDEC"/>
          </a:solidFill>
          <a:ln w="0">
            <a:noFill/>
          </a:ln>
        </p:spPr>
        <p:style>
          <a:lnRef idx="0"/>
          <a:fillRef idx="0"/>
          <a:effectRef idx="0"/>
          <a:fontRef idx="minor"/>
        </p:style>
        <p:txBody>
          <a:bodyPr numCol="1" spcCol="216000" lIns="0" tIns="2802240" rIns="3987720" bIns="6858000" anchor="ctr">
            <a:noAutofit/>
          </a:bodyPr>
          <a:p>
            <a:endParaRPr lang="de-DE" sz="1800" b="0" u="none" strike="noStrike">
              <a:solidFill>
                <a:schemeClr val="dk1"/>
              </a:solidFill>
              <a:effectLst/>
              <a:uFillTx/>
              <a:latin typeface="SRH"/>
            </a:endParaRPr>
          </a:p>
        </p:txBody>
      </p:sp>
      <p:sp>
        <p:nvSpPr>
          <p:cNvPr id="113" name="PlaceHolder 1"/>
          <p:cNvSpPr>
            <a:spLocks noGrp="1"/>
          </p:cNvSpPr>
          <p:nvPr>
            <p:ph type="title"/>
          </p:nvPr>
        </p:nvSpPr>
        <p:spPr>
          <a:xfrm>
            <a:off x="360000" y="2191320"/>
            <a:ext cx="9894600" cy="1404000"/>
          </a:xfrm>
          <a:prstGeom prst="rect">
            <a:avLst/>
          </a:prstGeom>
          <a:noFill/>
          <a:ln w="0">
            <a:noFill/>
          </a:ln>
        </p:spPr>
        <p:txBody>
          <a:bodyPr numCol="1" spcCol="216000" lIns="0" tIns="0" rIns="0" bIns="0" anchor="t">
            <a:noAutofit/>
          </a:bodyPr>
          <a:lstStyle>
            <a:lvl1pPr indent="0" algn="l" defTabSz="914400">
              <a:lnSpc>
                <a:spcPct val="98000"/>
              </a:lnSpc>
              <a:buNone/>
              <a:tabLst>
                <a:tab pos="0" algn="l"/>
              </a:tabLst>
              <a:defRPr lang="de-DE" sz="4800" b="1" u="none" strike="noStrike">
                <a:solidFill>
                  <a:schemeClr val="dk1"/>
                </a:solidFill>
                <a:effectLst/>
                <a:uFillTx/>
                <a:latin typeface="SRH Headline"/>
                <a:ea typeface="SRH Headline"/>
              </a:defRPr>
            </a:lvl1pPr>
          </a:lstStyle>
          <a:p>
            <a:pPr indent="0" algn="l" defTabSz="914400">
              <a:lnSpc>
                <a:spcPct val="98000"/>
              </a:lnSpc>
              <a:buNone/>
              <a:tabLst>
                <a:tab pos="0" algn="l"/>
              </a:tabLst>
            </a:pPr>
            <a:r>
              <a:rPr lang="de-DE" sz="4800" b="1" u="none" strike="noStrike">
                <a:solidFill>
                  <a:schemeClr val="dk1"/>
                </a:solidFill>
                <a:effectLst/>
                <a:uFillTx/>
                <a:latin typeface="SRH Headline"/>
                <a:ea typeface="SRH Headline"/>
              </a:rPr>
              <a:t>Mastertitelformat bearbeiten</a:t>
            </a:r>
            <a:endParaRPr lang="de-DE" sz="4800" b="1" u="none" strike="noStrike">
              <a:solidFill>
                <a:schemeClr val="dk1"/>
              </a:solidFill>
              <a:effectLst/>
              <a:uFillTx/>
              <a:latin typeface="SRH Headline"/>
            </a:endParaRPr>
          </a:p>
        </p:txBody>
      </p:sp>
      <p:sp>
        <p:nvSpPr>
          <p:cNvPr id="114" name="PlaceHolder 2"/>
          <p:cNvSpPr>
            <a:spLocks noGrp="1"/>
          </p:cNvSpPr>
          <p:nvPr>
            <p:ph type="body"/>
          </p:nvPr>
        </p:nvSpPr>
        <p:spPr>
          <a:xfrm>
            <a:off x="360000" y="3597120"/>
            <a:ext cx="4253400" cy="2620800"/>
          </a:xfrm>
          <a:prstGeom prst="rect">
            <a:avLst/>
          </a:prstGeom>
          <a:noFill/>
          <a:ln w="0">
            <a:noFill/>
          </a:ln>
        </p:spPr>
        <p:txBody>
          <a:bodyPr numCol="1" spcCol="216000" lIns="0" tIns="0" rIns="0" bIns="0" anchor="t">
            <a:noAutofit/>
          </a:bodyPr>
          <a:lstStyle>
            <a:lvl1pPr indent="0" algn="l" defTabSz="914400">
              <a:lnSpc>
                <a:spcPct val="98000"/>
              </a:lnSpc>
              <a:buNone/>
              <a:tabLst>
                <a:tab pos="0" algn="l"/>
              </a:tabLst>
              <a:defRPr lang="de-DE" sz="20000" b="1" u="none" strike="noStrike">
                <a:solidFill>
                  <a:schemeClr val="accent1"/>
                </a:solidFill>
                <a:effectLst/>
                <a:uFillTx/>
                <a:latin typeface="SRH Headline"/>
                <a:ea typeface="SRH Text"/>
              </a:defRPr>
            </a:lvl1pPr>
          </a:lstStyle>
          <a:p>
            <a:pPr indent="0" algn="l" defTabSz="914400">
              <a:lnSpc>
                <a:spcPct val="98000"/>
              </a:lnSpc>
              <a:buNone/>
              <a:tabLst>
                <a:tab pos="0" algn="l"/>
              </a:tabLst>
            </a:pPr>
            <a:r>
              <a:rPr lang="de-DE" sz="20000" b="1" u="none" strike="noStrike">
                <a:solidFill>
                  <a:schemeClr val="accent1"/>
                </a:solidFill>
                <a:effectLst/>
                <a:uFillTx/>
                <a:latin typeface="SRH Headline"/>
                <a:ea typeface="SRH Text"/>
              </a:rPr>
              <a:t>01</a:t>
            </a:r>
            <a:endParaRPr lang="de-DE" sz="20000" b="1" u="none" strike="noStrike">
              <a:solidFill>
                <a:schemeClr val="accent1"/>
              </a:solidFill>
              <a:effectLst/>
              <a:uFillTx/>
              <a:latin typeface="SRH Headline"/>
            </a:endParaRPr>
          </a:p>
        </p:txBody>
      </p:sp>
      <p:sp>
        <p:nvSpPr>
          <p:cNvPr id="115" name="PlaceHolder 3"/>
          <p:cNvSpPr>
            <a:spLocks noGrp="1"/>
          </p:cNvSpPr>
          <p:nvPr>
            <p:ph type="dt" idx="31"/>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en-CA" sz="900" b="1" u="none" strike="noStrike">
                <a:solidFill>
                  <a:srgbClr val="6D7373"/>
                </a:solidFill>
                <a:effectLst/>
                <a:uFillTx/>
                <a:latin typeface="SRH Text"/>
                <a:ea typeface="SRH"/>
              </a:rPr>
              <a:t>&lt;date/time&gt;</a:t>
            </a:r>
            <a:endParaRPr lang="en-US" sz="900" b="0" u="none" strike="noStrike">
              <a:solidFill>
                <a:srgbClr val="000000"/>
              </a:solidFill>
              <a:effectLst/>
              <a:uFillTx/>
              <a:latin typeface="Times New Roman"/>
            </a:endParaRPr>
          </a:p>
        </p:txBody>
      </p:sp>
      <p:sp>
        <p:nvSpPr>
          <p:cNvPr id="116" name="PlaceHolder 4"/>
          <p:cNvSpPr>
            <a:spLocks noGrp="1"/>
          </p:cNvSpPr>
          <p:nvPr>
            <p:ph type="ftr" idx="32"/>
          </p:nvPr>
        </p:nvSpPr>
        <p:spPr>
          <a:xfrm>
            <a:off x="1319400" y="635652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&lt;footer&gt;</a:t>
            </a:r>
            <a:endParaRPr lang="en-US" sz="900" b="0" u="none" strike="noStrike">
              <a:solidFill>
                <a:srgbClr val="000000"/>
              </a:solidFill>
              <a:effectLst/>
              <a:uFillTx/>
              <a:latin typeface="Times New Roman"/>
            </a:endParaRPr>
          </a:p>
        </p:txBody>
      </p:sp>
      <p:sp>
        <p:nvSpPr>
          <p:cNvPr id="117" name="PlaceHolder 5"/>
          <p:cNvSpPr>
            <a:spLocks noGrp="1"/>
          </p:cNvSpPr>
          <p:nvPr>
            <p:ph type="sldNum" idx="33"/>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DE09D09B-0FCA-4813-8199-AA09E5C1FD0B}"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Zwischenfolie Statements, weiß">
    <p:bg>
      <p:bgPr>
        <a:solidFill>
          <a:schemeClr val="lt1"/>
        </a:solidFill>
      </p:bgPr>
    </p:bg>
    <p:spTree>
      <p:nvGrpSpPr>
        <p:cNvPr id="1" name=""/>
        <p:cNvGrpSpPr/>
        <p:nvPr/>
      </p:nvGrpSpPr>
      <p:grpSpPr>
        <a:xfrm>
          <a:off x="0" y="0"/>
          <a:ext cx="0" cy="0"/>
          <a:chOff x="0" y="0"/>
          <a:chExt cx="0" cy="0"/>
        </a:xfrm>
      </p:grpSpPr>
      <p:sp>
        <p:nvSpPr>
          <p:cNvPr id="118" name="Freihandform: Form 11"/>
          <p:cNvSpPr/>
          <p:nvPr/>
        </p:nvSpPr>
        <p:spPr>
          <a:xfrm>
            <a:off x="10878840" y="361440"/>
            <a:ext cx="946080" cy="731520"/>
          </a:xfrm>
          <a:custGeom>
            <a:avLst/>
            <a:gdLst>
              <a:gd name="textAreaLeft" fmla="*/ 0 w 946080"/>
              <a:gd name="textAreaRight" fmla="*/ 341299800 w 946080"/>
              <a:gd name="textAreaTop" fmla="*/ 0 h 731520"/>
              <a:gd name="textAreaBottom" fmla="*/ 264033000 h 731520"/>
            </a:gdLst>
            <a:ahLst/>
            <a:cxnLst/>
            <a:rect l="textAreaLeft" t="textAreaTop" r="textAreaRight" b="textAreaBottom"/>
            <a:pathLst>
              <a:path w="948055" h="733425">
                <a:moveTo>
                  <a:pt x="619721" y="598726"/>
                </a:moveTo>
                <a:lnTo>
                  <a:pt x="708150" y="598726"/>
                </a:lnTo>
                <a:lnTo>
                  <a:pt x="708150" y="174"/>
                </a:lnTo>
                <a:lnTo>
                  <a:pt x="619721" y="174"/>
                </a:lnTo>
                <a:lnTo>
                  <a:pt x="619721" y="598726"/>
                </a:lnTo>
                <a:close/>
                <a:moveTo>
                  <a:pt x="811583" y="196858"/>
                </a:moveTo>
                <a:cubicBezTo>
                  <a:pt x="794961" y="196049"/>
                  <a:pt x="774271" y="196858"/>
                  <a:pt x="753582" y="199293"/>
                </a:cubicBezTo>
                <a:lnTo>
                  <a:pt x="753582" y="281173"/>
                </a:lnTo>
                <a:cubicBezTo>
                  <a:pt x="831456" y="281173"/>
                  <a:pt x="859851" y="292576"/>
                  <a:pt x="859851" y="364713"/>
                </a:cubicBezTo>
                <a:lnTo>
                  <a:pt x="859851" y="598726"/>
                </a:lnTo>
                <a:lnTo>
                  <a:pt x="948279" y="598726"/>
                </a:lnTo>
                <a:lnTo>
                  <a:pt x="948279" y="353792"/>
                </a:lnTo>
                <a:cubicBezTo>
                  <a:pt x="948279" y="263364"/>
                  <a:pt x="896768" y="200102"/>
                  <a:pt x="811583" y="196858"/>
                </a:cubicBezTo>
                <a:close/>
                <a:moveTo>
                  <a:pt x="208715" y="199693"/>
                </a:moveTo>
                <a:cubicBezTo>
                  <a:pt x="114600" y="204562"/>
                  <a:pt x="72827" y="267010"/>
                  <a:pt x="72827" y="366365"/>
                </a:cubicBezTo>
                <a:lnTo>
                  <a:pt x="72827" y="566720"/>
                </a:lnTo>
                <a:cubicBezTo>
                  <a:pt x="72827" y="625122"/>
                  <a:pt x="61054" y="650267"/>
                  <a:pt x="224" y="651483"/>
                </a:cubicBezTo>
                <a:lnTo>
                  <a:pt x="224" y="732542"/>
                </a:lnTo>
                <a:cubicBezTo>
                  <a:pt x="7522" y="733765"/>
                  <a:pt x="19282" y="733765"/>
                  <a:pt x="25368" y="733352"/>
                </a:cubicBezTo>
                <a:cubicBezTo>
                  <a:pt x="119871" y="727681"/>
                  <a:pt x="161249" y="664825"/>
                  <a:pt x="161249" y="566687"/>
                </a:cubicBezTo>
                <a:lnTo>
                  <a:pt x="161249" y="366332"/>
                </a:lnTo>
                <a:cubicBezTo>
                  <a:pt x="161249" y="307529"/>
                  <a:pt x="172206" y="282792"/>
                  <a:pt x="233451" y="281582"/>
                </a:cubicBezTo>
                <a:lnTo>
                  <a:pt x="233451" y="200102"/>
                </a:lnTo>
                <a:cubicBezTo>
                  <a:pt x="226555" y="199293"/>
                  <a:pt x="214795" y="199293"/>
                  <a:pt x="208715" y="199693"/>
                </a:cubicBezTo>
                <a:close/>
                <a:moveTo>
                  <a:pt x="480068" y="199693"/>
                </a:moveTo>
                <a:cubicBezTo>
                  <a:pt x="386368" y="204562"/>
                  <a:pt x="344181" y="267417"/>
                  <a:pt x="344181" y="366365"/>
                </a:cubicBezTo>
                <a:lnTo>
                  <a:pt x="344181" y="598726"/>
                </a:lnTo>
                <a:lnTo>
                  <a:pt x="432603" y="598726"/>
                </a:lnTo>
                <a:lnTo>
                  <a:pt x="432603" y="366332"/>
                </a:lnTo>
                <a:cubicBezTo>
                  <a:pt x="432603" y="307930"/>
                  <a:pt x="444375" y="282792"/>
                  <a:pt x="505212" y="281582"/>
                </a:cubicBezTo>
                <a:lnTo>
                  <a:pt x="505212" y="200102"/>
                </a:lnTo>
                <a:cubicBezTo>
                  <a:pt x="497907" y="199293"/>
                  <a:pt x="486148" y="199293"/>
                  <a:pt x="480068" y="199693"/>
                </a:cubicBezTo>
                <a:close/>
              </a:path>
            </a:pathLst>
          </a:custGeom>
          <a:solidFill>
            <a:schemeClr val="accent1"/>
          </a:solidFill>
          <a:ln w="0">
            <a:noFill/>
          </a:ln>
        </p:spPr>
        <p:style>
          <a:lnRef idx="0"/>
          <a:fillRef idx="0"/>
          <a:effectRef idx="0"/>
          <a:fontRef idx="minor"/>
        </p:style>
        <p:txBody>
          <a:bodyPr numCol="1" spcCol="216000" lIns="0" tIns="361440" rIns="946440" bIns="1094760" anchor="ctr">
            <a:noAutofit/>
          </a:bodyPr>
          <a:p>
            <a:endParaRPr lang="de-DE" sz="1800" b="0" u="none" strike="noStrike">
              <a:solidFill>
                <a:schemeClr val="dk1"/>
              </a:solidFill>
              <a:effectLst/>
              <a:uFillTx/>
              <a:latin typeface="SRH"/>
            </a:endParaRPr>
          </a:p>
        </p:txBody>
      </p:sp>
      <p:sp>
        <p:nvSpPr>
          <p:cNvPr id="119" name="Freihandform: Form 10"/>
          <p:cNvSpPr/>
          <p:nvPr/>
        </p:nvSpPr>
        <p:spPr>
          <a:xfrm>
            <a:off x="8202960" y="2802240"/>
            <a:ext cx="3987360" cy="4053960"/>
          </a:xfrm>
          <a:custGeom>
            <a:avLst/>
            <a:gdLst>
              <a:gd name="textAreaLeft" fmla="*/ 0 w 3987360"/>
              <a:gd name="textAreaRight" fmla="*/ 1436065200 w 3987360"/>
              <a:gd name="textAreaTop" fmla="*/ 0 h 4053960"/>
              <a:gd name="textAreaBottom" fmla="*/ 1460068200 h 4053960"/>
            </a:gdLst>
            <a:ahLst/>
            <a:cxnLst/>
            <a:rect l="textAreaLeft" t="textAreaTop" r="textAreaRight" b="textAreaBottom"/>
            <a:pathLst>
              <a:path w="3989070" h="4055745">
                <a:moveTo>
                  <a:pt x="3989070" y="0"/>
                </a:moveTo>
                <a:lnTo>
                  <a:pt x="3989070" y="2389210"/>
                </a:lnTo>
                <a:lnTo>
                  <a:pt x="3858387" y="2411148"/>
                </a:lnTo>
                <a:cubicBezTo>
                  <a:pt x="2993291" y="2575305"/>
                  <a:pt x="2647844" y="3036008"/>
                  <a:pt x="2529189" y="3871779"/>
                </a:cubicBezTo>
                <a:lnTo>
                  <a:pt x="2507884" y="4055745"/>
                </a:lnTo>
                <a:lnTo>
                  <a:pt x="0" y="4055745"/>
                </a:lnTo>
                <a:lnTo>
                  <a:pt x="22941" y="3788838"/>
                </a:lnTo>
                <a:cubicBezTo>
                  <a:pt x="290726" y="1521853"/>
                  <a:pt x="1510279" y="126892"/>
                  <a:pt x="3884935" y="4661"/>
                </a:cubicBezTo>
                <a:cubicBezTo>
                  <a:pt x="3906842" y="3232"/>
                  <a:pt x="3931308" y="1982"/>
                  <a:pt x="3957741" y="932"/>
                </a:cubicBezTo>
                <a:close/>
              </a:path>
            </a:pathLst>
          </a:custGeom>
          <a:solidFill>
            <a:srgbClr val="EEEDEC"/>
          </a:solidFill>
          <a:ln w="0">
            <a:noFill/>
          </a:ln>
        </p:spPr>
        <p:style>
          <a:lnRef idx="0"/>
          <a:fillRef idx="0"/>
          <a:effectRef idx="0"/>
          <a:fontRef idx="minor"/>
        </p:style>
        <p:txBody>
          <a:bodyPr numCol="1" spcCol="216000" lIns="0" tIns="2802240" rIns="3987720" bIns="6858000" anchor="ctr">
            <a:noAutofit/>
          </a:bodyPr>
          <a:p>
            <a:endParaRPr lang="de-DE" sz="1800" b="0" u="none" strike="noStrike">
              <a:solidFill>
                <a:schemeClr val="dk1"/>
              </a:solidFill>
              <a:effectLst/>
              <a:uFillTx/>
              <a:latin typeface="SRH"/>
            </a:endParaRPr>
          </a:p>
        </p:txBody>
      </p:sp>
      <p:sp>
        <p:nvSpPr>
          <p:cNvPr id="120" name="PlaceHolder 1"/>
          <p:cNvSpPr>
            <a:spLocks noGrp="1"/>
          </p:cNvSpPr>
          <p:nvPr>
            <p:ph type="title"/>
          </p:nvPr>
        </p:nvSpPr>
        <p:spPr>
          <a:xfrm>
            <a:off x="360000" y="2329200"/>
            <a:ext cx="11471400" cy="3979080"/>
          </a:xfrm>
          <a:prstGeom prst="rect">
            <a:avLst/>
          </a:prstGeom>
          <a:noFill/>
          <a:ln w="0">
            <a:noFill/>
          </a:ln>
        </p:spPr>
        <p:txBody>
          <a:bodyPr numCol="1" spcCol="216000" lIns="0" tIns="0" rIns="0" bIns="0" anchor="t">
            <a:noAutofit/>
          </a:bodyPr>
          <a:lstStyle>
            <a:lvl1pPr indent="0" algn="l" defTabSz="914400">
              <a:lnSpc>
                <a:spcPct val="98000"/>
              </a:lnSpc>
              <a:buNone/>
              <a:tabLst>
                <a:tab pos="0" algn="l"/>
              </a:tabLst>
              <a:defRPr lang="de-DE" sz="4800" b="1" u="none" strike="noStrike">
                <a:solidFill>
                  <a:schemeClr val="dk1"/>
                </a:solidFill>
                <a:effectLst/>
                <a:uFillTx/>
                <a:latin typeface="SRH Headline"/>
                <a:ea typeface="SRH Headline"/>
              </a:defRPr>
            </a:lvl1pPr>
          </a:lstStyle>
          <a:p>
            <a:pPr indent="0" algn="l" defTabSz="914400">
              <a:lnSpc>
                <a:spcPct val="98000"/>
              </a:lnSpc>
              <a:buNone/>
              <a:tabLst>
                <a:tab pos="0" algn="l"/>
              </a:tabLst>
            </a:pPr>
            <a:r>
              <a:rPr lang="de-DE" sz="4800" b="1" u="none" strike="noStrike">
                <a:solidFill>
                  <a:schemeClr val="dk1"/>
                </a:solidFill>
                <a:effectLst/>
                <a:uFillTx/>
                <a:latin typeface="SRH Headline"/>
                <a:ea typeface="SRH Headline"/>
              </a:rPr>
              <a:t>Mastertitelformat bearbeiten</a:t>
            </a:r>
            <a:endParaRPr lang="de-DE" sz="4800" b="1" u="none" strike="noStrike">
              <a:solidFill>
                <a:schemeClr val="dk1"/>
              </a:solidFill>
              <a:effectLst/>
              <a:uFillTx/>
              <a:latin typeface="SRH Headline"/>
            </a:endParaRPr>
          </a:p>
        </p:txBody>
      </p:sp>
      <p:sp>
        <p:nvSpPr>
          <p:cNvPr id="121" name="PlaceHolder 2"/>
          <p:cNvSpPr>
            <a:spLocks noGrp="1"/>
          </p:cNvSpPr>
          <p:nvPr>
            <p:ph type="dt" idx="34"/>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en-CA" sz="900" b="1" u="none" strike="noStrike">
                <a:solidFill>
                  <a:srgbClr val="6D7373"/>
                </a:solidFill>
                <a:effectLst/>
                <a:uFillTx/>
                <a:latin typeface="SRH Text"/>
                <a:ea typeface="SRH"/>
              </a:rPr>
              <a:t>&lt;date/time&gt;</a:t>
            </a:r>
            <a:endParaRPr lang="en-US" sz="900" b="0" u="none" strike="noStrike">
              <a:solidFill>
                <a:srgbClr val="000000"/>
              </a:solidFill>
              <a:effectLst/>
              <a:uFillTx/>
              <a:latin typeface="Times New Roman"/>
            </a:endParaRPr>
          </a:p>
        </p:txBody>
      </p:sp>
      <p:sp>
        <p:nvSpPr>
          <p:cNvPr id="122" name="PlaceHolder 3"/>
          <p:cNvSpPr>
            <a:spLocks noGrp="1"/>
          </p:cNvSpPr>
          <p:nvPr>
            <p:ph type="ftr" idx="35"/>
          </p:nvPr>
        </p:nvSpPr>
        <p:spPr>
          <a:xfrm>
            <a:off x="1319400" y="635652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&lt;footer&gt;</a:t>
            </a:r>
            <a:endParaRPr lang="en-US" sz="900" b="0" u="none" strike="noStrike">
              <a:solidFill>
                <a:srgbClr val="000000"/>
              </a:solidFill>
              <a:effectLst/>
              <a:uFillTx/>
              <a:latin typeface="Times New Roman"/>
            </a:endParaRPr>
          </a:p>
        </p:txBody>
      </p:sp>
      <p:sp>
        <p:nvSpPr>
          <p:cNvPr id="123" name="PlaceHolder 4"/>
          <p:cNvSpPr>
            <a:spLocks noGrp="1"/>
          </p:cNvSpPr>
          <p:nvPr>
            <p:ph type="sldNum" idx="36"/>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E04D5B41-95E0-45C8-94B9-A9D421C75009}"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2 Text, 1/2 Bild">
    <p:bg>
      <p:bgPr>
        <a:solidFill>
          <a:schemeClr val="lt1"/>
        </a:solidFill>
      </p:bgPr>
    </p:bg>
    <p:spTree>
      <p:nvGrpSpPr>
        <p:cNvPr id="1" name=""/>
        <p:cNvGrpSpPr/>
        <p:nvPr/>
      </p:nvGrpSpPr>
      <p:grpSpPr>
        <a:xfrm>
          <a:off x="0" y="0"/>
          <a:ext cx="0" cy="0"/>
          <a:chOff x="0" y="0"/>
          <a:chExt cx="0" cy="0"/>
        </a:xfrm>
      </p:grpSpPr>
      <p:sp>
        <p:nvSpPr>
          <p:cNvPr id="124" name="Freihandform: Form 11"/>
          <p:cNvSpPr/>
          <p:nvPr/>
        </p:nvSpPr>
        <p:spPr>
          <a:xfrm>
            <a:off x="10878840" y="361440"/>
            <a:ext cx="946080" cy="731520"/>
          </a:xfrm>
          <a:custGeom>
            <a:avLst/>
            <a:gdLst>
              <a:gd name="textAreaLeft" fmla="*/ 0 w 946080"/>
              <a:gd name="textAreaRight" fmla="*/ 341299800 w 946080"/>
              <a:gd name="textAreaTop" fmla="*/ 0 h 731520"/>
              <a:gd name="textAreaBottom" fmla="*/ 264033000 h 731520"/>
            </a:gdLst>
            <a:ahLst/>
            <a:cxnLst/>
            <a:rect l="textAreaLeft" t="textAreaTop" r="textAreaRight" b="textAreaBottom"/>
            <a:pathLst>
              <a:path w="948055" h="733425">
                <a:moveTo>
                  <a:pt x="619721" y="598726"/>
                </a:moveTo>
                <a:lnTo>
                  <a:pt x="708150" y="598726"/>
                </a:lnTo>
                <a:lnTo>
                  <a:pt x="708150" y="174"/>
                </a:lnTo>
                <a:lnTo>
                  <a:pt x="619721" y="174"/>
                </a:lnTo>
                <a:lnTo>
                  <a:pt x="619721" y="598726"/>
                </a:lnTo>
                <a:close/>
                <a:moveTo>
                  <a:pt x="811583" y="196858"/>
                </a:moveTo>
                <a:cubicBezTo>
                  <a:pt x="794961" y="196049"/>
                  <a:pt x="774271" y="196858"/>
                  <a:pt x="753582" y="199293"/>
                </a:cubicBezTo>
                <a:lnTo>
                  <a:pt x="753582" y="281173"/>
                </a:lnTo>
                <a:cubicBezTo>
                  <a:pt x="831456" y="281173"/>
                  <a:pt x="859851" y="292576"/>
                  <a:pt x="859851" y="364713"/>
                </a:cubicBezTo>
                <a:lnTo>
                  <a:pt x="859851" y="598726"/>
                </a:lnTo>
                <a:lnTo>
                  <a:pt x="948279" y="598726"/>
                </a:lnTo>
                <a:lnTo>
                  <a:pt x="948279" y="353792"/>
                </a:lnTo>
                <a:cubicBezTo>
                  <a:pt x="948279" y="263364"/>
                  <a:pt x="896768" y="200102"/>
                  <a:pt x="811583" y="196858"/>
                </a:cubicBezTo>
                <a:close/>
                <a:moveTo>
                  <a:pt x="208715" y="199693"/>
                </a:moveTo>
                <a:cubicBezTo>
                  <a:pt x="114600" y="204562"/>
                  <a:pt x="72827" y="267010"/>
                  <a:pt x="72827" y="366365"/>
                </a:cubicBezTo>
                <a:lnTo>
                  <a:pt x="72827" y="566720"/>
                </a:lnTo>
                <a:cubicBezTo>
                  <a:pt x="72827" y="625122"/>
                  <a:pt x="61054" y="650267"/>
                  <a:pt x="224" y="651483"/>
                </a:cubicBezTo>
                <a:lnTo>
                  <a:pt x="224" y="732542"/>
                </a:lnTo>
                <a:cubicBezTo>
                  <a:pt x="7522" y="733765"/>
                  <a:pt x="19282" y="733765"/>
                  <a:pt x="25368" y="733352"/>
                </a:cubicBezTo>
                <a:cubicBezTo>
                  <a:pt x="119871" y="727681"/>
                  <a:pt x="161249" y="664825"/>
                  <a:pt x="161249" y="566687"/>
                </a:cubicBezTo>
                <a:lnTo>
                  <a:pt x="161249" y="366332"/>
                </a:lnTo>
                <a:cubicBezTo>
                  <a:pt x="161249" y="307529"/>
                  <a:pt x="172206" y="282792"/>
                  <a:pt x="233451" y="281582"/>
                </a:cubicBezTo>
                <a:lnTo>
                  <a:pt x="233451" y="200102"/>
                </a:lnTo>
                <a:cubicBezTo>
                  <a:pt x="226555" y="199293"/>
                  <a:pt x="214795" y="199293"/>
                  <a:pt x="208715" y="199693"/>
                </a:cubicBezTo>
                <a:close/>
                <a:moveTo>
                  <a:pt x="480068" y="199693"/>
                </a:moveTo>
                <a:cubicBezTo>
                  <a:pt x="386368" y="204562"/>
                  <a:pt x="344181" y="267417"/>
                  <a:pt x="344181" y="366365"/>
                </a:cubicBezTo>
                <a:lnTo>
                  <a:pt x="344181" y="598726"/>
                </a:lnTo>
                <a:lnTo>
                  <a:pt x="432603" y="598726"/>
                </a:lnTo>
                <a:lnTo>
                  <a:pt x="432603" y="366332"/>
                </a:lnTo>
                <a:cubicBezTo>
                  <a:pt x="432603" y="307930"/>
                  <a:pt x="444375" y="282792"/>
                  <a:pt x="505212" y="281582"/>
                </a:cubicBezTo>
                <a:lnTo>
                  <a:pt x="505212" y="200102"/>
                </a:lnTo>
                <a:cubicBezTo>
                  <a:pt x="497907" y="199293"/>
                  <a:pt x="486148" y="199293"/>
                  <a:pt x="480068" y="199693"/>
                </a:cubicBezTo>
                <a:close/>
              </a:path>
            </a:pathLst>
          </a:custGeom>
          <a:solidFill>
            <a:schemeClr val="accent1"/>
          </a:solidFill>
          <a:ln w="0">
            <a:noFill/>
          </a:ln>
        </p:spPr>
        <p:style>
          <a:lnRef idx="0"/>
          <a:fillRef idx="0"/>
          <a:effectRef idx="0"/>
          <a:fontRef idx="minor"/>
        </p:style>
        <p:txBody>
          <a:bodyPr numCol="1" spcCol="216000" lIns="0" tIns="361440" rIns="946440" bIns="1094760" anchor="ctr">
            <a:noAutofit/>
          </a:bodyPr>
          <a:p>
            <a:endParaRPr lang="de-DE" sz="1800" b="0" u="none" strike="noStrike">
              <a:solidFill>
                <a:schemeClr val="dk1"/>
              </a:solidFill>
              <a:effectLst/>
              <a:uFillTx/>
              <a:latin typeface="SRH"/>
            </a:endParaRPr>
          </a:p>
        </p:txBody>
      </p:sp>
      <p:sp>
        <p:nvSpPr>
          <p:cNvPr id="125" name="PlaceHolder 1"/>
          <p:cNvSpPr>
            <a:spLocks noGrp="1"/>
          </p:cNvSpPr>
          <p:nvPr>
            <p:ph type="body"/>
          </p:nvPr>
        </p:nvSpPr>
        <p:spPr>
          <a:xfrm>
            <a:off x="6095880" y="0"/>
            <a:ext cx="6094080" cy="6856200"/>
          </a:xfrm>
          <a:prstGeom prst="rect">
            <a:avLst/>
          </a:prstGeom>
          <a:solidFill>
            <a:srgbClr val="FED9C9"/>
          </a:solidFill>
          <a:ln w="0">
            <a:noFill/>
          </a:ln>
        </p:spPr>
        <p:txBody>
          <a:bodyPr lIns="90000" tIns="45000" rIns="90000" bIns="45000" anchor="t">
            <a:noAutofit/>
          </a:bodyPr>
          <a:lstStyle>
            <a:lvl1pPr indent="0" algn="l" defTabSz="914400">
              <a:lnSpc>
                <a:spcPct val="110000"/>
              </a:lnSpc>
              <a:spcBef>
                <a:spcPts val="1199"/>
              </a:spcBef>
              <a:buNone/>
              <a:tabLst>
                <a:tab pos="0" algn="l"/>
              </a:tabLst>
              <a:defRPr lang="de-DE" sz="1800" b="0" u="none" strike="noStrike">
                <a:solidFill>
                  <a:schemeClr val="dk1"/>
                </a:solidFill>
                <a:effectLst/>
                <a:uFillTx/>
                <a:latin typeface="SRH Text"/>
              </a:defRPr>
            </a:lvl1pPr>
            <a:lvl2pPr lvl="1" algn="l" defTabSz="914400">
              <a:lnSpc>
                <a:spcPct val="110000"/>
              </a:lnSpc>
              <a:spcBef>
                <a:spcPts val="1199"/>
              </a:spcBef>
              <a:buClr>
                <a:srgbClr val="000000"/>
              </a:buClr>
              <a:buSzPct val="75000"/>
              <a:buFont typeface="Symbol" charset="2"/>
              <a:buChar char=""/>
              <a:tabLst>
                <a:tab pos="0" algn="l"/>
              </a:tabLst>
              <a:defRPr lang="de-DE" sz="1800" b="0" u="none" strike="noStrike">
                <a:solidFill>
                  <a:schemeClr val="dk1"/>
                </a:solidFill>
                <a:effectLst/>
                <a:uFillTx/>
                <a:latin typeface="SRH Text"/>
              </a:defRPr>
            </a:lvl2pPr>
            <a:lvl3pPr lvl="2" algn="l" defTabSz="914400">
              <a:lnSpc>
                <a:spcPct val="110000"/>
              </a:lnSpc>
              <a:buClr>
                <a:srgbClr val="000000"/>
              </a:buClr>
              <a:buSzPct val="45000"/>
              <a:buFont typeface="Wingdings" charset="2"/>
              <a:buChar char=""/>
              <a:tabLst>
                <a:tab pos="0" algn="l"/>
              </a:tabLst>
              <a:defRPr lang="de-DE" sz="1800" b="0" u="none" strike="noStrike">
                <a:solidFill>
                  <a:schemeClr val="dk1"/>
                </a:solidFill>
                <a:effectLst/>
                <a:uFillTx/>
                <a:latin typeface="SRH Text"/>
              </a:defRPr>
            </a:lvl3pPr>
            <a:lvl4pPr lvl="3" algn="l" defTabSz="914400">
              <a:lnSpc>
                <a:spcPct val="110000"/>
              </a:lnSpc>
              <a:spcBef>
                <a:spcPts val="2401"/>
              </a:spcBef>
              <a:buClr>
                <a:srgbClr val="000000"/>
              </a:buClr>
              <a:buSzPct val="75000"/>
              <a:buFont typeface="Symbol" charset="2"/>
              <a:buChar char=""/>
              <a:tabLst>
                <a:tab pos="0" algn="l"/>
              </a:tabLst>
              <a:defRPr lang="de-DE" sz="1800" b="1" u="none" strike="noStrike">
                <a:solidFill>
                  <a:schemeClr val="accent1"/>
                </a:solidFill>
                <a:effectLst/>
                <a:uFillTx/>
                <a:latin typeface="SRH Text"/>
              </a:defRPr>
            </a:lvl4pPr>
            <a:lvl5pPr lvl="4" algn="l" defTabSz="914400">
              <a:lnSpc>
                <a:spcPct val="110000"/>
              </a:lnSpc>
              <a:spcBef>
                <a:spcPts val="1199"/>
              </a:spcBef>
              <a:buClr>
                <a:srgbClr val="000000"/>
              </a:buClr>
              <a:buSzPct val="45000"/>
              <a:buFont typeface="Wingdings" charset="2"/>
              <a:buChar char=""/>
              <a:tabLst>
                <a:tab pos="0" algn="l"/>
              </a:tabLst>
              <a:defRPr lang="de-DE" sz="1800" b="1" u="none" strike="noStrike">
                <a:solidFill>
                  <a:schemeClr val="dk1"/>
                </a:solidFill>
                <a:effectLst/>
                <a:uFillTx/>
                <a:latin typeface="SRH Headline"/>
              </a:defRPr>
            </a:lvl5pPr>
            <a:lvl6pPr lvl="5" algn="l" defTabSz="914400">
              <a:lnSpc>
                <a:spcPct val="110000"/>
              </a:lnSpc>
              <a:spcBef>
                <a:spcPts val="1199"/>
              </a:spcBef>
              <a:buClr>
                <a:srgbClr val="000000"/>
              </a:buClr>
              <a:buSzPct val="45000"/>
              <a:buFont typeface="Wingdings" charset="2"/>
              <a:buChar char=""/>
              <a:tabLst>
                <a:tab pos="0" algn="l"/>
              </a:tabLst>
              <a:defRPr lang="de-DE" sz="1800" b="0" u="none" strike="noStrike">
                <a:solidFill>
                  <a:schemeClr val="dk1"/>
                </a:solidFill>
                <a:effectLst/>
                <a:uFillTx/>
                <a:latin typeface="SRH Headline"/>
              </a:defRPr>
            </a:lvl6pPr>
            <a:lvl7pPr lvl="6" algn="l" defTabSz="914400">
              <a:lnSpc>
                <a:spcPct val="98000"/>
              </a:lnSpc>
              <a:spcBef>
                <a:spcPts val="1199"/>
              </a:spcBef>
              <a:buClr>
                <a:srgbClr val="000000"/>
              </a:buClr>
              <a:buSzPct val="45000"/>
              <a:buFont typeface="Wingdings" charset="2"/>
              <a:buChar char=""/>
              <a:tabLst>
                <a:tab pos="0" algn="l"/>
              </a:tabLst>
              <a:defRPr lang="de-DE" sz="1800" b="1" u="none" strike="noStrike">
                <a:solidFill>
                  <a:schemeClr val="accent1"/>
                </a:solidFill>
                <a:effectLst/>
                <a:uFillTx/>
                <a:latin typeface="SRH Headline"/>
              </a:defRPr>
            </a:lvl7pPr>
          </a:lstStyle>
          <a:p>
            <a:pPr indent="0" algn="l" defTabSz="914400">
              <a:lnSpc>
                <a:spcPct val="110000"/>
              </a:lnSpc>
              <a:spcBef>
                <a:spcPts val="1199"/>
              </a:spcBef>
              <a:buNone/>
              <a:tabLst>
                <a:tab pos="0" algn="l"/>
              </a:tabLst>
            </a:pPr>
            <a:r>
              <a:rPr lang="de-DE" sz="1800" b="0" u="none" strike="noStrike">
                <a:solidFill>
                  <a:schemeClr val="dk1"/>
                </a:solidFill>
                <a:effectLst/>
                <a:uFillTx/>
                <a:latin typeface="SRH Text"/>
              </a:rPr>
              <a:t>Click to edit the outline text format</a:t>
            </a:r>
            <a:endParaRPr lang="de-DE" sz="1800" b="0" u="none" strike="noStrike">
              <a:solidFill>
                <a:schemeClr val="dk1"/>
              </a:solidFill>
              <a:effectLst/>
              <a:uFillTx/>
              <a:latin typeface="SRH Text"/>
            </a:endParaRPr>
          </a:p>
          <a:p>
            <a:pPr marL="457200" lvl="1" indent="-324000" algn="l" defTabSz="914400">
              <a:lnSpc>
                <a:spcPct val="110000"/>
              </a:lnSpc>
              <a:spcBef>
                <a:spcPts val="1199"/>
              </a:spcBef>
              <a:buClr>
                <a:srgbClr val="000000"/>
              </a:buClr>
              <a:buSzPct val="75000"/>
              <a:buFont typeface="Symbol" charset="2"/>
              <a:buChar char=""/>
              <a:tabLst>
                <a:tab pos="0" algn="l"/>
              </a:tabLst>
            </a:pPr>
            <a:r>
              <a:rPr lang="de-DE" sz="1800" b="0" u="none" strike="noStrike">
                <a:solidFill>
                  <a:schemeClr val="dk1"/>
                </a:solidFill>
                <a:effectLst/>
                <a:uFillTx/>
                <a:latin typeface="SRH Text"/>
              </a:rPr>
              <a:t>Second Outline Level</a:t>
            </a:r>
            <a:endParaRPr lang="de-DE" sz="1800" b="0" u="none" strike="noStrike">
              <a:solidFill>
                <a:schemeClr val="dk1"/>
              </a:solidFill>
              <a:effectLst/>
              <a:uFillTx/>
              <a:latin typeface="SRH Text"/>
            </a:endParaRPr>
          </a:p>
          <a:p>
            <a:pPr marL="914400" lvl="2" indent="-288000" algn="l" defTabSz="914400">
              <a:lnSpc>
                <a:spcPct val="110000"/>
              </a:lnSpc>
              <a:buClr>
                <a:srgbClr val="000000"/>
              </a:buClr>
              <a:buSzPct val="45000"/>
              <a:buFont typeface="Wingdings" charset="2"/>
              <a:buChar char=""/>
              <a:tabLst>
                <a:tab pos="0" algn="l"/>
              </a:tabLst>
            </a:pPr>
            <a:r>
              <a:rPr lang="de-DE" sz="1800" b="0" u="none" strike="noStrike">
                <a:solidFill>
                  <a:schemeClr val="dk1"/>
                </a:solidFill>
                <a:effectLst/>
                <a:uFillTx/>
                <a:latin typeface="SRH Text"/>
              </a:rPr>
              <a:t>Third Outline Level</a:t>
            </a:r>
            <a:endParaRPr lang="de-DE" sz="1800" b="0" u="none" strike="noStrike">
              <a:solidFill>
                <a:schemeClr val="dk1"/>
              </a:solidFill>
              <a:effectLst/>
              <a:uFillTx/>
              <a:latin typeface="SRH Text"/>
            </a:endParaRPr>
          </a:p>
          <a:p>
            <a:pPr marL="1371600" lvl="3" indent="-216000" algn="l" defTabSz="914400">
              <a:lnSpc>
                <a:spcPct val="110000"/>
              </a:lnSpc>
              <a:spcBef>
                <a:spcPts val="2401"/>
              </a:spcBef>
              <a:buClr>
                <a:srgbClr val="000000"/>
              </a:buClr>
              <a:buSzPct val="75000"/>
              <a:buFont typeface="Symbol" charset="2"/>
              <a:buChar char=""/>
              <a:tabLst>
                <a:tab pos="0" algn="l"/>
              </a:tabLst>
            </a:pPr>
            <a:r>
              <a:rPr lang="de-DE" sz="1800" b="1" u="none" strike="noStrike">
                <a:solidFill>
                  <a:schemeClr val="accent1"/>
                </a:solidFill>
                <a:effectLst/>
                <a:uFillTx/>
                <a:latin typeface="SRH Text"/>
              </a:rPr>
              <a:t>Fourth Outline Level</a:t>
            </a:r>
            <a:endParaRPr lang="de-DE" sz="1800" b="1" u="none" strike="noStrike">
              <a:solidFill>
                <a:schemeClr val="accent1"/>
              </a:solidFill>
              <a:effectLst/>
              <a:uFillTx/>
              <a:latin typeface="SRH Text"/>
            </a:endParaRPr>
          </a:p>
          <a:p>
            <a:pPr marL="1828800" lvl="4" indent="-216000" algn="l" defTabSz="914400">
              <a:lnSpc>
                <a:spcPct val="110000"/>
              </a:lnSpc>
              <a:spcBef>
                <a:spcPts val="1199"/>
              </a:spcBef>
              <a:buClr>
                <a:srgbClr val="000000"/>
              </a:buClr>
              <a:buSzPct val="45000"/>
              <a:buFont typeface="Wingdings" charset="2"/>
              <a:buChar char=""/>
              <a:tabLst>
                <a:tab pos="0" algn="l"/>
              </a:tabLst>
            </a:pPr>
            <a:r>
              <a:rPr lang="de-DE" sz="1800" b="1" u="none" strike="noStrike">
                <a:solidFill>
                  <a:schemeClr val="dk1"/>
                </a:solidFill>
                <a:effectLst/>
                <a:uFillTx/>
                <a:latin typeface="SRH Headline"/>
              </a:rPr>
              <a:t>Fifth Outline Level</a:t>
            </a:r>
            <a:endParaRPr lang="de-DE" sz="1800" b="1" u="none" strike="noStrike">
              <a:solidFill>
                <a:schemeClr val="dk1"/>
              </a:solidFill>
              <a:effectLst/>
              <a:uFillTx/>
              <a:latin typeface="SRH Headline"/>
            </a:endParaRPr>
          </a:p>
          <a:p>
            <a:pPr marL="2286000" lvl="5" indent="-216000" algn="l" defTabSz="914400">
              <a:lnSpc>
                <a:spcPct val="110000"/>
              </a:lnSpc>
              <a:spcBef>
                <a:spcPts val="1199"/>
              </a:spcBef>
              <a:buClr>
                <a:srgbClr val="000000"/>
              </a:buClr>
              <a:buSzPct val="45000"/>
              <a:buFont typeface="Wingdings" charset="2"/>
              <a:buChar char=""/>
              <a:tabLst>
                <a:tab pos="0" algn="l"/>
              </a:tabLst>
            </a:pPr>
            <a:r>
              <a:rPr lang="de-DE" sz="1800" b="0" u="none" strike="noStrike">
                <a:solidFill>
                  <a:schemeClr val="dk1"/>
                </a:solidFill>
                <a:effectLst/>
                <a:uFillTx/>
                <a:latin typeface="SRH Headline"/>
              </a:rPr>
              <a:t>Sixth Outline Level</a:t>
            </a:r>
            <a:endParaRPr lang="de-DE" sz="1800" b="0" u="none" strike="noStrike">
              <a:solidFill>
                <a:schemeClr val="dk1"/>
              </a:solidFill>
              <a:effectLst/>
              <a:uFillTx/>
              <a:latin typeface="SRH Headline"/>
            </a:endParaRPr>
          </a:p>
          <a:p>
            <a:pPr marL="2743200" lvl="6" indent="-216000" algn="l" defTabSz="914400">
              <a:lnSpc>
                <a:spcPct val="98000"/>
              </a:lnSpc>
              <a:spcBef>
                <a:spcPts val="1199"/>
              </a:spcBef>
              <a:buClr>
                <a:srgbClr val="000000"/>
              </a:buClr>
              <a:buSzPct val="45000"/>
              <a:buFont typeface="Wingdings" charset="2"/>
              <a:buChar char=""/>
              <a:tabLst>
                <a:tab pos="0" algn="l"/>
              </a:tabLst>
            </a:pPr>
            <a:r>
              <a:rPr lang="de-DE" sz="1800" b="1" u="none" strike="noStrike">
                <a:solidFill>
                  <a:schemeClr val="accent1"/>
                </a:solidFill>
                <a:effectLst/>
                <a:uFillTx/>
                <a:latin typeface="SRH Headline"/>
              </a:rPr>
              <a:t>Seventh Outline Level</a:t>
            </a:r>
            <a:endParaRPr lang="de-DE" sz="1800" b="1" u="none" strike="noStrike">
              <a:solidFill>
                <a:schemeClr val="accent1"/>
              </a:solidFill>
              <a:effectLst/>
              <a:uFillTx/>
              <a:latin typeface="SRH Headline"/>
            </a:endParaRPr>
          </a:p>
        </p:txBody>
      </p:sp>
      <p:sp>
        <p:nvSpPr>
          <p:cNvPr id="126" name="Zeichen" hidden="1"/>
          <p:cNvSpPr/>
          <p:nvPr/>
        </p:nvSpPr>
        <p:spPr>
          <a:xfrm>
            <a:off x="8202960" y="2802240"/>
            <a:ext cx="3987360" cy="4053960"/>
          </a:xfrm>
          <a:custGeom>
            <a:avLst/>
            <a:gdLst>
              <a:gd name="textAreaLeft" fmla="*/ 0 w 3987360"/>
              <a:gd name="textAreaRight" fmla="*/ 1436065200 w 3987360"/>
              <a:gd name="textAreaTop" fmla="*/ 0 h 4053960"/>
              <a:gd name="textAreaBottom" fmla="*/ 1460068200 h 4053960"/>
            </a:gdLst>
            <a:ahLst/>
            <a:cxnLst/>
            <a:rect l="textAreaLeft" t="textAreaTop" r="textAreaRight" b="textAreaBottom"/>
            <a:pathLst>
              <a:path w="3989070" h="4055745">
                <a:moveTo>
                  <a:pt x="3989070" y="0"/>
                </a:moveTo>
                <a:lnTo>
                  <a:pt x="3989070" y="2389210"/>
                </a:lnTo>
                <a:lnTo>
                  <a:pt x="3858387" y="2411148"/>
                </a:lnTo>
                <a:cubicBezTo>
                  <a:pt x="2993291" y="2575305"/>
                  <a:pt x="2647844" y="3036008"/>
                  <a:pt x="2529189" y="3871779"/>
                </a:cubicBezTo>
                <a:lnTo>
                  <a:pt x="2507884" y="4055745"/>
                </a:lnTo>
                <a:lnTo>
                  <a:pt x="0" y="4055745"/>
                </a:lnTo>
                <a:lnTo>
                  <a:pt x="22941" y="3788838"/>
                </a:lnTo>
                <a:cubicBezTo>
                  <a:pt x="290726" y="1521853"/>
                  <a:pt x="1510279" y="126892"/>
                  <a:pt x="3884935" y="4661"/>
                </a:cubicBezTo>
                <a:cubicBezTo>
                  <a:pt x="3906842" y="3232"/>
                  <a:pt x="3931308" y="1982"/>
                  <a:pt x="3957741" y="932"/>
                </a:cubicBezTo>
                <a:close/>
              </a:path>
            </a:pathLst>
          </a:custGeom>
          <a:solidFill>
            <a:srgbClr val="EEEDEC"/>
          </a:solidFill>
          <a:ln w="0">
            <a:noFill/>
          </a:ln>
        </p:spPr>
        <p:style>
          <a:lnRef idx="0"/>
          <a:fillRef idx="0"/>
          <a:effectRef idx="0"/>
          <a:fontRef idx="minor"/>
        </p:style>
        <p:txBody>
          <a:bodyPr numCol="1" spcCol="216000" lIns="0" tIns="2802240" rIns="3987720" bIns="6858000" anchor="ctr">
            <a:noAutofit/>
          </a:bodyPr>
          <a:p>
            <a:endParaRPr lang="de-DE" sz="1800" b="0" u="none" strike="noStrike">
              <a:solidFill>
                <a:schemeClr val="dk1"/>
              </a:solidFill>
              <a:effectLst/>
              <a:uFillTx/>
              <a:latin typeface="SRH"/>
            </a:endParaRPr>
          </a:p>
        </p:txBody>
      </p:sp>
      <p:sp>
        <p:nvSpPr>
          <p:cNvPr id="127" name="PlaceHolder 2"/>
          <p:cNvSpPr>
            <a:spLocks noGrp="1"/>
          </p:cNvSpPr>
          <p:nvPr>
            <p:ph type="title"/>
          </p:nvPr>
        </p:nvSpPr>
        <p:spPr>
          <a:xfrm>
            <a:off x="360000" y="358920"/>
            <a:ext cx="5365800" cy="833400"/>
          </a:xfrm>
          <a:prstGeom prst="rect">
            <a:avLst/>
          </a:prstGeom>
          <a:noFill/>
          <a:ln w="0">
            <a:noFill/>
          </a:ln>
        </p:spPr>
        <p:txBody>
          <a:bodyPr numCol="1" spcCol="216000" lIns="0" tIns="0" rIns="0" bIns="0" anchor="b">
            <a:noAutofit/>
          </a:bodyPr>
          <a:lstStyle>
            <a:lvl1pPr indent="0" algn="l" defTabSz="914400">
              <a:lnSpc>
                <a:spcPct val="100000"/>
              </a:lnSpc>
              <a:buNone/>
              <a:tabLst>
                <a:tab pos="0" algn="l"/>
              </a:tabLst>
              <a:defRPr lang="de-DE" sz="3000" b="1" u="none" strike="noStrike">
                <a:solidFill>
                  <a:schemeClr val="dk1"/>
                </a:solidFill>
                <a:effectLst/>
                <a:uFillTx/>
                <a:latin typeface="SRH Headline"/>
                <a:ea typeface="SRH Headline"/>
              </a:defRPr>
            </a:lvl1pPr>
          </a:lstStyle>
          <a:p>
            <a:pPr indent="0" algn="l" defTabSz="914400">
              <a:lnSpc>
                <a:spcPct val="100000"/>
              </a:lnSpc>
              <a:buNone/>
              <a:tabLst>
                <a:tab pos="0" algn="l"/>
              </a:tabLst>
            </a:pPr>
            <a:r>
              <a:rPr lang="de-DE" sz="3000" b="1" u="none" strike="noStrike">
                <a:solidFill>
                  <a:schemeClr val="dk1"/>
                </a:solidFill>
                <a:effectLst/>
                <a:uFillTx/>
                <a:latin typeface="SRH Headline"/>
                <a:ea typeface="SRH Headline"/>
              </a:rPr>
              <a:t>Mastertitelformat bearbeiten</a:t>
            </a:r>
            <a:endParaRPr lang="de-DE" sz="3000" b="1" u="none" strike="noStrike">
              <a:solidFill>
                <a:schemeClr val="dk1"/>
              </a:solidFill>
              <a:effectLst/>
              <a:uFillTx/>
              <a:latin typeface="SRH Headline"/>
            </a:endParaRPr>
          </a:p>
        </p:txBody>
      </p:sp>
      <p:sp>
        <p:nvSpPr>
          <p:cNvPr id="128" name="PlaceHolder 3"/>
          <p:cNvSpPr>
            <a:spLocks noGrp="1"/>
          </p:cNvSpPr>
          <p:nvPr>
            <p:ph type="body"/>
          </p:nvPr>
        </p:nvSpPr>
        <p:spPr>
          <a:xfrm>
            <a:off x="367560" y="1728000"/>
            <a:ext cx="5365800" cy="4228560"/>
          </a:xfrm>
          <a:prstGeom prst="rect">
            <a:avLst/>
          </a:prstGeom>
          <a:noFill/>
          <a:ln w="0">
            <a:noFill/>
          </a:ln>
        </p:spPr>
        <p:txBody>
          <a:bodyPr numCol="1" spcCol="216000" lIns="0" tIns="0" rIns="0" bIns="0" anchor="t">
            <a:noAutofit/>
          </a:bodyPr>
          <a:lstStyle>
            <a:lvl1pPr indent="0" algn="l" defTabSz="914400">
              <a:lnSpc>
                <a:spcPct val="110000"/>
              </a:lnSpc>
              <a:spcBef>
                <a:spcPts val="1199"/>
              </a:spcBef>
              <a:buNone/>
              <a:tabLst>
                <a:tab pos="0" algn="l"/>
              </a:tabLst>
              <a:defRPr lang="de-DE" sz="1800" b="0" u="none" strike="noStrike">
                <a:solidFill>
                  <a:schemeClr val="dk1"/>
                </a:solidFill>
                <a:effectLst/>
                <a:uFillTx/>
                <a:latin typeface="SRH Text"/>
                <a:ea typeface="SRH Text"/>
              </a:defRPr>
            </a:lvl1pPr>
            <a:lvl2pPr lvl="1" algn="l" defTabSz="914400">
              <a:lnSpc>
                <a:spcPct val="110000"/>
              </a:lnSpc>
              <a:spcBef>
                <a:spcPts val="1199"/>
              </a:spcBef>
              <a:buClr>
                <a:srgbClr val="DF4807"/>
              </a:buClr>
              <a:buFont typeface="SRH"/>
              <a:buChar char="—"/>
              <a:tabLst>
                <a:tab pos="0" algn="l"/>
              </a:tabLst>
              <a:defRPr lang="de-DE" sz="1800" b="0" u="none" strike="noStrike">
                <a:solidFill>
                  <a:schemeClr val="dk1"/>
                </a:solidFill>
                <a:effectLst/>
                <a:uFillTx/>
                <a:latin typeface="SRH Text"/>
                <a:ea typeface="SRH Text"/>
              </a:defRPr>
            </a:lvl2pPr>
            <a:lvl3pPr lvl="2" algn="l" defTabSz="914400">
              <a:lnSpc>
                <a:spcPct val="110000"/>
              </a:lnSpc>
              <a:buClr>
                <a:srgbClr val="DF4807"/>
              </a:buClr>
              <a:buFont typeface="SRH"/>
              <a:buChar char="—"/>
              <a:tabLst>
                <a:tab pos="0" algn="l"/>
              </a:tabLst>
              <a:defRPr lang="de-DE" sz="1600" b="0" u="none" strike="noStrike">
                <a:solidFill>
                  <a:schemeClr val="dk1"/>
                </a:solidFill>
                <a:effectLst/>
                <a:uFillTx/>
                <a:latin typeface="SRH Text"/>
                <a:ea typeface="SRH Text"/>
              </a:defRPr>
            </a:lvl3pPr>
            <a:lvl4pPr indent="0" algn="l" defTabSz="914400">
              <a:lnSpc>
                <a:spcPct val="110000"/>
              </a:lnSpc>
              <a:spcBef>
                <a:spcPts val="2401"/>
              </a:spcBef>
              <a:buNone/>
              <a:tabLst>
                <a:tab pos="0" algn="l"/>
              </a:tabLst>
              <a:defRPr lang="de-DE" sz="2000" b="1" u="none" strike="noStrike">
                <a:solidFill>
                  <a:schemeClr val="accent1"/>
                </a:solidFill>
                <a:effectLst/>
                <a:uFillTx/>
                <a:latin typeface="SRH Text"/>
                <a:ea typeface="SRH Text"/>
              </a:defRPr>
            </a:lvl4pPr>
            <a:lvl5pPr indent="0" algn="l" defTabSz="914400">
              <a:lnSpc>
                <a:spcPct val="110000"/>
              </a:lnSpc>
              <a:spcBef>
                <a:spcPts val="1199"/>
              </a:spcBef>
              <a:buNone/>
              <a:tabLst>
                <a:tab pos="0" algn="l"/>
              </a:tabLst>
              <a:defRPr lang="de-DE" sz="2000" b="1" u="none" strike="noStrike">
                <a:solidFill>
                  <a:schemeClr val="dk1"/>
                </a:solidFill>
                <a:effectLst/>
                <a:uFillTx/>
                <a:latin typeface="SRH Headline"/>
                <a:ea typeface="SRH Headline"/>
              </a:defRPr>
            </a:lvl5pPr>
          </a:lstStyle>
          <a:p>
            <a:pPr indent="0" algn="l" defTabSz="914400">
              <a:lnSpc>
                <a:spcPct val="110000"/>
              </a:lnSpc>
              <a:spcBef>
                <a:spcPts val="1199"/>
              </a:spcBef>
              <a:buNone/>
              <a:tabLst>
                <a:tab pos="0" algn="l"/>
              </a:tabLst>
            </a:pPr>
            <a:r>
              <a:rPr lang="de-DE" sz="1800" b="0" u="none" strike="noStrike">
                <a:solidFill>
                  <a:schemeClr val="dk1"/>
                </a:solidFill>
                <a:effectLst/>
                <a:uFillTx/>
                <a:latin typeface="SRH Text"/>
                <a:ea typeface="SRH Text"/>
              </a:rPr>
              <a:t>Mastertextformat bearbeiten</a:t>
            </a:r>
            <a:endParaRPr lang="de-DE" sz="1800" b="0" u="none" strike="noStrike">
              <a:solidFill>
                <a:schemeClr val="dk1"/>
              </a:solidFill>
              <a:effectLst/>
              <a:uFillTx/>
              <a:latin typeface="SRH Text"/>
            </a:endParaRPr>
          </a:p>
          <a:p>
            <a:pPr marL="360000" lvl="1" indent="-360000" algn="l" defTabSz="914400">
              <a:lnSpc>
                <a:spcPct val="110000"/>
              </a:lnSpc>
              <a:spcBef>
                <a:spcPts val="1199"/>
              </a:spcBef>
              <a:buClr>
                <a:srgbClr val="DF4807"/>
              </a:buClr>
              <a:buFont typeface="SRH"/>
              <a:buChar char="—"/>
              <a:tabLst>
                <a:tab pos="0" algn="l"/>
              </a:tabLst>
            </a:pPr>
            <a:r>
              <a:rPr lang="de-DE" sz="1800" b="0" u="none" strike="noStrike">
                <a:solidFill>
                  <a:schemeClr val="dk1"/>
                </a:solidFill>
                <a:effectLst/>
                <a:uFillTx/>
                <a:latin typeface="SRH Text"/>
                <a:ea typeface="SRH Text"/>
              </a:rPr>
              <a:t>Zweite Ebene</a:t>
            </a:r>
            <a:endParaRPr lang="de-DE" sz="1800" b="0" u="none" strike="noStrike">
              <a:solidFill>
                <a:schemeClr val="dk1"/>
              </a:solidFill>
              <a:effectLst/>
              <a:uFillTx/>
              <a:latin typeface="SRH Text"/>
            </a:endParaRPr>
          </a:p>
          <a:p>
            <a:pPr marL="720000" lvl="2" indent="-360000" algn="l" defTabSz="914400">
              <a:lnSpc>
                <a:spcPct val="110000"/>
              </a:lnSpc>
              <a:buClr>
                <a:srgbClr val="DF4807"/>
              </a:buClr>
              <a:buFont typeface="SRH"/>
              <a:buChar char="—"/>
              <a:tabLst>
                <a:tab pos="0" algn="l"/>
              </a:tabLst>
            </a:pPr>
            <a:r>
              <a:rPr lang="de-DE" sz="1600" b="0" u="none" strike="noStrike">
                <a:solidFill>
                  <a:schemeClr val="dk1"/>
                </a:solidFill>
                <a:effectLst/>
                <a:uFillTx/>
                <a:latin typeface="SRH Text"/>
                <a:ea typeface="SRH Text"/>
              </a:rPr>
              <a:t>Dritte Ebene</a:t>
            </a:r>
            <a:endParaRPr lang="de-DE" sz="1600" b="0" u="none" strike="noStrike">
              <a:solidFill>
                <a:schemeClr val="dk1"/>
              </a:solidFill>
              <a:effectLst/>
              <a:uFillTx/>
              <a:latin typeface="SRH Text"/>
            </a:endParaRPr>
          </a:p>
          <a:p>
            <a:pPr indent="0" algn="l" defTabSz="914400">
              <a:lnSpc>
                <a:spcPct val="110000"/>
              </a:lnSpc>
              <a:spcBef>
                <a:spcPts val="2401"/>
              </a:spcBef>
              <a:buNone/>
              <a:tabLst>
                <a:tab pos="0" algn="l"/>
              </a:tabLst>
            </a:pPr>
            <a:r>
              <a:rPr lang="de-DE" sz="2000" b="1" u="none" strike="noStrike">
                <a:solidFill>
                  <a:schemeClr val="accent1"/>
                </a:solidFill>
                <a:effectLst/>
                <a:uFillTx/>
                <a:latin typeface="SRH Text"/>
                <a:ea typeface="SRH Text"/>
              </a:rPr>
              <a:t>Vierte Ebene</a:t>
            </a:r>
            <a:endParaRPr lang="de-DE" sz="2000" b="0" u="none" strike="noStrike">
              <a:solidFill>
                <a:schemeClr val="dk1"/>
              </a:solidFill>
              <a:effectLst/>
              <a:uFillTx/>
              <a:latin typeface="SRH Text"/>
            </a:endParaRPr>
          </a:p>
          <a:p>
            <a:pPr indent="0" algn="l" defTabSz="914400">
              <a:lnSpc>
                <a:spcPct val="110000"/>
              </a:lnSpc>
              <a:spcBef>
                <a:spcPts val="1199"/>
              </a:spcBef>
              <a:buNone/>
              <a:tabLst>
                <a:tab pos="0" algn="l"/>
              </a:tabLst>
            </a:pPr>
            <a:r>
              <a:rPr lang="de-DE" sz="2000" b="1" u="none" strike="noStrike">
                <a:solidFill>
                  <a:schemeClr val="dk1"/>
                </a:solidFill>
                <a:effectLst/>
                <a:uFillTx/>
                <a:latin typeface="SRH Headline"/>
                <a:ea typeface="SRH Headline"/>
              </a:rPr>
              <a:t>Fünfte Ebene</a:t>
            </a:r>
            <a:endParaRPr lang="de-DE" sz="2000" b="0" u="none" strike="noStrike">
              <a:solidFill>
                <a:schemeClr val="dk1"/>
              </a:solidFill>
              <a:effectLst/>
              <a:uFillTx/>
              <a:latin typeface="SRH Text"/>
            </a:endParaRPr>
          </a:p>
        </p:txBody>
      </p:sp>
      <p:sp>
        <p:nvSpPr>
          <p:cNvPr id="129" name="PlaceHolder 4"/>
          <p:cNvSpPr>
            <a:spLocks noGrp="1"/>
          </p:cNvSpPr>
          <p:nvPr>
            <p:ph type="dt" idx="37"/>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en-CA" sz="900" b="1" u="none" strike="noStrike">
                <a:solidFill>
                  <a:srgbClr val="6D7373"/>
                </a:solidFill>
                <a:effectLst/>
                <a:uFillTx/>
                <a:latin typeface="SRH Text"/>
                <a:ea typeface="SRH"/>
              </a:rPr>
              <a:t>&lt;date/time&gt;</a:t>
            </a:r>
            <a:endParaRPr lang="en-US" sz="900" b="0" u="none" strike="noStrike">
              <a:solidFill>
                <a:srgbClr val="000000"/>
              </a:solidFill>
              <a:effectLst/>
              <a:uFillTx/>
              <a:latin typeface="Times New Roman"/>
            </a:endParaRPr>
          </a:p>
        </p:txBody>
      </p:sp>
      <p:sp>
        <p:nvSpPr>
          <p:cNvPr id="130" name="PlaceHolder 5"/>
          <p:cNvSpPr>
            <a:spLocks noGrp="1"/>
          </p:cNvSpPr>
          <p:nvPr>
            <p:ph type="ftr" idx="38"/>
          </p:nvPr>
        </p:nvSpPr>
        <p:spPr>
          <a:xfrm>
            <a:off x="1319400" y="6356520"/>
            <a:ext cx="441396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&lt;footer&gt;</a:t>
            </a:r>
            <a:endParaRPr lang="en-US" sz="900" b="0" u="none" strike="noStrike">
              <a:solidFill>
                <a:srgbClr val="000000"/>
              </a:solidFill>
              <a:effectLst/>
              <a:uFillTx/>
              <a:latin typeface="Times New Roman"/>
            </a:endParaRPr>
          </a:p>
        </p:txBody>
      </p:sp>
      <p:sp>
        <p:nvSpPr>
          <p:cNvPr id="131" name="PlaceHolder 6"/>
          <p:cNvSpPr>
            <a:spLocks noGrp="1"/>
          </p:cNvSpPr>
          <p:nvPr>
            <p:ph type="sldNum" idx="39"/>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F7A1C307-5F07-4E46-BFA3-FFA072123EA5}"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
        <p:nvSpPr>
          <p:cNvPr id="132" name="PlaceHolder 7"/>
          <p:cNvSpPr>
            <a:spLocks noGrp="1"/>
          </p:cNvSpPr>
          <p:nvPr>
            <p:ph type="body"/>
          </p:nvPr>
        </p:nvSpPr>
        <p:spPr>
          <a:xfrm>
            <a:off x="10877400" y="358920"/>
            <a:ext cx="948960" cy="735480"/>
          </a:xfrm>
          <a:prstGeom prst="rect">
            <a:avLst/>
          </a:prstGeom>
          <a:blipFill rotWithShape="0">
            <a:blip r:embed="rId2">
              <a:extLst>
                <a:ext uri="{96DAC541-7B7A-43D3-8B79-37D633B846F1}">
                  <asvg:svgBlip xmlns:asvg="http://schemas.microsoft.com/office/drawing/2016/SVG/main" r:embed="rId3"/>
                </a:ext>
              </a:extLst>
            </a:blip>
            <a:stretch/>
          </a:blipFill>
          <a:ln w="0">
            <a:noFill/>
          </a:ln>
        </p:spPr>
        <p:txBody>
          <a:bodyPr numCol="1" spcCol="216000" lIns="0" tIns="0" rIns="0" bIns="0" anchor="ctr">
            <a:noAutofit/>
          </a:bodyPr>
          <a:lstStyle>
            <a:lvl1pPr indent="0" algn="l" defTabSz="914400">
              <a:lnSpc>
                <a:spcPct val="110000"/>
              </a:lnSpc>
              <a:spcBef>
                <a:spcPts val="1199"/>
              </a:spcBef>
              <a:buNone/>
              <a:tabLst>
                <a:tab pos="0" algn="l"/>
              </a:tabLst>
              <a:defRPr lang="de-DE" sz="100" b="0" u="none" strike="noStrike">
                <a:solidFill>
                  <a:schemeClr val="dk1"/>
                </a:solidFill>
                <a:effectLst/>
                <a:uFillTx/>
                <a:latin typeface="SRH Text"/>
              </a:defRPr>
            </a:lvl1pPr>
            <a:lvl2pPr lvl="1" algn="l" defTabSz="914400">
              <a:lnSpc>
                <a:spcPct val="110000"/>
              </a:lnSpc>
              <a:spcBef>
                <a:spcPts val="1199"/>
              </a:spcBef>
              <a:buClr>
                <a:srgbClr val="000000"/>
              </a:buClr>
              <a:buSzPct val="75000"/>
              <a:buFont typeface="Symbol" charset="2"/>
              <a:buChar char=""/>
              <a:tabLst>
                <a:tab pos="0" algn="l"/>
              </a:tabLst>
              <a:defRPr lang="de-DE" sz="100" b="0" u="none" strike="noStrike">
                <a:solidFill>
                  <a:schemeClr val="dk1"/>
                </a:solidFill>
                <a:effectLst/>
                <a:uFillTx/>
                <a:latin typeface="SRH Text"/>
              </a:defRPr>
            </a:lvl2pPr>
            <a:lvl3pPr lvl="2" algn="l" defTabSz="914400">
              <a:lnSpc>
                <a:spcPct val="110000"/>
              </a:lnSpc>
              <a:buClr>
                <a:srgbClr val="000000"/>
              </a:buClr>
              <a:buSzPct val="45000"/>
              <a:buFont typeface="Wingdings" charset="2"/>
              <a:buChar char=""/>
              <a:tabLst>
                <a:tab pos="0" algn="l"/>
              </a:tabLst>
              <a:defRPr lang="de-DE" sz="100" b="0" u="none" strike="noStrike">
                <a:solidFill>
                  <a:schemeClr val="dk1"/>
                </a:solidFill>
                <a:effectLst/>
                <a:uFillTx/>
                <a:latin typeface="SRH Text"/>
              </a:defRPr>
            </a:lvl3pPr>
            <a:lvl4pPr lvl="3" algn="l" defTabSz="914400">
              <a:lnSpc>
                <a:spcPct val="110000"/>
              </a:lnSpc>
              <a:spcBef>
                <a:spcPts val="2401"/>
              </a:spcBef>
              <a:buClr>
                <a:srgbClr val="000000"/>
              </a:buClr>
              <a:buSzPct val="75000"/>
              <a:buFont typeface="Symbol" charset="2"/>
              <a:buChar char=""/>
              <a:tabLst>
                <a:tab pos="0" algn="l"/>
              </a:tabLst>
              <a:defRPr lang="de-DE" sz="100" b="1" u="none" strike="noStrike">
                <a:solidFill>
                  <a:schemeClr val="accent1"/>
                </a:solidFill>
                <a:effectLst/>
                <a:uFillTx/>
                <a:latin typeface="SRH Text"/>
              </a:defRPr>
            </a:lvl4pPr>
            <a:lvl5pPr lvl="4" algn="l" defTabSz="914400">
              <a:lnSpc>
                <a:spcPct val="110000"/>
              </a:lnSpc>
              <a:spcBef>
                <a:spcPts val="1199"/>
              </a:spcBef>
              <a:buClr>
                <a:srgbClr val="000000"/>
              </a:buClr>
              <a:buSzPct val="45000"/>
              <a:buFont typeface="Wingdings" charset="2"/>
              <a:buChar char=""/>
              <a:tabLst>
                <a:tab pos="0" algn="l"/>
              </a:tabLst>
              <a:defRPr lang="de-DE" sz="100" b="1" u="none" strike="noStrike">
                <a:solidFill>
                  <a:schemeClr val="dk1"/>
                </a:solidFill>
                <a:effectLst/>
                <a:uFillTx/>
                <a:latin typeface="SRH Headline"/>
              </a:defRPr>
            </a:lvl5pPr>
            <a:lvl6pPr lvl="5" algn="l" defTabSz="914400">
              <a:lnSpc>
                <a:spcPct val="110000"/>
              </a:lnSpc>
              <a:spcBef>
                <a:spcPts val="1199"/>
              </a:spcBef>
              <a:buClr>
                <a:srgbClr val="000000"/>
              </a:buClr>
              <a:buSzPct val="45000"/>
              <a:buFont typeface="Wingdings" charset="2"/>
              <a:buChar char=""/>
              <a:tabLst>
                <a:tab pos="0" algn="l"/>
              </a:tabLst>
              <a:defRPr lang="de-DE" sz="100" b="0" u="none" strike="noStrike">
                <a:solidFill>
                  <a:schemeClr val="dk1"/>
                </a:solidFill>
                <a:effectLst/>
                <a:uFillTx/>
                <a:latin typeface="SRH Headline"/>
              </a:defRPr>
            </a:lvl6pPr>
            <a:lvl7pPr lvl="6" algn="l" defTabSz="914400">
              <a:lnSpc>
                <a:spcPct val="98000"/>
              </a:lnSpc>
              <a:spcBef>
                <a:spcPts val="1199"/>
              </a:spcBef>
              <a:buClr>
                <a:srgbClr val="000000"/>
              </a:buClr>
              <a:buSzPct val="45000"/>
              <a:buFont typeface="Wingdings" charset="2"/>
              <a:buChar char=""/>
              <a:tabLst>
                <a:tab pos="0" algn="l"/>
              </a:tabLst>
              <a:defRPr lang="de-DE" sz="100" b="1" u="none" strike="noStrike">
                <a:solidFill>
                  <a:schemeClr val="accent1"/>
                </a:solidFill>
                <a:effectLst/>
                <a:uFillTx/>
                <a:latin typeface="SRH Headline"/>
              </a:defRPr>
            </a:lvl7pPr>
          </a:lstStyle>
          <a:p>
            <a:pPr indent="0" algn="l" defTabSz="914400">
              <a:lnSpc>
                <a:spcPct val="110000"/>
              </a:lnSpc>
              <a:spcBef>
                <a:spcPts val="1199"/>
              </a:spcBef>
              <a:buNone/>
              <a:tabLst>
                <a:tab pos="0" algn="l"/>
              </a:tabLst>
            </a:pPr>
            <a:r>
              <a:rPr lang="de-DE" sz="100" b="0" u="none" strike="noStrike">
                <a:solidFill>
                  <a:schemeClr val="dk1"/>
                </a:solidFill>
                <a:effectLst/>
                <a:uFillTx/>
                <a:latin typeface="SRH Text"/>
              </a:rPr>
              <a:t>Click to edit the outline text format</a:t>
            </a:r>
            <a:endParaRPr lang="de-DE" sz="100" b="0" u="none" strike="noStrike">
              <a:solidFill>
                <a:schemeClr val="dk1"/>
              </a:solidFill>
              <a:effectLst/>
              <a:uFillTx/>
              <a:latin typeface="SRH Text"/>
            </a:endParaRPr>
          </a:p>
          <a:p>
            <a:pPr marL="457200" lvl="1" indent="-324000" algn="l" defTabSz="914400">
              <a:lnSpc>
                <a:spcPct val="110000"/>
              </a:lnSpc>
              <a:spcBef>
                <a:spcPts val="1199"/>
              </a:spcBef>
              <a:buClr>
                <a:srgbClr val="000000"/>
              </a:buClr>
              <a:buSzPct val="75000"/>
              <a:buFont typeface="Symbol" charset="2"/>
              <a:buChar char=""/>
              <a:tabLst>
                <a:tab pos="0" algn="l"/>
              </a:tabLst>
            </a:pPr>
            <a:r>
              <a:rPr lang="de-DE" sz="100" b="0" u="none" strike="noStrike">
                <a:solidFill>
                  <a:schemeClr val="dk1"/>
                </a:solidFill>
                <a:effectLst/>
                <a:uFillTx/>
                <a:latin typeface="SRH Text"/>
              </a:rPr>
              <a:t>Second Outline Level</a:t>
            </a:r>
            <a:endParaRPr lang="de-DE" sz="100" b="0" u="none" strike="noStrike">
              <a:solidFill>
                <a:schemeClr val="dk1"/>
              </a:solidFill>
              <a:effectLst/>
              <a:uFillTx/>
              <a:latin typeface="SRH Text"/>
            </a:endParaRPr>
          </a:p>
          <a:p>
            <a:pPr marL="914400" lvl="2" indent="-288000" algn="l" defTabSz="914400">
              <a:lnSpc>
                <a:spcPct val="110000"/>
              </a:lnSpc>
              <a:buClr>
                <a:srgbClr val="000000"/>
              </a:buClr>
              <a:buSzPct val="45000"/>
              <a:buFont typeface="Wingdings" charset="2"/>
              <a:buChar char=""/>
              <a:tabLst>
                <a:tab pos="0" algn="l"/>
              </a:tabLst>
            </a:pPr>
            <a:r>
              <a:rPr lang="de-DE" sz="100" b="0" u="none" strike="noStrike">
                <a:solidFill>
                  <a:schemeClr val="dk1"/>
                </a:solidFill>
                <a:effectLst/>
                <a:uFillTx/>
                <a:latin typeface="SRH Text"/>
              </a:rPr>
              <a:t>Third Outline Level</a:t>
            </a:r>
            <a:endParaRPr lang="de-DE" sz="100" b="0" u="none" strike="noStrike">
              <a:solidFill>
                <a:schemeClr val="dk1"/>
              </a:solidFill>
              <a:effectLst/>
              <a:uFillTx/>
              <a:latin typeface="SRH Text"/>
            </a:endParaRPr>
          </a:p>
          <a:p>
            <a:pPr marL="1371600" lvl="3" indent="-216000" algn="l" defTabSz="914400">
              <a:lnSpc>
                <a:spcPct val="110000"/>
              </a:lnSpc>
              <a:spcBef>
                <a:spcPts val="2401"/>
              </a:spcBef>
              <a:buClr>
                <a:srgbClr val="000000"/>
              </a:buClr>
              <a:buSzPct val="75000"/>
              <a:buFont typeface="Symbol" charset="2"/>
              <a:buChar char=""/>
              <a:tabLst>
                <a:tab pos="0" algn="l"/>
              </a:tabLst>
            </a:pPr>
            <a:r>
              <a:rPr lang="de-DE" sz="100" b="1" u="none" strike="noStrike">
                <a:solidFill>
                  <a:schemeClr val="accent1"/>
                </a:solidFill>
                <a:effectLst/>
                <a:uFillTx/>
                <a:latin typeface="SRH Text"/>
              </a:rPr>
              <a:t>Fourth Outline Level</a:t>
            </a:r>
            <a:endParaRPr lang="de-DE" sz="100" b="1" u="none" strike="noStrike">
              <a:solidFill>
                <a:schemeClr val="accent1"/>
              </a:solidFill>
              <a:effectLst/>
              <a:uFillTx/>
              <a:latin typeface="SRH Text"/>
            </a:endParaRPr>
          </a:p>
          <a:p>
            <a:pPr marL="1828800" lvl="4" indent="-216000" algn="l" defTabSz="914400">
              <a:lnSpc>
                <a:spcPct val="110000"/>
              </a:lnSpc>
              <a:spcBef>
                <a:spcPts val="1199"/>
              </a:spcBef>
              <a:buClr>
                <a:srgbClr val="000000"/>
              </a:buClr>
              <a:buSzPct val="45000"/>
              <a:buFont typeface="Wingdings" charset="2"/>
              <a:buChar char=""/>
              <a:tabLst>
                <a:tab pos="0" algn="l"/>
              </a:tabLst>
            </a:pPr>
            <a:r>
              <a:rPr lang="de-DE" sz="100" b="1" u="none" strike="noStrike">
                <a:solidFill>
                  <a:schemeClr val="dk1"/>
                </a:solidFill>
                <a:effectLst/>
                <a:uFillTx/>
                <a:latin typeface="SRH Headline"/>
              </a:rPr>
              <a:t>Fifth Outline Level</a:t>
            </a:r>
            <a:endParaRPr lang="de-DE" sz="100" b="1" u="none" strike="noStrike">
              <a:solidFill>
                <a:schemeClr val="dk1"/>
              </a:solidFill>
              <a:effectLst/>
              <a:uFillTx/>
              <a:latin typeface="SRH Headline"/>
            </a:endParaRPr>
          </a:p>
          <a:p>
            <a:pPr marL="2286000" lvl="5" indent="-216000" algn="l" defTabSz="914400">
              <a:lnSpc>
                <a:spcPct val="110000"/>
              </a:lnSpc>
              <a:spcBef>
                <a:spcPts val="1199"/>
              </a:spcBef>
              <a:buClr>
                <a:srgbClr val="000000"/>
              </a:buClr>
              <a:buSzPct val="45000"/>
              <a:buFont typeface="Wingdings" charset="2"/>
              <a:buChar char=""/>
              <a:tabLst>
                <a:tab pos="0" algn="l"/>
              </a:tabLst>
            </a:pPr>
            <a:r>
              <a:rPr lang="de-DE" sz="100" b="0" u="none" strike="noStrike">
                <a:solidFill>
                  <a:schemeClr val="dk1"/>
                </a:solidFill>
                <a:effectLst/>
                <a:uFillTx/>
                <a:latin typeface="SRH Headline"/>
              </a:rPr>
              <a:t>Sixth Outline Level</a:t>
            </a:r>
            <a:endParaRPr lang="de-DE" sz="100" b="0" u="none" strike="noStrike">
              <a:solidFill>
                <a:schemeClr val="dk1"/>
              </a:solidFill>
              <a:effectLst/>
              <a:uFillTx/>
              <a:latin typeface="SRH Headline"/>
            </a:endParaRPr>
          </a:p>
          <a:p>
            <a:pPr marL="2743200" lvl="6" indent="-216000" algn="l" defTabSz="914400">
              <a:lnSpc>
                <a:spcPct val="98000"/>
              </a:lnSpc>
              <a:spcBef>
                <a:spcPts val="1199"/>
              </a:spcBef>
              <a:buClr>
                <a:srgbClr val="000000"/>
              </a:buClr>
              <a:buSzPct val="45000"/>
              <a:buFont typeface="Wingdings" charset="2"/>
              <a:buChar char=""/>
              <a:tabLst>
                <a:tab pos="0" algn="l"/>
              </a:tabLst>
            </a:pPr>
            <a:r>
              <a:rPr lang="de-DE" sz="100" b="1" u="none" strike="noStrike">
                <a:solidFill>
                  <a:schemeClr val="accent1"/>
                </a:solidFill>
                <a:effectLst/>
                <a:uFillTx/>
                <a:latin typeface="SRH Headline"/>
              </a:rPr>
              <a:t>Seventh Outline Level</a:t>
            </a:r>
            <a:endParaRPr lang="de-DE" sz="100" b="1" u="none" strike="noStrike">
              <a:solidFill>
                <a:schemeClr val="accent1"/>
              </a:solidFill>
              <a:effectLst/>
              <a:uFillTx/>
              <a:latin typeface="SRH Headline"/>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abelle auf weiss">
    <p:bg>
      <p:bgPr>
        <a:solidFill>
          <a:schemeClr val="lt1"/>
        </a:solidFill>
      </p:bgPr>
    </p:bg>
    <p:spTree>
      <p:nvGrpSpPr>
        <p:cNvPr id="1" name=""/>
        <p:cNvGrpSpPr/>
        <p:nvPr/>
      </p:nvGrpSpPr>
      <p:grpSpPr>
        <a:xfrm>
          <a:off x="0" y="0"/>
          <a:ext cx="0" cy="0"/>
          <a:chOff x="0" y="0"/>
          <a:chExt cx="0" cy="0"/>
        </a:xfrm>
      </p:grpSpPr>
      <p:sp>
        <p:nvSpPr>
          <p:cNvPr id="133" name="Freihandform: Form 11"/>
          <p:cNvSpPr/>
          <p:nvPr/>
        </p:nvSpPr>
        <p:spPr>
          <a:xfrm>
            <a:off x="10878840" y="361440"/>
            <a:ext cx="946080" cy="731520"/>
          </a:xfrm>
          <a:custGeom>
            <a:avLst/>
            <a:gdLst>
              <a:gd name="textAreaLeft" fmla="*/ 0 w 946080"/>
              <a:gd name="textAreaRight" fmla="*/ 341299800 w 946080"/>
              <a:gd name="textAreaTop" fmla="*/ 0 h 731520"/>
              <a:gd name="textAreaBottom" fmla="*/ 264033000 h 731520"/>
            </a:gdLst>
            <a:ahLst/>
            <a:cxnLst/>
            <a:rect l="textAreaLeft" t="textAreaTop" r="textAreaRight" b="textAreaBottom"/>
            <a:pathLst>
              <a:path w="948055" h="733425">
                <a:moveTo>
                  <a:pt x="619721" y="598726"/>
                </a:moveTo>
                <a:lnTo>
                  <a:pt x="708150" y="598726"/>
                </a:lnTo>
                <a:lnTo>
                  <a:pt x="708150" y="174"/>
                </a:lnTo>
                <a:lnTo>
                  <a:pt x="619721" y="174"/>
                </a:lnTo>
                <a:lnTo>
                  <a:pt x="619721" y="598726"/>
                </a:lnTo>
                <a:close/>
                <a:moveTo>
                  <a:pt x="811583" y="196858"/>
                </a:moveTo>
                <a:cubicBezTo>
                  <a:pt x="794961" y="196049"/>
                  <a:pt x="774271" y="196858"/>
                  <a:pt x="753582" y="199293"/>
                </a:cubicBezTo>
                <a:lnTo>
                  <a:pt x="753582" y="281173"/>
                </a:lnTo>
                <a:cubicBezTo>
                  <a:pt x="831456" y="281173"/>
                  <a:pt x="859851" y="292576"/>
                  <a:pt x="859851" y="364713"/>
                </a:cubicBezTo>
                <a:lnTo>
                  <a:pt x="859851" y="598726"/>
                </a:lnTo>
                <a:lnTo>
                  <a:pt x="948279" y="598726"/>
                </a:lnTo>
                <a:lnTo>
                  <a:pt x="948279" y="353792"/>
                </a:lnTo>
                <a:cubicBezTo>
                  <a:pt x="948279" y="263364"/>
                  <a:pt x="896768" y="200102"/>
                  <a:pt x="811583" y="196858"/>
                </a:cubicBezTo>
                <a:close/>
                <a:moveTo>
                  <a:pt x="208715" y="199693"/>
                </a:moveTo>
                <a:cubicBezTo>
                  <a:pt x="114600" y="204562"/>
                  <a:pt x="72827" y="267010"/>
                  <a:pt x="72827" y="366365"/>
                </a:cubicBezTo>
                <a:lnTo>
                  <a:pt x="72827" y="566720"/>
                </a:lnTo>
                <a:cubicBezTo>
                  <a:pt x="72827" y="625122"/>
                  <a:pt x="61054" y="650267"/>
                  <a:pt x="224" y="651483"/>
                </a:cubicBezTo>
                <a:lnTo>
                  <a:pt x="224" y="732542"/>
                </a:lnTo>
                <a:cubicBezTo>
                  <a:pt x="7522" y="733765"/>
                  <a:pt x="19282" y="733765"/>
                  <a:pt x="25368" y="733352"/>
                </a:cubicBezTo>
                <a:cubicBezTo>
                  <a:pt x="119871" y="727681"/>
                  <a:pt x="161249" y="664825"/>
                  <a:pt x="161249" y="566687"/>
                </a:cubicBezTo>
                <a:lnTo>
                  <a:pt x="161249" y="366332"/>
                </a:lnTo>
                <a:cubicBezTo>
                  <a:pt x="161249" y="307529"/>
                  <a:pt x="172206" y="282792"/>
                  <a:pt x="233451" y="281582"/>
                </a:cubicBezTo>
                <a:lnTo>
                  <a:pt x="233451" y="200102"/>
                </a:lnTo>
                <a:cubicBezTo>
                  <a:pt x="226555" y="199293"/>
                  <a:pt x="214795" y="199293"/>
                  <a:pt x="208715" y="199693"/>
                </a:cubicBezTo>
                <a:close/>
                <a:moveTo>
                  <a:pt x="480068" y="199693"/>
                </a:moveTo>
                <a:cubicBezTo>
                  <a:pt x="386368" y="204562"/>
                  <a:pt x="344181" y="267417"/>
                  <a:pt x="344181" y="366365"/>
                </a:cubicBezTo>
                <a:lnTo>
                  <a:pt x="344181" y="598726"/>
                </a:lnTo>
                <a:lnTo>
                  <a:pt x="432603" y="598726"/>
                </a:lnTo>
                <a:lnTo>
                  <a:pt x="432603" y="366332"/>
                </a:lnTo>
                <a:cubicBezTo>
                  <a:pt x="432603" y="307930"/>
                  <a:pt x="444375" y="282792"/>
                  <a:pt x="505212" y="281582"/>
                </a:cubicBezTo>
                <a:lnTo>
                  <a:pt x="505212" y="200102"/>
                </a:lnTo>
                <a:cubicBezTo>
                  <a:pt x="497907" y="199293"/>
                  <a:pt x="486148" y="199293"/>
                  <a:pt x="480068" y="199693"/>
                </a:cubicBezTo>
                <a:close/>
              </a:path>
            </a:pathLst>
          </a:custGeom>
          <a:solidFill>
            <a:schemeClr val="accent1"/>
          </a:solidFill>
          <a:ln w="0">
            <a:noFill/>
          </a:ln>
        </p:spPr>
        <p:style>
          <a:lnRef idx="0"/>
          <a:fillRef idx="0"/>
          <a:effectRef idx="0"/>
          <a:fontRef idx="minor"/>
        </p:style>
        <p:txBody>
          <a:bodyPr numCol="1" spcCol="216000" lIns="0" tIns="361440" rIns="946440" bIns="1094760" anchor="ctr">
            <a:noAutofit/>
          </a:bodyPr>
          <a:p>
            <a:endParaRPr lang="de-DE" sz="1800" b="0" u="none" strike="noStrike">
              <a:solidFill>
                <a:schemeClr val="dk1"/>
              </a:solidFill>
              <a:effectLst/>
              <a:uFillTx/>
              <a:latin typeface="SRH"/>
            </a:endParaRPr>
          </a:p>
        </p:txBody>
      </p:sp>
      <p:sp>
        <p:nvSpPr>
          <p:cNvPr id="134" name="PlaceHolder 1"/>
          <p:cNvSpPr>
            <a:spLocks noGrp="1"/>
          </p:cNvSpPr>
          <p:nvPr>
            <p:ph type="title"/>
          </p:nvPr>
        </p:nvSpPr>
        <p:spPr>
          <a:xfrm>
            <a:off x="360000" y="358920"/>
            <a:ext cx="9155520" cy="833400"/>
          </a:xfrm>
          <a:prstGeom prst="rect">
            <a:avLst/>
          </a:prstGeom>
          <a:noFill/>
          <a:ln w="0">
            <a:noFill/>
          </a:ln>
        </p:spPr>
        <p:txBody>
          <a:bodyPr numCol="1" spcCol="216000" lIns="0" tIns="0" rIns="0" bIns="0" anchor="b">
            <a:noAutofit/>
          </a:bodyPr>
          <a:lstStyle>
            <a:lvl1pPr indent="0" algn="l" defTabSz="914400">
              <a:lnSpc>
                <a:spcPct val="100000"/>
              </a:lnSpc>
              <a:buNone/>
              <a:tabLst>
                <a:tab pos="0" algn="l"/>
              </a:tabLst>
              <a:defRPr lang="de-DE" sz="3000" b="1" u="none" strike="noStrike">
                <a:solidFill>
                  <a:schemeClr val="dk1"/>
                </a:solidFill>
                <a:effectLst/>
                <a:uFillTx/>
                <a:latin typeface="SRH Headline"/>
                <a:ea typeface="SRH Headline"/>
              </a:defRPr>
            </a:lvl1pPr>
          </a:lstStyle>
          <a:p>
            <a:pPr indent="0" algn="l" defTabSz="914400">
              <a:lnSpc>
                <a:spcPct val="100000"/>
              </a:lnSpc>
              <a:buNone/>
              <a:tabLst>
                <a:tab pos="0" algn="l"/>
              </a:tabLst>
            </a:pPr>
            <a:r>
              <a:rPr lang="de-DE" sz="3000" b="1" u="none" strike="noStrike">
                <a:solidFill>
                  <a:schemeClr val="dk1"/>
                </a:solidFill>
                <a:effectLst/>
                <a:uFillTx/>
                <a:latin typeface="SRH Headline"/>
                <a:ea typeface="SRH Headline"/>
              </a:rPr>
              <a:t>Mastertitelformat bearbeiten</a:t>
            </a:r>
            <a:endParaRPr lang="de-DE" sz="3000" b="1" u="none" strike="noStrike">
              <a:solidFill>
                <a:schemeClr val="dk1"/>
              </a:solidFill>
              <a:effectLst/>
              <a:uFillTx/>
              <a:latin typeface="SRH Headline"/>
            </a:endParaRPr>
          </a:p>
        </p:txBody>
      </p:sp>
      <p:sp>
        <p:nvSpPr>
          <p:cNvPr id="135" name="PlaceHolder 2"/>
          <p:cNvSpPr>
            <a:spLocks noGrp="1"/>
          </p:cNvSpPr>
          <p:nvPr>
            <p:ph type="body"/>
          </p:nvPr>
        </p:nvSpPr>
        <p:spPr>
          <a:xfrm>
            <a:off x="360000" y="2873880"/>
            <a:ext cx="9156960" cy="2324160"/>
          </a:xfrm>
          <a:prstGeom prst="rect">
            <a:avLst/>
          </a:prstGeom>
          <a:noFill/>
          <a:ln w="0">
            <a:noFill/>
          </a:ln>
        </p:spPr>
        <p:txBody>
          <a:bodyPr numCol="1" spcCol="216000" lIns="0" tIns="0" rIns="0" bIns="0" anchor="ctr">
            <a:noAutofit/>
          </a:bodyPr>
          <a:lstStyle>
            <a:lvl1pPr indent="0" algn="l" defTabSz="914400">
              <a:lnSpc>
                <a:spcPct val="110000"/>
              </a:lnSpc>
              <a:buNone/>
              <a:tabLst>
                <a:tab pos="0" algn="l"/>
              </a:tabLst>
              <a:defRPr lang="de-DE" sz="1800" b="0" u="none" strike="noStrike">
                <a:solidFill>
                  <a:schemeClr val="dk1"/>
                </a:solidFill>
                <a:effectLst/>
                <a:uFillTx/>
                <a:latin typeface="SRH Text"/>
              </a:defRPr>
            </a:lvl1pPr>
            <a:lvl2pPr lvl="1" algn="l" defTabSz="914400">
              <a:lnSpc>
                <a:spcPct val="110000"/>
              </a:lnSpc>
              <a:spcBef>
                <a:spcPts val="1199"/>
              </a:spcBef>
              <a:buClr>
                <a:srgbClr val="000000"/>
              </a:buClr>
              <a:buSzPct val="75000"/>
              <a:buFont typeface="Symbol" charset="2"/>
              <a:buChar char=""/>
              <a:tabLst>
                <a:tab pos="0" algn="l"/>
              </a:tabLst>
              <a:defRPr lang="de-DE" sz="1800" b="0" u="none" strike="noStrike">
                <a:solidFill>
                  <a:schemeClr val="dk1"/>
                </a:solidFill>
                <a:effectLst/>
                <a:uFillTx/>
                <a:latin typeface="SRH Text"/>
              </a:defRPr>
            </a:lvl2pPr>
            <a:lvl3pPr lvl="2" algn="l" defTabSz="914400">
              <a:lnSpc>
                <a:spcPct val="110000"/>
              </a:lnSpc>
              <a:buClr>
                <a:srgbClr val="000000"/>
              </a:buClr>
              <a:buSzPct val="45000"/>
              <a:buFont typeface="Wingdings" charset="2"/>
              <a:buChar char=""/>
              <a:tabLst>
                <a:tab pos="0" algn="l"/>
              </a:tabLst>
              <a:defRPr lang="de-DE" sz="1800" b="0" u="none" strike="noStrike">
                <a:solidFill>
                  <a:schemeClr val="dk1"/>
                </a:solidFill>
                <a:effectLst/>
                <a:uFillTx/>
                <a:latin typeface="SRH Text"/>
              </a:defRPr>
            </a:lvl3pPr>
            <a:lvl4pPr lvl="3" algn="l" defTabSz="914400">
              <a:lnSpc>
                <a:spcPct val="110000"/>
              </a:lnSpc>
              <a:spcBef>
                <a:spcPts val="2401"/>
              </a:spcBef>
              <a:buClr>
                <a:srgbClr val="000000"/>
              </a:buClr>
              <a:buSzPct val="75000"/>
              <a:buFont typeface="Symbol" charset="2"/>
              <a:buChar char=""/>
              <a:tabLst>
                <a:tab pos="0" algn="l"/>
              </a:tabLst>
              <a:defRPr lang="de-DE" sz="1800" b="1" u="none" strike="noStrike">
                <a:solidFill>
                  <a:schemeClr val="accent1"/>
                </a:solidFill>
                <a:effectLst/>
                <a:uFillTx/>
                <a:latin typeface="SRH Text"/>
              </a:defRPr>
            </a:lvl4pPr>
            <a:lvl5pPr lvl="4" algn="l" defTabSz="914400">
              <a:lnSpc>
                <a:spcPct val="110000"/>
              </a:lnSpc>
              <a:spcBef>
                <a:spcPts val="1199"/>
              </a:spcBef>
              <a:buClr>
                <a:srgbClr val="000000"/>
              </a:buClr>
              <a:buSzPct val="45000"/>
              <a:buFont typeface="Wingdings" charset="2"/>
              <a:buChar char=""/>
              <a:tabLst>
                <a:tab pos="0" algn="l"/>
              </a:tabLst>
              <a:defRPr lang="de-DE" sz="1800" b="1" u="none" strike="noStrike">
                <a:solidFill>
                  <a:schemeClr val="dk1"/>
                </a:solidFill>
                <a:effectLst/>
                <a:uFillTx/>
                <a:latin typeface="SRH Headline"/>
              </a:defRPr>
            </a:lvl5pPr>
            <a:lvl6pPr lvl="5" algn="l" defTabSz="914400">
              <a:lnSpc>
                <a:spcPct val="110000"/>
              </a:lnSpc>
              <a:spcBef>
                <a:spcPts val="1199"/>
              </a:spcBef>
              <a:buClr>
                <a:srgbClr val="000000"/>
              </a:buClr>
              <a:buSzPct val="45000"/>
              <a:buFont typeface="Wingdings" charset="2"/>
              <a:buChar char=""/>
              <a:tabLst>
                <a:tab pos="0" algn="l"/>
              </a:tabLst>
              <a:defRPr lang="de-DE" sz="1800" b="0" u="none" strike="noStrike">
                <a:solidFill>
                  <a:schemeClr val="dk1"/>
                </a:solidFill>
                <a:effectLst/>
                <a:uFillTx/>
                <a:latin typeface="SRH Headline"/>
              </a:defRPr>
            </a:lvl6pPr>
            <a:lvl7pPr lvl="6" algn="l" defTabSz="914400">
              <a:lnSpc>
                <a:spcPct val="98000"/>
              </a:lnSpc>
              <a:spcBef>
                <a:spcPts val="1199"/>
              </a:spcBef>
              <a:buClr>
                <a:srgbClr val="000000"/>
              </a:buClr>
              <a:buSzPct val="45000"/>
              <a:buFont typeface="Wingdings" charset="2"/>
              <a:buChar char=""/>
              <a:tabLst>
                <a:tab pos="0" algn="l"/>
              </a:tabLst>
              <a:defRPr lang="de-DE" sz="1800" b="1" u="none" strike="noStrike">
                <a:solidFill>
                  <a:schemeClr val="accent1"/>
                </a:solidFill>
                <a:effectLst/>
                <a:uFillTx/>
                <a:latin typeface="SRH Headline"/>
              </a:defRPr>
            </a:lvl7pPr>
          </a:lstStyle>
          <a:p>
            <a:pPr indent="0" algn="l" defTabSz="914400">
              <a:lnSpc>
                <a:spcPct val="110000"/>
              </a:lnSpc>
              <a:buNone/>
              <a:tabLst>
                <a:tab pos="0" algn="l"/>
              </a:tabLst>
            </a:pPr>
            <a:r>
              <a:rPr lang="de-DE" sz="1800" b="0" u="none" strike="noStrike">
                <a:solidFill>
                  <a:schemeClr val="dk1"/>
                </a:solidFill>
                <a:effectLst/>
                <a:uFillTx/>
                <a:latin typeface="SRH Text"/>
              </a:rPr>
              <a:t>Click to edit the outline text format</a:t>
            </a:r>
            <a:endParaRPr lang="de-DE" sz="1800" b="0" u="none" strike="noStrike">
              <a:solidFill>
                <a:schemeClr val="dk1"/>
              </a:solidFill>
              <a:effectLst/>
              <a:uFillTx/>
              <a:latin typeface="SRH Text"/>
            </a:endParaRPr>
          </a:p>
          <a:p>
            <a:pPr marL="457200" lvl="1" indent="-324000" algn="l" defTabSz="914400">
              <a:lnSpc>
                <a:spcPct val="110000"/>
              </a:lnSpc>
              <a:spcBef>
                <a:spcPts val="1199"/>
              </a:spcBef>
              <a:buClr>
                <a:srgbClr val="000000"/>
              </a:buClr>
              <a:buSzPct val="75000"/>
              <a:buFont typeface="Symbol" charset="2"/>
              <a:buChar char=""/>
              <a:tabLst>
                <a:tab pos="0" algn="l"/>
              </a:tabLst>
            </a:pPr>
            <a:r>
              <a:rPr lang="de-DE" sz="1800" b="0" u="none" strike="noStrike">
                <a:solidFill>
                  <a:schemeClr val="dk1"/>
                </a:solidFill>
                <a:effectLst/>
                <a:uFillTx/>
                <a:latin typeface="SRH Text"/>
              </a:rPr>
              <a:t>Second Outline Level</a:t>
            </a:r>
            <a:endParaRPr lang="de-DE" sz="1800" b="0" u="none" strike="noStrike">
              <a:solidFill>
                <a:schemeClr val="dk1"/>
              </a:solidFill>
              <a:effectLst/>
              <a:uFillTx/>
              <a:latin typeface="SRH Text"/>
            </a:endParaRPr>
          </a:p>
          <a:p>
            <a:pPr marL="914400" lvl="2" indent="-288000" algn="l" defTabSz="914400">
              <a:lnSpc>
                <a:spcPct val="110000"/>
              </a:lnSpc>
              <a:buClr>
                <a:srgbClr val="000000"/>
              </a:buClr>
              <a:buSzPct val="45000"/>
              <a:buFont typeface="Wingdings" charset="2"/>
              <a:buChar char=""/>
              <a:tabLst>
                <a:tab pos="0" algn="l"/>
              </a:tabLst>
            </a:pPr>
            <a:r>
              <a:rPr lang="de-DE" sz="1800" b="0" u="none" strike="noStrike">
                <a:solidFill>
                  <a:schemeClr val="dk1"/>
                </a:solidFill>
                <a:effectLst/>
                <a:uFillTx/>
                <a:latin typeface="SRH Text"/>
              </a:rPr>
              <a:t>Third Outline Level</a:t>
            </a:r>
            <a:endParaRPr lang="de-DE" sz="1800" b="0" u="none" strike="noStrike">
              <a:solidFill>
                <a:schemeClr val="dk1"/>
              </a:solidFill>
              <a:effectLst/>
              <a:uFillTx/>
              <a:latin typeface="SRH Text"/>
            </a:endParaRPr>
          </a:p>
          <a:p>
            <a:pPr marL="1371600" lvl="3" indent="-216000" algn="l" defTabSz="914400">
              <a:lnSpc>
                <a:spcPct val="110000"/>
              </a:lnSpc>
              <a:spcBef>
                <a:spcPts val="2401"/>
              </a:spcBef>
              <a:buClr>
                <a:srgbClr val="000000"/>
              </a:buClr>
              <a:buSzPct val="75000"/>
              <a:buFont typeface="Symbol" charset="2"/>
              <a:buChar char=""/>
              <a:tabLst>
                <a:tab pos="0" algn="l"/>
              </a:tabLst>
            </a:pPr>
            <a:r>
              <a:rPr lang="de-DE" sz="1800" b="1" u="none" strike="noStrike">
                <a:solidFill>
                  <a:schemeClr val="accent1"/>
                </a:solidFill>
                <a:effectLst/>
                <a:uFillTx/>
                <a:latin typeface="SRH Text"/>
              </a:rPr>
              <a:t>Fourth Outline Level</a:t>
            </a:r>
            <a:endParaRPr lang="de-DE" sz="1800" b="1" u="none" strike="noStrike">
              <a:solidFill>
                <a:schemeClr val="accent1"/>
              </a:solidFill>
              <a:effectLst/>
              <a:uFillTx/>
              <a:latin typeface="SRH Text"/>
            </a:endParaRPr>
          </a:p>
          <a:p>
            <a:pPr marL="1828800" lvl="4" indent="-216000" algn="l" defTabSz="914400">
              <a:lnSpc>
                <a:spcPct val="110000"/>
              </a:lnSpc>
              <a:spcBef>
                <a:spcPts val="1199"/>
              </a:spcBef>
              <a:buClr>
                <a:srgbClr val="000000"/>
              </a:buClr>
              <a:buSzPct val="45000"/>
              <a:buFont typeface="Wingdings" charset="2"/>
              <a:buChar char=""/>
              <a:tabLst>
                <a:tab pos="0" algn="l"/>
              </a:tabLst>
            </a:pPr>
            <a:r>
              <a:rPr lang="de-DE" sz="1800" b="1" u="none" strike="noStrike">
                <a:solidFill>
                  <a:schemeClr val="dk1"/>
                </a:solidFill>
                <a:effectLst/>
                <a:uFillTx/>
                <a:latin typeface="SRH Headline"/>
              </a:rPr>
              <a:t>Fifth Outline Level</a:t>
            </a:r>
            <a:endParaRPr lang="de-DE" sz="1800" b="1" u="none" strike="noStrike">
              <a:solidFill>
                <a:schemeClr val="dk1"/>
              </a:solidFill>
              <a:effectLst/>
              <a:uFillTx/>
              <a:latin typeface="SRH Headline"/>
            </a:endParaRPr>
          </a:p>
          <a:p>
            <a:pPr marL="2286000" lvl="5" indent="-216000" algn="l" defTabSz="914400">
              <a:lnSpc>
                <a:spcPct val="110000"/>
              </a:lnSpc>
              <a:spcBef>
                <a:spcPts val="1199"/>
              </a:spcBef>
              <a:buClr>
                <a:srgbClr val="000000"/>
              </a:buClr>
              <a:buSzPct val="45000"/>
              <a:buFont typeface="Wingdings" charset="2"/>
              <a:buChar char=""/>
              <a:tabLst>
                <a:tab pos="0" algn="l"/>
              </a:tabLst>
            </a:pPr>
            <a:r>
              <a:rPr lang="de-DE" sz="1800" b="0" u="none" strike="noStrike">
                <a:solidFill>
                  <a:schemeClr val="dk1"/>
                </a:solidFill>
                <a:effectLst/>
                <a:uFillTx/>
                <a:latin typeface="SRH Headline"/>
              </a:rPr>
              <a:t>Sixth Outline Level</a:t>
            </a:r>
            <a:endParaRPr lang="de-DE" sz="1800" b="0" u="none" strike="noStrike">
              <a:solidFill>
                <a:schemeClr val="dk1"/>
              </a:solidFill>
              <a:effectLst/>
              <a:uFillTx/>
              <a:latin typeface="SRH Headline"/>
            </a:endParaRPr>
          </a:p>
          <a:p>
            <a:pPr marL="2743200" lvl="6" indent="-216000" algn="l" defTabSz="914400">
              <a:lnSpc>
                <a:spcPct val="98000"/>
              </a:lnSpc>
              <a:spcBef>
                <a:spcPts val="1199"/>
              </a:spcBef>
              <a:buClr>
                <a:srgbClr val="000000"/>
              </a:buClr>
              <a:buSzPct val="45000"/>
              <a:buFont typeface="Wingdings" charset="2"/>
              <a:buChar char=""/>
              <a:tabLst>
                <a:tab pos="0" algn="l"/>
              </a:tabLst>
            </a:pPr>
            <a:r>
              <a:rPr lang="de-DE" sz="1800" b="1" u="none" strike="noStrike">
                <a:solidFill>
                  <a:schemeClr val="accent1"/>
                </a:solidFill>
                <a:effectLst/>
                <a:uFillTx/>
                <a:latin typeface="SRH Headline"/>
              </a:rPr>
              <a:t>Seventh Outline Level</a:t>
            </a:r>
            <a:endParaRPr lang="de-DE" sz="1800" b="1" u="none" strike="noStrike">
              <a:solidFill>
                <a:schemeClr val="accent1"/>
              </a:solidFill>
              <a:effectLst/>
              <a:uFillTx/>
              <a:latin typeface="SRH Headline"/>
            </a:endParaRPr>
          </a:p>
        </p:txBody>
      </p:sp>
      <p:sp>
        <p:nvSpPr>
          <p:cNvPr id="136" name="PlaceHolder 3"/>
          <p:cNvSpPr>
            <a:spLocks noGrp="1"/>
          </p:cNvSpPr>
          <p:nvPr>
            <p:ph type="dt" idx="40"/>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en-CA" sz="900" b="1" u="none" strike="noStrike">
                <a:solidFill>
                  <a:srgbClr val="6D7373"/>
                </a:solidFill>
                <a:effectLst/>
                <a:uFillTx/>
                <a:latin typeface="SRH Text"/>
                <a:ea typeface="SRH"/>
              </a:rPr>
              <a:t>&lt;date/time&gt;</a:t>
            </a:r>
            <a:endParaRPr lang="en-US" sz="900" b="0" u="none" strike="noStrike">
              <a:solidFill>
                <a:srgbClr val="000000"/>
              </a:solidFill>
              <a:effectLst/>
              <a:uFillTx/>
              <a:latin typeface="Times New Roman"/>
            </a:endParaRPr>
          </a:p>
        </p:txBody>
      </p:sp>
      <p:sp>
        <p:nvSpPr>
          <p:cNvPr id="137" name="PlaceHolder 4"/>
          <p:cNvSpPr>
            <a:spLocks noGrp="1"/>
          </p:cNvSpPr>
          <p:nvPr>
            <p:ph type="ftr" idx="41"/>
          </p:nvPr>
        </p:nvSpPr>
        <p:spPr>
          <a:xfrm>
            <a:off x="1319400" y="635652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&lt;footer&gt;</a:t>
            </a:r>
            <a:endParaRPr lang="en-US" sz="900" b="0" u="none" strike="noStrike">
              <a:solidFill>
                <a:srgbClr val="000000"/>
              </a:solidFill>
              <a:effectLst/>
              <a:uFillTx/>
              <a:latin typeface="Times New Roman"/>
            </a:endParaRPr>
          </a:p>
        </p:txBody>
      </p:sp>
      <p:sp>
        <p:nvSpPr>
          <p:cNvPr id="138" name="PlaceHolder 5"/>
          <p:cNvSpPr>
            <a:spLocks noGrp="1"/>
          </p:cNvSpPr>
          <p:nvPr>
            <p:ph type="sldNum" idx="42"/>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DAB04766-A4D0-493D-A0EF-D0B6430A74B0}"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
        <p:nvSpPr>
          <p:cNvPr id="139" name="PlaceHolder 6"/>
          <p:cNvSpPr>
            <a:spLocks noGrp="1"/>
          </p:cNvSpPr>
          <p:nvPr>
            <p:ph type="body"/>
          </p:nvPr>
        </p:nvSpPr>
        <p:spPr>
          <a:xfrm>
            <a:off x="360000" y="1728000"/>
            <a:ext cx="9156960" cy="779400"/>
          </a:xfrm>
          <a:prstGeom prst="rect">
            <a:avLst/>
          </a:prstGeom>
          <a:noFill/>
          <a:ln w="0">
            <a:noFill/>
          </a:ln>
        </p:spPr>
        <p:txBody>
          <a:bodyPr numCol="1" spcCol="216000" lIns="0" tIns="0" rIns="0" bIns="0" anchor="ctr">
            <a:noAutofit/>
          </a:bodyPr>
          <a:lstStyle>
            <a:lvl1pPr indent="0" algn="l" defTabSz="914400">
              <a:lnSpc>
                <a:spcPct val="110000"/>
              </a:lnSpc>
              <a:buNone/>
              <a:tabLst>
                <a:tab pos="0" algn="l"/>
              </a:tabLst>
              <a:defRPr lang="de-DE" sz="1800" b="0" u="none" strike="noStrike">
                <a:solidFill>
                  <a:schemeClr val="dk1"/>
                </a:solidFill>
                <a:effectLst/>
                <a:uFillTx/>
                <a:latin typeface="SRH Text"/>
              </a:defRPr>
            </a:lvl1pPr>
            <a:lvl2pPr lvl="1" algn="l" defTabSz="914400">
              <a:lnSpc>
                <a:spcPct val="110000"/>
              </a:lnSpc>
              <a:spcBef>
                <a:spcPts val="1199"/>
              </a:spcBef>
              <a:buClr>
                <a:srgbClr val="000000"/>
              </a:buClr>
              <a:buSzPct val="75000"/>
              <a:buFont typeface="Symbol" charset="2"/>
              <a:buChar char=""/>
              <a:tabLst>
                <a:tab pos="0" algn="l"/>
              </a:tabLst>
              <a:defRPr lang="de-DE" sz="1800" b="0" u="none" strike="noStrike">
                <a:solidFill>
                  <a:schemeClr val="dk1"/>
                </a:solidFill>
                <a:effectLst/>
                <a:uFillTx/>
                <a:latin typeface="SRH Text"/>
              </a:defRPr>
            </a:lvl2pPr>
            <a:lvl3pPr lvl="2" algn="l" defTabSz="914400">
              <a:lnSpc>
                <a:spcPct val="110000"/>
              </a:lnSpc>
              <a:buClr>
                <a:srgbClr val="000000"/>
              </a:buClr>
              <a:buSzPct val="45000"/>
              <a:buFont typeface="Wingdings" charset="2"/>
              <a:buChar char=""/>
              <a:tabLst>
                <a:tab pos="0" algn="l"/>
              </a:tabLst>
              <a:defRPr lang="de-DE" sz="1800" b="0" u="none" strike="noStrike">
                <a:solidFill>
                  <a:schemeClr val="dk1"/>
                </a:solidFill>
                <a:effectLst/>
                <a:uFillTx/>
                <a:latin typeface="SRH Text"/>
              </a:defRPr>
            </a:lvl3pPr>
            <a:lvl4pPr lvl="3" algn="l" defTabSz="914400">
              <a:lnSpc>
                <a:spcPct val="110000"/>
              </a:lnSpc>
              <a:spcBef>
                <a:spcPts val="2401"/>
              </a:spcBef>
              <a:buClr>
                <a:srgbClr val="000000"/>
              </a:buClr>
              <a:buSzPct val="75000"/>
              <a:buFont typeface="Symbol" charset="2"/>
              <a:buChar char=""/>
              <a:tabLst>
                <a:tab pos="0" algn="l"/>
              </a:tabLst>
              <a:defRPr lang="de-DE" sz="1800" b="1" u="none" strike="noStrike">
                <a:solidFill>
                  <a:schemeClr val="accent1"/>
                </a:solidFill>
                <a:effectLst/>
                <a:uFillTx/>
                <a:latin typeface="SRH Text"/>
              </a:defRPr>
            </a:lvl4pPr>
            <a:lvl5pPr lvl="4" algn="l" defTabSz="914400">
              <a:lnSpc>
                <a:spcPct val="110000"/>
              </a:lnSpc>
              <a:spcBef>
                <a:spcPts val="1199"/>
              </a:spcBef>
              <a:buClr>
                <a:srgbClr val="000000"/>
              </a:buClr>
              <a:buSzPct val="45000"/>
              <a:buFont typeface="Wingdings" charset="2"/>
              <a:buChar char=""/>
              <a:tabLst>
                <a:tab pos="0" algn="l"/>
              </a:tabLst>
              <a:defRPr lang="de-DE" sz="1800" b="1" u="none" strike="noStrike">
                <a:solidFill>
                  <a:schemeClr val="dk1"/>
                </a:solidFill>
                <a:effectLst/>
                <a:uFillTx/>
                <a:latin typeface="SRH Headline"/>
              </a:defRPr>
            </a:lvl5pPr>
            <a:lvl6pPr lvl="5" algn="l" defTabSz="914400">
              <a:lnSpc>
                <a:spcPct val="110000"/>
              </a:lnSpc>
              <a:spcBef>
                <a:spcPts val="1199"/>
              </a:spcBef>
              <a:buClr>
                <a:srgbClr val="000000"/>
              </a:buClr>
              <a:buSzPct val="45000"/>
              <a:buFont typeface="Wingdings" charset="2"/>
              <a:buChar char=""/>
              <a:tabLst>
                <a:tab pos="0" algn="l"/>
              </a:tabLst>
              <a:defRPr lang="de-DE" sz="1800" b="0" u="none" strike="noStrike">
                <a:solidFill>
                  <a:schemeClr val="dk1"/>
                </a:solidFill>
                <a:effectLst/>
                <a:uFillTx/>
                <a:latin typeface="SRH Headline"/>
              </a:defRPr>
            </a:lvl6pPr>
            <a:lvl7pPr lvl="6" algn="l" defTabSz="914400">
              <a:lnSpc>
                <a:spcPct val="98000"/>
              </a:lnSpc>
              <a:spcBef>
                <a:spcPts val="1199"/>
              </a:spcBef>
              <a:buClr>
                <a:srgbClr val="000000"/>
              </a:buClr>
              <a:buSzPct val="45000"/>
              <a:buFont typeface="Wingdings" charset="2"/>
              <a:buChar char=""/>
              <a:tabLst>
                <a:tab pos="0" algn="l"/>
              </a:tabLst>
              <a:defRPr lang="de-DE" sz="1800" b="1" u="none" strike="noStrike">
                <a:solidFill>
                  <a:schemeClr val="accent1"/>
                </a:solidFill>
                <a:effectLst/>
                <a:uFillTx/>
                <a:latin typeface="SRH Headline"/>
              </a:defRPr>
            </a:lvl7pPr>
          </a:lstStyle>
          <a:p>
            <a:pPr indent="0" algn="l" defTabSz="914400">
              <a:lnSpc>
                <a:spcPct val="110000"/>
              </a:lnSpc>
              <a:buNone/>
              <a:tabLst>
                <a:tab pos="0" algn="l"/>
              </a:tabLst>
            </a:pPr>
            <a:r>
              <a:rPr lang="de-DE" sz="1800" b="0" u="none" strike="noStrike">
                <a:solidFill>
                  <a:schemeClr val="dk1"/>
                </a:solidFill>
                <a:effectLst/>
                <a:uFillTx/>
                <a:latin typeface="SRH Text"/>
              </a:rPr>
              <a:t>Click to edit the outline text format</a:t>
            </a:r>
            <a:endParaRPr lang="de-DE" sz="1800" b="0" u="none" strike="noStrike">
              <a:solidFill>
                <a:schemeClr val="dk1"/>
              </a:solidFill>
              <a:effectLst/>
              <a:uFillTx/>
              <a:latin typeface="SRH Text"/>
            </a:endParaRPr>
          </a:p>
          <a:p>
            <a:pPr marL="457200" lvl="1" indent="-324000" algn="l" defTabSz="914400">
              <a:lnSpc>
                <a:spcPct val="110000"/>
              </a:lnSpc>
              <a:spcBef>
                <a:spcPts val="1199"/>
              </a:spcBef>
              <a:buClr>
                <a:srgbClr val="000000"/>
              </a:buClr>
              <a:buSzPct val="75000"/>
              <a:buFont typeface="Symbol" charset="2"/>
              <a:buChar char=""/>
              <a:tabLst>
                <a:tab pos="0" algn="l"/>
              </a:tabLst>
            </a:pPr>
            <a:r>
              <a:rPr lang="de-DE" sz="1800" b="0" u="none" strike="noStrike">
                <a:solidFill>
                  <a:schemeClr val="dk1"/>
                </a:solidFill>
                <a:effectLst/>
                <a:uFillTx/>
                <a:latin typeface="SRH Text"/>
              </a:rPr>
              <a:t>Second Outline Level</a:t>
            </a:r>
            <a:endParaRPr lang="de-DE" sz="1800" b="0" u="none" strike="noStrike">
              <a:solidFill>
                <a:schemeClr val="dk1"/>
              </a:solidFill>
              <a:effectLst/>
              <a:uFillTx/>
              <a:latin typeface="SRH Text"/>
            </a:endParaRPr>
          </a:p>
          <a:p>
            <a:pPr marL="914400" lvl="2" indent="-288000" algn="l" defTabSz="914400">
              <a:lnSpc>
                <a:spcPct val="110000"/>
              </a:lnSpc>
              <a:buClr>
                <a:srgbClr val="000000"/>
              </a:buClr>
              <a:buSzPct val="45000"/>
              <a:buFont typeface="Wingdings" charset="2"/>
              <a:buChar char=""/>
              <a:tabLst>
                <a:tab pos="0" algn="l"/>
              </a:tabLst>
            </a:pPr>
            <a:r>
              <a:rPr lang="de-DE" sz="1800" b="0" u="none" strike="noStrike">
                <a:solidFill>
                  <a:schemeClr val="dk1"/>
                </a:solidFill>
                <a:effectLst/>
                <a:uFillTx/>
                <a:latin typeface="SRH Text"/>
              </a:rPr>
              <a:t>Third Outline Level</a:t>
            </a:r>
            <a:endParaRPr lang="de-DE" sz="1800" b="0" u="none" strike="noStrike">
              <a:solidFill>
                <a:schemeClr val="dk1"/>
              </a:solidFill>
              <a:effectLst/>
              <a:uFillTx/>
              <a:latin typeface="SRH Text"/>
            </a:endParaRPr>
          </a:p>
          <a:p>
            <a:pPr marL="1371600" lvl="3" indent="-216000" algn="l" defTabSz="914400">
              <a:lnSpc>
                <a:spcPct val="110000"/>
              </a:lnSpc>
              <a:spcBef>
                <a:spcPts val="2401"/>
              </a:spcBef>
              <a:buClr>
                <a:srgbClr val="000000"/>
              </a:buClr>
              <a:buSzPct val="75000"/>
              <a:buFont typeface="Symbol" charset="2"/>
              <a:buChar char=""/>
              <a:tabLst>
                <a:tab pos="0" algn="l"/>
              </a:tabLst>
            </a:pPr>
            <a:r>
              <a:rPr lang="de-DE" sz="1800" b="1" u="none" strike="noStrike">
                <a:solidFill>
                  <a:schemeClr val="accent1"/>
                </a:solidFill>
                <a:effectLst/>
                <a:uFillTx/>
                <a:latin typeface="SRH Text"/>
              </a:rPr>
              <a:t>Fourth Outline Level</a:t>
            </a:r>
            <a:endParaRPr lang="de-DE" sz="1800" b="1" u="none" strike="noStrike">
              <a:solidFill>
                <a:schemeClr val="accent1"/>
              </a:solidFill>
              <a:effectLst/>
              <a:uFillTx/>
              <a:latin typeface="SRH Text"/>
            </a:endParaRPr>
          </a:p>
          <a:p>
            <a:pPr marL="1828800" lvl="4" indent="-216000" algn="l" defTabSz="914400">
              <a:lnSpc>
                <a:spcPct val="110000"/>
              </a:lnSpc>
              <a:spcBef>
                <a:spcPts val="1199"/>
              </a:spcBef>
              <a:buClr>
                <a:srgbClr val="000000"/>
              </a:buClr>
              <a:buSzPct val="45000"/>
              <a:buFont typeface="Wingdings" charset="2"/>
              <a:buChar char=""/>
              <a:tabLst>
                <a:tab pos="0" algn="l"/>
              </a:tabLst>
            </a:pPr>
            <a:r>
              <a:rPr lang="de-DE" sz="1800" b="1" u="none" strike="noStrike">
                <a:solidFill>
                  <a:schemeClr val="dk1"/>
                </a:solidFill>
                <a:effectLst/>
                <a:uFillTx/>
                <a:latin typeface="SRH Headline"/>
              </a:rPr>
              <a:t>Fifth Outline Level</a:t>
            </a:r>
            <a:endParaRPr lang="de-DE" sz="1800" b="1" u="none" strike="noStrike">
              <a:solidFill>
                <a:schemeClr val="dk1"/>
              </a:solidFill>
              <a:effectLst/>
              <a:uFillTx/>
              <a:latin typeface="SRH Headline"/>
            </a:endParaRPr>
          </a:p>
          <a:p>
            <a:pPr marL="2286000" lvl="5" indent="-216000" algn="l" defTabSz="914400">
              <a:lnSpc>
                <a:spcPct val="110000"/>
              </a:lnSpc>
              <a:spcBef>
                <a:spcPts val="1199"/>
              </a:spcBef>
              <a:buClr>
                <a:srgbClr val="000000"/>
              </a:buClr>
              <a:buSzPct val="45000"/>
              <a:buFont typeface="Wingdings" charset="2"/>
              <a:buChar char=""/>
              <a:tabLst>
                <a:tab pos="0" algn="l"/>
              </a:tabLst>
            </a:pPr>
            <a:r>
              <a:rPr lang="de-DE" sz="1800" b="0" u="none" strike="noStrike">
                <a:solidFill>
                  <a:schemeClr val="dk1"/>
                </a:solidFill>
                <a:effectLst/>
                <a:uFillTx/>
                <a:latin typeface="SRH Headline"/>
              </a:rPr>
              <a:t>Sixth Outline Level</a:t>
            </a:r>
            <a:endParaRPr lang="de-DE" sz="1800" b="0" u="none" strike="noStrike">
              <a:solidFill>
                <a:schemeClr val="dk1"/>
              </a:solidFill>
              <a:effectLst/>
              <a:uFillTx/>
              <a:latin typeface="SRH Headline"/>
            </a:endParaRPr>
          </a:p>
          <a:p>
            <a:pPr marL="2743200" lvl="6" indent="-216000" algn="l" defTabSz="914400">
              <a:lnSpc>
                <a:spcPct val="98000"/>
              </a:lnSpc>
              <a:spcBef>
                <a:spcPts val="1199"/>
              </a:spcBef>
              <a:buClr>
                <a:srgbClr val="000000"/>
              </a:buClr>
              <a:buSzPct val="45000"/>
              <a:buFont typeface="Wingdings" charset="2"/>
              <a:buChar char=""/>
              <a:tabLst>
                <a:tab pos="0" algn="l"/>
              </a:tabLst>
            </a:pPr>
            <a:r>
              <a:rPr lang="de-DE" sz="1800" b="1" u="none" strike="noStrike">
                <a:solidFill>
                  <a:schemeClr val="accent1"/>
                </a:solidFill>
                <a:effectLst/>
                <a:uFillTx/>
                <a:latin typeface="SRH Headline"/>
              </a:rPr>
              <a:t>Seventh Outline Level</a:t>
            </a:r>
            <a:endParaRPr lang="de-DE" sz="1800" b="1" u="none" strike="noStrike">
              <a:solidFill>
                <a:schemeClr val="accent1"/>
              </a:solidFill>
              <a:effectLst/>
              <a:uFillTx/>
              <a:latin typeface="SRH Headline"/>
            </a:endParaRPr>
          </a:p>
        </p:txBody>
      </p:sp>
      <p:sp>
        <p:nvSpPr>
          <p:cNvPr id="140" name="PlaceHolder 7"/>
          <p:cNvSpPr>
            <a:spLocks noGrp="1"/>
          </p:cNvSpPr>
          <p:nvPr>
            <p:ph type="body"/>
          </p:nvPr>
        </p:nvSpPr>
        <p:spPr>
          <a:xfrm>
            <a:off x="360000" y="5463720"/>
            <a:ext cx="9156960" cy="492840"/>
          </a:xfrm>
          <a:prstGeom prst="rect">
            <a:avLst/>
          </a:prstGeom>
          <a:noFill/>
          <a:ln w="0">
            <a:noFill/>
          </a:ln>
        </p:spPr>
        <p:txBody>
          <a:bodyPr numCol="1" spcCol="216000" lIns="0" tIns="0" rIns="0" bIns="0" anchor="b">
            <a:noAutofit/>
          </a:bodyPr>
          <a:lstStyle>
            <a:lvl1pPr indent="0" algn="l" defTabSz="914400">
              <a:lnSpc>
                <a:spcPct val="110000"/>
              </a:lnSpc>
              <a:buNone/>
              <a:tabLst>
                <a:tab pos="0" algn="l"/>
              </a:tabLst>
              <a:defRPr lang="de-DE" sz="1200" b="0" u="none" strike="noStrike">
                <a:solidFill>
                  <a:schemeClr val="dk1"/>
                </a:solidFill>
                <a:effectLst/>
                <a:uFillTx/>
                <a:latin typeface="SRH Text"/>
                <a:ea typeface="SRH Text"/>
              </a:defRPr>
            </a:lvl1pPr>
          </a:lstStyle>
          <a:p>
            <a:pPr indent="0" algn="l" defTabSz="914400">
              <a:lnSpc>
                <a:spcPct val="110000"/>
              </a:lnSpc>
              <a:buNone/>
              <a:tabLst>
                <a:tab pos="0" algn="l"/>
              </a:tabLst>
            </a:pPr>
            <a:r>
              <a:rPr lang="de-DE" sz="1200" b="0" u="none" strike="noStrike">
                <a:solidFill>
                  <a:schemeClr val="dk1"/>
                </a:solidFill>
                <a:effectLst/>
                <a:uFillTx/>
                <a:latin typeface="SRH Text"/>
                <a:ea typeface="SRH Text"/>
              </a:rPr>
              <a:t>Mastertextformat bearbeiten</a:t>
            </a:r>
            <a:endParaRPr lang="de-DE" sz="1200" b="0" u="none" strike="noStrike">
              <a:solidFill>
                <a:schemeClr val="dk1"/>
              </a:solidFill>
              <a:effectLst/>
              <a:uFillTx/>
              <a:latin typeface="SRH Text"/>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2/3 Text, 1/3 Bild">
    <p:bg>
      <p:bgPr>
        <a:solidFill>
          <a:schemeClr val="lt1"/>
        </a:solidFill>
      </p:bgPr>
    </p:bg>
    <p:spTree>
      <p:nvGrpSpPr>
        <p:cNvPr id="1" name=""/>
        <p:cNvGrpSpPr/>
        <p:nvPr/>
      </p:nvGrpSpPr>
      <p:grpSpPr>
        <a:xfrm>
          <a:off x="0" y="0"/>
          <a:ext cx="0" cy="0"/>
          <a:chOff x="0" y="0"/>
          <a:chExt cx="0" cy="0"/>
        </a:xfrm>
      </p:grpSpPr>
      <p:sp>
        <p:nvSpPr>
          <p:cNvPr id="141" name="Freihandform: Form 11"/>
          <p:cNvSpPr/>
          <p:nvPr/>
        </p:nvSpPr>
        <p:spPr>
          <a:xfrm>
            <a:off x="10878840" y="361440"/>
            <a:ext cx="946080" cy="731520"/>
          </a:xfrm>
          <a:custGeom>
            <a:avLst/>
            <a:gdLst>
              <a:gd name="textAreaLeft" fmla="*/ 0 w 946080"/>
              <a:gd name="textAreaRight" fmla="*/ 341299800 w 946080"/>
              <a:gd name="textAreaTop" fmla="*/ 0 h 731520"/>
              <a:gd name="textAreaBottom" fmla="*/ 264033000 h 731520"/>
            </a:gdLst>
            <a:ahLst/>
            <a:cxnLst/>
            <a:rect l="textAreaLeft" t="textAreaTop" r="textAreaRight" b="textAreaBottom"/>
            <a:pathLst>
              <a:path w="948055" h="733425">
                <a:moveTo>
                  <a:pt x="619721" y="598726"/>
                </a:moveTo>
                <a:lnTo>
                  <a:pt x="708150" y="598726"/>
                </a:lnTo>
                <a:lnTo>
                  <a:pt x="708150" y="174"/>
                </a:lnTo>
                <a:lnTo>
                  <a:pt x="619721" y="174"/>
                </a:lnTo>
                <a:lnTo>
                  <a:pt x="619721" y="598726"/>
                </a:lnTo>
                <a:close/>
                <a:moveTo>
                  <a:pt x="811583" y="196858"/>
                </a:moveTo>
                <a:cubicBezTo>
                  <a:pt x="794961" y="196049"/>
                  <a:pt x="774271" y="196858"/>
                  <a:pt x="753582" y="199293"/>
                </a:cubicBezTo>
                <a:lnTo>
                  <a:pt x="753582" y="281173"/>
                </a:lnTo>
                <a:cubicBezTo>
                  <a:pt x="831456" y="281173"/>
                  <a:pt x="859851" y="292576"/>
                  <a:pt x="859851" y="364713"/>
                </a:cubicBezTo>
                <a:lnTo>
                  <a:pt x="859851" y="598726"/>
                </a:lnTo>
                <a:lnTo>
                  <a:pt x="948279" y="598726"/>
                </a:lnTo>
                <a:lnTo>
                  <a:pt x="948279" y="353792"/>
                </a:lnTo>
                <a:cubicBezTo>
                  <a:pt x="948279" y="263364"/>
                  <a:pt x="896768" y="200102"/>
                  <a:pt x="811583" y="196858"/>
                </a:cubicBezTo>
                <a:close/>
                <a:moveTo>
                  <a:pt x="208715" y="199693"/>
                </a:moveTo>
                <a:cubicBezTo>
                  <a:pt x="114600" y="204562"/>
                  <a:pt x="72827" y="267010"/>
                  <a:pt x="72827" y="366365"/>
                </a:cubicBezTo>
                <a:lnTo>
                  <a:pt x="72827" y="566720"/>
                </a:lnTo>
                <a:cubicBezTo>
                  <a:pt x="72827" y="625122"/>
                  <a:pt x="61054" y="650267"/>
                  <a:pt x="224" y="651483"/>
                </a:cubicBezTo>
                <a:lnTo>
                  <a:pt x="224" y="732542"/>
                </a:lnTo>
                <a:cubicBezTo>
                  <a:pt x="7522" y="733765"/>
                  <a:pt x="19282" y="733765"/>
                  <a:pt x="25368" y="733352"/>
                </a:cubicBezTo>
                <a:cubicBezTo>
                  <a:pt x="119871" y="727681"/>
                  <a:pt x="161249" y="664825"/>
                  <a:pt x="161249" y="566687"/>
                </a:cubicBezTo>
                <a:lnTo>
                  <a:pt x="161249" y="366332"/>
                </a:lnTo>
                <a:cubicBezTo>
                  <a:pt x="161249" y="307529"/>
                  <a:pt x="172206" y="282792"/>
                  <a:pt x="233451" y="281582"/>
                </a:cubicBezTo>
                <a:lnTo>
                  <a:pt x="233451" y="200102"/>
                </a:lnTo>
                <a:cubicBezTo>
                  <a:pt x="226555" y="199293"/>
                  <a:pt x="214795" y="199293"/>
                  <a:pt x="208715" y="199693"/>
                </a:cubicBezTo>
                <a:close/>
                <a:moveTo>
                  <a:pt x="480068" y="199693"/>
                </a:moveTo>
                <a:cubicBezTo>
                  <a:pt x="386368" y="204562"/>
                  <a:pt x="344181" y="267417"/>
                  <a:pt x="344181" y="366365"/>
                </a:cubicBezTo>
                <a:lnTo>
                  <a:pt x="344181" y="598726"/>
                </a:lnTo>
                <a:lnTo>
                  <a:pt x="432603" y="598726"/>
                </a:lnTo>
                <a:lnTo>
                  <a:pt x="432603" y="366332"/>
                </a:lnTo>
                <a:cubicBezTo>
                  <a:pt x="432603" y="307930"/>
                  <a:pt x="444375" y="282792"/>
                  <a:pt x="505212" y="281582"/>
                </a:cubicBezTo>
                <a:lnTo>
                  <a:pt x="505212" y="200102"/>
                </a:lnTo>
                <a:cubicBezTo>
                  <a:pt x="497907" y="199293"/>
                  <a:pt x="486148" y="199293"/>
                  <a:pt x="480068" y="199693"/>
                </a:cubicBezTo>
                <a:close/>
              </a:path>
            </a:pathLst>
          </a:custGeom>
          <a:solidFill>
            <a:schemeClr val="accent1"/>
          </a:solidFill>
          <a:ln w="0">
            <a:noFill/>
          </a:ln>
        </p:spPr>
        <p:style>
          <a:lnRef idx="0"/>
          <a:fillRef idx="0"/>
          <a:effectRef idx="0"/>
          <a:fontRef idx="minor"/>
        </p:style>
        <p:txBody>
          <a:bodyPr numCol="1" spcCol="216000" lIns="0" tIns="361440" rIns="946440" bIns="1094760" anchor="ctr">
            <a:noAutofit/>
          </a:bodyPr>
          <a:p>
            <a:endParaRPr lang="de-DE" sz="1800" b="0" u="none" strike="noStrike">
              <a:solidFill>
                <a:schemeClr val="dk1"/>
              </a:solidFill>
              <a:effectLst/>
              <a:uFillTx/>
              <a:latin typeface="SRH"/>
            </a:endParaRPr>
          </a:p>
        </p:txBody>
      </p:sp>
      <p:sp>
        <p:nvSpPr>
          <p:cNvPr id="142" name="Zeichen" hidden="1"/>
          <p:cNvSpPr/>
          <p:nvPr/>
        </p:nvSpPr>
        <p:spPr>
          <a:xfrm>
            <a:off x="8202960" y="2802240"/>
            <a:ext cx="3987360" cy="4053960"/>
          </a:xfrm>
          <a:custGeom>
            <a:avLst/>
            <a:gdLst>
              <a:gd name="textAreaLeft" fmla="*/ 0 w 3987360"/>
              <a:gd name="textAreaRight" fmla="*/ 1436065200 w 3987360"/>
              <a:gd name="textAreaTop" fmla="*/ 0 h 4053960"/>
              <a:gd name="textAreaBottom" fmla="*/ 1460068200 h 4053960"/>
            </a:gdLst>
            <a:ahLst/>
            <a:cxnLst/>
            <a:rect l="textAreaLeft" t="textAreaTop" r="textAreaRight" b="textAreaBottom"/>
            <a:pathLst>
              <a:path w="3989070" h="4055745">
                <a:moveTo>
                  <a:pt x="3989070" y="0"/>
                </a:moveTo>
                <a:lnTo>
                  <a:pt x="3989070" y="2389210"/>
                </a:lnTo>
                <a:lnTo>
                  <a:pt x="3858387" y="2411148"/>
                </a:lnTo>
                <a:cubicBezTo>
                  <a:pt x="2993291" y="2575305"/>
                  <a:pt x="2647844" y="3036008"/>
                  <a:pt x="2529189" y="3871779"/>
                </a:cubicBezTo>
                <a:lnTo>
                  <a:pt x="2507884" y="4055745"/>
                </a:lnTo>
                <a:lnTo>
                  <a:pt x="0" y="4055745"/>
                </a:lnTo>
                <a:lnTo>
                  <a:pt x="22941" y="3788838"/>
                </a:lnTo>
                <a:cubicBezTo>
                  <a:pt x="290726" y="1521853"/>
                  <a:pt x="1510279" y="126892"/>
                  <a:pt x="3884935" y="4661"/>
                </a:cubicBezTo>
                <a:cubicBezTo>
                  <a:pt x="3906842" y="3232"/>
                  <a:pt x="3931308" y="1982"/>
                  <a:pt x="3957741" y="932"/>
                </a:cubicBezTo>
                <a:close/>
              </a:path>
            </a:pathLst>
          </a:custGeom>
          <a:solidFill>
            <a:srgbClr val="EEEDEC"/>
          </a:solidFill>
          <a:ln w="0">
            <a:noFill/>
          </a:ln>
        </p:spPr>
        <p:style>
          <a:lnRef idx="0"/>
          <a:fillRef idx="0"/>
          <a:effectRef idx="0"/>
          <a:fontRef idx="minor"/>
        </p:style>
        <p:txBody>
          <a:bodyPr numCol="1" spcCol="216000" lIns="0" tIns="2802240" rIns="3987720" bIns="6858000" anchor="ctr">
            <a:noAutofit/>
          </a:bodyPr>
          <a:p>
            <a:endParaRPr lang="de-DE" sz="1800" b="0" u="none" strike="noStrike">
              <a:solidFill>
                <a:schemeClr val="dk1"/>
              </a:solidFill>
              <a:effectLst/>
              <a:uFillTx/>
              <a:latin typeface="SRH"/>
            </a:endParaRPr>
          </a:p>
        </p:txBody>
      </p:sp>
      <p:sp>
        <p:nvSpPr>
          <p:cNvPr id="143" name="PlaceHolder 1"/>
          <p:cNvSpPr>
            <a:spLocks noGrp="1"/>
          </p:cNvSpPr>
          <p:nvPr>
            <p:ph type="title"/>
          </p:nvPr>
        </p:nvSpPr>
        <p:spPr>
          <a:xfrm>
            <a:off x="360000" y="358920"/>
            <a:ext cx="9163800" cy="833400"/>
          </a:xfrm>
          <a:prstGeom prst="rect">
            <a:avLst/>
          </a:prstGeom>
          <a:noFill/>
          <a:ln w="0">
            <a:noFill/>
          </a:ln>
        </p:spPr>
        <p:txBody>
          <a:bodyPr numCol="1" spcCol="216000" lIns="0" tIns="0" rIns="0" bIns="0" anchor="b">
            <a:noAutofit/>
          </a:bodyPr>
          <a:lstStyle>
            <a:lvl1pPr indent="0" algn="l" defTabSz="914400">
              <a:lnSpc>
                <a:spcPct val="100000"/>
              </a:lnSpc>
              <a:buNone/>
              <a:tabLst>
                <a:tab pos="0" algn="l"/>
              </a:tabLst>
              <a:defRPr lang="de-DE" sz="3000" b="1" u="none" strike="noStrike">
                <a:solidFill>
                  <a:schemeClr val="dk1"/>
                </a:solidFill>
                <a:effectLst/>
                <a:uFillTx/>
                <a:latin typeface="SRH Headline"/>
                <a:ea typeface="SRH Headline"/>
              </a:defRPr>
            </a:lvl1pPr>
          </a:lstStyle>
          <a:p>
            <a:pPr indent="0" algn="l" defTabSz="914400">
              <a:lnSpc>
                <a:spcPct val="100000"/>
              </a:lnSpc>
              <a:buNone/>
              <a:tabLst>
                <a:tab pos="0" algn="l"/>
              </a:tabLst>
            </a:pPr>
            <a:r>
              <a:rPr lang="de-DE" sz="3000" b="1" u="none" strike="noStrike">
                <a:solidFill>
                  <a:schemeClr val="dk1"/>
                </a:solidFill>
                <a:effectLst/>
                <a:uFillTx/>
                <a:latin typeface="SRH Headline"/>
                <a:ea typeface="SRH Headline"/>
              </a:rPr>
              <a:t>Mastertitelformat bearbeiten</a:t>
            </a:r>
            <a:endParaRPr lang="de-DE" sz="3000" b="1" u="none" strike="noStrike">
              <a:solidFill>
                <a:schemeClr val="dk1"/>
              </a:solidFill>
              <a:effectLst/>
              <a:uFillTx/>
              <a:latin typeface="SRH Headline"/>
            </a:endParaRPr>
          </a:p>
        </p:txBody>
      </p:sp>
      <p:sp>
        <p:nvSpPr>
          <p:cNvPr id="144" name="PlaceHolder 2"/>
          <p:cNvSpPr>
            <a:spLocks noGrp="1"/>
          </p:cNvSpPr>
          <p:nvPr>
            <p:ph type="body"/>
          </p:nvPr>
        </p:nvSpPr>
        <p:spPr>
          <a:xfrm>
            <a:off x="367560" y="1728000"/>
            <a:ext cx="7518600" cy="4228560"/>
          </a:xfrm>
          <a:prstGeom prst="rect">
            <a:avLst/>
          </a:prstGeom>
          <a:noFill/>
          <a:ln w="0">
            <a:noFill/>
          </a:ln>
        </p:spPr>
        <p:txBody>
          <a:bodyPr numCol="1" spcCol="216000" lIns="0" tIns="0" rIns="0" bIns="0" anchor="t">
            <a:noAutofit/>
          </a:bodyPr>
          <a:lstStyle>
            <a:lvl1pPr indent="0" algn="l" defTabSz="914400">
              <a:lnSpc>
                <a:spcPct val="110000"/>
              </a:lnSpc>
              <a:spcBef>
                <a:spcPts val="1199"/>
              </a:spcBef>
              <a:buNone/>
              <a:tabLst>
                <a:tab pos="0" algn="l"/>
              </a:tabLst>
              <a:defRPr lang="de-DE" sz="1800" b="0" u="none" strike="noStrike">
                <a:solidFill>
                  <a:schemeClr val="dk1"/>
                </a:solidFill>
                <a:effectLst/>
                <a:uFillTx/>
                <a:latin typeface="SRH Text"/>
                <a:ea typeface="SRH Text"/>
              </a:defRPr>
            </a:lvl1pPr>
            <a:lvl2pPr lvl="1" algn="l" defTabSz="914400">
              <a:lnSpc>
                <a:spcPct val="110000"/>
              </a:lnSpc>
              <a:spcBef>
                <a:spcPts val="1199"/>
              </a:spcBef>
              <a:buClr>
                <a:srgbClr val="DF4807"/>
              </a:buClr>
              <a:buFont typeface="SRH"/>
              <a:buChar char="—"/>
              <a:tabLst>
                <a:tab pos="0" algn="l"/>
              </a:tabLst>
              <a:defRPr lang="de-DE" sz="1800" b="0" u="none" strike="noStrike">
                <a:solidFill>
                  <a:schemeClr val="dk1"/>
                </a:solidFill>
                <a:effectLst/>
                <a:uFillTx/>
                <a:latin typeface="SRH Text"/>
                <a:ea typeface="SRH Text"/>
              </a:defRPr>
            </a:lvl2pPr>
            <a:lvl3pPr lvl="2" algn="l" defTabSz="914400">
              <a:lnSpc>
                <a:spcPct val="110000"/>
              </a:lnSpc>
              <a:buClr>
                <a:srgbClr val="DF4807"/>
              </a:buClr>
              <a:buFont typeface="SRH"/>
              <a:buChar char="—"/>
              <a:tabLst>
                <a:tab pos="0" algn="l"/>
              </a:tabLst>
              <a:defRPr lang="de-DE" sz="1600" b="0" u="none" strike="noStrike">
                <a:solidFill>
                  <a:schemeClr val="dk1"/>
                </a:solidFill>
                <a:effectLst/>
                <a:uFillTx/>
                <a:latin typeface="SRH Text"/>
                <a:ea typeface="SRH Text"/>
              </a:defRPr>
            </a:lvl3pPr>
            <a:lvl4pPr indent="0" algn="l" defTabSz="914400">
              <a:lnSpc>
                <a:spcPct val="110000"/>
              </a:lnSpc>
              <a:spcBef>
                <a:spcPts val="2401"/>
              </a:spcBef>
              <a:buNone/>
              <a:tabLst>
                <a:tab pos="0" algn="l"/>
              </a:tabLst>
              <a:defRPr lang="de-DE" sz="2000" b="1" u="none" strike="noStrike">
                <a:solidFill>
                  <a:schemeClr val="accent1"/>
                </a:solidFill>
                <a:effectLst/>
                <a:uFillTx/>
                <a:latin typeface="SRH Text"/>
                <a:ea typeface="SRH Text"/>
              </a:defRPr>
            </a:lvl4pPr>
            <a:lvl5pPr indent="0" algn="l" defTabSz="914400">
              <a:lnSpc>
                <a:spcPct val="110000"/>
              </a:lnSpc>
              <a:spcBef>
                <a:spcPts val="1199"/>
              </a:spcBef>
              <a:buNone/>
              <a:tabLst>
                <a:tab pos="0" algn="l"/>
              </a:tabLst>
              <a:defRPr lang="de-DE" sz="2000" b="1" u="none" strike="noStrike">
                <a:solidFill>
                  <a:schemeClr val="dk1"/>
                </a:solidFill>
                <a:effectLst/>
                <a:uFillTx/>
                <a:latin typeface="SRH Headline"/>
                <a:ea typeface="SRH Headline"/>
              </a:defRPr>
            </a:lvl5pPr>
          </a:lstStyle>
          <a:p>
            <a:pPr indent="0" algn="l" defTabSz="914400">
              <a:lnSpc>
                <a:spcPct val="110000"/>
              </a:lnSpc>
              <a:spcBef>
                <a:spcPts val="1199"/>
              </a:spcBef>
              <a:buNone/>
              <a:tabLst>
                <a:tab pos="0" algn="l"/>
              </a:tabLst>
            </a:pPr>
            <a:r>
              <a:rPr lang="de-DE" sz="1800" b="0" u="none" strike="noStrike">
                <a:solidFill>
                  <a:schemeClr val="dk1"/>
                </a:solidFill>
                <a:effectLst/>
                <a:uFillTx/>
                <a:latin typeface="SRH Text"/>
                <a:ea typeface="SRH Text"/>
              </a:rPr>
              <a:t>Mastertextformat bearbeiten</a:t>
            </a:r>
            <a:endParaRPr lang="de-DE" sz="1800" b="0" u="none" strike="noStrike">
              <a:solidFill>
                <a:schemeClr val="dk1"/>
              </a:solidFill>
              <a:effectLst/>
              <a:uFillTx/>
              <a:latin typeface="SRH Text"/>
            </a:endParaRPr>
          </a:p>
          <a:p>
            <a:pPr marL="360000" lvl="1" indent="-360000" algn="l" defTabSz="914400">
              <a:lnSpc>
                <a:spcPct val="110000"/>
              </a:lnSpc>
              <a:spcBef>
                <a:spcPts val="1199"/>
              </a:spcBef>
              <a:buClr>
                <a:srgbClr val="DF4807"/>
              </a:buClr>
              <a:buFont typeface="SRH"/>
              <a:buChar char="—"/>
              <a:tabLst>
                <a:tab pos="0" algn="l"/>
              </a:tabLst>
            </a:pPr>
            <a:r>
              <a:rPr lang="de-DE" sz="1800" b="0" u="none" strike="noStrike">
                <a:solidFill>
                  <a:schemeClr val="dk1"/>
                </a:solidFill>
                <a:effectLst/>
                <a:uFillTx/>
                <a:latin typeface="SRH Text"/>
                <a:ea typeface="SRH Text"/>
              </a:rPr>
              <a:t>Zweite Ebene</a:t>
            </a:r>
            <a:endParaRPr lang="de-DE" sz="1800" b="0" u="none" strike="noStrike">
              <a:solidFill>
                <a:schemeClr val="dk1"/>
              </a:solidFill>
              <a:effectLst/>
              <a:uFillTx/>
              <a:latin typeface="SRH Text"/>
            </a:endParaRPr>
          </a:p>
          <a:p>
            <a:pPr marL="720000" lvl="2" indent="-360000" algn="l" defTabSz="914400">
              <a:lnSpc>
                <a:spcPct val="110000"/>
              </a:lnSpc>
              <a:buClr>
                <a:srgbClr val="DF4807"/>
              </a:buClr>
              <a:buFont typeface="SRH"/>
              <a:buChar char="—"/>
              <a:tabLst>
                <a:tab pos="0" algn="l"/>
              </a:tabLst>
            </a:pPr>
            <a:r>
              <a:rPr lang="de-DE" sz="1600" b="0" u="none" strike="noStrike">
                <a:solidFill>
                  <a:schemeClr val="dk1"/>
                </a:solidFill>
                <a:effectLst/>
                <a:uFillTx/>
                <a:latin typeface="SRH Text"/>
                <a:ea typeface="SRH Text"/>
              </a:rPr>
              <a:t>Dritte Ebene</a:t>
            </a:r>
            <a:endParaRPr lang="de-DE" sz="1600" b="0" u="none" strike="noStrike">
              <a:solidFill>
                <a:schemeClr val="dk1"/>
              </a:solidFill>
              <a:effectLst/>
              <a:uFillTx/>
              <a:latin typeface="SRH Text"/>
            </a:endParaRPr>
          </a:p>
          <a:p>
            <a:pPr indent="0" algn="l" defTabSz="914400">
              <a:lnSpc>
                <a:spcPct val="110000"/>
              </a:lnSpc>
              <a:spcBef>
                <a:spcPts val="2401"/>
              </a:spcBef>
              <a:buNone/>
              <a:tabLst>
                <a:tab pos="0" algn="l"/>
              </a:tabLst>
            </a:pPr>
            <a:r>
              <a:rPr lang="de-DE" sz="2000" b="1" u="none" strike="noStrike">
                <a:solidFill>
                  <a:schemeClr val="accent1"/>
                </a:solidFill>
                <a:effectLst/>
                <a:uFillTx/>
                <a:latin typeface="SRH Text"/>
                <a:ea typeface="SRH Text"/>
              </a:rPr>
              <a:t>Vierte Ebene</a:t>
            </a:r>
            <a:endParaRPr lang="de-DE" sz="2000" b="0" u="none" strike="noStrike">
              <a:solidFill>
                <a:schemeClr val="dk1"/>
              </a:solidFill>
              <a:effectLst/>
              <a:uFillTx/>
              <a:latin typeface="SRH Text"/>
            </a:endParaRPr>
          </a:p>
          <a:p>
            <a:pPr indent="0" algn="l" defTabSz="914400">
              <a:lnSpc>
                <a:spcPct val="110000"/>
              </a:lnSpc>
              <a:spcBef>
                <a:spcPts val="1199"/>
              </a:spcBef>
              <a:buNone/>
              <a:tabLst>
                <a:tab pos="0" algn="l"/>
              </a:tabLst>
            </a:pPr>
            <a:r>
              <a:rPr lang="de-DE" sz="2000" b="1" u="none" strike="noStrike">
                <a:solidFill>
                  <a:schemeClr val="dk1"/>
                </a:solidFill>
                <a:effectLst/>
                <a:uFillTx/>
                <a:latin typeface="SRH Headline"/>
                <a:ea typeface="SRH Headline"/>
              </a:rPr>
              <a:t>Fünfte Ebene</a:t>
            </a:r>
            <a:endParaRPr lang="de-DE" sz="2000" b="0" u="none" strike="noStrike">
              <a:solidFill>
                <a:schemeClr val="dk1"/>
              </a:solidFill>
              <a:effectLst/>
              <a:uFillTx/>
              <a:latin typeface="SRH Text"/>
            </a:endParaRPr>
          </a:p>
        </p:txBody>
      </p:sp>
      <p:sp>
        <p:nvSpPr>
          <p:cNvPr id="145" name="PlaceHolder 3"/>
          <p:cNvSpPr>
            <a:spLocks noGrp="1"/>
          </p:cNvSpPr>
          <p:nvPr>
            <p:ph type="dt" idx="43"/>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en-CA" sz="900" b="1" u="none" strike="noStrike">
                <a:solidFill>
                  <a:srgbClr val="6D7373"/>
                </a:solidFill>
                <a:effectLst/>
                <a:uFillTx/>
                <a:latin typeface="SRH Text"/>
                <a:ea typeface="SRH"/>
              </a:rPr>
              <a:t>&lt;date/time&gt;</a:t>
            </a:r>
            <a:endParaRPr lang="en-US" sz="900" b="0" u="none" strike="noStrike">
              <a:solidFill>
                <a:srgbClr val="000000"/>
              </a:solidFill>
              <a:effectLst/>
              <a:uFillTx/>
              <a:latin typeface="Times New Roman"/>
            </a:endParaRPr>
          </a:p>
        </p:txBody>
      </p:sp>
      <p:sp>
        <p:nvSpPr>
          <p:cNvPr id="146" name="PlaceHolder 4"/>
          <p:cNvSpPr>
            <a:spLocks noGrp="1"/>
          </p:cNvSpPr>
          <p:nvPr>
            <p:ph type="ftr" idx="44"/>
          </p:nvPr>
        </p:nvSpPr>
        <p:spPr>
          <a:xfrm>
            <a:off x="1319400" y="6356520"/>
            <a:ext cx="441396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&lt;footer&gt;</a:t>
            </a:r>
            <a:endParaRPr lang="en-US" sz="900" b="0" u="none" strike="noStrike">
              <a:solidFill>
                <a:srgbClr val="000000"/>
              </a:solidFill>
              <a:effectLst/>
              <a:uFillTx/>
              <a:latin typeface="Times New Roman"/>
            </a:endParaRPr>
          </a:p>
        </p:txBody>
      </p:sp>
      <p:sp>
        <p:nvSpPr>
          <p:cNvPr id="147" name="PlaceHolder 5"/>
          <p:cNvSpPr>
            <a:spLocks noGrp="1"/>
          </p:cNvSpPr>
          <p:nvPr>
            <p:ph type="sldNum" idx="45"/>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4EAEC938-71CC-4E89-B723-B14BC2BCD6D8}"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
        <p:nvSpPr>
          <p:cNvPr id="148" name="PlaceHolder 6"/>
          <p:cNvSpPr>
            <a:spLocks noGrp="1"/>
          </p:cNvSpPr>
          <p:nvPr>
            <p:ph type="body"/>
          </p:nvPr>
        </p:nvSpPr>
        <p:spPr>
          <a:xfrm>
            <a:off x="8247960" y="1728000"/>
            <a:ext cx="3582720" cy="4228560"/>
          </a:xfrm>
          <a:prstGeom prst="rect">
            <a:avLst/>
          </a:prstGeom>
          <a:solidFill>
            <a:srgbClr val="FED9C9"/>
          </a:solidFill>
          <a:ln w="0">
            <a:noFill/>
          </a:ln>
        </p:spPr>
        <p:txBody>
          <a:bodyPr lIns="90000" tIns="45000" rIns="90000" bIns="45000" anchor="t">
            <a:noAutofit/>
          </a:bodyPr>
          <a:lstStyle>
            <a:lvl1pPr indent="0" algn="l" defTabSz="914400">
              <a:lnSpc>
                <a:spcPct val="110000"/>
              </a:lnSpc>
              <a:spcBef>
                <a:spcPts val="1199"/>
              </a:spcBef>
              <a:buNone/>
              <a:tabLst>
                <a:tab pos="0" algn="l"/>
              </a:tabLst>
              <a:defRPr lang="de-DE" sz="1800" b="0" u="none" strike="noStrike">
                <a:solidFill>
                  <a:schemeClr val="dk1"/>
                </a:solidFill>
                <a:effectLst/>
                <a:uFillTx/>
                <a:latin typeface="SRH Text"/>
              </a:defRPr>
            </a:lvl1pPr>
            <a:lvl2pPr lvl="1" algn="l" defTabSz="914400">
              <a:lnSpc>
                <a:spcPct val="110000"/>
              </a:lnSpc>
              <a:spcBef>
                <a:spcPts val="1199"/>
              </a:spcBef>
              <a:buClr>
                <a:srgbClr val="000000"/>
              </a:buClr>
              <a:buSzPct val="75000"/>
              <a:buFont typeface="Symbol" charset="2"/>
              <a:buChar char=""/>
              <a:tabLst>
                <a:tab pos="0" algn="l"/>
              </a:tabLst>
              <a:defRPr lang="de-DE" sz="1800" b="0" u="none" strike="noStrike">
                <a:solidFill>
                  <a:schemeClr val="dk1"/>
                </a:solidFill>
                <a:effectLst/>
                <a:uFillTx/>
                <a:latin typeface="SRH Text"/>
              </a:defRPr>
            </a:lvl2pPr>
            <a:lvl3pPr lvl="2" algn="l" defTabSz="914400">
              <a:lnSpc>
                <a:spcPct val="110000"/>
              </a:lnSpc>
              <a:buClr>
                <a:srgbClr val="000000"/>
              </a:buClr>
              <a:buSzPct val="45000"/>
              <a:buFont typeface="Wingdings" charset="2"/>
              <a:buChar char=""/>
              <a:tabLst>
                <a:tab pos="0" algn="l"/>
              </a:tabLst>
              <a:defRPr lang="de-DE" sz="1800" b="0" u="none" strike="noStrike">
                <a:solidFill>
                  <a:schemeClr val="dk1"/>
                </a:solidFill>
                <a:effectLst/>
                <a:uFillTx/>
                <a:latin typeface="SRH Text"/>
              </a:defRPr>
            </a:lvl3pPr>
            <a:lvl4pPr lvl="3" algn="l" defTabSz="914400">
              <a:lnSpc>
                <a:spcPct val="110000"/>
              </a:lnSpc>
              <a:spcBef>
                <a:spcPts val="2401"/>
              </a:spcBef>
              <a:buClr>
                <a:srgbClr val="000000"/>
              </a:buClr>
              <a:buSzPct val="75000"/>
              <a:buFont typeface="Symbol" charset="2"/>
              <a:buChar char=""/>
              <a:tabLst>
                <a:tab pos="0" algn="l"/>
              </a:tabLst>
              <a:defRPr lang="de-DE" sz="1800" b="1" u="none" strike="noStrike">
                <a:solidFill>
                  <a:schemeClr val="accent1"/>
                </a:solidFill>
                <a:effectLst/>
                <a:uFillTx/>
                <a:latin typeface="SRH Text"/>
              </a:defRPr>
            </a:lvl4pPr>
            <a:lvl5pPr lvl="4" algn="l" defTabSz="914400">
              <a:lnSpc>
                <a:spcPct val="110000"/>
              </a:lnSpc>
              <a:spcBef>
                <a:spcPts val="1199"/>
              </a:spcBef>
              <a:buClr>
                <a:srgbClr val="000000"/>
              </a:buClr>
              <a:buSzPct val="45000"/>
              <a:buFont typeface="Wingdings" charset="2"/>
              <a:buChar char=""/>
              <a:tabLst>
                <a:tab pos="0" algn="l"/>
              </a:tabLst>
              <a:defRPr lang="de-DE" sz="1800" b="1" u="none" strike="noStrike">
                <a:solidFill>
                  <a:schemeClr val="dk1"/>
                </a:solidFill>
                <a:effectLst/>
                <a:uFillTx/>
                <a:latin typeface="SRH Headline"/>
              </a:defRPr>
            </a:lvl5pPr>
            <a:lvl6pPr lvl="5" algn="l" defTabSz="914400">
              <a:lnSpc>
                <a:spcPct val="110000"/>
              </a:lnSpc>
              <a:spcBef>
                <a:spcPts val="1199"/>
              </a:spcBef>
              <a:buClr>
                <a:srgbClr val="000000"/>
              </a:buClr>
              <a:buSzPct val="45000"/>
              <a:buFont typeface="Wingdings" charset="2"/>
              <a:buChar char=""/>
              <a:tabLst>
                <a:tab pos="0" algn="l"/>
              </a:tabLst>
              <a:defRPr lang="de-DE" sz="1800" b="0" u="none" strike="noStrike">
                <a:solidFill>
                  <a:schemeClr val="dk1"/>
                </a:solidFill>
                <a:effectLst/>
                <a:uFillTx/>
                <a:latin typeface="SRH Headline"/>
              </a:defRPr>
            </a:lvl6pPr>
            <a:lvl7pPr lvl="6" algn="l" defTabSz="914400">
              <a:lnSpc>
                <a:spcPct val="98000"/>
              </a:lnSpc>
              <a:spcBef>
                <a:spcPts val="1199"/>
              </a:spcBef>
              <a:buClr>
                <a:srgbClr val="000000"/>
              </a:buClr>
              <a:buSzPct val="45000"/>
              <a:buFont typeface="Wingdings" charset="2"/>
              <a:buChar char=""/>
              <a:tabLst>
                <a:tab pos="0" algn="l"/>
              </a:tabLst>
              <a:defRPr lang="de-DE" sz="1800" b="1" u="none" strike="noStrike">
                <a:solidFill>
                  <a:schemeClr val="accent1"/>
                </a:solidFill>
                <a:effectLst/>
                <a:uFillTx/>
                <a:latin typeface="SRH Headline"/>
              </a:defRPr>
            </a:lvl7pPr>
          </a:lstStyle>
          <a:p>
            <a:pPr indent="0" algn="l" defTabSz="914400">
              <a:lnSpc>
                <a:spcPct val="110000"/>
              </a:lnSpc>
              <a:spcBef>
                <a:spcPts val="1199"/>
              </a:spcBef>
              <a:buNone/>
              <a:tabLst>
                <a:tab pos="0" algn="l"/>
              </a:tabLst>
            </a:pPr>
            <a:r>
              <a:rPr lang="de-DE" sz="1800" b="0" u="none" strike="noStrike">
                <a:solidFill>
                  <a:schemeClr val="dk1"/>
                </a:solidFill>
                <a:effectLst/>
                <a:uFillTx/>
                <a:latin typeface="SRH Text"/>
              </a:rPr>
              <a:t>Click to edit the outline text format</a:t>
            </a:r>
            <a:endParaRPr lang="de-DE" sz="1800" b="0" u="none" strike="noStrike">
              <a:solidFill>
                <a:schemeClr val="dk1"/>
              </a:solidFill>
              <a:effectLst/>
              <a:uFillTx/>
              <a:latin typeface="SRH Text"/>
            </a:endParaRPr>
          </a:p>
          <a:p>
            <a:pPr marL="457200" lvl="1" indent="-324000" algn="l" defTabSz="914400">
              <a:lnSpc>
                <a:spcPct val="110000"/>
              </a:lnSpc>
              <a:spcBef>
                <a:spcPts val="1199"/>
              </a:spcBef>
              <a:buClr>
                <a:srgbClr val="000000"/>
              </a:buClr>
              <a:buSzPct val="75000"/>
              <a:buFont typeface="Symbol" charset="2"/>
              <a:buChar char=""/>
              <a:tabLst>
                <a:tab pos="0" algn="l"/>
              </a:tabLst>
            </a:pPr>
            <a:r>
              <a:rPr lang="de-DE" sz="1800" b="0" u="none" strike="noStrike">
                <a:solidFill>
                  <a:schemeClr val="dk1"/>
                </a:solidFill>
                <a:effectLst/>
                <a:uFillTx/>
                <a:latin typeface="SRH Text"/>
              </a:rPr>
              <a:t>Second Outline Level</a:t>
            </a:r>
            <a:endParaRPr lang="de-DE" sz="1800" b="0" u="none" strike="noStrike">
              <a:solidFill>
                <a:schemeClr val="dk1"/>
              </a:solidFill>
              <a:effectLst/>
              <a:uFillTx/>
              <a:latin typeface="SRH Text"/>
            </a:endParaRPr>
          </a:p>
          <a:p>
            <a:pPr marL="914400" lvl="2" indent="-288000" algn="l" defTabSz="914400">
              <a:lnSpc>
                <a:spcPct val="110000"/>
              </a:lnSpc>
              <a:buClr>
                <a:srgbClr val="000000"/>
              </a:buClr>
              <a:buSzPct val="45000"/>
              <a:buFont typeface="Wingdings" charset="2"/>
              <a:buChar char=""/>
              <a:tabLst>
                <a:tab pos="0" algn="l"/>
              </a:tabLst>
            </a:pPr>
            <a:r>
              <a:rPr lang="de-DE" sz="1800" b="0" u="none" strike="noStrike">
                <a:solidFill>
                  <a:schemeClr val="dk1"/>
                </a:solidFill>
                <a:effectLst/>
                <a:uFillTx/>
                <a:latin typeface="SRH Text"/>
              </a:rPr>
              <a:t>Third Outline Level</a:t>
            </a:r>
            <a:endParaRPr lang="de-DE" sz="1800" b="0" u="none" strike="noStrike">
              <a:solidFill>
                <a:schemeClr val="dk1"/>
              </a:solidFill>
              <a:effectLst/>
              <a:uFillTx/>
              <a:latin typeface="SRH Text"/>
            </a:endParaRPr>
          </a:p>
          <a:p>
            <a:pPr marL="1371600" lvl="3" indent="-216000" algn="l" defTabSz="914400">
              <a:lnSpc>
                <a:spcPct val="110000"/>
              </a:lnSpc>
              <a:spcBef>
                <a:spcPts val="2401"/>
              </a:spcBef>
              <a:buClr>
                <a:srgbClr val="000000"/>
              </a:buClr>
              <a:buSzPct val="75000"/>
              <a:buFont typeface="Symbol" charset="2"/>
              <a:buChar char=""/>
              <a:tabLst>
                <a:tab pos="0" algn="l"/>
              </a:tabLst>
            </a:pPr>
            <a:r>
              <a:rPr lang="de-DE" sz="1800" b="1" u="none" strike="noStrike">
                <a:solidFill>
                  <a:schemeClr val="accent1"/>
                </a:solidFill>
                <a:effectLst/>
                <a:uFillTx/>
                <a:latin typeface="SRH Text"/>
              </a:rPr>
              <a:t>Fourth Outline Level</a:t>
            </a:r>
            <a:endParaRPr lang="de-DE" sz="1800" b="1" u="none" strike="noStrike">
              <a:solidFill>
                <a:schemeClr val="accent1"/>
              </a:solidFill>
              <a:effectLst/>
              <a:uFillTx/>
              <a:latin typeface="SRH Text"/>
            </a:endParaRPr>
          </a:p>
          <a:p>
            <a:pPr marL="1828800" lvl="4" indent="-216000" algn="l" defTabSz="914400">
              <a:lnSpc>
                <a:spcPct val="110000"/>
              </a:lnSpc>
              <a:spcBef>
                <a:spcPts val="1199"/>
              </a:spcBef>
              <a:buClr>
                <a:srgbClr val="000000"/>
              </a:buClr>
              <a:buSzPct val="45000"/>
              <a:buFont typeface="Wingdings" charset="2"/>
              <a:buChar char=""/>
              <a:tabLst>
                <a:tab pos="0" algn="l"/>
              </a:tabLst>
            </a:pPr>
            <a:r>
              <a:rPr lang="de-DE" sz="1800" b="1" u="none" strike="noStrike">
                <a:solidFill>
                  <a:schemeClr val="dk1"/>
                </a:solidFill>
                <a:effectLst/>
                <a:uFillTx/>
                <a:latin typeface="SRH Headline"/>
              </a:rPr>
              <a:t>Fifth Outline Level</a:t>
            </a:r>
            <a:endParaRPr lang="de-DE" sz="1800" b="1" u="none" strike="noStrike">
              <a:solidFill>
                <a:schemeClr val="dk1"/>
              </a:solidFill>
              <a:effectLst/>
              <a:uFillTx/>
              <a:latin typeface="SRH Headline"/>
            </a:endParaRPr>
          </a:p>
          <a:p>
            <a:pPr marL="2286000" lvl="5" indent="-216000" algn="l" defTabSz="914400">
              <a:lnSpc>
                <a:spcPct val="110000"/>
              </a:lnSpc>
              <a:spcBef>
                <a:spcPts val="1199"/>
              </a:spcBef>
              <a:buClr>
                <a:srgbClr val="000000"/>
              </a:buClr>
              <a:buSzPct val="45000"/>
              <a:buFont typeface="Wingdings" charset="2"/>
              <a:buChar char=""/>
              <a:tabLst>
                <a:tab pos="0" algn="l"/>
              </a:tabLst>
            </a:pPr>
            <a:r>
              <a:rPr lang="de-DE" sz="1800" b="0" u="none" strike="noStrike">
                <a:solidFill>
                  <a:schemeClr val="dk1"/>
                </a:solidFill>
                <a:effectLst/>
                <a:uFillTx/>
                <a:latin typeface="SRH Headline"/>
              </a:rPr>
              <a:t>Sixth Outline Level</a:t>
            </a:r>
            <a:endParaRPr lang="de-DE" sz="1800" b="0" u="none" strike="noStrike">
              <a:solidFill>
                <a:schemeClr val="dk1"/>
              </a:solidFill>
              <a:effectLst/>
              <a:uFillTx/>
              <a:latin typeface="SRH Headline"/>
            </a:endParaRPr>
          </a:p>
          <a:p>
            <a:pPr marL="2743200" lvl="6" indent="-216000" algn="l" defTabSz="914400">
              <a:lnSpc>
                <a:spcPct val="98000"/>
              </a:lnSpc>
              <a:spcBef>
                <a:spcPts val="1199"/>
              </a:spcBef>
              <a:buClr>
                <a:srgbClr val="000000"/>
              </a:buClr>
              <a:buSzPct val="45000"/>
              <a:buFont typeface="Wingdings" charset="2"/>
              <a:buChar char=""/>
              <a:tabLst>
                <a:tab pos="0" algn="l"/>
              </a:tabLst>
            </a:pPr>
            <a:r>
              <a:rPr lang="de-DE" sz="1800" b="1" u="none" strike="noStrike">
                <a:solidFill>
                  <a:schemeClr val="accent1"/>
                </a:solidFill>
                <a:effectLst/>
                <a:uFillTx/>
                <a:latin typeface="SRH Headline"/>
              </a:rPr>
              <a:t>Seventh Outline Level</a:t>
            </a:r>
            <a:endParaRPr lang="de-DE" sz="1800" b="1" u="none" strike="noStrike">
              <a:solidFill>
                <a:schemeClr val="accent1"/>
              </a:solidFill>
              <a:effectLst/>
              <a:uFillTx/>
              <a:latin typeface="SRH Headline"/>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2/3 Text, 1/3 Bild im Anschnitt">
    <p:bg>
      <p:bgPr>
        <a:solidFill>
          <a:schemeClr val="lt1"/>
        </a:solidFill>
      </p:bgPr>
    </p:bg>
    <p:spTree>
      <p:nvGrpSpPr>
        <p:cNvPr id="1" name=""/>
        <p:cNvGrpSpPr/>
        <p:nvPr/>
      </p:nvGrpSpPr>
      <p:grpSpPr>
        <a:xfrm>
          <a:off x="0" y="0"/>
          <a:ext cx="0" cy="0"/>
          <a:chOff x="0" y="0"/>
          <a:chExt cx="0" cy="0"/>
        </a:xfrm>
      </p:grpSpPr>
      <p:sp>
        <p:nvSpPr>
          <p:cNvPr id="149" name="Freihandform: Form 11"/>
          <p:cNvSpPr/>
          <p:nvPr/>
        </p:nvSpPr>
        <p:spPr>
          <a:xfrm>
            <a:off x="10878840" y="361440"/>
            <a:ext cx="946080" cy="731520"/>
          </a:xfrm>
          <a:custGeom>
            <a:avLst/>
            <a:gdLst>
              <a:gd name="textAreaLeft" fmla="*/ 0 w 946080"/>
              <a:gd name="textAreaRight" fmla="*/ 341299800 w 946080"/>
              <a:gd name="textAreaTop" fmla="*/ 0 h 731520"/>
              <a:gd name="textAreaBottom" fmla="*/ 264033000 h 731520"/>
            </a:gdLst>
            <a:ahLst/>
            <a:cxnLst/>
            <a:rect l="textAreaLeft" t="textAreaTop" r="textAreaRight" b="textAreaBottom"/>
            <a:pathLst>
              <a:path w="948055" h="733425">
                <a:moveTo>
                  <a:pt x="619721" y="598726"/>
                </a:moveTo>
                <a:lnTo>
                  <a:pt x="708150" y="598726"/>
                </a:lnTo>
                <a:lnTo>
                  <a:pt x="708150" y="174"/>
                </a:lnTo>
                <a:lnTo>
                  <a:pt x="619721" y="174"/>
                </a:lnTo>
                <a:lnTo>
                  <a:pt x="619721" y="598726"/>
                </a:lnTo>
                <a:close/>
                <a:moveTo>
                  <a:pt x="811583" y="196858"/>
                </a:moveTo>
                <a:cubicBezTo>
                  <a:pt x="794961" y="196049"/>
                  <a:pt x="774271" y="196858"/>
                  <a:pt x="753582" y="199293"/>
                </a:cubicBezTo>
                <a:lnTo>
                  <a:pt x="753582" y="281173"/>
                </a:lnTo>
                <a:cubicBezTo>
                  <a:pt x="831456" y="281173"/>
                  <a:pt x="859851" y="292576"/>
                  <a:pt x="859851" y="364713"/>
                </a:cubicBezTo>
                <a:lnTo>
                  <a:pt x="859851" y="598726"/>
                </a:lnTo>
                <a:lnTo>
                  <a:pt x="948279" y="598726"/>
                </a:lnTo>
                <a:lnTo>
                  <a:pt x="948279" y="353792"/>
                </a:lnTo>
                <a:cubicBezTo>
                  <a:pt x="948279" y="263364"/>
                  <a:pt x="896768" y="200102"/>
                  <a:pt x="811583" y="196858"/>
                </a:cubicBezTo>
                <a:close/>
                <a:moveTo>
                  <a:pt x="208715" y="199693"/>
                </a:moveTo>
                <a:cubicBezTo>
                  <a:pt x="114600" y="204562"/>
                  <a:pt x="72827" y="267010"/>
                  <a:pt x="72827" y="366365"/>
                </a:cubicBezTo>
                <a:lnTo>
                  <a:pt x="72827" y="566720"/>
                </a:lnTo>
                <a:cubicBezTo>
                  <a:pt x="72827" y="625122"/>
                  <a:pt x="61054" y="650267"/>
                  <a:pt x="224" y="651483"/>
                </a:cubicBezTo>
                <a:lnTo>
                  <a:pt x="224" y="732542"/>
                </a:lnTo>
                <a:cubicBezTo>
                  <a:pt x="7522" y="733765"/>
                  <a:pt x="19282" y="733765"/>
                  <a:pt x="25368" y="733352"/>
                </a:cubicBezTo>
                <a:cubicBezTo>
                  <a:pt x="119871" y="727681"/>
                  <a:pt x="161249" y="664825"/>
                  <a:pt x="161249" y="566687"/>
                </a:cubicBezTo>
                <a:lnTo>
                  <a:pt x="161249" y="366332"/>
                </a:lnTo>
                <a:cubicBezTo>
                  <a:pt x="161249" y="307529"/>
                  <a:pt x="172206" y="282792"/>
                  <a:pt x="233451" y="281582"/>
                </a:cubicBezTo>
                <a:lnTo>
                  <a:pt x="233451" y="200102"/>
                </a:lnTo>
                <a:cubicBezTo>
                  <a:pt x="226555" y="199293"/>
                  <a:pt x="214795" y="199293"/>
                  <a:pt x="208715" y="199693"/>
                </a:cubicBezTo>
                <a:close/>
                <a:moveTo>
                  <a:pt x="480068" y="199693"/>
                </a:moveTo>
                <a:cubicBezTo>
                  <a:pt x="386368" y="204562"/>
                  <a:pt x="344181" y="267417"/>
                  <a:pt x="344181" y="366365"/>
                </a:cubicBezTo>
                <a:lnTo>
                  <a:pt x="344181" y="598726"/>
                </a:lnTo>
                <a:lnTo>
                  <a:pt x="432603" y="598726"/>
                </a:lnTo>
                <a:lnTo>
                  <a:pt x="432603" y="366332"/>
                </a:lnTo>
                <a:cubicBezTo>
                  <a:pt x="432603" y="307930"/>
                  <a:pt x="444375" y="282792"/>
                  <a:pt x="505212" y="281582"/>
                </a:cubicBezTo>
                <a:lnTo>
                  <a:pt x="505212" y="200102"/>
                </a:lnTo>
                <a:cubicBezTo>
                  <a:pt x="497907" y="199293"/>
                  <a:pt x="486148" y="199293"/>
                  <a:pt x="480068" y="199693"/>
                </a:cubicBezTo>
                <a:close/>
              </a:path>
            </a:pathLst>
          </a:custGeom>
          <a:solidFill>
            <a:schemeClr val="accent1"/>
          </a:solidFill>
          <a:ln w="0">
            <a:noFill/>
          </a:ln>
        </p:spPr>
        <p:style>
          <a:lnRef idx="0"/>
          <a:fillRef idx="0"/>
          <a:effectRef idx="0"/>
          <a:fontRef idx="minor"/>
        </p:style>
        <p:txBody>
          <a:bodyPr numCol="1" spcCol="216000" lIns="0" tIns="361440" rIns="946440" bIns="1094760" anchor="ctr">
            <a:noAutofit/>
          </a:bodyPr>
          <a:p>
            <a:endParaRPr lang="de-DE" sz="1800" b="0" u="none" strike="noStrike">
              <a:solidFill>
                <a:schemeClr val="dk1"/>
              </a:solidFill>
              <a:effectLst/>
              <a:uFillTx/>
              <a:latin typeface="SRH"/>
            </a:endParaRPr>
          </a:p>
        </p:txBody>
      </p:sp>
      <p:sp>
        <p:nvSpPr>
          <p:cNvPr id="150" name="Zeichen" hidden="1"/>
          <p:cNvSpPr/>
          <p:nvPr/>
        </p:nvSpPr>
        <p:spPr>
          <a:xfrm>
            <a:off x="8202960" y="2802240"/>
            <a:ext cx="3987360" cy="4053960"/>
          </a:xfrm>
          <a:custGeom>
            <a:avLst/>
            <a:gdLst>
              <a:gd name="textAreaLeft" fmla="*/ 0 w 3987360"/>
              <a:gd name="textAreaRight" fmla="*/ 1436065200 w 3987360"/>
              <a:gd name="textAreaTop" fmla="*/ 0 h 4053960"/>
              <a:gd name="textAreaBottom" fmla="*/ 1460068200 h 4053960"/>
            </a:gdLst>
            <a:ahLst/>
            <a:cxnLst/>
            <a:rect l="textAreaLeft" t="textAreaTop" r="textAreaRight" b="textAreaBottom"/>
            <a:pathLst>
              <a:path w="3989070" h="4055745">
                <a:moveTo>
                  <a:pt x="3989070" y="0"/>
                </a:moveTo>
                <a:lnTo>
                  <a:pt x="3989070" y="2389210"/>
                </a:lnTo>
                <a:lnTo>
                  <a:pt x="3858387" y="2411148"/>
                </a:lnTo>
                <a:cubicBezTo>
                  <a:pt x="2993291" y="2575305"/>
                  <a:pt x="2647844" y="3036008"/>
                  <a:pt x="2529189" y="3871779"/>
                </a:cubicBezTo>
                <a:lnTo>
                  <a:pt x="2507884" y="4055745"/>
                </a:lnTo>
                <a:lnTo>
                  <a:pt x="0" y="4055745"/>
                </a:lnTo>
                <a:lnTo>
                  <a:pt x="22941" y="3788838"/>
                </a:lnTo>
                <a:cubicBezTo>
                  <a:pt x="290726" y="1521853"/>
                  <a:pt x="1510279" y="126892"/>
                  <a:pt x="3884935" y="4661"/>
                </a:cubicBezTo>
                <a:cubicBezTo>
                  <a:pt x="3906842" y="3232"/>
                  <a:pt x="3931308" y="1982"/>
                  <a:pt x="3957741" y="932"/>
                </a:cubicBezTo>
                <a:close/>
              </a:path>
            </a:pathLst>
          </a:custGeom>
          <a:solidFill>
            <a:srgbClr val="EEEDEC"/>
          </a:solidFill>
          <a:ln w="0">
            <a:noFill/>
          </a:ln>
        </p:spPr>
        <p:style>
          <a:lnRef idx="0"/>
          <a:fillRef idx="0"/>
          <a:effectRef idx="0"/>
          <a:fontRef idx="minor"/>
        </p:style>
        <p:txBody>
          <a:bodyPr numCol="1" spcCol="216000" lIns="0" tIns="2802240" rIns="3987720" bIns="6858000" anchor="ctr">
            <a:noAutofit/>
          </a:bodyPr>
          <a:p>
            <a:endParaRPr lang="de-DE" sz="1800" b="0" u="none" strike="noStrike">
              <a:solidFill>
                <a:schemeClr val="dk1"/>
              </a:solidFill>
              <a:effectLst/>
              <a:uFillTx/>
              <a:latin typeface="SRH"/>
            </a:endParaRPr>
          </a:p>
        </p:txBody>
      </p:sp>
      <p:sp>
        <p:nvSpPr>
          <p:cNvPr id="151" name="PlaceHolder 1"/>
          <p:cNvSpPr>
            <a:spLocks noGrp="1"/>
          </p:cNvSpPr>
          <p:nvPr>
            <p:ph type="title"/>
          </p:nvPr>
        </p:nvSpPr>
        <p:spPr>
          <a:xfrm>
            <a:off x="360000" y="358920"/>
            <a:ext cx="9163800" cy="833400"/>
          </a:xfrm>
          <a:prstGeom prst="rect">
            <a:avLst/>
          </a:prstGeom>
          <a:noFill/>
          <a:ln w="0">
            <a:noFill/>
          </a:ln>
        </p:spPr>
        <p:txBody>
          <a:bodyPr numCol="1" spcCol="216000" lIns="0" tIns="0" rIns="0" bIns="0" anchor="b">
            <a:noAutofit/>
          </a:bodyPr>
          <a:lstStyle>
            <a:lvl1pPr indent="0" algn="l" defTabSz="914400">
              <a:lnSpc>
                <a:spcPct val="100000"/>
              </a:lnSpc>
              <a:buNone/>
              <a:tabLst>
                <a:tab pos="0" algn="l"/>
              </a:tabLst>
              <a:defRPr lang="de-DE" sz="3000" b="1" u="none" strike="noStrike">
                <a:solidFill>
                  <a:schemeClr val="dk1"/>
                </a:solidFill>
                <a:effectLst/>
                <a:uFillTx/>
                <a:latin typeface="SRH Headline"/>
                <a:ea typeface="SRH Headline"/>
              </a:defRPr>
            </a:lvl1pPr>
          </a:lstStyle>
          <a:p>
            <a:pPr indent="0" algn="l" defTabSz="914400">
              <a:lnSpc>
                <a:spcPct val="100000"/>
              </a:lnSpc>
              <a:buNone/>
              <a:tabLst>
                <a:tab pos="0" algn="l"/>
              </a:tabLst>
            </a:pPr>
            <a:r>
              <a:rPr lang="de-DE" sz="3000" b="1" u="none" strike="noStrike">
                <a:solidFill>
                  <a:schemeClr val="dk1"/>
                </a:solidFill>
                <a:effectLst/>
                <a:uFillTx/>
                <a:latin typeface="SRH Headline"/>
                <a:ea typeface="SRH Headline"/>
              </a:rPr>
              <a:t>Mastertitelformat bearbeiten</a:t>
            </a:r>
            <a:endParaRPr lang="de-DE" sz="3000" b="1" u="none" strike="noStrike">
              <a:solidFill>
                <a:schemeClr val="dk1"/>
              </a:solidFill>
              <a:effectLst/>
              <a:uFillTx/>
              <a:latin typeface="SRH Headline"/>
            </a:endParaRPr>
          </a:p>
        </p:txBody>
      </p:sp>
      <p:sp>
        <p:nvSpPr>
          <p:cNvPr id="152" name="PlaceHolder 2"/>
          <p:cNvSpPr>
            <a:spLocks noGrp="1"/>
          </p:cNvSpPr>
          <p:nvPr>
            <p:ph type="body"/>
          </p:nvPr>
        </p:nvSpPr>
        <p:spPr>
          <a:xfrm>
            <a:off x="367560" y="1728000"/>
            <a:ext cx="7518600" cy="4228560"/>
          </a:xfrm>
          <a:prstGeom prst="rect">
            <a:avLst/>
          </a:prstGeom>
          <a:noFill/>
          <a:ln w="0">
            <a:noFill/>
          </a:ln>
        </p:spPr>
        <p:txBody>
          <a:bodyPr numCol="1" spcCol="216000" lIns="0" tIns="0" rIns="0" bIns="0" anchor="t">
            <a:noAutofit/>
          </a:bodyPr>
          <a:lstStyle>
            <a:lvl1pPr indent="0" algn="l" defTabSz="914400">
              <a:lnSpc>
                <a:spcPct val="110000"/>
              </a:lnSpc>
              <a:spcBef>
                <a:spcPts val="1199"/>
              </a:spcBef>
              <a:buNone/>
              <a:tabLst>
                <a:tab pos="0" algn="l"/>
              </a:tabLst>
              <a:defRPr lang="de-DE" sz="1800" b="0" u="none" strike="noStrike">
                <a:solidFill>
                  <a:schemeClr val="dk1"/>
                </a:solidFill>
                <a:effectLst/>
                <a:uFillTx/>
                <a:latin typeface="SRH Text"/>
                <a:ea typeface="SRH Text"/>
              </a:defRPr>
            </a:lvl1pPr>
            <a:lvl2pPr lvl="1" algn="l" defTabSz="914400">
              <a:lnSpc>
                <a:spcPct val="110000"/>
              </a:lnSpc>
              <a:spcBef>
                <a:spcPts val="1199"/>
              </a:spcBef>
              <a:buClr>
                <a:srgbClr val="DF4807"/>
              </a:buClr>
              <a:buFont typeface="SRH"/>
              <a:buChar char="—"/>
              <a:tabLst>
                <a:tab pos="0" algn="l"/>
              </a:tabLst>
              <a:defRPr lang="de-DE" sz="1800" b="0" u="none" strike="noStrike">
                <a:solidFill>
                  <a:schemeClr val="dk1"/>
                </a:solidFill>
                <a:effectLst/>
                <a:uFillTx/>
                <a:latin typeface="SRH Text"/>
                <a:ea typeface="SRH Text"/>
              </a:defRPr>
            </a:lvl2pPr>
            <a:lvl3pPr lvl="2" algn="l" defTabSz="914400">
              <a:lnSpc>
                <a:spcPct val="110000"/>
              </a:lnSpc>
              <a:buClr>
                <a:srgbClr val="DF4807"/>
              </a:buClr>
              <a:buFont typeface="SRH"/>
              <a:buChar char="—"/>
              <a:tabLst>
                <a:tab pos="0" algn="l"/>
              </a:tabLst>
              <a:defRPr lang="de-DE" sz="1600" b="0" u="none" strike="noStrike">
                <a:solidFill>
                  <a:schemeClr val="dk1"/>
                </a:solidFill>
                <a:effectLst/>
                <a:uFillTx/>
                <a:latin typeface="SRH Text"/>
                <a:ea typeface="SRH Text"/>
              </a:defRPr>
            </a:lvl3pPr>
            <a:lvl4pPr indent="0" algn="l" defTabSz="914400">
              <a:lnSpc>
                <a:spcPct val="110000"/>
              </a:lnSpc>
              <a:spcBef>
                <a:spcPts val="2401"/>
              </a:spcBef>
              <a:buNone/>
              <a:tabLst>
                <a:tab pos="0" algn="l"/>
              </a:tabLst>
              <a:defRPr lang="de-DE" sz="2000" b="1" u="none" strike="noStrike">
                <a:solidFill>
                  <a:schemeClr val="accent1"/>
                </a:solidFill>
                <a:effectLst/>
                <a:uFillTx/>
                <a:latin typeface="SRH Text"/>
                <a:ea typeface="SRH Text"/>
              </a:defRPr>
            </a:lvl4pPr>
            <a:lvl5pPr indent="0" algn="l" defTabSz="914400">
              <a:lnSpc>
                <a:spcPct val="110000"/>
              </a:lnSpc>
              <a:spcBef>
                <a:spcPts val="1199"/>
              </a:spcBef>
              <a:buNone/>
              <a:tabLst>
                <a:tab pos="0" algn="l"/>
              </a:tabLst>
              <a:defRPr lang="de-DE" sz="2000" b="1" u="none" strike="noStrike">
                <a:solidFill>
                  <a:schemeClr val="dk1"/>
                </a:solidFill>
                <a:effectLst/>
                <a:uFillTx/>
                <a:latin typeface="SRH Headline"/>
                <a:ea typeface="SRH Headline"/>
              </a:defRPr>
            </a:lvl5pPr>
          </a:lstStyle>
          <a:p>
            <a:pPr indent="0" algn="l" defTabSz="914400">
              <a:lnSpc>
                <a:spcPct val="110000"/>
              </a:lnSpc>
              <a:spcBef>
                <a:spcPts val="1199"/>
              </a:spcBef>
              <a:buNone/>
              <a:tabLst>
                <a:tab pos="0" algn="l"/>
              </a:tabLst>
            </a:pPr>
            <a:r>
              <a:rPr lang="de-DE" sz="1800" b="0" u="none" strike="noStrike">
                <a:solidFill>
                  <a:schemeClr val="dk1"/>
                </a:solidFill>
                <a:effectLst/>
                <a:uFillTx/>
                <a:latin typeface="SRH Text"/>
                <a:ea typeface="SRH Text"/>
              </a:rPr>
              <a:t>Mastertextformat bearbeiten</a:t>
            </a:r>
            <a:endParaRPr lang="de-DE" sz="1800" b="0" u="none" strike="noStrike">
              <a:solidFill>
                <a:schemeClr val="dk1"/>
              </a:solidFill>
              <a:effectLst/>
              <a:uFillTx/>
              <a:latin typeface="SRH Text"/>
            </a:endParaRPr>
          </a:p>
          <a:p>
            <a:pPr marL="360000" lvl="1" indent="-360000" algn="l" defTabSz="914400">
              <a:lnSpc>
                <a:spcPct val="110000"/>
              </a:lnSpc>
              <a:spcBef>
                <a:spcPts val="1199"/>
              </a:spcBef>
              <a:buClr>
                <a:srgbClr val="DF4807"/>
              </a:buClr>
              <a:buFont typeface="SRH"/>
              <a:buChar char="—"/>
              <a:tabLst>
                <a:tab pos="0" algn="l"/>
              </a:tabLst>
            </a:pPr>
            <a:r>
              <a:rPr lang="de-DE" sz="1800" b="0" u="none" strike="noStrike">
                <a:solidFill>
                  <a:schemeClr val="dk1"/>
                </a:solidFill>
                <a:effectLst/>
                <a:uFillTx/>
                <a:latin typeface="SRH Text"/>
                <a:ea typeface="SRH Text"/>
              </a:rPr>
              <a:t>Zweite Ebene</a:t>
            </a:r>
            <a:endParaRPr lang="de-DE" sz="1800" b="0" u="none" strike="noStrike">
              <a:solidFill>
                <a:schemeClr val="dk1"/>
              </a:solidFill>
              <a:effectLst/>
              <a:uFillTx/>
              <a:latin typeface="SRH Text"/>
            </a:endParaRPr>
          </a:p>
          <a:p>
            <a:pPr marL="720000" lvl="2" indent="-360000" algn="l" defTabSz="914400">
              <a:lnSpc>
                <a:spcPct val="110000"/>
              </a:lnSpc>
              <a:buClr>
                <a:srgbClr val="DF4807"/>
              </a:buClr>
              <a:buFont typeface="SRH"/>
              <a:buChar char="—"/>
              <a:tabLst>
                <a:tab pos="0" algn="l"/>
              </a:tabLst>
            </a:pPr>
            <a:r>
              <a:rPr lang="de-DE" sz="1600" b="0" u="none" strike="noStrike">
                <a:solidFill>
                  <a:schemeClr val="dk1"/>
                </a:solidFill>
                <a:effectLst/>
                <a:uFillTx/>
                <a:latin typeface="SRH Text"/>
                <a:ea typeface="SRH Text"/>
              </a:rPr>
              <a:t>Dritte Ebene</a:t>
            </a:r>
            <a:endParaRPr lang="de-DE" sz="1600" b="0" u="none" strike="noStrike">
              <a:solidFill>
                <a:schemeClr val="dk1"/>
              </a:solidFill>
              <a:effectLst/>
              <a:uFillTx/>
              <a:latin typeface="SRH Text"/>
            </a:endParaRPr>
          </a:p>
          <a:p>
            <a:pPr indent="0" algn="l" defTabSz="914400">
              <a:lnSpc>
                <a:spcPct val="110000"/>
              </a:lnSpc>
              <a:spcBef>
                <a:spcPts val="2401"/>
              </a:spcBef>
              <a:buNone/>
              <a:tabLst>
                <a:tab pos="0" algn="l"/>
              </a:tabLst>
            </a:pPr>
            <a:r>
              <a:rPr lang="de-DE" sz="2000" b="1" u="none" strike="noStrike">
                <a:solidFill>
                  <a:schemeClr val="accent1"/>
                </a:solidFill>
                <a:effectLst/>
                <a:uFillTx/>
                <a:latin typeface="SRH Text"/>
                <a:ea typeface="SRH Text"/>
              </a:rPr>
              <a:t>Vierte Ebene</a:t>
            </a:r>
            <a:endParaRPr lang="de-DE" sz="2000" b="0" u="none" strike="noStrike">
              <a:solidFill>
                <a:schemeClr val="dk1"/>
              </a:solidFill>
              <a:effectLst/>
              <a:uFillTx/>
              <a:latin typeface="SRH Text"/>
            </a:endParaRPr>
          </a:p>
          <a:p>
            <a:pPr indent="0" algn="l" defTabSz="914400">
              <a:lnSpc>
                <a:spcPct val="110000"/>
              </a:lnSpc>
              <a:spcBef>
                <a:spcPts val="1199"/>
              </a:spcBef>
              <a:buNone/>
              <a:tabLst>
                <a:tab pos="0" algn="l"/>
              </a:tabLst>
            </a:pPr>
            <a:r>
              <a:rPr lang="de-DE" sz="2000" b="1" u="none" strike="noStrike">
                <a:solidFill>
                  <a:schemeClr val="dk1"/>
                </a:solidFill>
                <a:effectLst/>
                <a:uFillTx/>
                <a:latin typeface="SRH Headline"/>
                <a:ea typeface="SRH Headline"/>
              </a:rPr>
              <a:t>Fünfte Ebene</a:t>
            </a:r>
            <a:endParaRPr lang="de-DE" sz="2000" b="0" u="none" strike="noStrike">
              <a:solidFill>
                <a:schemeClr val="dk1"/>
              </a:solidFill>
              <a:effectLst/>
              <a:uFillTx/>
              <a:latin typeface="SRH Text"/>
            </a:endParaRPr>
          </a:p>
        </p:txBody>
      </p:sp>
      <p:sp>
        <p:nvSpPr>
          <p:cNvPr id="153" name="PlaceHolder 3"/>
          <p:cNvSpPr>
            <a:spLocks noGrp="1"/>
          </p:cNvSpPr>
          <p:nvPr>
            <p:ph type="dt" idx="46"/>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en-CA" sz="900" b="1" u="none" strike="noStrike">
                <a:solidFill>
                  <a:srgbClr val="6D7373"/>
                </a:solidFill>
                <a:effectLst/>
                <a:uFillTx/>
                <a:latin typeface="SRH Text"/>
                <a:ea typeface="SRH"/>
              </a:rPr>
              <a:t>&lt;date/time&gt;</a:t>
            </a:r>
            <a:endParaRPr lang="en-US" sz="900" b="0" u="none" strike="noStrike">
              <a:solidFill>
                <a:srgbClr val="000000"/>
              </a:solidFill>
              <a:effectLst/>
              <a:uFillTx/>
              <a:latin typeface="Times New Roman"/>
            </a:endParaRPr>
          </a:p>
        </p:txBody>
      </p:sp>
      <p:sp>
        <p:nvSpPr>
          <p:cNvPr id="154" name="PlaceHolder 4"/>
          <p:cNvSpPr>
            <a:spLocks noGrp="1"/>
          </p:cNvSpPr>
          <p:nvPr>
            <p:ph type="ftr" idx="47"/>
          </p:nvPr>
        </p:nvSpPr>
        <p:spPr>
          <a:xfrm>
            <a:off x="1319400" y="6356520"/>
            <a:ext cx="441396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&lt;footer&gt;</a:t>
            </a:r>
            <a:endParaRPr lang="en-US" sz="900" b="0" u="none" strike="noStrike">
              <a:solidFill>
                <a:srgbClr val="000000"/>
              </a:solidFill>
              <a:effectLst/>
              <a:uFillTx/>
              <a:latin typeface="Times New Roman"/>
            </a:endParaRPr>
          </a:p>
        </p:txBody>
      </p:sp>
      <p:sp>
        <p:nvSpPr>
          <p:cNvPr id="155" name="PlaceHolder 5"/>
          <p:cNvSpPr>
            <a:spLocks noGrp="1"/>
          </p:cNvSpPr>
          <p:nvPr>
            <p:ph type="sldNum" idx="48"/>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1D45577A-82A1-49CE-9EB3-05962ABFB6A7}"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
        <p:nvSpPr>
          <p:cNvPr id="156" name="PlaceHolder 6"/>
          <p:cNvSpPr>
            <a:spLocks noGrp="1"/>
          </p:cNvSpPr>
          <p:nvPr>
            <p:ph type="body"/>
          </p:nvPr>
        </p:nvSpPr>
        <p:spPr>
          <a:xfrm>
            <a:off x="8247960" y="1728000"/>
            <a:ext cx="3942360" cy="4228560"/>
          </a:xfrm>
          <a:prstGeom prst="rect">
            <a:avLst/>
          </a:prstGeom>
          <a:solidFill>
            <a:srgbClr val="FED9C9"/>
          </a:solidFill>
          <a:ln w="0">
            <a:noFill/>
          </a:ln>
        </p:spPr>
        <p:txBody>
          <a:bodyPr lIns="90000" tIns="45000" rIns="90000" bIns="45000" anchor="t">
            <a:noAutofit/>
          </a:bodyPr>
          <a:lstStyle>
            <a:lvl1pPr indent="0" algn="l" defTabSz="914400">
              <a:lnSpc>
                <a:spcPct val="110000"/>
              </a:lnSpc>
              <a:spcBef>
                <a:spcPts val="1199"/>
              </a:spcBef>
              <a:buNone/>
              <a:tabLst>
                <a:tab pos="0" algn="l"/>
              </a:tabLst>
              <a:defRPr lang="de-DE" sz="1800" b="0" u="none" strike="noStrike">
                <a:solidFill>
                  <a:schemeClr val="dk1"/>
                </a:solidFill>
                <a:effectLst/>
                <a:uFillTx/>
                <a:latin typeface="SRH Text"/>
              </a:defRPr>
            </a:lvl1pPr>
            <a:lvl2pPr lvl="1" algn="l" defTabSz="914400">
              <a:lnSpc>
                <a:spcPct val="110000"/>
              </a:lnSpc>
              <a:spcBef>
                <a:spcPts val="1199"/>
              </a:spcBef>
              <a:buClr>
                <a:srgbClr val="000000"/>
              </a:buClr>
              <a:buSzPct val="75000"/>
              <a:buFont typeface="Symbol" charset="2"/>
              <a:buChar char=""/>
              <a:tabLst>
                <a:tab pos="0" algn="l"/>
              </a:tabLst>
              <a:defRPr lang="de-DE" sz="1800" b="0" u="none" strike="noStrike">
                <a:solidFill>
                  <a:schemeClr val="dk1"/>
                </a:solidFill>
                <a:effectLst/>
                <a:uFillTx/>
                <a:latin typeface="SRH Text"/>
              </a:defRPr>
            </a:lvl2pPr>
            <a:lvl3pPr lvl="2" algn="l" defTabSz="914400">
              <a:lnSpc>
                <a:spcPct val="110000"/>
              </a:lnSpc>
              <a:buClr>
                <a:srgbClr val="000000"/>
              </a:buClr>
              <a:buSzPct val="45000"/>
              <a:buFont typeface="Wingdings" charset="2"/>
              <a:buChar char=""/>
              <a:tabLst>
                <a:tab pos="0" algn="l"/>
              </a:tabLst>
              <a:defRPr lang="de-DE" sz="1800" b="0" u="none" strike="noStrike">
                <a:solidFill>
                  <a:schemeClr val="dk1"/>
                </a:solidFill>
                <a:effectLst/>
                <a:uFillTx/>
                <a:latin typeface="SRH Text"/>
              </a:defRPr>
            </a:lvl3pPr>
            <a:lvl4pPr lvl="3" algn="l" defTabSz="914400">
              <a:lnSpc>
                <a:spcPct val="110000"/>
              </a:lnSpc>
              <a:spcBef>
                <a:spcPts val="2401"/>
              </a:spcBef>
              <a:buClr>
                <a:srgbClr val="000000"/>
              </a:buClr>
              <a:buSzPct val="75000"/>
              <a:buFont typeface="Symbol" charset="2"/>
              <a:buChar char=""/>
              <a:tabLst>
                <a:tab pos="0" algn="l"/>
              </a:tabLst>
              <a:defRPr lang="de-DE" sz="1800" b="1" u="none" strike="noStrike">
                <a:solidFill>
                  <a:schemeClr val="accent1"/>
                </a:solidFill>
                <a:effectLst/>
                <a:uFillTx/>
                <a:latin typeface="SRH Text"/>
              </a:defRPr>
            </a:lvl4pPr>
            <a:lvl5pPr lvl="4" algn="l" defTabSz="914400">
              <a:lnSpc>
                <a:spcPct val="110000"/>
              </a:lnSpc>
              <a:spcBef>
                <a:spcPts val="1199"/>
              </a:spcBef>
              <a:buClr>
                <a:srgbClr val="000000"/>
              </a:buClr>
              <a:buSzPct val="45000"/>
              <a:buFont typeface="Wingdings" charset="2"/>
              <a:buChar char=""/>
              <a:tabLst>
                <a:tab pos="0" algn="l"/>
              </a:tabLst>
              <a:defRPr lang="de-DE" sz="1800" b="1" u="none" strike="noStrike">
                <a:solidFill>
                  <a:schemeClr val="dk1"/>
                </a:solidFill>
                <a:effectLst/>
                <a:uFillTx/>
                <a:latin typeface="SRH Headline"/>
              </a:defRPr>
            </a:lvl5pPr>
            <a:lvl6pPr lvl="5" algn="l" defTabSz="914400">
              <a:lnSpc>
                <a:spcPct val="110000"/>
              </a:lnSpc>
              <a:spcBef>
                <a:spcPts val="1199"/>
              </a:spcBef>
              <a:buClr>
                <a:srgbClr val="000000"/>
              </a:buClr>
              <a:buSzPct val="45000"/>
              <a:buFont typeface="Wingdings" charset="2"/>
              <a:buChar char=""/>
              <a:tabLst>
                <a:tab pos="0" algn="l"/>
              </a:tabLst>
              <a:defRPr lang="de-DE" sz="1800" b="0" u="none" strike="noStrike">
                <a:solidFill>
                  <a:schemeClr val="dk1"/>
                </a:solidFill>
                <a:effectLst/>
                <a:uFillTx/>
                <a:latin typeface="SRH Headline"/>
              </a:defRPr>
            </a:lvl6pPr>
            <a:lvl7pPr lvl="6" algn="l" defTabSz="914400">
              <a:lnSpc>
                <a:spcPct val="98000"/>
              </a:lnSpc>
              <a:spcBef>
                <a:spcPts val="1199"/>
              </a:spcBef>
              <a:buClr>
                <a:srgbClr val="000000"/>
              </a:buClr>
              <a:buSzPct val="45000"/>
              <a:buFont typeface="Wingdings" charset="2"/>
              <a:buChar char=""/>
              <a:tabLst>
                <a:tab pos="0" algn="l"/>
              </a:tabLst>
              <a:defRPr lang="de-DE" sz="1800" b="1" u="none" strike="noStrike">
                <a:solidFill>
                  <a:schemeClr val="accent1"/>
                </a:solidFill>
                <a:effectLst/>
                <a:uFillTx/>
                <a:latin typeface="SRH Headline"/>
              </a:defRPr>
            </a:lvl7pPr>
          </a:lstStyle>
          <a:p>
            <a:pPr indent="0" algn="l" defTabSz="914400">
              <a:lnSpc>
                <a:spcPct val="110000"/>
              </a:lnSpc>
              <a:spcBef>
                <a:spcPts val="1199"/>
              </a:spcBef>
              <a:buNone/>
              <a:tabLst>
                <a:tab pos="0" algn="l"/>
              </a:tabLst>
            </a:pPr>
            <a:r>
              <a:rPr lang="de-DE" sz="1800" b="0" u="none" strike="noStrike">
                <a:solidFill>
                  <a:schemeClr val="dk1"/>
                </a:solidFill>
                <a:effectLst/>
                <a:uFillTx/>
                <a:latin typeface="SRH Text"/>
              </a:rPr>
              <a:t>Click to edit the outline text format</a:t>
            </a:r>
            <a:endParaRPr lang="de-DE" sz="1800" b="0" u="none" strike="noStrike">
              <a:solidFill>
                <a:schemeClr val="dk1"/>
              </a:solidFill>
              <a:effectLst/>
              <a:uFillTx/>
              <a:latin typeface="SRH Text"/>
            </a:endParaRPr>
          </a:p>
          <a:p>
            <a:pPr marL="457200" lvl="1" indent="-324000" algn="l" defTabSz="914400">
              <a:lnSpc>
                <a:spcPct val="110000"/>
              </a:lnSpc>
              <a:spcBef>
                <a:spcPts val="1199"/>
              </a:spcBef>
              <a:buClr>
                <a:srgbClr val="000000"/>
              </a:buClr>
              <a:buSzPct val="75000"/>
              <a:buFont typeface="Symbol" charset="2"/>
              <a:buChar char=""/>
              <a:tabLst>
                <a:tab pos="0" algn="l"/>
              </a:tabLst>
            </a:pPr>
            <a:r>
              <a:rPr lang="de-DE" sz="1800" b="0" u="none" strike="noStrike">
                <a:solidFill>
                  <a:schemeClr val="dk1"/>
                </a:solidFill>
                <a:effectLst/>
                <a:uFillTx/>
                <a:latin typeface="SRH Text"/>
              </a:rPr>
              <a:t>Second Outline Level</a:t>
            </a:r>
            <a:endParaRPr lang="de-DE" sz="1800" b="0" u="none" strike="noStrike">
              <a:solidFill>
                <a:schemeClr val="dk1"/>
              </a:solidFill>
              <a:effectLst/>
              <a:uFillTx/>
              <a:latin typeface="SRH Text"/>
            </a:endParaRPr>
          </a:p>
          <a:p>
            <a:pPr marL="914400" lvl="2" indent="-288000" algn="l" defTabSz="914400">
              <a:lnSpc>
                <a:spcPct val="110000"/>
              </a:lnSpc>
              <a:buClr>
                <a:srgbClr val="000000"/>
              </a:buClr>
              <a:buSzPct val="45000"/>
              <a:buFont typeface="Wingdings" charset="2"/>
              <a:buChar char=""/>
              <a:tabLst>
                <a:tab pos="0" algn="l"/>
              </a:tabLst>
            </a:pPr>
            <a:r>
              <a:rPr lang="de-DE" sz="1800" b="0" u="none" strike="noStrike">
                <a:solidFill>
                  <a:schemeClr val="dk1"/>
                </a:solidFill>
                <a:effectLst/>
                <a:uFillTx/>
                <a:latin typeface="SRH Text"/>
              </a:rPr>
              <a:t>Third Outline Level</a:t>
            </a:r>
            <a:endParaRPr lang="de-DE" sz="1800" b="0" u="none" strike="noStrike">
              <a:solidFill>
                <a:schemeClr val="dk1"/>
              </a:solidFill>
              <a:effectLst/>
              <a:uFillTx/>
              <a:latin typeface="SRH Text"/>
            </a:endParaRPr>
          </a:p>
          <a:p>
            <a:pPr marL="1371600" lvl="3" indent="-216000" algn="l" defTabSz="914400">
              <a:lnSpc>
                <a:spcPct val="110000"/>
              </a:lnSpc>
              <a:spcBef>
                <a:spcPts val="2401"/>
              </a:spcBef>
              <a:buClr>
                <a:srgbClr val="000000"/>
              </a:buClr>
              <a:buSzPct val="75000"/>
              <a:buFont typeface="Symbol" charset="2"/>
              <a:buChar char=""/>
              <a:tabLst>
                <a:tab pos="0" algn="l"/>
              </a:tabLst>
            </a:pPr>
            <a:r>
              <a:rPr lang="de-DE" sz="1800" b="1" u="none" strike="noStrike">
                <a:solidFill>
                  <a:schemeClr val="accent1"/>
                </a:solidFill>
                <a:effectLst/>
                <a:uFillTx/>
                <a:latin typeface="SRH Text"/>
              </a:rPr>
              <a:t>Fourth Outline Level</a:t>
            </a:r>
            <a:endParaRPr lang="de-DE" sz="1800" b="1" u="none" strike="noStrike">
              <a:solidFill>
                <a:schemeClr val="accent1"/>
              </a:solidFill>
              <a:effectLst/>
              <a:uFillTx/>
              <a:latin typeface="SRH Text"/>
            </a:endParaRPr>
          </a:p>
          <a:p>
            <a:pPr marL="1828800" lvl="4" indent="-216000" algn="l" defTabSz="914400">
              <a:lnSpc>
                <a:spcPct val="110000"/>
              </a:lnSpc>
              <a:spcBef>
                <a:spcPts val="1199"/>
              </a:spcBef>
              <a:buClr>
                <a:srgbClr val="000000"/>
              </a:buClr>
              <a:buSzPct val="45000"/>
              <a:buFont typeface="Wingdings" charset="2"/>
              <a:buChar char=""/>
              <a:tabLst>
                <a:tab pos="0" algn="l"/>
              </a:tabLst>
            </a:pPr>
            <a:r>
              <a:rPr lang="de-DE" sz="1800" b="1" u="none" strike="noStrike">
                <a:solidFill>
                  <a:schemeClr val="dk1"/>
                </a:solidFill>
                <a:effectLst/>
                <a:uFillTx/>
                <a:latin typeface="SRH Headline"/>
              </a:rPr>
              <a:t>Fifth Outline Level</a:t>
            </a:r>
            <a:endParaRPr lang="de-DE" sz="1800" b="1" u="none" strike="noStrike">
              <a:solidFill>
                <a:schemeClr val="dk1"/>
              </a:solidFill>
              <a:effectLst/>
              <a:uFillTx/>
              <a:latin typeface="SRH Headline"/>
            </a:endParaRPr>
          </a:p>
          <a:p>
            <a:pPr marL="2286000" lvl="5" indent="-216000" algn="l" defTabSz="914400">
              <a:lnSpc>
                <a:spcPct val="110000"/>
              </a:lnSpc>
              <a:spcBef>
                <a:spcPts val="1199"/>
              </a:spcBef>
              <a:buClr>
                <a:srgbClr val="000000"/>
              </a:buClr>
              <a:buSzPct val="45000"/>
              <a:buFont typeface="Wingdings" charset="2"/>
              <a:buChar char=""/>
              <a:tabLst>
                <a:tab pos="0" algn="l"/>
              </a:tabLst>
            </a:pPr>
            <a:r>
              <a:rPr lang="de-DE" sz="1800" b="0" u="none" strike="noStrike">
                <a:solidFill>
                  <a:schemeClr val="dk1"/>
                </a:solidFill>
                <a:effectLst/>
                <a:uFillTx/>
                <a:latin typeface="SRH Headline"/>
              </a:rPr>
              <a:t>Sixth Outline Level</a:t>
            </a:r>
            <a:endParaRPr lang="de-DE" sz="1800" b="0" u="none" strike="noStrike">
              <a:solidFill>
                <a:schemeClr val="dk1"/>
              </a:solidFill>
              <a:effectLst/>
              <a:uFillTx/>
              <a:latin typeface="SRH Headline"/>
            </a:endParaRPr>
          </a:p>
          <a:p>
            <a:pPr marL="2743200" lvl="6" indent="-216000" algn="l" defTabSz="914400">
              <a:lnSpc>
                <a:spcPct val="98000"/>
              </a:lnSpc>
              <a:spcBef>
                <a:spcPts val="1199"/>
              </a:spcBef>
              <a:buClr>
                <a:srgbClr val="000000"/>
              </a:buClr>
              <a:buSzPct val="45000"/>
              <a:buFont typeface="Wingdings" charset="2"/>
              <a:buChar char=""/>
              <a:tabLst>
                <a:tab pos="0" algn="l"/>
              </a:tabLst>
            </a:pPr>
            <a:r>
              <a:rPr lang="de-DE" sz="1800" b="1" u="none" strike="noStrike">
                <a:solidFill>
                  <a:schemeClr val="accent1"/>
                </a:solidFill>
                <a:effectLst/>
                <a:uFillTx/>
                <a:latin typeface="SRH Headline"/>
              </a:rPr>
              <a:t>Seventh Outline Level</a:t>
            </a:r>
            <a:endParaRPr lang="de-DE" sz="1800" b="1" u="none" strike="noStrike">
              <a:solidFill>
                <a:schemeClr val="accent1"/>
              </a:solidFill>
              <a:effectLst/>
              <a:uFillTx/>
              <a:latin typeface="SRH Headline"/>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1 Inhalt auf warm grey">
    <p:bg>
      <p:bgPr>
        <a:solidFill>
          <a:schemeClr val="lt1"/>
        </a:solidFill>
      </p:bgPr>
    </p:bg>
    <p:spTree>
      <p:nvGrpSpPr>
        <p:cNvPr id="1" name=""/>
        <p:cNvGrpSpPr/>
        <p:nvPr/>
      </p:nvGrpSpPr>
      <p:grpSpPr>
        <a:xfrm>
          <a:off x="0" y="0"/>
          <a:ext cx="0" cy="0"/>
          <a:chOff x="0" y="0"/>
          <a:chExt cx="0" cy="0"/>
        </a:xfrm>
      </p:grpSpPr>
      <p:sp>
        <p:nvSpPr>
          <p:cNvPr id="157" name="Freihandform: Form 11"/>
          <p:cNvSpPr/>
          <p:nvPr/>
        </p:nvSpPr>
        <p:spPr>
          <a:xfrm>
            <a:off x="10878840" y="361440"/>
            <a:ext cx="946080" cy="731520"/>
          </a:xfrm>
          <a:custGeom>
            <a:avLst/>
            <a:gdLst>
              <a:gd name="textAreaLeft" fmla="*/ 0 w 946080"/>
              <a:gd name="textAreaRight" fmla="*/ 341299800 w 946080"/>
              <a:gd name="textAreaTop" fmla="*/ 0 h 731520"/>
              <a:gd name="textAreaBottom" fmla="*/ 264033000 h 731520"/>
            </a:gdLst>
            <a:ahLst/>
            <a:cxnLst/>
            <a:rect l="textAreaLeft" t="textAreaTop" r="textAreaRight" b="textAreaBottom"/>
            <a:pathLst>
              <a:path w="948055" h="733425">
                <a:moveTo>
                  <a:pt x="619721" y="598726"/>
                </a:moveTo>
                <a:lnTo>
                  <a:pt x="708150" y="598726"/>
                </a:lnTo>
                <a:lnTo>
                  <a:pt x="708150" y="174"/>
                </a:lnTo>
                <a:lnTo>
                  <a:pt x="619721" y="174"/>
                </a:lnTo>
                <a:lnTo>
                  <a:pt x="619721" y="598726"/>
                </a:lnTo>
                <a:close/>
                <a:moveTo>
                  <a:pt x="811583" y="196858"/>
                </a:moveTo>
                <a:cubicBezTo>
                  <a:pt x="794961" y="196049"/>
                  <a:pt x="774271" y="196858"/>
                  <a:pt x="753582" y="199293"/>
                </a:cubicBezTo>
                <a:lnTo>
                  <a:pt x="753582" y="281173"/>
                </a:lnTo>
                <a:cubicBezTo>
                  <a:pt x="831456" y="281173"/>
                  <a:pt x="859851" y="292576"/>
                  <a:pt x="859851" y="364713"/>
                </a:cubicBezTo>
                <a:lnTo>
                  <a:pt x="859851" y="598726"/>
                </a:lnTo>
                <a:lnTo>
                  <a:pt x="948279" y="598726"/>
                </a:lnTo>
                <a:lnTo>
                  <a:pt x="948279" y="353792"/>
                </a:lnTo>
                <a:cubicBezTo>
                  <a:pt x="948279" y="263364"/>
                  <a:pt x="896768" y="200102"/>
                  <a:pt x="811583" y="196858"/>
                </a:cubicBezTo>
                <a:close/>
                <a:moveTo>
                  <a:pt x="208715" y="199693"/>
                </a:moveTo>
                <a:cubicBezTo>
                  <a:pt x="114600" y="204562"/>
                  <a:pt x="72827" y="267010"/>
                  <a:pt x="72827" y="366365"/>
                </a:cubicBezTo>
                <a:lnTo>
                  <a:pt x="72827" y="566720"/>
                </a:lnTo>
                <a:cubicBezTo>
                  <a:pt x="72827" y="625122"/>
                  <a:pt x="61054" y="650267"/>
                  <a:pt x="224" y="651483"/>
                </a:cubicBezTo>
                <a:lnTo>
                  <a:pt x="224" y="732542"/>
                </a:lnTo>
                <a:cubicBezTo>
                  <a:pt x="7522" y="733765"/>
                  <a:pt x="19282" y="733765"/>
                  <a:pt x="25368" y="733352"/>
                </a:cubicBezTo>
                <a:cubicBezTo>
                  <a:pt x="119871" y="727681"/>
                  <a:pt x="161249" y="664825"/>
                  <a:pt x="161249" y="566687"/>
                </a:cubicBezTo>
                <a:lnTo>
                  <a:pt x="161249" y="366332"/>
                </a:lnTo>
                <a:cubicBezTo>
                  <a:pt x="161249" y="307529"/>
                  <a:pt x="172206" y="282792"/>
                  <a:pt x="233451" y="281582"/>
                </a:cubicBezTo>
                <a:lnTo>
                  <a:pt x="233451" y="200102"/>
                </a:lnTo>
                <a:cubicBezTo>
                  <a:pt x="226555" y="199293"/>
                  <a:pt x="214795" y="199293"/>
                  <a:pt x="208715" y="199693"/>
                </a:cubicBezTo>
                <a:close/>
                <a:moveTo>
                  <a:pt x="480068" y="199693"/>
                </a:moveTo>
                <a:cubicBezTo>
                  <a:pt x="386368" y="204562"/>
                  <a:pt x="344181" y="267417"/>
                  <a:pt x="344181" y="366365"/>
                </a:cubicBezTo>
                <a:lnTo>
                  <a:pt x="344181" y="598726"/>
                </a:lnTo>
                <a:lnTo>
                  <a:pt x="432603" y="598726"/>
                </a:lnTo>
                <a:lnTo>
                  <a:pt x="432603" y="366332"/>
                </a:lnTo>
                <a:cubicBezTo>
                  <a:pt x="432603" y="307930"/>
                  <a:pt x="444375" y="282792"/>
                  <a:pt x="505212" y="281582"/>
                </a:cubicBezTo>
                <a:lnTo>
                  <a:pt x="505212" y="200102"/>
                </a:lnTo>
                <a:cubicBezTo>
                  <a:pt x="497907" y="199293"/>
                  <a:pt x="486148" y="199293"/>
                  <a:pt x="480068" y="199693"/>
                </a:cubicBezTo>
                <a:close/>
              </a:path>
            </a:pathLst>
          </a:custGeom>
          <a:solidFill>
            <a:schemeClr val="accent1"/>
          </a:solidFill>
          <a:ln w="0">
            <a:noFill/>
          </a:ln>
        </p:spPr>
        <p:style>
          <a:lnRef idx="0"/>
          <a:fillRef idx="0"/>
          <a:effectRef idx="0"/>
          <a:fontRef idx="minor"/>
        </p:style>
        <p:txBody>
          <a:bodyPr numCol="1" spcCol="216000" lIns="0" tIns="361440" rIns="946440" bIns="1094760" anchor="ctr">
            <a:noAutofit/>
          </a:bodyPr>
          <a:p>
            <a:endParaRPr lang="de-DE" sz="1800" b="0" u="none" strike="noStrike">
              <a:solidFill>
                <a:schemeClr val="dk1"/>
              </a:solidFill>
              <a:effectLst/>
              <a:uFillTx/>
              <a:latin typeface="SRH"/>
            </a:endParaRPr>
          </a:p>
        </p:txBody>
      </p:sp>
      <p:sp>
        <p:nvSpPr>
          <p:cNvPr id="158" name="Rechteck 9"/>
          <p:cNvSpPr/>
          <p:nvPr/>
        </p:nvSpPr>
        <p:spPr>
          <a:xfrm>
            <a:off x="0" y="1405800"/>
            <a:ext cx="12190320" cy="5450400"/>
          </a:xfrm>
          <a:prstGeom prst="rect">
            <a:avLst/>
          </a:prstGeom>
          <a:solidFill>
            <a:srgbClr val="EEEDEC"/>
          </a:solidFill>
          <a:ln w="0">
            <a:noFill/>
          </a:ln>
        </p:spPr>
        <p:style>
          <a:lnRef idx="0"/>
          <a:fillRef idx="0"/>
          <a:effectRef idx="0"/>
          <a:fontRef idx="minor"/>
        </p:style>
        <p:txBody>
          <a:bodyPr numCol="1" spcCol="216000" lIns="90000" tIns="45000" rIns="90000" bIns="45000" anchor="ctr">
            <a:noAutofit/>
          </a:bodyPr>
          <a:p>
            <a:endParaRPr lang="de-DE" sz="1800" b="0" u="none" strike="noStrike">
              <a:solidFill>
                <a:srgbClr val="FFFFFF"/>
              </a:solidFill>
              <a:effectLst/>
              <a:uFillTx/>
              <a:latin typeface="SRH"/>
            </a:endParaRPr>
          </a:p>
        </p:txBody>
      </p:sp>
      <p:sp>
        <p:nvSpPr>
          <p:cNvPr id="159" name="Freihandform: Form 28"/>
          <p:cNvSpPr/>
          <p:nvPr/>
        </p:nvSpPr>
        <p:spPr>
          <a:xfrm>
            <a:off x="8202960" y="2802240"/>
            <a:ext cx="3987360" cy="4053960"/>
          </a:xfrm>
          <a:custGeom>
            <a:avLst/>
            <a:gdLst>
              <a:gd name="textAreaLeft" fmla="*/ 0 w 3987360"/>
              <a:gd name="textAreaRight" fmla="*/ 1436065200 w 3987360"/>
              <a:gd name="textAreaTop" fmla="*/ 0 h 4053960"/>
              <a:gd name="textAreaBottom" fmla="*/ 1460068200 h 4053960"/>
            </a:gdLst>
            <a:ahLst/>
            <a:cxnLst/>
            <a:rect l="textAreaLeft" t="textAreaTop" r="textAreaRight" b="textAreaBottom"/>
            <a:pathLst>
              <a:path w="3989070" h="4055745">
                <a:moveTo>
                  <a:pt x="3989070" y="0"/>
                </a:moveTo>
                <a:lnTo>
                  <a:pt x="3989070" y="2389210"/>
                </a:lnTo>
                <a:lnTo>
                  <a:pt x="3858387" y="2411148"/>
                </a:lnTo>
                <a:cubicBezTo>
                  <a:pt x="2993291" y="2575305"/>
                  <a:pt x="2647844" y="3036008"/>
                  <a:pt x="2529189" y="3871779"/>
                </a:cubicBezTo>
                <a:lnTo>
                  <a:pt x="2507884" y="4055745"/>
                </a:lnTo>
                <a:lnTo>
                  <a:pt x="0" y="4055745"/>
                </a:lnTo>
                <a:lnTo>
                  <a:pt x="22941" y="3788838"/>
                </a:lnTo>
                <a:cubicBezTo>
                  <a:pt x="290726" y="1521853"/>
                  <a:pt x="1510279" y="126892"/>
                  <a:pt x="3884935" y="4661"/>
                </a:cubicBezTo>
                <a:cubicBezTo>
                  <a:pt x="3906842" y="3232"/>
                  <a:pt x="3931308" y="1982"/>
                  <a:pt x="3957741" y="932"/>
                </a:cubicBezTo>
                <a:close/>
              </a:path>
            </a:pathLst>
          </a:custGeom>
          <a:solidFill>
            <a:srgbClr val="E6E3E2"/>
          </a:solidFill>
          <a:ln w="0">
            <a:noFill/>
          </a:ln>
        </p:spPr>
        <p:style>
          <a:lnRef idx="0"/>
          <a:fillRef idx="0"/>
          <a:effectRef idx="0"/>
          <a:fontRef idx="minor"/>
        </p:style>
        <p:txBody>
          <a:bodyPr numCol="1" spcCol="216000" lIns="0" tIns="2802240" rIns="3987720" bIns="6858000" anchor="ctr">
            <a:noAutofit/>
          </a:bodyPr>
          <a:p>
            <a:endParaRPr lang="de-DE" sz="1800" b="0" u="none" strike="noStrike">
              <a:solidFill>
                <a:schemeClr val="dk1"/>
              </a:solidFill>
              <a:effectLst/>
              <a:uFillTx/>
              <a:latin typeface="SRH"/>
            </a:endParaRPr>
          </a:p>
        </p:txBody>
      </p:sp>
      <p:sp>
        <p:nvSpPr>
          <p:cNvPr id="160" name="PlaceHolder 1"/>
          <p:cNvSpPr>
            <a:spLocks noGrp="1"/>
          </p:cNvSpPr>
          <p:nvPr>
            <p:ph type="title"/>
          </p:nvPr>
        </p:nvSpPr>
        <p:spPr>
          <a:xfrm>
            <a:off x="360000" y="358920"/>
            <a:ext cx="9156960" cy="833400"/>
          </a:xfrm>
          <a:prstGeom prst="rect">
            <a:avLst/>
          </a:prstGeom>
          <a:noFill/>
          <a:ln w="0">
            <a:noFill/>
          </a:ln>
        </p:spPr>
        <p:txBody>
          <a:bodyPr numCol="1" spcCol="216000" lIns="0" tIns="0" rIns="0" bIns="0" anchor="b">
            <a:noAutofit/>
          </a:bodyPr>
          <a:lstStyle>
            <a:lvl1pPr indent="0" algn="l" defTabSz="914400">
              <a:lnSpc>
                <a:spcPct val="100000"/>
              </a:lnSpc>
              <a:buNone/>
              <a:tabLst>
                <a:tab pos="0" algn="l"/>
              </a:tabLst>
              <a:defRPr lang="de-DE" sz="3000" b="1" u="none" strike="noStrike">
                <a:solidFill>
                  <a:schemeClr val="dk1"/>
                </a:solidFill>
                <a:effectLst/>
                <a:uFillTx/>
                <a:latin typeface="SRH Headline"/>
                <a:ea typeface="SRH Headline"/>
              </a:defRPr>
            </a:lvl1pPr>
          </a:lstStyle>
          <a:p>
            <a:pPr indent="0" algn="l" defTabSz="914400">
              <a:lnSpc>
                <a:spcPct val="100000"/>
              </a:lnSpc>
              <a:buNone/>
              <a:tabLst>
                <a:tab pos="0" algn="l"/>
              </a:tabLst>
            </a:pPr>
            <a:r>
              <a:rPr lang="de-DE" sz="3000" b="1" u="none" strike="noStrike">
                <a:solidFill>
                  <a:schemeClr val="dk1"/>
                </a:solidFill>
                <a:effectLst/>
                <a:uFillTx/>
                <a:latin typeface="SRH Headline"/>
                <a:ea typeface="SRH Headline"/>
              </a:rPr>
              <a:t>Mastertitelformat bearbeiten</a:t>
            </a:r>
            <a:endParaRPr lang="de-DE" sz="3000" b="1" u="none" strike="noStrike">
              <a:solidFill>
                <a:schemeClr val="dk1"/>
              </a:solidFill>
              <a:effectLst/>
              <a:uFillTx/>
              <a:latin typeface="SRH Headline"/>
            </a:endParaRPr>
          </a:p>
        </p:txBody>
      </p:sp>
      <p:sp>
        <p:nvSpPr>
          <p:cNvPr id="161" name="PlaceHolder 2"/>
          <p:cNvSpPr>
            <a:spLocks noGrp="1"/>
          </p:cNvSpPr>
          <p:nvPr>
            <p:ph type="body"/>
          </p:nvPr>
        </p:nvSpPr>
        <p:spPr>
          <a:xfrm>
            <a:off x="359280" y="1728000"/>
            <a:ext cx="9156960" cy="4228560"/>
          </a:xfrm>
          <a:prstGeom prst="rect">
            <a:avLst/>
          </a:prstGeom>
          <a:noFill/>
          <a:ln w="0">
            <a:noFill/>
          </a:ln>
        </p:spPr>
        <p:txBody>
          <a:bodyPr numCol="1" spcCol="216000" lIns="0" tIns="0" rIns="0" bIns="0" anchor="t">
            <a:noAutofit/>
          </a:bodyPr>
          <a:lstStyle>
            <a:lvl1pPr indent="0" algn="l" defTabSz="914400">
              <a:lnSpc>
                <a:spcPct val="110000"/>
              </a:lnSpc>
              <a:spcBef>
                <a:spcPts val="1199"/>
              </a:spcBef>
              <a:buNone/>
              <a:tabLst>
                <a:tab pos="0" algn="l"/>
              </a:tabLst>
              <a:defRPr lang="de-DE" sz="1800" b="0" u="none" strike="noStrike">
                <a:solidFill>
                  <a:schemeClr val="dk1"/>
                </a:solidFill>
                <a:effectLst/>
                <a:uFillTx/>
                <a:latin typeface="SRH Text"/>
                <a:ea typeface="SRH Text"/>
              </a:defRPr>
            </a:lvl1pPr>
            <a:lvl2pPr lvl="1" algn="l" defTabSz="914400">
              <a:lnSpc>
                <a:spcPct val="110000"/>
              </a:lnSpc>
              <a:spcBef>
                <a:spcPts val="1199"/>
              </a:spcBef>
              <a:buClr>
                <a:srgbClr val="DF4807"/>
              </a:buClr>
              <a:buFont typeface="SRH"/>
              <a:buChar char="—"/>
              <a:tabLst>
                <a:tab pos="0" algn="l"/>
              </a:tabLst>
              <a:defRPr lang="de-DE" sz="1800" b="0" u="none" strike="noStrike">
                <a:solidFill>
                  <a:schemeClr val="dk1"/>
                </a:solidFill>
                <a:effectLst/>
                <a:uFillTx/>
                <a:latin typeface="SRH Text"/>
                <a:ea typeface="SRH Text"/>
              </a:defRPr>
            </a:lvl2pPr>
            <a:lvl3pPr lvl="2" algn="l" defTabSz="914400">
              <a:lnSpc>
                <a:spcPct val="110000"/>
              </a:lnSpc>
              <a:buClr>
                <a:srgbClr val="DF4807"/>
              </a:buClr>
              <a:buFont typeface="SRH"/>
              <a:buChar char="—"/>
              <a:tabLst>
                <a:tab pos="0" algn="l"/>
              </a:tabLst>
              <a:defRPr lang="de-DE" sz="1600" b="0" u="none" strike="noStrike">
                <a:solidFill>
                  <a:schemeClr val="dk1"/>
                </a:solidFill>
                <a:effectLst/>
                <a:uFillTx/>
                <a:latin typeface="SRH Text"/>
                <a:ea typeface="SRH Text"/>
              </a:defRPr>
            </a:lvl3pPr>
            <a:lvl4pPr indent="0" algn="l" defTabSz="914400">
              <a:lnSpc>
                <a:spcPct val="110000"/>
              </a:lnSpc>
              <a:spcBef>
                <a:spcPts val="2401"/>
              </a:spcBef>
              <a:buNone/>
              <a:tabLst>
                <a:tab pos="0" algn="l"/>
              </a:tabLst>
              <a:defRPr lang="de-DE" sz="2000" b="1" u="none" strike="noStrike">
                <a:solidFill>
                  <a:schemeClr val="accent1"/>
                </a:solidFill>
                <a:effectLst/>
                <a:uFillTx/>
                <a:latin typeface="SRH Text"/>
                <a:ea typeface="SRH Text"/>
              </a:defRPr>
            </a:lvl4pPr>
            <a:lvl5pPr indent="0" algn="l" defTabSz="914400">
              <a:lnSpc>
                <a:spcPct val="110000"/>
              </a:lnSpc>
              <a:spcBef>
                <a:spcPts val="1199"/>
              </a:spcBef>
              <a:buNone/>
              <a:tabLst>
                <a:tab pos="0" algn="l"/>
              </a:tabLst>
              <a:defRPr lang="de-DE" sz="2000" b="1" u="none" strike="noStrike">
                <a:solidFill>
                  <a:schemeClr val="dk1"/>
                </a:solidFill>
                <a:effectLst/>
                <a:uFillTx/>
                <a:latin typeface="SRH Headline"/>
                <a:ea typeface="SRH Headline"/>
              </a:defRPr>
            </a:lvl5pPr>
          </a:lstStyle>
          <a:p>
            <a:pPr indent="0" algn="l" defTabSz="914400">
              <a:lnSpc>
                <a:spcPct val="110000"/>
              </a:lnSpc>
              <a:spcBef>
                <a:spcPts val="1199"/>
              </a:spcBef>
              <a:buNone/>
              <a:tabLst>
                <a:tab pos="0" algn="l"/>
              </a:tabLst>
            </a:pPr>
            <a:r>
              <a:rPr lang="de-DE" sz="1800" b="0" u="none" strike="noStrike">
                <a:solidFill>
                  <a:schemeClr val="dk1"/>
                </a:solidFill>
                <a:effectLst/>
                <a:uFillTx/>
                <a:latin typeface="SRH Text"/>
                <a:ea typeface="SRH Text"/>
              </a:rPr>
              <a:t>Mastertextformat bearbeiten</a:t>
            </a:r>
            <a:endParaRPr lang="de-DE" sz="1800" b="0" u="none" strike="noStrike">
              <a:solidFill>
                <a:schemeClr val="dk1"/>
              </a:solidFill>
              <a:effectLst/>
              <a:uFillTx/>
              <a:latin typeface="SRH Text"/>
            </a:endParaRPr>
          </a:p>
          <a:p>
            <a:pPr marL="360000" lvl="1" indent="-360000" algn="l" defTabSz="914400">
              <a:lnSpc>
                <a:spcPct val="110000"/>
              </a:lnSpc>
              <a:spcBef>
                <a:spcPts val="1199"/>
              </a:spcBef>
              <a:buClr>
                <a:srgbClr val="DF4807"/>
              </a:buClr>
              <a:buFont typeface="SRH"/>
              <a:buChar char="—"/>
              <a:tabLst>
                <a:tab pos="0" algn="l"/>
              </a:tabLst>
            </a:pPr>
            <a:r>
              <a:rPr lang="de-DE" sz="1800" b="0" u="none" strike="noStrike">
                <a:solidFill>
                  <a:schemeClr val="dk1"/>
                </a:solidFill>
                <a:effectLst/>
                <a:uFillTx/>
                <a:latin typeface="SRH Text"/>
                <a:ea typeface="SRH Text"/>
              </a:rPr>
              <a:t>Zweite Ebene</a:t>
            </a:r>
            <a:endParaRPr lang="de-DE" sz="1800" b="0" u="none" strike="noStrike">
              <a:solidFill>
                <a:schemeClr val="dk1"/>
              </a:solidFill>
              <a:effectLst/>
              <a:uFillTx/>
              <a:latin typeface="SRH Text"/>
            </a:endParaRPr>
          </a:p>
          <a:p>
            <a:pPr marL="720000" lvl="2" indent="-360000" algn="l" defTabSz="914400">
              <a:lnSpc>
                <a:spcPct val="110000"/>
              </a:lnSpc>
              <a:buClr>
                <a:srgbClr val="DF4807"/>
              </a:buClr>
              <a:buFont typeface="SRH"/>
              <a:buChar char="—"/>
              <a:tabLst>
                <a:tab pos="0" algn="l"/>
              </a:tabLst>
            </a:pPr>
            <a:r>
              <a:rPr lang="de-DE" sz="1600" b="0" u="none" strike="noStrike">
                <a:solidFill>
                  <a:schemeClr val="dk1"/>
                </a:solidFill>
                <a:effectLst/>
                <a:uFillTx/>
                <a:latin typeface="SRH Text"/>
                <a:ea typeface="SRH Text"/>
              </a:rPr>
              <a:t>Dritte Ebene</a:t>
            </a:r>
            <a:endParaRPr lang="de-DE" sz="1600" b="0" u="none" strike="noStrike">
              <a:solidFill>
                <a:schemeClr val="dk1"/>
              </a:solidFill>
              <a:effectLst/>
              <a:uFillTx/>
              <a:latin typeface="SRH Text"/>
            </a:endParaRPr>
          </a:p>
          <a:p>
            <a:pPr indent="0" algn="l" defTabSz="914400">
              <a:lnSpc>
                <a:spcPct val="110000"/>
              </a:lnSpc>
              <a:spcBef>
                <a:spcPts val="2401"/>
              </a:spcBef>
              <a:buNone/>
              <a:tabLst>
                <a:tab pos="0" algn="l"/>
              </a:tabLst>
            </a:pPr>
            <a:r>
              <a:rPr lang="de-DE" sz="2000" b="1" u="none" strike="noStrike">
                <a:solidFill>
                  <a:schemeClr val="accent1"/>
                </a:solidFill>
                <a:effectLst/>
                <a:uFillTx/>
                <a:latin typeface="SRH Text"/>
                <a:ea typeface="SRH Text"/>
              </a:rPr>
              <a:t>Vierte Ebene</a:t>
            </a:r>
            <a:endParaRPr lang="de-DE" sz="2000" b="0" u="none" strike="noStrike">
              <a:solidFill>
                <a:schemeClr val="dk1"/>
              </a:solidFill>
              <a:effectLst/>
              <a:uFillTx/>
              <a:latin typeface="SRH Text"/>
            </a:endParaRPr>
          </a:p>
          <a:p>
            <a:pPr indent="0" algn="l" defTabSz="914400">
              <a:lnSpc>
                <a:spcPct val="110000"/>
              </a:lnSpc>
              <a:spcBef>
                <a:spcPts val="1199"/>
              </a:spcBef>
              <a:buNone/>
              <a:tabLst>
                <a:tab pos="0" algn="l"/>
              </a:tabLst>
            </a:pPr>
            <a:r>
              <a:rPr lang="de-DE" sz="2000" b="1" u="none" strike="noStrike">
                <a:solidFill>
                  <a:schemeClr val="dk1"/>
                </a:solidFill>
                <a:effectLst/>
                <a:uFillTx/>
                <a:latin typeface="SRH Headline"/>
                <a:ea typeface="SRH Headline"/>
              </a:rPr>
              <a:t>Fünfte Ebene</a:t>
            </a:r>
            <a:endParaRPr lang="de-DE" sz="2000" b="0" u="none" strike="noStrike">
              <a:solidFill>
                <a:schemeClr val="dk1"/>
              </a:solidFill>
              <a:effectLst/>
              <a:uFillTx/>
              <a:latin typeface="SRH Text"/>
            </a:endParaRPr>
          </a:p>
        </p:txBody>
      </p:sp>
      <p:sp>
        <p:nvSpPr>
          <p:cNvPr id="162" name="PlaceHolder 3"/>
          <p:cNvSpPr>
            <a:spLocks noGrp="1"/>
          </p:cNvSpPr>
          <p:nvPr>
            <p:ph type="dt" idx="49"/>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en-CA" sz="900" b="1" u="none" strike="noStrike">
                <a:solidFill>
                  <a:srgbClr val="6D7373"/>
                </a:solidFill>
                <a:effectLst/>
                <a:uFillTx/>
                <a:latin typeface="SRH Text"/>
                <a:ea typeface="SRH"/>
              </a:rPr>
              <a:t>&lt;date/time&gt;</a:t>
            </a:r>
            <a:endParaRPr lang="en-US" sz="900" b="0" u="none" strike="noStrike">
              <a:solidFill>
                <a:srgbClr val="000000"/>
              </a:solidFill>
              <a:effectLst/>
              <a:uFillTx/>
              <a:latin typeface="Times New Roman"/>
            </a:endParaRPr>
          </a:p>
        </p:txBody>
      </p:sp>
      <p:sp>
        <p:nvSpPr>
          <p:cNvPr id="163" name="PlaceHolder 4"/>
          <p:cNvSpPr>
            <a:spLocks noGrp="1"/>
          </p:cNvSpPr>
          <p:nvPr>
            <p:ph type="ftr" idx="50"/>
          </p:nvPr>
        </p:nvSpPr>
        <p:spPr>
          <a:xfrm>
            <a:off x="1319400" y="635652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&lt;footer&gt;</a:t>
            </a:r>
            <a:endParaRPr lang="en-US" sz="900" b="0" u="none" strike="noStrike">
              <a:solidFill>
                <a:srgbClr val="000000"/>
              </a:solidFill>
              <a:effectLst/>
              <a:uFillTx/>
              <a:latin typeface="Times New Roman"/>
            </a:endParaRPr>
          </a:p>
        </p:txBody>
      </p:sp>
      <p:sp>
        <p:nvSpPr>
          <p:cNvPr id="164" name="PlaceHolder 5"/>
          <p:cNvSpPr>
            <a:spLocks noGrp="1"/>
          </p:cNvSpPr>
          <p:nvPr>
            <p:ph type="sldNum" idx="51"/>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1DE1ECCB-7C96-498F-A988-1D45C95BD975}"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iagramme auf warm grey">
    <p:bg>
      <p:bgPr>
        <a:solidFill>
          <a:schemeClr val="lt1"/>
        </a:solidFill>
      </p:bgPr>
    </p:bg>
    <p:spTree>
      <p:nvGrpSpPr>
        <p:cNvPr id="1" name=""/>
        <p:cNvGrpSpPr/>
        <p:nvPr/>
      </p:nvGrpSpPr>
      <p:grpSpPr>
        <a:xfrm>
          <a:off x="0" y="0"/>
          <a:ext cx="0" cy="0"/>
          <a:chOff x="0" y="0"/>
          <a:chExt cx="0" cy="0"/>
        </a:xfrm>
      </p:grpSpPr>
      <p:sp>
        <p:nvSpPr>
          <p:cNvPr id="165" name="Freihandform: Form 11"/>
          <p:cNvSpPr/>
          <p:nvPr/>
        </p:nvSpPr>
        <p:spPr>
          <a:xfrm>
            <a:off x="10878840" y="361440"/>
            <a:ext cx="946080" cy="731520"/>
          </a:xfrm>
          <a:custGeom>
            <a:avLst/>
            <a:gdLst>
              <a:gd name="textAreaLeft" fmla="*/ 0 w 946080"/>
              <a:gd name="textAreaRight" fmla="*/ 341299800 w 946080"/>
              <a:gd name="textAreaTop" fmla="*/ 0 h 731520"/>
              <a:gd name="textAreaBottom" fmla="*/ 264033000 h 731520"/>
            </a:gdLst>
            <a:ahLst/>
            <a:cxnLst/>
            <a:rect l="textAreaLeft" t="textAreaTop" r="textAreaRight" b="textAreaBottom"/>
            <a:pathLst>
              <a:path w="948055" h="733425">
                <a:moveTo>
                  <a:pt x="619721" y="598726"/>
                </a:moveTo>
                <a:lnTo>
                  <a:pt x="708150" y="598726"/>
                </a:lnTo>
                <a:lnTo>
                  <a:pt x="708150" y="174"/>
                </a:lnTo>
                <a:lnTo>
                  <a:pt x="619721" y="174"/>
                </a:lnTo>
                <a:lnTo>
                  <a:pt x="619721" y="598726"/>
                </a:lnTo>
                <a:close/>
                <a:moveTo>
                  <a:pt x="811583" y="196858"/>
                </a:moveTo>
                <a:cubicBezTo>
                  <a:pt x="794961" y="196049"/>
                  <a:pt x="774271" y="196858"/>
                  <a:pt x="753582" y="199293"/>
                </a:cubicBezTo>
                <a:lnTo>
                  <a:pt x="753582" y="281173"/>
                </a:lnTo>
                <a:cubicBezTo>
                  <a:pt x="831456" y="281173"/>
                  <a:pt x="859851" y="292576"/>
                  <a:pt x="859851" y="364713"/>
                </a:cubicBezTo>
                <a:lnTo>
                  <a:pt x="859851" y="598726"/>
                </a:lnTo>
                <a:lnTo>
                  <a:pt x="948279" y="598726"/>
                </a:lnTo>
                <a:lnTo>
                  <a:pt x="948279" y="353792"/>
                </a:lnTo>
                <a:cubicBezTo>
                  <a:pt x="948279" y="263364"/>
                  <a:pt x="896768" y="200102"/>
                  <a:pt x="811583" y="196858"/>
                </a:cubicBezTo>
                <a:close/>
                <a:moveTo>
                  <a:pt x="208715" y="199693"/>
                </a:moveTo>
                <a:cubicBezTo>
                  <a:pt x="114600" y="204562"/>
                  <a:pt x="72827" y="267010"/>
                  <a:pt x="72827" y="366365"/>
                </a:cubicBezTo>
                <a:lnTo>
                  <a:pt x="72827" y="566720"/>
                </a:lnTo>
                <a:cubicBezTo>
                  <a:pt x="72827" y="625122"/>
                  <a:pt x="61054" y="650267"/>
                  <a:pt x="224" y="651483"/>
                </a:cubicBezTo>
                <a:lnTo>
                  <a:pt x="224" y="732542"/>
                </a:lnTo>
                <a:cubicBezTo>
                  <a:pt x="7522" y="733765"/>
                  <a:pt x="19282" y="733765"/>
                  <a:pt x="25368" y="733352"/>
                </a:cubicBezTo>
                <a:cubicBezTo>
                  <a:pt x="119871" y="727681"/>
                  <a:pt x="161249" y="664825"/>
                  <a:pt x="161249" y="566687"/>
                </a:cubicBezTo>
                <a:lnTo>
                  <a:pt x="161249" y="366332"/>
                </a:lnTo>
                <a:cubicBezTo>
                  <a:pt x="161249" y="307529"/>
                  <a:pt x="172206" y="282792"/>
                  <a:pt x="233451" y="281582"/>
                </a:cubicBezTo>
                <a:lnTo>
                  <a:pt x="233451" y="200102"/>
                </a:lnTo>
                <a:cubicBezTo>
                  <a:pt x="226555" y="199293"/>
                  <a:pt x="214795" y="199293"/>
                  <a:pt x="208715" y="199693"/>
                </a:cubicBezTo>
                <a:close/>
                <a:moveTo>
                  <a:pt x="480068" y="199693"/>
                </a:moveTo>
                <a:cubicBezTo>
                  <a:pt x="386368" y="204562"/>
                  <a:pt x="344181" y="267417"/>
                  <a:pt x="344181" y="366365"/>
                </a:cubicBezTo>
                <a:lnTo>
                  <a:pt x="344181" y="598726"/>
                </a:lnTo>
                <a:lnTo>
                  <a:pt x="432603" y="598726"/>
                </a:lnTo>
                <a:lnTo>
                  <a:pt x="432603" y="366332"/>
                </a:lnTo>
                <a:cubicBezTo>
                  <a:pt x="432603" y="307930"/>
                  <a:pt x="444375" y="282792"/>
                  <a:pt x="505212" y="281582"/>
                </a:cubicBezTo>
                <a:lnTo>
                  <a:pt x="505212" y="200102"/>
                </a:lnTo>
                <a:cubicBezTo>
                  <a:pt x="497907" y="199293"/>
                  <a:pt x="486148" y="199293"/>
                  <a:pt x="480068" y="199693"/>
                </a:cubicBezTo>
                <a:close/>
              </a:path>
            </a:pathLst>
          </a:custGeom>
          <a:solidFill>
            <a:schemeClr val="accent1"/>
          </a:solidFill>
          <a:ln w="0">
            <a:noFill/>
          </a:ln>
        </p:spPr>
        <p:style>
          <a:lnRef idx="0"/>
          <a:fillRef idx="0"/>
          <a:effectRef idx="0"/>
          <a:fontRef idx="minor"/>
        </p:style>
        <p:txBody>
          <a:bodyPr numCol="1" spcCol="216000" lIns="0" tIns="361440" rIns="946440" bIns="1094760" anchor="ctr">
            <a:noAutofit/>
          </a:bodyPr>
          <a:p>
            <a:endParaRPr lang="de-DE" sz="1800" b="0" u="none" strike="noStrike">
              <a:solidFill>
                <a:schemeClr val="dk1"/>
              </a:solidFill>
              <a:effectLst/>
              <a:uFillTx/>
              <a:latin typeface="SRH"/>
            </a:endParaRPr>
          </a:p>
        </p:txBody>
      </p:sp>
      <p:sp>
        <p:nvSpPr>
          <p:cNvPr id="166" name="Rechteck 13"/>
          <p:cNvSpPr/>
          <p:nvPr/>
        </p:nvSpPr>
        <p:spPr>
          <a:xfrm>
            <a:off x="0" y="1405800"/>
            <a:ext cx="12190320" cy="5450400"/>
          </a:xfrm>
          <a:prstGeom prst="rect">
            <a:avLst/>
          </a:prstGeom>
          <a:solidFill>
            <a:srgbClr val="EEEDEC"/>
          </a:solidFill>
          <a:ln w="0">
            <a:noFill/>
          </a:ln>
        </p:spPr>
        <p:style>
          <a:lnRef idx="0"/>
          <a:fillRef idx="0"/>
          <a:effectRef idx="0"/>
          <a:fontRef idx="minor"/>
        </p:style>
        <p:txBody>
          <a:bodyPr numCol="1" spcCol="216000" lIns="90000" tIns="45000" rIns="90000" bIns="45000" anchor="ctr">
            <a:noAutofit/>
          </a:bodyPr>
          <a:p>
            <a:endParaRPr lang="de-DE" sz="1800" b="0" u="none" strike="noStrike">
              <a:solidFill>
                <a:srgbClr val="FFFFFF"/>
              </a:solidFill>
              <a:effectLst/>
              <a:uFillTx/>
              <a:latin typeface="SRH"/>
            </a:endParaRPr>
          </a:p>
        </p:txBody>
      </p:sp>
      <p:sp>
        <p:nvSpPr>
          <p:cNvPr id="167" name="PlaceHolder 1"/>
          <p:cNvSpPr>
            <a:spLocks noGrp="1"/>
          </p:cNvSpPr>
          <p:nvPr>
            <p:ph type="title"/>
          </p:nvPr>
        </p:nvSpPr>
        <p:spPr>
          <a:xfrm>
            <a:off x="360000" y="358920"/>
            <a:ext cx="9155520" cy="833400"/>
          </a:xfrm>
          <a:prstGeom prst="rect">
            <a:avLst/>
          </a:prstGeom>
          <a:noFill/>
          <a:ln w="0">
            <a:noFill/>
          </a:ln>
        </p:spPr>
        <p:txBody>
          <a:bodyPr numCol="1" spcCol="216000" lIns="0" tIns="0" rIns="0" bIns="0" anchor="b">
            <a:noAutofit/>
          </a:bodyPr>
          <a:lstStyle>
            <a:lvl1pPr indent="0" algn="l" defTabSz="914400">
              <a:lnSpc>
                <a:spcPct val="100000"/>
              </a:lnSpc>
              <a:buNone/>
              <a:tabLst>
                <a:tab pos="0" algn="l"/>
              </a:tabLst>
              <a:defRPr lang="de-DE" sz="3000" b="1" u="none" strike="noStrike">
                <a:solidFill>
                  <a:schemeClr val="dk1"/>
                </a:solidFill>
                <a:effectLst/>
                <a:uFillTx/>
                <a:latin typeface="SRH Headline"/>
                <a:ea typeface="SRH Headline"/>
              </a:defRPr>
            </a:lvl1pPr>
          </a:lstStyle>
          <a:p>
            <a:pPr indent="0" algn="l" defTabSz="914400">
              <a:lnSpc>
                <a:spcPct val="100000"/>
              </a:lnSpc>
              <a:buNone/>
              <a:tabLst>
                <a:tab pos="0" algn="l"/>
              </a:tabLst>
            </a:pPr>
            <a:r>
              <a:rPr lang="de-DE" sz="3000" b="1" u="none" strike="noStrike">
                <a:solidFill>
                  <a:schemeClr val="dk1"/>
                </a:solidFill>
                <a:effectLst/>
                <a:uFillTx/>
                <a:latin typeface="SRH Headline"/>
                <a:ea typeface="SRH Headline"/>
              </a:rPr>
              <a:t>Mastertitelformat bearbeiten</a:t>
            </a:r>
            <a:endParaRPr lang="de-DE" sz="3000" b="1" u="none" strike="noStrike">
              <a:solidFill>
                <a:schemeClr val="dk1"/>
              </a:solidFill>
              <a:effectLst/>
              <a:uFillTx/>
              <a:latin typeface="SRH Headline"/>
            </a:endParaRPr>
          </a:p>
        </p:txBody>
      </p:sp>
      <p:sp>
        <p:nvSpPr>
          <p:cNvPr id="168" name="PlaceHolder 2"/>
          <p:cNvSpPr>
            <a:spLocks noGrp="1"/>
          </p:cNvSpPr>
          <p:nvPr>
            <p:ph type="body"/>
          </p:nvPr>
        </p:nvSpPr>
        <p:spPr>
          <a:xfrm>
            <a:off x="2048040" y="1943640"/>
            <a:ext cx="3866760" cy="3202560"/>
          </a:xfrm>
          <a:prstGeom prst="rect">
            <a:avLst/>
          </a:prstGeom>
          <a:noFill/>
          <a:ln w="0">
            <a:noFill/>
          </a:ln>
        </p:spPr>
        <p:txBody>
          <a:bodyPr numCol="1" spcCol="216000" lIns="0" tIns="0" rIns="0" bIns="0" anchor="ctr">
            <a:noAutofit/>
          </a:bodyPr>
          <a:lstStyle>
            <a:lvl1pPr indent="0" algn="l" defTabSz="914400">
              <a:lnSpc>
                <a:spcPct val="110000"/>
              </a:lnSpc>
              <a:buNone/>
              <a:tabLst>
                <a:tab pos="0" algn="l"/>
              </a:tabLst>
              <a:defRPr lang="de-DE" sz="1800" b="0" u="none" strike="noStrike">
                <a:solidFill>
                  <a:schemeClr val="dk1"/>
                </a:solidFill>
                <a:effectLst/>
                <a:uFillTx/>
                <a:latin typeface="SRH Text"/>
              </a:defRPr>
            </a:lvl1pPr>
            <a:lvl2pPr lvl="1" algn="l" defTabSz="914400">
              <a:lnSpc>
                <a:spcPct val="110000"/>
              </a:lnSpc>
              <a:spcBef>
                <a:spcPts val="1199"/>
              </a:spcBef>
              <a:buClr>
                <a:srgbClr val="000000"/>
              </a:buClr>
              <a:buSzPct val="75000"/>
              <a:buFont typeface="Symbol" charset="2"/>
              <a:buChar char=""/>
              <a:tabLst>
                <a:tab pos="0" algn="l"/>
              </a:tabLst>
              <a:defRPr lang="de-DE" sz="1800" b="0" u="none" strike="noStrike">
                <a:solidFill>
                  <a:schemeClr val="dk1"/>
                </a:solidFill>
                <a:effectLst/>
                <a:uFillTx/>
                <a:latin typeface="SRH Text"/>
              </a:defRPr>
            </a:lvl2pPr>
            <a:lvl3pPr lvl="2" algn="l" defTabSz="914400">
              <a:lnSpc>
                <a:spcPct val="110000"/>
              </a:lnSpc>
              <a:buClr>
                <a:srgbClr val="000000"/>
              </a:buClr>
              <a:buSzPct val="45000"/>
              <a:buFont typeface="Wingdings" charset="2"/>
              <a:buChar char=""/>
              <a:tabLst>
                <a:tab pos="0" algn="l"/>
              </a:tabLst>
              <a:defRPr lang="de-DE" sz="1800" b="0" u="none" strike="noStrike">
                <a:solidFill>
                  <a:schemeClr val="dk1"/>
                </a:solidFill>
                <a:effectLst/>
                <a:uFillTx/>
                <a:latin typeface="SRH Text"/>
              </a:defRPr>
            </a:lvl3pPr>
            <a:lvl4pPr lvl="3" algn="l" defTabSz="914400">
              <a:lnSpc>
                <a:spcPct val="110000"/>
              </a:lnSpc>
              <a:spcBef>
                <a:spcPts val="2401"/>
              </a:spcBef>
              <a:buClr>
                <a:srgbClr val="000000"/>
              </a:buClr>
              <a:buSzPct val="75000"/>
              <a:buFont typeface="Symbol" charset="2"/>
              <a:buChar char=""/>
              <a:tabLst>
                <a:tab pos="0" algn="l"/>
              </a:tabLst>
              <a:defRPr lang="de-DE" sz="1800" b="1" u="none" strike="noStrike">
                <a:solidFill>
                  <a:schemeClr val="accent1"/>
                </a:solidFill>
                <a:effectLst/>
                <a:uFillTx/>
                <a:latin typeface="SRH Text"/>
              </a:defRPr>
            </a:lvl4pPr>
            <a:lvl5pPr lvl="4" algn="l" defTabSz="914400">
              <a:lnSpc>
                <a:spcPct val="110000"/>
              </a:lnSpc>
              <a:spcBef>
                <a:spcPts val="1199"/>
              </a:spcBef>
              <a:buClr>
                <a:srgbClr val="000000"/>
              </a:buClr>
              <a:buSzPct val="45000"/>
              <a:buFont typeface="Wingdings" charset="2"/>
              <a:buChar char=""/>
              <a:tabLst>
                <a:tab pos="0" algn="l"/>
              </a:tabLst>
              <a:defRPr lang="de-DE" sz="1800" b="1" u="none" strike="noStrike">
                <a:solidFill>
                  <a:schemeClr val="dk1"/>
                </a:solidFill>
                <a:effectLst/>
                <a:uFillTx/>
                <a:latin typeface="SRH Headline"/>
              </a:defRPr>
            </a:lvl5pPr>
            <a:lvl6pPr lvl="5" algn="l" defTabSz="914400">
              <a:lnSpc>
                <a:spcPct val="110000"/>
              </a:lnSpc>
              <a:spcBef>
                <a:spcPts val="1199"/>
              </a:spcBef>
              <a:buClr>
                <a:srgbClr val="000000"/>
              </a:buClr>
              <a:buSzPct val="45000"/>
              <a:buFont typeface="Wingdings" charset="2"/>
              <a:buChar char=""/>
              <a:tabLst>
                <a:tab pos="0" algn="l"/>
              </a:tabLst>
              <a:defRPr lang="de-DE" sz="1800" b="0" u="none" strike="noStrike">
                <a:solidFill>
                  <a:schemeClr val="dk1"/>
                </a:solidFill>
                <a:effectLst/>
                <a:uFillTx/>
                <a:latin typeface="SRH Headline"/>
              </a:defRPr>
            </a:lvl6pPr>
            <a:lvl7pPr lvl="6" algn="l" defTabSz="914400">
              <a:lnSpc>
                <a:spcPct val="98000"/>
              </a:lnSpc>
              <a:spcBef>
                <a:spcPts val="1199"/>
              </a:spcBef>
              <a:buClr>
                <a:srgbClr val="000000"/>
              </a:buClr>
              <a:buSzPct val="45000"/>
              <a:buFont typeface="Wingdings" charset="2"/>
              <a:buChar char=""/>
              <a:tabLst>
                <a:tab pos="0" algn="l"/>
              </a:tabLst>
              <a:defRPr lang="de-DE" sz="1800" b="1" u="none" strike="noStrike">
                <a:solidFill>
                  <a:schemeClr val="accent1"/>
                </a:solidFill>
                <a:effectLst/>
                <a:uFillTx/>
                <a:latin typeface="SRH Headline"/>
              </a:defRPr>
            </a:lvl7pPr>
          </a:lstStyle>
          <a:p>
            <a:pPr indent="0" algn="l" defTabSz="914400">
              <a:lnSpc>
                <a:spcPct val="110000"/>
              </a:lnSpc>
              <a:buNone/>
              <a:tabLst>
                <a:tab pos="0" algn="l"/>
              </a:tabLst>
            </a:pPr>
            <a:r>
              <a:rPr lang="de-DE" sz="1800" b="0" u="none" strike="noStrike">
                <a:solidFill>
                  <a:schemeClr val="dk1"/>
                </a:solidFill>
                <a:effectLst/>
                <a:uFillTx/>
                <a:latin typeface="SRH Text"/>
              </a:rPr>
              <a:t>Click to edit the outline text format</a:t>
            </a:r>
            <a:endParaRPr lang="de-DE" sz="1800" b="0" u="none" strike="noStrike">
              <a:solidFill>
                <a:schemeClr val="dk1"/>
              </a:solidFill>
              <a:effectLst/>
              <a:uFillTx/>
              <a:latin typeface="SRH Text"/>
            </a:endParaRPr>
          </a:p>
          <a:p>
            <a:pPr marL="457200" lvl="1" indent="-324000" algn="l" defTabSz="914400">
              <a:lnSpc>
                <a:spcPct val="110000"/>
              </a:lnSpc>
              <a:spcBef>
                <a:spcPts val="1199"/>
              </a:spcBef>
              <a:buClr>
                <a:srgbClr val="000000"/>
              </a:buClr>
              <a:buSzPct val="75000"/>
              <a:buFont typeface="Symbol" charset="2"/>
              <a:buChar char=""/>
              <a:tabLst>
                <a:tab pos="0" algn="l"/>
              </a:tabLst>
            </a:pPr>
            <a:r>
              <a:rPr lang="de-DE" sz="1800" b="0" u="none" strike="noStrike">
                <a:solidFill>
                  <a:schemeClr val="dk1"/>
                </a:solidFill>
                <a:effectLst/>
                <a:uFillTx/>
                <a:latin typeface="SRH Text"/>
              </a:rPr>
              <a:t>Second Outline Level</a:t>
            </a:r>
            <a:endParaRPr lang="de-DE" sz="1800" b="0" u="none" strike="noStrike">
              <a:solidFill>
                <a:schemeClr val="dk1"/>
              </a:solidFill>
              <a:effectLst/>
              <a:uFillTx/>
              <a:latin typeface="SRH Text"/>
            </a:endParaRPr>
          </a:p>
          <a:p>
            <a:pPr marL="914400" lvl="2" indent="-288000" algn="l" defTabSz="914400">
              <a:lnSpc>
                <a:spcPct val="110000"/>
              </a:lnSpc>
              <a:buClr>
                <a:srgbClr val="000000"/>
              </a:buClr>
              <a:buSzPct val="45000"/>
              <a:buFont typeface="Wingdings" charset="2"/>
              <a:buChar char=""/>
              <a:tabLst>
                <a:tab pos="0" algn="l"/>
              </a:tabLst>
            </a:pPr>
            <a:r>
              <a:rPr lang="de-DE" sz="1800" b="0" u="none" strike="noStrike">
                <a:solidFill>
                  <a:schemeClr val="dk1"/>
                </a:solidFill>
                <a:effectLst/>
                <a:uFillTx/>
                <a:latin typeface="SRH Text"/>
              </a:rPr>
              <a:t>Third Outline Level</a:t>
            </a:r>
            <a:endParaRPr lang="de-DE" sz="1800" b="0" u="none" strike="noStrike">
              <a:solidFill>
                <a:schemeClr val="dk1"/>
              </a:solidFill>
              <a:effectLst/>
              <a:uFillTx/>
              <a:latin typeface="SRH Text"/>
            </a:endParaRPr>
          </a:p>
          <a:p>
            <a:pPr marL="1371600" lvl="3" indent="-216000" algn="l" defTabSz="914400">
              <a:lnSpc>
                <a:spcPct val="110000"/>
              </a:lnSpc>
              <a:spcBef>
                <a:spcPts val="2401"/>
              </a:spcBef>
              <a:buClr>
                <a:srgbClr val="000000"/>
              </a:buClr>
              <a:buSzPct val="75000"/>
              <a:buFont typeface="Symbol" charset="2"/>
              <a:buChar char=""/>
              <a:tabLst>
                <a:tab pos="0" algn="l"/>
              </a:tabLst>
            </a:pPr>
            <a:r>
              <a:rPr lang="de-DE" sz="1800" b="1" u="none" strike="noStrike">
                <a:solidFill>
                  <a:schemeClr val="accent1"/>
                </a:solidFill>
                <a:effectLst/>
                <a:uFillTx/>
                <a:latin typeface="SRH Text"/>
              </a:rPr>
              <a:t>Fourth Outline Level</a:t>
            </a:r>
            <a:endParaRPr lang="de-DE" sz="1800" b="1" u="none" strike="noStrike">
              <a:solidFill>
                <a:schemeClr val="accent1"/>
              </a:solidFill>
              <a:effectLst/>
              <a:uFillTx/>
              <a:latin typeface="SRH Text"/>
            </a:endParaRPr>
          </a:p>
          <a:p>
            <a:pPr marL="1828800" lvl="4" indent="-216000" algn="l" defTabSz="914400">
              <a:lnSpc>
                <a:spcPct val="110000"/>
              </a:lnSpc>
              <a:spcBef>
                <a:spcPts val="1199"/>
              </a:spcBef>
              <a:buClr>
                <a:srgbClr val="000000"/>
              </a:buClr>
              <a:buSzPct val="45000"/>
              <a:buFont typeface="Wingdings" charset="2"/>
              <a:buChar char=""/>
              <a:tabLst>
                <a:tab pos="0" algn="l"/>
              </a:tabLst>
            </a:pPr>
            <a:r>
              <a:rPr lang="de-DE" sz="1800" b="1" u="none" strike="noStrike">
                <a:solidFill>
                  <a:schemeClr val="dk1"/>
                </a:solidFill>
                <a:effectLst/>
                <a:uFillTx/>
                <a:latin typeface="SRH Headline"/>
              </a:rPr>
              <a:t>Fifth Outline Level</a:t>
            </a:r>
            <a:endParaRPr lang="de-DE" sz="1800" b="1" u="none" strike="noStrike">
              <a:solidFill>
                <a:schemeClr val="dk1"/>
              </a:solidFill>
              <a:effectLst/>
              <a:uFillTx/>
              <a:latin typeface="SRH Headline"/>
            </a:endParaRPr>
          </a:p>
          <a:p>
            <a:pPr marL="2286000" lvl="5" indent="-216000" algn="l" defTabSz="914400">
              <a:lnSpc>
                <a:spcPct val="110000"/>
              </a:lnSpc>
              <a:spcBef>
                <a:spcPts val="1199"/>
              </a:spcBef>
              <a:buClr>
                <a:srgbClr val="000000"/>
              </a:buClr>
              <a:buSzPct val="45000"/>
              <a:buFont typeface="Wingdings" charset="2"/>
              <a:buChar char=""/>
              <a:tabLst>
                <a:tab pos="0" algn="l"/>
              </a:tabLst>
            </a:pPr>
            <a:r>
              <a:rPr lang="de-DE" sz="1800" b="0" u="none" strike="noStrike">
                <a:solidFill>
                  <a:schemeClr val="dk1"/>
                </a:solidFill>
                <a:effectLst/>
                <a:uFillTx/>
                <a:latin typeface="SRH Headline"/>
              </a:rPr>
              <a:t>Sixth Outline Level</a:t>
            </a:r>
            <a:endParaRPr lang="de-DE" sz="1800" b="0" u="none" strike="noStrike">
              <a:solidFill>
                <a:schemeClr val="dk1"/>
              </a:solidFill>
              <a:effectLst/>
              <a:uFillTx/>
              <a:latin typeface="SRH Headline"/>
            </a:endParaRPr>
          </a:p>
          <a:p>
            <a:pPr marL="2743200" lvl="6" indent="-216000" algn="l" defTabSz="914400">
              <a:lnSpc>
                <a:spcPct val="98000"/>
              </a:lnSpc>
              <a:spcBef>
                <a:spcPts val="1199"/>
              </a:spcBef>
              <a:buClr>
                <a:srgbClr val="000000"/>
              </a:buClr>
              <a:buSzPct val="45000"/>
              <a:buFont typeface="Wingdings" charset="2"/>
              <a:buChar char=""/>
              <a:tabLst>
                <a:tab pos="0" algn="l"/>
              </a:tabLst>
            </a:pPr>
            <a:r>
              <a:rPr lang="de-DE" sz="1800" b="1" u="none" strike="noStrike">
                <a:solidFill>
                  <a:schemeClr val="accent1"/>
                </a:solidFill>
                <a:effectLst/>
                <a:uFillTx/>
                <a:latin typeface="SRH Headline"/>
              </a:rPr>
              <a:t>Seventh Outline Level</a:t>
            </a:r>
            <a:endParaRPr lang="de-DE" sz="1800" b="1" u="none" strike="noStrike">
              <a:solidFill>
                <a:schemeClr val="accent1"/>
              </a:solidFill>
              <a:effectLst/>
              <a:uFillTx/>
              <a:latin typeface="SRH Headline"/>
            </a:endParaRPr>
          </a:p>
        </p:txBody>
      </p:sp>
      <p:sp>
        <p:nvSpPr>
          <p:cNvPr id="169" name="PlaceHolder 3"/>
          <p:cNvSpPr>
            <a:spLocks noGrp="1"/>
          </p:cNvSpPr>
          <p:nvPr>
            <p:ph type="dt" idx="52"/>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en-CA" sz="900" b="1" u="none" strike="noStrike">
                <a:solidFill>
                  <a:srgbClr val="6D7373"/>
                </a:solidFill>
                <a:effectLst/>
                <a:uFillTx/>
                <a:latin typeface="SRH Text"/>
                <a:ea typeface="SRH"/>
              </a:rPr>
              <a:t>&lt;date/time&gt;</a:t>
            </a:r>
            <a:endParaRPr lang="en-US" sz="900" b="0" u="none" strike="noStrike">
              <a:solidFill>
                <a:srgbClr val="000000"/>
              </a:solidFill>
              <a:effectLst/>
              <a:uFillTx/>
              <a:latin typeface="Times New Roman"/>
            </a:endParaRPr>
          </a:p>
        </p:txBody>
      </p:sp>
      <p:sp>
        <p:nvSpPr>
          <p:cNvPr id="170" name="PlaceHolder 4"/>
          <p:cNvSpPr>
            <a:spLocks noGrp="1"/>
          </p:cNvSpPr>
          <p:nvPr>
            <p:ph type="ftr" idx="53"/>
          </p:nvPr>
        </p:nvSpPr>
        <p:spPr>
          <a:xfrm>
            <a:off x="1319400" y="635652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&lt;footer&gt;</a:t>
            </a:r>
            <a:endParaRPr lang="en-US" sz="900" b="0" u="none" strike="noStrike">
              <a:solidFill>
                <a:srgbClr val="000000"/>
              </a:solidFill>
              <a:effectLst/>
              <a:uFillTx/>
              <a:latin typeface="Times New Roman"/>
            </a:endParaRPr>
          </a:p>
        </p:txBody>
      </p:sp>
      <p:sp>
        <p:nvSpPr>
          <p:cNvPr id="171" name="PlaceHolder 5"/>
          <p:cNvSpPr>
            <a:spLocks noGrp="1"/>
          </p:cNvSpPr>
          <p:nvPr>
            <p:ph type="sldNum" idx="54"/>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A110C591-B820-485F-AD93-1E4DF14FCECD}"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
        <p:nvSpPr>
          <p:cNvPr id="172" name="PlaceHolder 6"/>
          <p:cNvSpPr>
            <a:spLocks noGrp="1"/>
          </p:cNvSpPr>
          <p:nvPr>
            <p:ph type="body"/>
          </p:nvPr>
        </p:nvSpPr>
        <p:spPr>
          <a:xfrm>
            <a:off x="2048040" y="5212800"/>
            <a:ext cx="3866760" cy="737280"/>
          </a:xfrm>
          <a:prstGeom prst="rect">
            <a:avLst/>
          </a:prstGeom>
          <a:noFill/>
          <a:ln w="0">
            <a:noFill/>
          </a:ln>
        </p:spPr>
        <p:txBody>
          <a:bodyPr numCol="1" spcCol="216000" lIns="0" tIns="0" rIns="0" bIns="0" anchor="t">
            <a:noAutofit/>
          </a:bodyPr>
          <a:lstStyle>
            <a:lvl1pPr indent="0" algn="ctr" defTabSz="914400">
              <a:lnSpc>
                <a:spcPct val="110000"/>
              </a:lnSpc>
              <a:buNone/>
              <a:tabLst>
                <a:tab pos="0" algn="l"/>
              </a:tabLst>
              <a:defRPr lang="de-DE" sz="1400" b="0" u="none" strike="noStrike">
                <a:solidFill>
                  <a:schemeClr val="dk1"/>
                </a:solidFill>
                <a:effectLst/>
                <a:uFillTx/>
                <a:latin typeface="SRH Text"/>
                <a:ea typeface="SRH Text"/>
              </a:defRPr>
            </a:lvl1pPr>
          </a:lstStyle>
          <a:p>
            <a:pPr indent="0" algn="ctr" defTabSz="914400">
              <a:lnSpc>
                <a:spcPct val="110000"/>
              </a:lnSpc>
              <a:buNone/>
              <a:tabLst>
                <a:tab pos="0" algn="l"/>
              </a:tabLst>
            </a:pPr>
            <a:r>
              <a:rPr lang="de-DE" sz="1400" b="0" u="none" strike="noStrike">
                <a:solidFill>
                  <a:schemeClr val="dk1"/>
                </a:solidFill>
                <a:effectLst/>
                <a:uFillTx/>
                <a:latin typeface="SRH Text"/>
                <a:ea typeface="SRH Text"/>
              </a:rPr>
              <a:t>Mastertextformat bearbeiten</a:t>
            </a:r>
            <a:endParaRPr lang="de-DE" sz="1400" b="0" u="none" strike="noStrike">
              <a:solidFill>
                <a:schemeClr val="dk1"/>
              </a:solidFill>
              <a:effectLst/>
              <a:uFillTx/>
              <a:latin typeface="SRH Text"/>
            </a:endParaRPr>
          </a:p>
        </p:txBody>
      </p:sp>
      <p:sp>
        <p:nvSpPr>
          <p:cNvPr id="173" name="PlaceHolder 7"/>
          <p:cNvSpPr>
            <a:spLocks noGrp="1"/>
          </p:cNvSpPr>
          <p:nvPr>
            <p:ph type="body"/>
          </p:nvPr>
        </p:nvSpPr>
        <p:spPr>
          <a:xfrm>
            <a:off x="6275880" y="5212800"/>
            <a:ext cx="3866760" cy="737280"/>
          </a:xfrm>
          <a:prstGeom prst="rect">
            <a:avLst/>
          </a:prstGeom>
          <a:noFill/>
          <a:ln w="0">
            <a:noFill/>
          </a:ln>
        </p:spPr>
        <p:txBody>
          <a:bodyPr numCol="1" spcCol="216000" lIns="0" tIns="0" rIns="0" bIns="0" anchor="t">
            <a:noAutofit/>
          </a:bodyPr>
          <a:lstStyle>
            <a:lvl1pPr indent="0" algn="ctr" defTabSz="914400">
              <a:lnSpc>
                <a:spcPct val="110000"/>
              </a:lnSpc>
              <a:buNone/>
              <a:tabLst>
                <a:tab pos="0" algn="l"/>
              </a:tabLst>
              <a:defRPr lang="de-DE" sz="1400" b="0" u="none" strike="noStrike">
                <a:solidFill>
                  <a:schemeClr val="dk1"/>
                </a:solidFill>
                <a:effectLst/>
                <a:uFillTx/>
                <a:latin typeface="SRH Text"/>
                <a:ea typeface="SRH Text"/>
              </a:defRPr>
            </a:lvl1pPr>
          </a:lstStyle>
          <a:p>
            <a:pPr indent="0" algn="ctr" defTabSz="914400">
              <a:lnSpc>
                <a:spcPct val="110000"/>
              </a:lnSpc>
              <a:buNone/>
              <a:tabLst>
                <a:tab pos="0" algn="l"/>
              </a:tabLst>
            </a:pPr>
            <a:r>
              <a:rPr lang="de-DE" sz="1400" b="0" u="none" strike="noStrike">
                <a:solidFill>
                  <a:schemeClr val="dk1"/>
                </a:solidFill>
                <a:effectLst/>
                <a:uFillTx/>
                <a:latin typeface="SRH Text"/>
                <a:ea typeface="SRH Text"/>
              </a:rPr>
              <a:t>Mastertextformat bearbeiten</a:t>
            </a:r>
            <a:endParaRPr lang="de-DE" sz="1400" b="0" u="none" strike="noStrike">
              <a:solidFill>
                <a:schemeClr val="dk1"/>
              </a:solidFill>
              <a:effectLst/>
              <a:uFillTx/>
              <a:latin typeface="SRH Text"/>
            </a:endParaRPr>
          </a:p>
        </p:txBody>
      </p:sp>
      <p:sp>
        <p:nvSpPr>
          <p:cNvPr id="174" name="PlaceHolder 8"/>
          <p:cNvSpPr>
            <a:spLocks noGrp="1"/>
          </p:cNvSpPr>
          <p:nvPr>
            <p:ph type="body"/>
          </p:nvPr>
        </p:nvSpPr>
        <p:spPr>
          <a:xfrm>
            <a:off x="6275880" y="1943640"/>
            <a:ext cx="3866760" cy="3202560"/>
          </a:xfrm>
          <a:prstGeom prst="rect">
            <a:avLst/>
          </a:prstGeom>
          <a:noFill/>
          <a:ln w="0">
            <a:noFill/>
          </a:ln>
        </p:spPr>
        <p:txBody>
          <a:bodyPr numCol="1" spcCol="216000" lIns="0" tIns="0" rIns="0" bIns="0" anchor="ctr">
            <a:noAutofit/>
          </a:bodyPr>
          <a:lstStyle>
            <a:lvl1pPr indent="0" algn="l" defTabSz="914400">
              <a:lnSpc>
                <a:spcPct val="110000"/>
              </a:lnSpc>
              <a:buNone/>
              <a:tabLst>
                <a:tab pos="0" algn="l"/>
              </a:tabLst>
              <a:defRPr lang="de-DE" sz="1800" b="0" u="none" strike="noStrike">
                <a:solidFill>
                  <a:schemeClr val="dk1"/>
                </a:solidFill>
                <a:effectLst/>
                <a:uFillTx/>
                <a:latin typeface="SRH Text"/>
              </a:defRPr>
            </a:lvl1pPr>
            <a:lvl2pPr lvl="1" algn="l" defTabSz="914400">
              <a:lnSpc>
                <a:spcPct val="110000"/>
              </a:lnSpc>
              <a:spcBef>
                <a:spcPts val="1199"/>
              </a:spcBef>
              <a:buClr>
                <a:srgbClr val="000000"/>
              </a:buClr>
              <a:buSzPct val="75000"/>
              <a:buFont typeface="Symbol" charset="2"/>
              <a:buChar char=""/>
              <a:tabLst>
                <a:tab pos="0" algn="l"/>
              </a:tabLst>
              <a:defRPr lang="de-DE" sz="1800" b="0" u="none" strike="noStrike">
                <a:solidFill>
                  <a:schemeClr val="dk1"/>
                </a:solidFill>
                <a:effectLst/>
                <a:uFillTx/>
                <a:latin typeface="SRH Text"/>
              </a:defRPr>
            </a:lvl2pPr>
            <a:lvl3pPr lvl="2" algn="l" defTabSz="914400">
              <a:lnSpc>
                <a:spcPct val="110000"/>
              </a:lnSpc>
              <a:buClr>
                <a:srgbClr val="000000"/>
              </a:buClr>
              <a:buSzPct val="45000"/>
              <a:buFont typeface="Wingdings" charset="2"/>
              <a:buChar char=""/>
              <a:tabLst>
                <a:tab pos="0" algn="l"/>
              </a:tabLst>
              <a:defRPr lang="de-DE" sz="1800" b="0" u="none" strike="noStrike">
                <a:solidFill>
                  <a:schemeClr val="dk1"/>
                </a:solidFill>
                <a:effectLst/>
                <a:uFillTx/>
                <a:latin typeface="SRH Text"/>
              </a:defRPr>
            </a:lvl3pPr>
            <a:lvl4pPr lvl="3" algn="l" defTabSz="914400">
              <a:lnSpc>
                <a:spcPct val="110000"/>
              </a:lnSpc>
              <a:spcBef>
                <a:spcPts val="2401"/>
              </a:spcBef>
              <a:buClr>
                <a:srgbClr val="000000"/>
              </a:buClr>
              <a:buSzPct val="75000"/>
              <a:buFont typeface="Symbol" charset="2"/>
              <a:buChar char=""/>
              <a:tabLst>
                <a:tab pos="0" algn="l"/>
              </a:tabLst>
              <a:defRPr lang="de-DE" sz="1800" b="1" u="none" strike="noStrike">
                <a:solidFill>
                  <a:schemeClr val="accent1"/>
                </a:solidFill>
                <a:effectLst/>
                <a:uFillTx/>
                <a:latin typeface="SRH Text"/>
              </a:defRPr>
            </a:lvl4pPr>
            <a:lvl5pPr lvl="4" algn="l" defTabSz="914400">
              <a:lnSpc>
                <a:spcPct val="110000"/>
              </a:lnSpc>
              <a:spcBef>
                <a:spcPts val="1199"/>
              </a:spcBef>
              <a:buClr>
                <a:srgbClr val="000000"/>
              </a:buClr>
              <a:buSzPct val="45000"/>
              <a:buFont typeface="Wingdings" charset="2"/>
              <a:buChar char=""/>
              <a:tabLst>
                <a:tab pos="0" algn="l"/>
              </a:tabLst>
              <a:defRPr lang="de-DE" sz="1800" b="1" u="none" strike="noStrike">
                <a:solidFill>
                  <a:schemeClr val="dk1"/>
                </a:solidFill>
                <a:effectLst/>
                <a:uFillTx/>
                <a:latin typeface="SRH Headline"/>
              </a:defRPr>
            </a:lvl5pPr>
            <a:lvl6pPr lvl="5" algn="l" defTabSz="914400">
              <a:lnSpc>
                <a:spcPct val="110000"/>
              </a:lnSpc>
              <a:spcBef>
                <a:spcPts val="1199"/>
              </a:spcBef>
              <a:buClr>
                <a:srgbClr val="000000"/>
              </a:buClr>
              <a:buSzPct val="45000"/>
              <a:buFont typeface="Wingdings" charset="2"/>
              <a:buChar char=""/>
              <a:tabLst>
                <a:tab pos="0" algn="l"/>
              </a:tabLst>
              <a:defRPr lang="de-DE" sz="1800" b="0" u="none" strike="noStrike">
                <a:solidFill>
                  <a:schemeClr val="dk1"/>
                </a:solidFill>
                <a:effectLst/>
                <a:uFillTx/>
                <a:latin typeface="SRH Headline"/>
              </a:defRPr>
            </a:lvl6pPr>
            <a:lvl7pPr lvl="6" algn="l" defTabSz="914400">
              <a:lnSpc>
                <a:spcPct val="98000"/>
              </a:lnSpc>
              <a:spcBef>
                <a:spcPts val="1199"/>
              </a:spcBef>
              <a:buClr>
                <a:srgbClr val="000000"/>
              </a:buClr>
              <a:buSzPct val="45000"/>
              <a:buFont typeface="Wingdings" charset="2"/>
              <a:buChar char=""/>
              <a:tabLst>
                <a:tab pos="0" algn="l"/>
              </a:tabLst>
              <a:defRPr lang="de-DE" sz="1800" b="1" u="none" strike="noStrike">
                <a:solidFill>
                  <a:schemeClr val="accent1"/>
                </a:solidFill>
                <a:effectLst/>
                <a:uFillTx/>
                <a:latin typeface="SRH Headline"/>
              </a:defRPr>
            </a:lvl7pPr>
          </a:lstStyle>
          <a:p>
            <a:pPr indent="0" algn="l" defTabSz="914400">
              <a:lnSpc>
                <a:spcPct val="110000"/>
              </a:lnSpc>
              <a:buNone/>
              <a:tabLst>
                <a:tab pos="0" algn="l"/>
              </a:tabLst>
            </a:pPr>
            <a:r>
              <a:rPr lang="de-DE" sz="1800" b="0" u="none" strike="noStrike">
                <a:solidFill>
                  <a:schemeClr val="dk1"/>
                </a:solidFill>
                <a:effectLst/>
                <a:uFillTx/>
                <a:latin typeface="SRH Text"/>
              </a:rPr>
              <a:t>Click to edit the outline text format</a:t>
            </a:r>
            <a:endParaRPr lang="de-DE" sz="1800" b="0" u="none" strike="noStrike">
              <a:solidFill>
                <a:schemeClr val="dk1"/>
              </a:solidFill>
              <a:effectLst/>
              <a:uFillTx/>
              <a:latin typeface="SRH Text"/>
            </a:endParaRPr>
          </a:p>
          <a:p>
            <a:pPr marL="457200" lvl="1" indent="-324000" algn="l" defTabSz="914400">
              <a:lnSpc>
                <a:spcPct val="110000"/>
              </a:lnSpc>
              <a:spcBef>
                <a:spcPts val="1199"/>
              </a:spcBef>
              <a:buClr>
                <a:srgbClr val="000000"/>
              </a:buClr>
              <a:buSzPct val="75000"/>
              <a:buFont typeface="Symbol" charset="2"/>
              <a:buChar char=""/>
              <a:tabLst>
                <a:tab pos="0" algn="l"/>
              </a:tabLst>
            </a:pPr>
            <a:r>
              <a:rPr lang="de-DE" sz="1800" b="0" u="none" strike="noStrike">
                <a:solidFill>
                  <a:schemeClr val="dk1"/>
                </a:solidFill>
                <a:effectLst/>
                <a:uFillTx/>
                <a:latin typeface="SRH Text"/>
              </a:rPr>
              <a:t>Second Outline Level</a:t>
            </a:r>
            <a:endParaRPr lang="de-DE" sz="1800" b="0" u="none" strike="noStrike">
              <a:solidFill>
                <a:schemeClr val="dk1"/>
              </a:solidFill>
              <a:effectLst/>
              <a:uFillTx/>
              <a:latin typeface="SRH Text"/>
            </a:endParaRPr>
          </a:p>
          <a:p>
            <a:pPr marL="914400" lvl="2" indent="-288000" algn="l" defTabSz="914400">
              <a:lnSpc>
                <a:spcPct val="110000"/>
              </a:lnSpc>
              <a:buClr>
                <a:srgbClr val="000000"/>
              </a:buClr>
              <a:buSzPct val="45000"/>
              <a:buFont typeface="Wingdings" charset="2"/>
              <a:buChar char=""/>
              <a:tabLst>
                <a:tab pos="0" algn="l"/>
              </a:tabLst>
            </a:pPr>
            <a:r>
              <a:rPr lang="de-DE" sz="1800" b="0" u="none" strike="noStrike">
                <a:solidFill>
                  <a:schemeClr val="dk1"/>
                </a:solidFill>
                <a:effectLst/>
                <a:uFillTx/>
                <a:latin typeface="SRH Text"/>
              </a:rPr>
              <a:t>Third Outline Level</a:t>
            </a:r>
            <a:endParaRPr lang="de-DE" sz="1800" b="0" u="none" strike="noStrike">
              <a:solidFill>
                <a:schemeClr val="dk1"/>
              </a:solidFill>
              <a:effectLst/>
              <a:uFillTx/>
              <a:latin typeface="SRH Text"/>
            </a:endParaRPr>
          </a:p>
          <a:p>
            <a:pPr marL="1371600" lvl="3" indent="-216000" algn="l" defTabSz="914400">
              <a:lnSpc>
                <a:spcPct val="110000"/>
              </a:lnSpc>
              <a:spcBef>
                <a:spcPts val="2401"/>
              </a:spcBef>
              <a:buClr>
                <a:srgbClr val="000000"/>
              </a:buClr>
              <a:buSzPct val="75000"/>
              <a:buFont typeface="Symbol" charset="2"/>
              <a:buChar char=""/>
              <a:tabLst>
                <a:tab pos="0" algn="l"/>
              </a:tabLst>
            </a:pPr>
            <a:r>
              <a:rPr lang="de-DE" sz="1800" b="1" u="none" strike="noStrike">
                <a:solidFill>
                  <a:schemeClr val="accent1"/>
                </a:solidFill>
                <a:effectLst/>
                <a:uFillTx/>
                <a:latin typeface="SRH Text"/>
              </a:rPr>
              <a:t>Fourth Outline Level</a:t>
            </a:r>
            <a:endParaRPr lang="de-DE" sz="1800" b="1" u="none" strike="noStrike">
              <a:solidFill>
                <a:schemeClr val="accent1"/>
              </a:solidFill>
              <a:effectLst/>
              <a:uFillTx/>
              <a:latin typeface="SRH Text"/>
            </a:endParaRPr>
          </a:p>
          <a:p>
            <a:pPr marL="1828800" lvl="4" indent="-216000" algn="l" defTabSz="914400">
              <a:lnSpc>
                <a:spcPct val="110000"/>
              </a:lnSpc>
              <a:spcBef>
                <a:spcPts val="1199"/>
              </a:spcBef>
              <a:buClr>
                <a:srgbClr val="000000"/>
              </a:buClr>
              <a:buSzPct val="45000"/>
              <a:buFont typeface="Wingdings" charset="2"/>
              <a:buChar char=""/>
              <a:tabLst>
                <a:tab pos="0" algn="l"/>
              </a:tabLst>
            </a:pPr>
            <a:r>
              <a:rPr lang="de-DE" sz="1800" b="1" u="none" strike="noStrike">
                <a:solidFill>
                  <a:schemeClr val="dk1"/>
                </a:solidFill>
                <a:effectLst/>
                <a:uFillTx/>
                <a:latin typeface="SRH Headline"/>
              </a:rPr>
              <a:t>Fifth Outline Level</a:t>
            </a:r>
            <a:endParaRPr lang="de-DE" sz="1800" b="1" u="none" strike="noStrike">
              <a:solidFill>
                <a:schemeClr val="dk1"/>
              </a:solidFill>
              <a:effectLst/>
              <a:uFillTx/>
              <a:latin typeface="SRH Headline"/>
            </a:endParaRPr>
          </a:p>
          <a:p>
            <a:pPr marL="2286000" lvl="5" indent="-216000" algn="l" defTabSz="914400">
              <a:lnSpc>
                <a:spcPct val="110000"/>
              </a:lnSpc>
              <a:spcBef>
                <a:spcPts val="1199"/>
              </a:spcBef>
              <a:buClr>
                <a:srgbClr val="000000"/>
              </a:buClr>
              <a:buSzPct val="45000"/>
              <a:buFont typeface="Wingdings" charset="2"/>
              <a:buChar char=""/>
              <a:tabLst>
                <a:tab pos="0" algn="l"/>
              </a:tabLst>
            </a:pPr>
            <a:r>
              <a:rPr lang="de-DE" sz="1800" b="0" u="none" strike="noStrike">
                <a:solidFill>
                  <a:schemeClr val="dk1"/>
                </a:solidFill>
                <a:effectLst/>
                <a:uFillTx/>
                <a:latin typeface="SRH Headline"/>
              </a:rPr>
              <a:t>Sixth Outline Level</a:t>
            </a:r>
            <a:endParaRPr lang="de-DE" sz="1800" b="0" u="none" strike="noStrike">
              <a:solidFill>
                <a:schemeClr val="dk1"/>
              </a:solidFill>
              <a:effectLst/>
              <a:uFillTx/>
              <a:latin typeface="SRH Headline"/>
            </a:endParaRPr>
          </a:p>
          <a:p>
            <a:pPr marL="2743200" lvl="6" indent="-216000" algn="l" defTabSz="914400">
              <a:lnSpc>
                <a:spcPct val="98000"/>
              </a:lnSpc>
              <a:spcBef>
                <a:spcPts val="1199"/>
              </a:spcBef>
              <a:buClr>
                <a:srgbClr val="000000"/>
              </a:buClr>
              <a:buSzPct val="45000"/>
              <a:buFont typeface="Wingdings" charset="2"/>
              <a:buChar char=""/>
              <a:tabLst>
                <a:tab pos="0" algn="l"/>
              </a:tabLst>
            </a:pPr>
            <a:r>
              <a:rPr lang="de-DE" sz="1800" b="1" u="none" strike="noStrike">
                <a:solidFill>
                  <a:schemeClr val="accent1"/>
                </a:solidFill>
                <a:effectLst/>
                <a:uFillTx/>
                <a:latin typeface="SRH Headline"/>
              </a:rPr>
              <a:t>Seventh Outline Level</a:t>
            </a:r>
            <a:endParaRPr lang="de-DE" sz="1800" b="1" u="none" strike="noStrike">
              <a:solidFill>
                <a:schemeClr val="accent1"/>
              </a:solidFill>
              <a:effectLst/>
              <a:uFillTx/>
              <a:latin typeface="SRH Headline"/>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abelle auf warm grey">
    <p:bg>
      <p:bgPr>
        <a:solidFill>
          <a:schemeClr val="lt1"/>
        </a:solidFill>
      </p:bgPr>
    </p:bg>
    <p:spTree>
      <p:nvGrpSpPr>
        <p:cNvPr id="1" name=""/>
        <p:cNvGrpSpPr/>
        <p:nvPr/>
      </p:nvGrpSpPr>
      <p:grpSpPr>
        <a:xfrm>
          <a:off x="0" y="0"/>
          <a:ext cx="0" cy="0"/>
          <a:chOff x="0" y="0"/>
          <a:chExt cx="0" cy="0"/>
        </a:xfrm>
      </p:grpSpPr>
      <p:sp>
        <p:nvSpPr>
          <p:cNvPr id="175" name="Freihandform: Form 11"/>
          <p:cNvSpPr/>
          <p:nvPr/>
        </p:nvSpPr>
        <p:spPr>
          <a:xfrm>
            <a:off x="10878840" y="361440"/>
            <a:ext cx="946080" cy="731520"/>
          </a:xfrm>
          <a:custGeom>
            <a:avLst/>
            <a:gdLst>
              <a:gd name="textAreaLeft" fmla="*/ 0 w 946080"/>
              <a:gd name="textAreaRight" fmla="*/ 341299800 w 946080"/>
              <a:gd name="textAreaTop" fmla="*/ 0 h 731520"/>
              <a:gd name="textAreaBottom" fmla="*/ 264033000 h 731520"/>
            </a:gdLst>
            <a:ahLst/>
            <a:cxnLst/>
            <a:rect l="textAreaLeft" t="textAreaTop" r="textAreaRight" b="textAreaBottom"/>
            <a:pathLst>
              <a:path w="948055" h="733425">
                <a:moveTo>
                  <a:pt x="619721" y="598726"/>
                </a:moveTo>
                <a:lnTo>
                  <a:pt x="708150" y="598726"/>
                </a:lnTo>
                <a:lnTo>
                  <a:pt x="708150" y="174"/>
                </a:lnTo>
                <a:lnTo>
                  <a:pt x="619721" y="174"/>
                </a:lnTo>
                <a:lnTo>
                  <a:pt x="619721" y="598726"/>
                </a:lnTo>
                <a:close/>
                <a:moveTo>
                  <a:pt x="811583" y="196858"/>
                </a:moveTo>
                <a:cubicBezTo>
                  <a:pt x="794961" y="196049"/>
                  <a:pt x="774271" y="196858"/>
                  <a:pt x="753582" y="199293"/>
                </a:cubicBezTo>
                <a:lnTo>
                  <a:pt x="753582" y="281173"/>
                </a:lnTo>
                <a:cubicBezTo>
                  <a:pt x="831456" y="281173"/>
                  <a:pt x="859851" y="292576"/>
                  <a:pt x="859851" y="364713"/>
                </a:cubicBezTo>
                <a:lnTo>
                  <a:pt x="859851" y="598726"/>
                </a:lnTo>
                <a:lnTo>
                  <a:pt x="948279" y="598726"/>
                </a:lnTo>
                <a:lnTo>
                  <a:pt x="948279" y="353792"/>
                </a:lnTo>
                <a:cubicBezTo>
                  <a:pt x="948279" y="263364"/>
                  <a:pt x="896768" y="200102"/>
                  <a:pt x="811583" y="196858"/>
                </a:cubicBezTo>
                <a:close/>
                <a:moveTo>
                  <a:pt x="208715" y="199693"/>
                </a:moveTo>
                <a:cubicBezTo>
                  <a:pt x="114600" y="204562"/>
                  <a:pt x="72827" y="267010"/>
                  <a:pt x="72827" y="366365"/>
                </a:cubicBezTo>
                <a:lnTo>
                  <a:pt x="72827" y="566720"/>
                </a:lnTo>
                <a:cubicBezTo>
                  <a:pt x="72827" y="625122"/>
                  <a:pt x="61054" y="650267"/>
                  <a:pt x="224" y="651483"/>
                </a:cubicBezTo>
                <a:lnTo>
                  <a:pt x="224" y="732542"/>
                </a:lnTo>
                <a:cubicBezTo>
                  <a:pt x="7522" y="733765"/>
                  <a:pt x="19282" y="733765"/>
                  <a:pt x="25368" y="733352"/>
                </a:cubicBezTo>
                <a:cubicBezTo>
                  <a:pt x="119871" y="727681"/>
                  <a:pt x="161249" y="664825"/>
                  <a:pt x="161249" y="566687"/>
                </a:cubicBezTo>
                <a:lnTo>
                  <a:pt x="161249" y="366332"/>
                </a:lnTo>
                <a:cubicBezTo>
                  <a:pt x="161249" y="307529"/>
                  <a:pt x="172206" y="282792"/>
                  <a:pt x="233451" y="281582"/>
                </a:cubicBezTo>
                <a:lnTo>
                  <a:pt x="233451" y="200102"/>
                </a:lnTo>
                <a:cubicBezTo>
                  <a:pt x="226555" y="199293"/>
                  <a:pt x="214795" y="199293"/>
                  <a:pt x="208715" y="199693"/>
                </a:cubicBezTo>
                <a:close/>
                <a:moveTo>
                  <a:pt x="480068" y="199693"/>
                </a:moveTo>
                <a:cubicBezTo>
                  <a:pt x="386368" y="204562"/>
                  <a:pt x="344181" y="267417"/>
                  <a:pt x="344181" y="366365"/>
                </a:cubicBezTo>
                <a:lnTo>
                  <a:pt x="344181" y="598726"/>
                </a:lnTo>
                <a:lnTo>
                  <a:pt x="432603" y="598726"/>
                </a:lnTo>
                <a:lnTo>
                  <a:pt x="432603" y="366332"/>
                </a:lnTo>
                <a:cubicBezTo>
                  <a:pt x="432603" y="307930"/>
                  <a:pt x="444375" y="282792"/>
                  <a:pt x="505212" y="281582"/>
                </a:cubicBezTo>
                <a:lnTo>
                  <a:pt x="505212" y="200102"/>
                </a:lnTo>
                <a:cubicBezTo>
                  <a:pt x="497907" y="199293"/>
                  <a:pt x="486148" y="199293"/>
                  <a:pt x="480068" y="199693"/>
                </a:cubicBezTo>
                <a:close/>
              </a:path>
            </a:pathLst>
          </a:custGeom>
          <a:solidFill>
            <a:schemeClr val="accent1"/>
          </a:solidFill>
          <a:ln w="0">
            <a:noFill/>
          </a:ln>
        </p:spPr>
        <p:style>
          <a:lnRef idx="0"/>
          <a:fillRef idx="0"/>
          <a:effectRef idx="0"/>
          <a:fontRef idx="minor"/>
        </p:style>
        <p:txBody>
          <a:bodyPr numCol="1" spcCol="216000" lIns="0" tIns="361440" rIns="946440" bIns="1094760" anchor="ctr">
            <a:noAutofit/>
          </a:bodyPr>
          <a:p>
            <a:endParaRPr lang="de-DE" sz="1800" b="0" u="none" strike="noStrike">
              <a:solidFill>
                <a:schemeClr val="dk1"/>
              </a:solidFill>
              <a:effectLst/>
              <a:uFillTx/>
              <a:latin typeface="SRH"/>
            </a:endParaRPr>
          </a:p>
        </p:txBody>
      </p:sp>
      <p:sp>
        <p:nvSpPr>
          <p:cNvPr id="176" name="Rechteck 13"/>
          <p:cNvSpPr/>
          <p:nvPr/>
        </p:nvSpPr>
        <p:spPr>
          <a:xfrm>
            <a:off x="0" y="1405800"/>
            <a:ext cx="12190320" cy="5450400"/>
          </a:xfrm>
          <a:prstGeom prst="rect">
            <a:avLst/>
          </a:prstGeom>
          <a:solidFill>
            <a:srgbClr val="EEEDEC"/>
          </a:solidFill>
          <a:ln w="0">
            <a:noFill/>
          </a:ln>
        </p:spPr>
        <p:style>
          <a:lnRef idx="0"/>
          <a:fillRef idx="0"/>
          <a:effectRef idx="0"/>
          <a:fontRef idx="minor"/>
        </p:style>
        <p:txBody>
          <a:bodyPr numCol="1" spcCol="216000" lIns="90000" tIns="45000" rIns="90000" bIns="45000" anchor="ctr">
            <a:noAutofit/>
          </a:bodyPr>
          <a:p>
            <a:endParaRPr lang="de-DE" sz="1800" b="0" u="none" strike="noStrike">
              <a:solidFill>
                <a:srgbClr val="FFFFFF"/>
              </a:solidFill>
              <a:effectLst/>
              <a:uFillTx/>
              <a:latin typeface="SRH"/>
            </a:endParaRPr>
          </a:p>
        </p:txBody>
      </p:sp>
      <p:sp>
        <p:nvSpPr>
          <p:cNvPr id="177" name="PlaceHolder 1"/>
          <p:cNvSpPr>
            <a:spLocks noGrp="1"/>
          </p:cNvSpPr>
          <p:nvPr>
            <p:ph type="title"/>
          </p:nvPr>
        </p:nvSpPr>
        <p:spPr>
          <a:xfrm>
            <a:off x="360000" y="358920"/>
            <a:ext cx="9155520" cy="833400"/>
          </a:xfrm>
          <a:prstGeom prst="rect">
            <a:avLst/>
          </a:prstGeom>
          <a:noFill/>
          <a:ln w="0">
            <a:noFill/>
          </a:ln>
        </p:spPr>
        <p:txBody>
          <a:bodyPr numCol="1" spcCol="216000" lIns="0" tIns="0" rIns="0" bIns="0" anchor="b">
            <a:noAutofit/>
          </a:bodyPr>
          <a:lstStyle>
            <a:lvl1pPr indent="0" algn="l" defTabSz="914400">
              <a:lnSpc>
                <a:spcPct val="100000"/>
              </a:lnSpc>
              <a:buNone/>
              <a:tabLst>
                <a:tab pos="0" algn="l"/>
              </a:tabLst>
              <a:defRPr lang="de-DE" sz="3000" b="1" u="none" strike="noStrike">
                <a:solidFill>
                  <a:schemeClr val="dk1"/>
                </a:solidFill>
                <a:effectLst/>
                <a:uFillTx/>
                <a:latin typeface="SRH Headline"/>
                <a:ea typeface="SRH Headline"/>
              </a:defRPr>
            </a:lvl1pPr>
          </a:lstStyle>
          <a:p>
            <a:pPr indent="0" algn="l" defTabSz="914400">
              <a:lnSpc>
                <a:spcPct val="100000"/>
              </a:lnSpc>
              <a:buNone/>
              <a:tabLst>
                <a:tab pos="0" algn="l"/>
              </a:tabLst>
            </a:pPr>
            <a:r>
              <a:rPr lang="de-DE" sz="3000" b="1" u="none" strike="noStrike">
                <a:solidFill>
                  <a:schemeClr val="dk1"/>
                </a:solidFill>
                <a:effectLst/>
                <a:uFillTx/>
                <a:latin typeface="SRH Headline"/>
                <a:ea typeface="SRH Headline"/>
              </a:rPr>
              <a:t>Mastertitelformat bearbeiten</a:t>
            </a:r>
            <a:endParaRPr lang="de-DE" sz="3000" b="1" u="none" strike="noStrike">
              <a:solidFill>
                <a:schemeClr val="dk1"/>
              </a:solidFill>
              <a:effectLst/>
              <a:uFillTx/>
              <a:latin typeface="SRH Headline"/>
            </a:endParaRPr>
          </a:p>
        </p:txBody>
      </p:sp>
      <p:sp>
        <p:nvSpPr>
          <p:cNvPr id="178" name="PlaceHolder 2"/>
          <p:cNvSpPr>
            <a:spLocks noGrp="1"/>
          </p:cNvSpPr>
          <p:nvPr>
            <p:ph type="body"/>
          </p:nvPr>
        </p:nvSpPr>
        <p:spPr>
          <a:xfrm>
            <a:off x="360000" y="2873880"/>
            <a:ext cx="9156960" cy="2324160"/>
          </a:xfrm>
          <a:prstGeom prst="rect">
            <a:avLst/>
          </a:prstGeom>
          <a:noFill/>
          <a:ln w="0">
            <a:noFill/>
          </a:ln>
        </p:spPr>
        <p:txBody>
          <a:bodyPr numCol="1" spcCol="216000" lIns="0" tIns="0" rIns="0" bIns="0" anchor="ctr">
            <a:noAutofit/>
          </a:bodyPr>
          <a:lstStyle>
            <a:lvl1pPr indent="0" algn="l" defTabSz="914400">
              <a:lnSpc>
                <a:spcPct val="110000"/>
              </a:lnSpc>
              <a:buNone/>
              <a:tabLst>
                <a:tab pos="0" algn="l"/>
              </a:tabLst>
              <a:defRPr lang="de-DE" sz="1800" b="0" u="none" strike="noStrike">
                <a:solidFill>
                  <a:schemeClr val="dk1"/>
                </a:solidFill>
                <a:effectLst/>
                <a:uFillTx/>
                <a:latin typeface="SRH Text"/>
              </a:defRPr>
            </a:lvl1pPr>
            <a:lvl2pPr lvl="1" algn="l" defTabSz="914400">
              <a:lnSpc>
                <a:spcPct val="110000"/>
              </a:lnSpc>
              <a:spcBef>
                <a:spcPts val="1199"/>
              </a:spcBef>
              <a:buClr>
                <a:srgbClr val="000000"/>
              </a:buClr>
              <a:buSzPct val="75000"/>
              <a:buFont typeface="Symbol" charset="2"/>
              <a:buChar char=""/>
              <a:tabLst>
                <a:tab pos="0" algn="l"/>
              </a:tabLst>
              <a:defRPr lang="de-DE" sz="1800" b="0" u="none" strike="noStrike">
                <a:solidFill>
                  <a:schemeClr val="dk1"/>
                </a:solidFill>
                <a:effectLst/>
                <a:uFillTx/>
                <a:latin typeface="SRH Text"/>
              </a:defRPr>
            </a:lvl2pPr>
            <a:lvl3pPr lvl="2" algn="l" defTabSz="914400">
              <a:lnSpc>
                <a:spcPct val="110000"/>
              </a:lnSpc>
              <a:buClr>
                <a:srgbClr val="000000"/>
              </a:buClr>
              <a:buSzPct val="45000"/>
              <a:buFont typeface="Wingdings" charset="2"/>
              <a:buChar char=""/>
              <a:tabLst>
                <a:tab pos="0" algn="l"/>
              </a:tabLst>
              <a:defRPr lang="de-DE" sz="1800" b="0" u="none" strike="noStrike">
                <a:solidFill>
                  <a:schemeClr val="dk1"/>
                </a:solidFill>
                <a:effectLst/>
                <a:uFillTx/>
                <a:latin typeface="SRH Text"/>
              </a:defRPr>
            </a:lvl3pPr>
            <a:lvl4pPr lvl="3" algn="l" defTabSz="914400">
              <a:lnSpc>
                <a:spcPct val="110000"/>
              </a:lnSpc>
              <a:spcBef>
                <a:spcPts val="2401"/>
              </a:spcBef>
              <a:buClr>
                <a:srgbClr val="000000"/>
              </a:buClr>
              <a:buSzPct val="75000"/>
              <a:buFont typeface="Symbol" charset="2"/>
              <a:buChar char=""/>
              <a:tabLst>
                <a:tab pos="0" algn="l"/>
              </a:tabLst>
              <a:defRPr lang="de-DE" sz="1800" b="1" u="none" strike="noStrike">
                <a:solidFill>
                  <a:schemeClr val="accent1"/>
                </a:solidFill>
                <a:effectLst/>
                <a:uFillTx/>
                <a:latin typeface="SRH Text"/>
              </a:defRPr>
            </a:lvl4pPr>
            <a:lvl5pPr lvl="4" algn="l" defTabSz="914400">
              <a:lnSpc>
                <a:spcPct val="110000"/>
              </a:lnSpc>
              <a:spcBef>
                <a:spcPts val="1199"/>
              </a:spcBef>
              <a:buClr>
                <a:srgbClr val="000000"/>
              </a:buClr>
              <a:buSzPct val="45000"/>
              <a:buFont typeface="Wingdings" charset="2"/>
              <a:buChar char=""/>
              <a:tabLst>
                <a:tab pos="0" algn="l"/>
              </a:tabLst>
              <a:defRPr lang="de-DE" sz="1800" b="1" u="none" strike="noStrike">
                <a:solidFill>
                  <a:schemeClr val="dk1"/>
                </a:solidFill>
                <a:effectLst/>
                <a:uFillTx/>
                <a:latin typeface="SRH Headline"/>
              </a:defRPr>
            </a:lvl5pPr>
            <a:lvl6pPr lvl="5" algn="l" defTabSz="914400">
              <a:lnSpc>
                <a:spcPct val="110000"/>
              </a:lnSpc>
              <a:spcBef>
                <a:spcPts val="1199"/>
              </a:spcBef>
              <a:buClr>
                <a:srgbClr val="000000"/>
              </a:buClr>
              <a:buSzPct val="45000"/>
              <a:buFont typeface="Wingdings" charset="2"/>
              <a:buChar char=""/>
              <a:tabLst>
                <a:tab pos="0" algn="l"/>
              </a:tabLst>
              <a:defRPr lang="de-DE" sz="1800" b="0" u="none" strike="noStrike">
                <a:solidFill>
                  <a:schemeClr val="dk1"/>
                </a:solidFill>
                <a:effectLst/>
                <a:uFillTx/>
                <a:latin typeface="SRH Headline"/>
              </a:defRPr>
            </a:lvl6pPr>
            <a:lvl7pPr lvl="6" algn="l" defTabSz="914400">
              <a:lnSpc>
                <a:spcPct val="98000"/>
              </a:lnSpc>
              <a:spcBef>
                <a:spcPts val="1199"/>
              </a:spcBef>
              <a:buClr>
                <a:srgbClr val="000000"/>
              </a:buClr>
              <a:buSzPct val="45000"/>
              <a:buFont typeface="Wingdings" charset="2"/>
              <a:buChar char=""/>
              <a:tabLst>
                <a:tab pos="0" algn="l"/>
              </a:tabLst>
              <a:defRPr lang="de-DE" sz="1800" b="1" u="none" strike="noStrike">
                <a:solidFill>
                  <a:schemeClr val="accent1"/>
                </a:solidFill>
                <a:effectLst/>
                <a:uFillTx/>
                <a:latin typeface="SRH Headline"/>
              </a:defRPr>
            </a:lvl7pPr>
          </a:lstStyle>
          <a:p>
            <a:pPr indent="0" algn="l" defTabSz="914400">
              <a:lnSpc>
                <a:spcPct val="110000"/>
              </a:lnSpc>
              <a:buNone/>
              <a:tabLst>
                <a:tab pos="0" algn="l"/>
              </a:tabLst>
            </a:pPr>
            <a:r>
              <a:rPr lang="de-DE" sz="1800" b="0" u="none" strike="noStrike">
                <a:solidFill>
                  <a:schemeClr val="dk1"/>
                </a:solidFill>
                <a:effectLst/>
                <a:uFillTx/>
                <a:latin typeface="SRH Text"/>
              </a:rPr>
              <a:t>Click to edit the outline text format</a:t>
            </a:r>
            <a:endParaRPr lang="de-DE" sz="1800" b="0" u="none" strike="noStrike">
              <a:solidFill>
                <a:schemeClr val="dk1"/>
              </a:solidFill>
              <a:effectLst/>
              <a:uFillTx/>
              <a:latin typeface="SRH Text"/>
            </a:endParaRPr>
          </a:p>
          <a:p>
            <a:pPr marL="457200" lvl="1" indent="-324000" algn="l" defTabSz="914400">
              <a:lnSpc>
                <a:spcPct val="110000"/>
              </a:lnSpc>
              <a:spcBef>
                <a:spcPts val="1199"/>
              </a:spcBef>
              <a:buClr>
                <a:srgbClr val="000000"/>
              </a:buClr>
              <a:buSzPct val="75000"/>
              <a:buFont typeface="Symbol" charset="2"/>
              <a:buChar char=""/>
              <a:tabLst>
                <a:tab pos="0" algn="l"/>
              </a:tabLst>
            </a:pPr>
            <a:r>
              <a:rPr lang="de-DE" sz="1800" b="0" u="none" strike="noStrike">
                <a:solidFill>
                  <a:schemeClr val="dk1"/>
                </a:solidFill>
                <a:effectLst/>
                <a:uFillTx/>
                <a:latin typeface="SRH Text"/>
              </a:rPr>
              <a:t>Second Outline Level</a:t>
            </a:r>
            <a:endParaRPr lang="de-DE" sz="1800" b="0" u="none" strike="noStrike">
              <a:solidFill>
                <a:schemeClr val="dk1"/>
              </a:solidFill>
              <a:effectLst/>
              <a:uFillTx/>
              <a:latin typeface="SRH Text"/>
            </a:endParaRPr>
          </a:p>
          <a:p>
            <a:pPr marL="914400" lvl="2" indent="-288000" algn="l" defTabSz="914400">
              <a:lnSpc>
                <a:spcPct val="110000"/>
              </a:lnSpc>
              <a:buClr>
                <a:srgbClr val="000000"/>
              </a:buClr>
              <a:buSzPct val="45000"/>
              <a:buFont typeface="Wingdings" charset="2"/>
              <a:buChar char=""/>
              <a:tabLst>
                <a:tab pos="0" algn="l"/>
              </a:tabLst>
            </a:pPr>
            <a:r>
              <a:rPr lang="de-DE" sz="1800" b="0" u="none" strike="noStrike">
                <a:solidFill>
                  <a:schemeClr val="dk1"/>
                </a:solidFill>
                <a:effectLst/>
                <a:uFillTx/>
                <a:latin typeface="SRH Text"/>
              </a:rPr>
              <a:t>Third Outline Level</a:t>
            </a:r>
            <a:endParaRPr lang="de-DE" sz="1800" b="0" u="none" strike="noStrike">
              <a:solidFill>
                <a:schemeClr val="dk1"/>
              </a:solidFill>
              <a:effectLst/>
              <a:uFillTx/>
              <a:latin typeface="SRH Text"/>
            </a:endParaRPr>
          </a:p>
          <a:p>
            <a:pPr marL="1371600" lvl="3" indent="-216000" algn="l" defTabSz="914400">
              <a:lnSpc>
                <a:spcPct val="110000"/>
              </a:lnSpc>
              <a:spcBef>
                <a:spcPts val="2401"/>
              </a:spcBef>
              <a:buClr>
                <a:srgbClr val="000000"/>
              </a:buClr>
              <a:buSzPct val="75000"/>
              <a:buFont typeface="Symbol" charset="2"/>
              <a:buChar char=""/>
              <a:tabLst>
                <a:tab pos="0" algn="l"/>
              </a:tabLst>
            </a:pPr>
            <a:r>
              <a:rPr lang="de-DE" sz="1800" b="1" u="none" strike="noStrike">
                <a:solidFill>
                  <a:schemeClr val="accent1"/>
                </a:solidFill>
                <a:effectLst/>
                <a:uFillTx/>
                <a:latin typeface="SRH Text"/>
              </a:rPr>
              <a:t>Fourth Outline Level</a:t>
            </a:r>
            <a:endParaRPr lang="de-DE" sz="1800" b="1" u="none" strike="noStrike">
              <a:solidFill>
                <a:schemeClr val="accent1"/>
              </a:solidFill>
              <a:effectLst/>
              <a:uFillTx/>
              <a:latin typeface="SRH Text"/>
            </a:endParaRPr>
          </a:p>
          <a:p>
            <a:pPr marL="1828800" lvl="4" indent="-216000" algn="l" defTabSz="914400">
              <a:lnSpc>
                <a:spcPct val="110000"/>
              </a:lnSpc>
              <a:spcBef>
                <a:spcPts val="1199"/>
              </a:spcBef>
              <a:buClr>
                <a:srgbClr val="000000"/>
              </a:buClr>
              <a:buSzPct val="45000"/>
              <a:buFont typeface="Wingdings" charset="2"/>
              <a:buChar char=""/>
              <a:tabLst>
                <a:tab pos="0" algn="l"/>
              </a:tabLst>
            </a:pPr>
            <a:r>
              <a:rPr lang="de-DE" sz="1800" b="1" u="none" strike="noStrike">
                <a:solidFill>
                  <a:schemeClr val="dk1"/>
                </a:solidFill>
                <a:effectLst/>
                <a:uFillTx/>
                <a:latin typeface="SRH Headline"/>
              </a:rPr>
              <a:t>Fifth Outline Level</a:t>
            </a:r>
            <a:endParaRPr lang="de-DE" sz="1800" b="1" u="none" strike="noStrike">
              <a:solidFill>
                <a:schemeClr val="dk1"/>
              </a:solidFill>
              <a:effectLst/>
              <a:uFillTx/>
              <a:latin typeface="SRH Headline"/>
            </a:endParaRPr>
          </a:p>
          <a:p>
            <a:pPr marL="2286000" lvl="5" indent="-216000" algn="l" defTabSz="914400">
              <a:lnSpc>
                <a:spcPct val="110000"/>
              </a:lnSpc>
              <a:spcBef>
                <a:spcPts val="1199"/>
              </a:spcBef>
              <a:buClr>
                <a:srgbClr val="000000"/>
              </a:buClr>
              <a:buSzPct val="45000"/>
              <a:buFont typeface="Wingdings" charset="2"/>
              <a:buChar char=""/>
              <a:tabLst>
                <a:tab pos="0" algn="l"/>
              </a:tabLst>
            </a:pPr>
            <a:r>
              <a:rPr lang="de-DE" sz="1800" b="0" u="none" strike="noStrike">
                <a:solidFill>
                  <a:schemeClr val="dk1"/>
                </a:solidFill>
                <a:effectLst/>
                <a:uFillTx/>
                <a:latin typeface="SRH Headline"/>
              </a:rPr>
              <a:t>Sixth Outline Level</a:t>
            </a:r>
            <a:endParaRPr lang="de-DE" sz="1800" b="0" u="none" strike="noStrike">
              <a:solidFill>
                <a:schemeClr val="dk1"/>
              </a:solidFill>
              <a:effectLst/>
              <a:uFillTx/>
              <a:latin typeface="SRH Headline"/>
            </a:endParaRPr>
          </a:p>
          <a:p>
            <a:pPr marL="2743200" lvl="6" indent="-216000" algn="l" defTabSz="914400">
              <a:lnSpc>
                <a:spcPct val="98000"/>
              </a:lnSpc>
              <a:spcBef>
                <a:spcPts val="1199"/>
              </a:spcBef>
              <a:buClr>
                <a:srgbClr val="000000"/>
              </a:buClr>
              <a:buSzPct val="45000"/>
              <a:buFont typeface="Wingdings" charset="2"/>
              <a:buChar char=""/>
              <a:tabLst>
                <a:tab pos="0" algn="l"/>
              </a:tabLst>
            </a:pPr>
            <a:r>
              <a:rPr lang="de-DE" sz="1800" b="1" u="none" strike="noStrike">
                <a:solidFill>
                  <a:schemeClr val="accent1"/>
                </a:solidFill>
                <a:effectLst/>
                <a:uFillTx/>
                <a:latin typeface="SRH Headline"/>
              </a:rPr>
              <a:t>Seventh Outline Level</a:t>
            </a:r>
            <a:endParaRPr lang="de-DE" sz="1800" b="1" u="none" strike="noStrike">
              <a:solidFill>
                <a:schemeClr val="accent1"/>
              </a:solidFill>
              <a:effectLst/>
              <a:uFillTx/>
              <a:latin typeface="SRH Headline"/>
            </a:endParaRPr>
          </a:p>
        </p:txBody>
      </p:sp>
      <p:sp>
        <p:nvSpPr>
          <p:cNvPr id="179" name="PlaceHolder 3"/>
          <p:cNvSpPr>
            <a:spLocks noGrp="1"/>
          </p:cNvSpPr>
          <p:nvPr>
            <p:ph type="dt" idx="55"/>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en-CA" sz="900" b="1" u="none" strike="noStrike">
                <a:solidFill>
                  <a:srgbClr val="6D7373"/>
                </a:solidFill>
                <a:effectLst/>
                <a:uFillTx/>
                <a:latin typeface="SRH Text"/>
                <a:ea typeface="SRH"/>
              </a:rPr>
              <a:t>&lt;date/time&gt;</a:t>
            </a:r>
            <a:endParaRPr lang="en-US" sz="900" b="0" u="none" strike="noStrike">
              <a:solidFill>
                <a:srgbClr val="000000"/>
              </a:solidFill>
              <a:effectLst/>
              <a:uFillTx/>
              <a:latin typeface="Times New Roman"/>
            </a:endParaRPr>
          </a:p>
        </p:txBody>
      </p:sp>
      <p:sp>
        <p:nvSpPr>
          <p:cNvPr id="180" name="PlaceHolder 4"/>
          <p:cNvSpPr>
            <a:spLocks noGrp="1"/>
          </p:cNvSpPr>
          <p:nvPr>
            <p:ph type="ftr" idx="56"/>
          </p:nvPr>
        </p:nvSpPr>
        <p:spPr>
          <a:xfrm>
            <a:off x="1319400" y="635652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&lt;footer&gt;</a:t>
            </a:r>
            <a:endParaRPr lang="en-US" sz="900" b="0" u="none" strike="noStrike">
              <a:solidFill>
                <a:srgbClr val="000000"/>
              </a:solidFill>
              <a:effectLst/>
              <a:uFillTx/>
              <a:latin typeface="Times New Roman"/>
            </a:endParaRPr>
          </a:p>
        </p:txBody>
      </p:sp>
      <p:sp>
        <p:nvSpPr>
          <p:cNvPr id="181" name="PlaceHolder 5"/>
          <p:cNvSpPr>
            <a:spLocks noGrp="1"/>
          </p:cNvSpPr>
          <p:nvPr>
            <p:ph type="sldNum" idx="57"/>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75B6405E-7A56-4339-A143-C2B209F679CE}"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
        <p:nvSpPr>
          <p:cNvPr id="182" name="PlaceHolder 6"/>
          <p:cNvSpPr>
            <a:spLocks noGrp="1"/>
          </p:cNvSpPr>
          <p:nvPr>
            <p:ph type="body"/>
          </p:nvPr>
        </p:nvSpPr>
        <p:spPr>
          <a:xfrm>
            <a:off x="360000" y="1728000"/>
            <a:ext cx="9156960" cy="779400"/>
          </a:xfrm>
          <a:prstGeom prst="rect">
            <a:avLst/>
          </a:prstGeom>
          <a:noFill/>
          <a:ln w="0">
            <a:noFill/>
          </a:ln>
        </p:spPr>
        <p:txBody>
          <a:bodyPr numCol="1" spcCol="216000" lIns="0" tIns="0" rIns="0" bIns="0" anchor="ctr">
            <a:noAutofit/>
          </a:bodyPr>
          <a:lstStyle>
            <a:lvl1pPr indent="0" algn="l" defTabSz="914400">
              <a:lnSpc>
                <a:spcPct val="110000"/>
              </a:lnSpc>
              <a:buNone/>
              <a:tabLst>
                <a:tab pos="0" algn="l"/>
              </a:tabLst>
              <a:defRPr lang="de-DE" sz="1800" b="0" u="none" strike="noStrike">
                <a:solidFill>
                  <a:schemeClr val="dk1"/>
                </a:solidFill>
                <a:effectLst/>
                <a:uFillTx/>
                <a:latin typeface="SRH Text"/>
              </a:defRPr>
            </a:lvl1pPr>
            <a:lvl2pPr lvl="1" algn="l" defTabSz="914400">
              <a:lnSpc>
                <a:spcPct val="110000"/>
              </a:lnSpc>
              <a:spcBef>
                <a:spcPts val="1199"/>
              </a:spcBef>
              <a:buClr>
                <a:srgbClr val="000000"/>
              </a:buClr>
              <a:buSzPct val="75000"/>
              <a:buFont typeface="Symbol" charset="2"/>
              <a:buChar char=""/>
              <a:tabLst>
                <a:tab pos="0" algn="l"/>
              </a:tabLst>
              <a:defRPr lang="de-DE" sz="1800" b="0" u="none" strike="noStrike">
                <a:solidFill>
                  <a:schemeClr val="dk1"/>
                </a:solidFill>
                <a:effectLst/>
                <a:uFillTx/>
                <a:latin typeface="SRH Text"/>
              </a:defRPr>
            </a:lvl2pPr>
            <a:lvl3pPr lvl="2" algn="l" defTabSz="914400">
              <a:lnSpc>
                <a:spcPct val="110000"/>
              </a:lnSpc>
              <a:buClr>
                <a:srgbClr val="000000"/>
              </a:buClr>
              <a:buSzPct val="45000"/>
              <a:buFont typeface="Wingdings" charset="2"/>
              <a:buChar char=""/>
              <a:tabLst>
                <a:tab pos="0" algn="l"/>
              </a:tabLst>
              <a:defRPr lang="de-DE" sz="1800" b="0" u="none" strike="noStrike">
                <a:solidFill>
                  <a:schemeClr val="dk1"/>
                </a:solidFill>
                <a:effectLst/>
                <a:uFillTx/>
                <a:latin typeface="SRH Text"/>
              </a:defRPr>
            </a:lvl3pPr>
            <a:lvl4pPr lvl="3" algn="l" defTabSz="914400">
              <a:lnSpc>
                <a:spcPct val="110000"/>
              </a:lnSpc>
              <a:spcBef>
                <a:spcPts val="2401"/>
              </a:spcBef>
              <a:buClr>
                <a:srgbClr val="000000"/>
              </a:buClr>
              <a:buSzPct val="75000"/>
              <a:buFont typeface="Symbol" charset="2"/>
              <a:buChar char=""/>
              <a:tabLst>
                <a:tab pos="0" algn="l"/>
              </a:tabLst>
              <a:defRPr lang="de-DE" sz="1800" b="1" u="none" strike="noStrike">
                <a:solidFill>
                  <a:schemeClr val="accent1"/>
                </a:solidFill>
                <a:effectLst/>
                <a:uFillTx/>
                <a:latin typeface="SRH Text"/>
              </a:defRPr>
            </a:lvl4pPr>
            <a:lvl5pPr lvl="4" algn="l" defTabSz="914400">
              <a:lnSpc>
                <a:spcPct val="110000"/>
              </a:lnSpc>
              <a:spcBef>
                <a:spcPts val="1199"/>
              </a:spcBef>
              <a:buClr>
                <a:srgbClr val="000000"/>
              </a:buClr>
              <a:buSzPct val="45000"/>
              <a:buFont typeface="Wingdings" charset="2"/>
              <a:buChar char=""/>
              <a:tabLst>
                <a:tab pos="0" algn="l"/>
              </a:tabLst>
              <a:defRPr lang="de-DE" sz="1800" b="1" u="none" strike="noStrike">
                <a:solidFill>
                  <a:schemeClr val="dk1"/>
                </a:solidFill>
                <a:effectLst/>
                <a:uFillTx/>
                <a:latin typeface="SRH Headline"/>
              </a:defRPr>
            </a:lvl5pPr>
            <a:lvl6pPr lvl="5" algn="l" defTabSz="914400">
              <a:lnSpc>
                <a:spcPct val="110000"/>
              </a:lnSpc>
              <a:spcBef>
                <a:spcPts val="1199"/>
              </a:spcBef>
              <a:buClr>
                <a:srgbClr val="000000"/>
              </a:buClr>
              <a:buSzPct val="45000"/>
              <a:buFont typeface="Wingdings" charset="2"/>
              <a:buChar char=""/>
              <a:tabLst>
                <a:tab pos="0" algn="l"/>
              </a:tabLst>
              <a:defRPr lang="de-DE" sz="1800" b="0" u="none" strike="noStrike">
                <a:solidFill>
                  <a:schemeClr val="dk1"/>
                </a:solidFill>
                <a:effectLst/>
                <a:uFillTx/>
                <a:latin typeface="SRH Headline"/>
              </a:defRPr>
            </a:lvl6pPr>
            <a:lvl7pPr lvl="6" algn="l" defTabSz="914400">
              <a:lnSpc>
                <a:spcPct val="98000"/>
              </a:lnSpc>
              <a:spcBef>
                <a:spcPts val="1199"/>
              </a:spcBef>
              <a:buClr>
                <a:srgbClr val="000000"/>
              </a:buClr>
              <a:buSzPct val="45000"/>
              <a:buFont typeface="Wingdings" charset="2"/>
              <a:buChar char=""/>
              <a:tabLst>
                <a:tab pos="0" algn="l"/>
              </a:tabLst>
              <a:defRPr lang="de-DE" sz="1800" b="1" u="none" strike="noStrike">
                <a:solidFill>
                  <a:schemeClr val="accent1"/>
                </a:solidFill>
                <a:effectLst/>
                <a:uFillTx/>
                <a:latin typeface="SRH Headline"/>
              </a:defRPr>
            </a:lvl7pPr>
          </a:lstStyle>
          <a:p>
            <a:pPr indent="0" algn="l" defTabSz="914400">
              <a:lnSpc>
                <a:spcPct val="110000"/>
              </a:lnSpc>
              <a:buNone/>
              <a:tabLst>
                <a:tab pos="0" algn="l"/>
              </a:tabLst>
            </a:pPr>
            <a:r>
              <a:rPr lang="de-DE" sz="1800" b="0" u="none" strike="noStrike">
                <a:solidFill>
                  <a:schemeClr val="dk1"/>
                </a:solidFill>
                <a:effectLst/>
                <a:uFillTx/>
                <a:latin typeface="SRH Text"/>
              </a:rPr>
              <a:t>Click to edit the outline text format</a:t>
            </a:r>
            <a:endParaRPr lang="de-DE" sz="1800" b="0" u="none" strike="noStrike">
              <a:solidFill>
                <a:schemeClr val="dk1"/>
              </a:solidFill>
              <a:effectLst/>
              <a:uFillTx/>
              <a:latin typeface="SRH Text"/>
            </a:endParaRPr>
          </a:p>
          <a:p>
            <a:pPr marL="457200" lvl="1" indent="-324000" algn="l" defTabSz="914400">
              <a:lnSpc>
                <a:spcPct val="110000"/>
              </a:lnSpc>
              <a:spcBef>
                <a:spcPts val="1199"/>
              </a:spcBef>
              <a:buClr>
                <a:srgbClr val="000000"/>
              </a:buClr>
              <a:buSzPct val="75000"/>
              <a:buFont typeface="Symbol" charset="2"/>
              <a:buChar char=""/>
              <a:tabLst>
                <a:tab pos="0" algn="l"/>
              </a:tabLst>
            </a:pPr>
            <a:r>
              <a:rPr lang="de-DE" sz="1800" b="0" u="none" strike="noStrike">
                <a:solidFill>
                  <a:schemeClr val="dk1"/>
                </a:solidFill>
                <a:effectLst/>
                <a:uFillTx/>
                <a:latin typeface="SRH Text"/>
              </a:rPr>
              <a:t>Second Outline Level</a:t>
            </a:r>
            <a:endParaRPr lang="de-DE" sz="1800" b="0" u="none" strike="noStrike">
              <a:solidFill>
                <a:schemeClr val="dk1"/>
              </a:solidFill>
              <a:effectLst/>
              <a:uFillTx/>
              <a:latin typeface="SRH Text"/>
            </a:endParaRPr>
          </a:p>
          <a:p>
            <a:pPr marL="914400" lvl="2" indent="-288000" algn="l" defTabSz="914400">
              <a:lnSpc>
                <a:spcPct val="110000"/>
              </a:lnSpc>
              <a:buClr>
                <a:srgbClr val="000000"/>
              </a:buClr>
              <a:buSzPct val="45000"/>
              <a:buFont typeface="Wingdings" charset="2"/>
              <a:buChar char=""/>
              <a:tabLst>
                <a:tab pos="0" algn="l"/>
              </a:tabLst>
            </a:pPr>
            <a:r>
              <a:rPr lang="de-DE" sz="1800" b="0" u="none" strike="noStrike">
                <a:solidFill>
                  <a:schemeClr val="dk1"/>
                </a:solidFill>
                <a:effectLst/>
                <a:uFillTx/>
                <a:latin typeface="SRH Text"/>
              </a:rPr>
              <a:t>Third Outline Level</a:t>
            </a:r>
            <a:endParaRPr lang="de-DE" sz="1800" b="0" u="none" strike="noStrike">
              <a:solidFill>
                <a:schemeClr val="dk1"/>
              </a:solidFill>
              <a:effectLst/>
              <a:uFillTx/>
              <a:latin typeface="SRH Text"/>
            </a:endParaRPr>
          </a:p>
          <a:p>
            <a:pPr marL="1371600" lvl="3" indent="-216000" algn="l" defTabSz="914400">
              <a:lnSpc>
                <a:spcPct val="110000"/>
              </a:lnSpc>
              <a:spcBef>
                <a:spcPts val="2401"/>
              </a:spcBef>
              <a:buClr>
                <a:srgbClr val="000000"/>
              </a:buClr>
              <a:buSzPct val="75000"/>
              <a:buFont typeface="Symbol" charset="2"/>
              <a:buChar char=""/>
              <a:tabLst>
                <a:tab pos="0" algn="l"/>
              </a:tabLst>
            </a:pPr>
            <a:r>
              <a:rPr lang="de-DE" sz="1800" b="1" u="none" strike="noStrike">
                <a:solidFill>
                  <a:schemeClr val="accent1"/>
                </a:solidFill>
                <a:effectLst/>
                <a:uFillTx/>
                <a:latin typeface="SRH Text"/>
              </a:rPr>
              <a:t>Fourth Outline Level</a:t>
            </a:r>
            <a:endParaRPr lang="de-DE" sz="1800" b="1" u="none" strike="noStrike">
              <a:solidFill>
                <a:schemeClr val="accent1"/>
              </a:solidFill>
              <a:effectLst/>
              <a:uFillTx/>
              <a:latin typeface="SRH Text"/>
            </a:endParaRPr>
          </a:p>
          <a:p>
            <a:pPr marL="1828800" lvl="4" indent="-216000" algn="l" defTabSz="914400">
              <a:lnSpc>
                <a:spcPct val="110000"/>
              </a:lnSpc>
              <a:spcBef>
                <a:spcPts val="1199"/>
              </a:spcBef>
              <a:buClr>
                <a:srgbClr val="000000"/>
              </a:buClr>
              <a:buSzPct val="45000"/>
              <a:buFont typeface="Wingdings" charset="2"/>
              <a:buChar char=""/>
              <a:tabLst>
                <a:tab pos="0" algn="l"/>
              </a:tabLst>
            </a:pPr>
            <a:r>
              <a:rPr lang="de-DE" sz="1800" b="1" u="none" strike="noStrike">
                <a:solidFill>
                  <a:schemeClr val="dk1"/>
                </a:solidFill>
                <a:effectLst/>
                <a:uFillTx/>
                <a:latin typeface="SRH Headline"/>
              </a:rPr>
              <a:t>Fifth Outline Level</a:t>
            </a:r>
            <a:endParaRPr lang="de-DE" sz="1800" b="1" u="none" strike="noStrike">
              <a:solidFill>
                <a:schemeClr val="dk1"/>
              </a:solidFill>
              <a:effectLst/>
              <a:uFillTx/>
              <a:latin typeface="SRH Headline"/>
            </a:endParaRPr>
          </a:p>
          <a:p>
            <a:pPr marL="2286000" lvl="5" indent="-216000" algn="l" defTabSz="914400">
              <a:lnSpc>
                <a:spcPct val="110000"/>
              </a:lnSpc>
              <a:spcBef>
                <a:spcPts val="1199"/>
              </a:spcBef>
              <a:buClr>
                <a:srgbClr val="000000"/>
              </a:buClr>
              <a:buSzPct val="45000"/>
              <a:buFont typeface="Wingdings" charset="2"/>
              <a:buChar char=""/>
              <a:tabLst>
                <a:tab pos="0" algn="l"/>
              </a:tabLst>
            </a:pPr>
            <a:r>
              <a:rPr lang="de-DE" sz="1800" b="0" u="none" strike="noStrike">
                <a:solidFill>
                  <a:schemeClr val="dk1"/>
                </a:solidFill>
                <a:effectLst/>
                <a:uFillTx/>
                <a:latin typeface="SRH Headline"/>
              </a:rPr>
              <a:t>Sixth Outline Level</a:t>
            </a:r>
            <a:endParaRPr lang="de-DE" sz="1800" b="0" u="none" strike="noStrike">
              <a:solidFill>
                <a:schemeClr val="dk1"/>
              </a:solidFill>
              <a:effectLst/>
              <a:uFillTx/>
              <a:latin typeface="SRH Headline"/>
            </a:endParaRPr>
          </a:p>
          <a:p>
            <a:pPr marL="2743200" lvl="6" indent="-216000" algn="l" defTabSz="914400">
              <a:lnSpc>
                <a:spcPct val="98000"/>
              </a:lnSpc>
              <a:spcBef>
                <a:spcPts val="1199"/>
              </a:spcBef>
              <a:buClr>
                <a:srgbClr val="000000"/>
              </a:buClr>
              <a:buSzPct val="45000"/>
              <a:buFont typeface="Wingdings" charset="2"/>
              <a:buChar char=""/>
              <a:tabLst>
                <a:tab pos="0" algn="l"/>
              </a:tabLst>
            </a:pPr>
            <a:r>
              <a:rPr lang="de-DE" sz="1800" b="1" u="none" strike="noStrike">
                <a:solidFill>
                  <a:schemeClr val="accent1"/>
                </a:solidFill>
                <a:effectLst/>
                <a:uFillTx/>
                <a:latin typeface="SRH Headline"/>
              </a:rPr>
              <a:t>Seventh Outline Level</a:t>
            </a:r>
            <a:endParaRPr lang="de-DE" sz="1800" b="1" u="none" strike="noStrike">
              <a:solidFill>
                <a:schemeClr val="accent1"/>
              </a:solidFill>
              <a:effectLst/>
              <a:uFillTx/>
              <a:latin typeface="SRH Headline"/>
            </a:endParaRPr>
          </a:p>
        </p:txBody>
      </p:sp>
      <p:sp>
        <p:nvSpPr>
          <p:cNvPr id="183" name="PlaceHolder 7"/>
          <p:cNvSpPr>
            <a:spLocks noGrp="1"/>
          </p:cNvSpPr>
          <p:nvPr>
            <p:ph type="body"/>
          </p:nvPr>
        </p:nvSpPr>
        <p:spPr>
          <a:xfrm>
            <a:off x="360000" y="5463720"/>
            <a:ext cx="9156960" cy="492840"/>
          </a:xfrm>
          <a:prstGeom prst="rect">
            <a:avLst/>
          </a:prstGeom>
          <a:noFill/>
          <a:ln w="0">
            <a:noFill/>
          </a:ln>
        </p:spPr>
        <p:txBody>
          <a:bodyPr numCol="1" spcCol="216000" lIns="0" tIns="0" rIns="0" bIns="0" anchor="b">
            <a:noAutofit/>
          </a:bodyPr>
          <a:lstStyle>
            <a:lvl1pPr indent="0" algn="l" defTabSz="914400">
              <a:lnSpc>
                <a:spcPct val="110000"/>
              </a:lnSpc>
              <a:buNone/>
              <a:tabLst>
                <a:tab pos="0" algn="l"/>
              </a:tabLst>
              <a:defRPr lang="de-DE" sz="1200" b="0" u="none" strike="noStrike">
                <a:solidFill>
                  <a:schemeClr val="dk1"/>
                </a:solidFill>
                <a:effectLst/>
                <a:uFillTx/>
                <a:latin typeface="SRH Text"/>
                <a:ea typeface="SRH Text"/>
              </a:defRPr>
            </a:lvl1pPr>
          </a:lstStyle>
          <a:p>
            <a:pPr indent="0" algn="l" defTabSz="914400">
              <a:lnSpc>
                <a:spcPct val="110000"/>
              </a:lnSpc>
              <a:buNone/>
              <a:tabLst>
                <a:tab pos="0" algn="l"/>
              </a:tabLst>
            </a:pPr>
            <a:r>
              <a:rPr lang="de-DE" sz="1200" b="0" u="none" strike="noStrike">
                <a:solidFill>
                  <a:schemeClr val="dk1"/>
                </a:solidFill>
                <a:effectLst/>
                <a:uFillTx/>
                <a:latin typeface="SRH Text"/>
                <a:ea typeface="SRH Text"/>
              </a:rPr>
              <a:t>Mastertextformat bearbeiten</a:t>
            </a:r>
            <a:endParaRPr lang="de-DE" sz="1200" b="0" u="none" strike="noStrike">
              <a:solidFill>
                <a:schemeClr val="dk1"/>
              </a:solidFill>
              <a:effectLst/>
              <a:uFillTx/>
              <a:latin typeface="SRH Text"/>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7.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9.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1.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9.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3.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9.xml"/>
</Relationships>
</file>

<file path=ppt/slides/_rels/slide14.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9.xml"/>
</Relationships>
</file>

<file path=ppt/slides/_rels/slide15.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9.xml"/>
</Relationships>
</file>

<file path=ppt/slides/_rels/slide16.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slideLayout" Target="../slideLayouts/slideLayout9.xml"/>
</Relationships>
</file>

<file path=ppt/slides/_rels/slide17.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9.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9.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9.xml"/>
</Relationships>
</file>

<file path=ppt/slides/_rels/slide20.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9.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2.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9.xml"/>
</Relationships>
</file>

<file path=ppt/slides/_rels/slide23.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9.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5.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9.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2.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9.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4.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9.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image" Target="../media/image20.emf"/><Relationship Id="rId2" Type="http://schemas.openxmlformats.org/officeDocument/2006/relationships/image" Target="../media/image21.emf"/><Relationship Id="rId3" Type="http://schemas.openxmlformats.org/officeDocument/2006/relationships/slideLayout" Target="../slideLayouts/slideLayout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type="title"/>
          </p:nvPr>
        </p:nvSpPr>
        <p:spPr>
          <a:xfrm>
            <a:off x="299880" y="821160"/>
            <a:ext cx="11254680" cy="2025000"/>
          </a:xfrm>
          <a:prstGeom prst="rect">
            <a:avLst/>
          </a:prstGeom>
          <a:noFill/>
          <a:ln w="0">
            <a:noFill/>
          </a:ln>
        </p:spPr>
        <p:txBody>
          <a:bodyPr numCol="1" spcCol="216000" lIns="0" tIns="0" rIns="0" bIns="0" anchor="t">
            <a:noAutofit/>
          </a:bodyPr>
          <a:p>
            <a:pPr indent="0" algn="ctr" defTabSz="914400">
              <a:lnSpc>
                <a:spcPct val="98000"/>
              </a:lnSpc>
              <a:buNone/>
              <a:tabLst>
                <a:tab pos="0" algn="l"/>
              </a:tabLst>
            </a:pPr>
            <a:br>
              <a:rPr sz="4800"/>
            </a:br>
            <a:r>
              <a:rPr lang="en-US" sz="4000" b="1" u="none" strike="noStrike">
                <a:solidFill>
                  <a:schemeClr val="lt1"/>
                </a:solidFill>
                <a:effectLst/>
                <a:uFillTx/>
                <a:latin typeface="SRH Headline"/>
                <a:ea typeface="SRH Headline"/>
              </a:rPr>
              <a:t>Thesis:</a:t>
            </a:r>
            <a:br>
              <a:rPr sz="4800"/>
            </a:br>
            <a:r>
              <a:rPr lang="en-US" sz="4000" b="1" u="none" strike="noStrike">
                <a:solidFill>
                  <a:schemeClr val="lt1"/>
                </a:solidFill>
                <a:effectLst/>
                <a:uFillTx/>
                <a:latin typeface="SRH Headline"/>
                <a:ea typeface="SRH Headline"/>
              </a:rPr>
              <a:t>Reliability  Monitoring  and  Cost-Sensitive  Selective Prediction for Credit Risk under Distribution Shift</a:t>
            </a:r>
            <a:br>
              <a:rPr sz="4000"/>
            </a:br>
            <a:br>
              <a:rPr sz="4000"/>
            </a:br>
            <a:br>
              <a:rPr sz="4000"/>
            </a:br>
            <a:br>
              <a:rPr sz="4000"/>
            </a:br>
            <a:endParaRPr lang="de-DE" sz="4000" b="1" u="none" strike="noStrike">
              <a:solidFill>
                <a:schemeClr val="lt1"/>
              </a:solidFill>
              <a:effectLst/>
              <a:uFillTx/>
              <a:latin typeface="SRH Headline"/>
            </a:endParaRPr>
          </a:p>
          <a:p>
            <a:pPr indent="0" algn="ctr" defTabSz="914400">
              <a:lnSpc>
                <a:spcPct val="98000"/>
              </a:lnSpc>
              <a:buNone/>
              <a:tabLst>
                <a:tab pos="0" algn="l"/>
              </a:tabLst>
            </a:pPr>
            <a:endParaRPr lang="de-DE" sz="4000" b="1" u="none" strike="noStrike">
              <a:solidFill>
                <a:schemeClr val="lt1"/>
              </a:solidFill>
              <a:effectLst/>
              <a:uFillTx/>
              <a:latin typeface="SRH Headline"/>
            </a:endParaRPr>
          </a:p>
        </p:txBody>
      </p:sp>
      <p:sp>
        <p:nvSpPr>
          <p:cNvPr id="191" name="object 12"/>
          <p:cNvSpPr/>
          <p:nvPr/>
        </p:nvSpPr>
        <p:spPr>
          <a:xfrm rot="21561000">
            <a:off x="453960" y="4151880"/>
            <a:ext cx="6418440" cy="2930760"/>
          </a:xfrm>
          <a:prstGeom prst="rect">
            <a:avLst/>
          </a:prstGeom>
          <a:noFill/>
          <a:ln w="0">
            <a:noFill/>
          </a:ln>
        </p:spPr>
        <p:style>
          <a:lnRef idx="0"/>
          <a:fillRef idx="0"/>
          <a:effectRef idx="0"/>
          <a:fontRef idx="minor"/>
        </p:style>
        <p:txBody>
          <a:bodyPr numCol="1" spcCol="216000" lIns="0" tIns="12600" rIns="0" bIns="0" anchor="t">
            <a:noAutofit/>
          </a:bodyPr>
          <a:p>
            <a:pPr marL="12600" defTabSz="914400">
              <a:lnSpc>
                <a:spcPct val="100000"/>
              </a:lnSpc>
              <a:spcBef>
                <a:spcPts val="3345"/>
              </a:spcBef>
              <a:tabLst>
                <a:tab pos="0" algn="l"/>
              </a:tabLst>
            </a:pPr>
            <a:r>
              <a:rPr lang="en-US" sz="2400" b="1" u="none" strike="noStrike">
                <a:solidFill>
                  <a:schemeClr val="lt1"/>
                </a:solidFill>
                <a:effectLst/>
                <a:uFillTx/>
                <a:latin typeface="SRH Headline"/>
                <a:ea typeface="SRH Headline"/>
              </a:rPr>
              <a:t>Amin</a:t>
            </a:r>
            <a:r>
              <a:rPr lang="en-US" sz="2400" b="0" u="none" strike="noStrike">
                <a:solidFill>
                  <a:schemeClr val="dk1"/>
                </a:solidFill>
                <a:effectLst/>
                <a:uFillTx/>
                <a:latin typeface="SRH"/>
                <a:ea typeface="SRH"/>
              </a:rPr>
              <a:t> </a:t>
            </a:r>
            <a:r>
              <a:rPr lang="en-US" sz="2400" b="1" u="none" strike="noStrike">
                <a:solidFill>
                  <a:schemeClr val="lt1"/>
                </a:solidFill>
                <a:effectLst/>
                <a:uFillTx/>
                <a:latin typeface="SRH Headline"/>
                <a:ea typeface="SRH Headline"/>
              </a:rPr>
              <a:t>Feli (11038701) </a:t>
            </a:r>
            <a:endParaRPr lang="en-US" sz="2400" b="0" u="none" strike="noStrike">
              <a:solidFill>
                <a:srgbClr val="FFFFFF"/>
              </a:solidFill>
              <a:effectLst/>
              <a:uFillTx/>
              <a:latin typeface="Arial"/>
            </a:endParaRPr>
          </a:p>
          <a:p>
            <a:pPr marL="12600" defTabSz="914400">
              <a:lnSpc>
                <a:spcPct val="100000"/>
              </a:lnSpc>
              <a:spcBef>
                <a:spcPts val="3345"/>
              </a:spcBef>
              <a:tabLst>
                <a:tab pos="0" algn="l"/>
              </a:tabLst>
            </a:pPr>
            <a:r>
              <a:rPr lang="en-US" sz="2400" b="1" u="none" strike="noStrike">
                <a:solidFill>
                  <a:schemeClr val="lt1"/>
                </a:solidFill>
                <a:effectLst/>
                <a:uFillTx/>
                <a:latin typeface="SRH Headline"/>
                <a:ea typeface="SRH Headline"/>
              </a:rPr>
              <a:t>Supervisor: Prof . Dr. Mehrdad Jalali</a:t>
            </a:r>
            <a:endParaRPr lang="en-US" sz="2400" b="0" u="none" strike="noStrike">
              <a:solidFill>
                <a:srgbClr val="FFFFFF"/>
              </a:solidFill>
              <a:effectLst/>
              <a:uFillTx/>
              <a:latin typeface="Arial"/>
            </a:endParaRPr>
          </a:p>
          <a:p>
            <a:pPr marL="12600" defTabSz="914400">
              <a:lnSpc>
                <a:spcPct val="100000"/>
              </a:lnSpc>
              <a:spcBef>
                <a:spcPts val="3345"/>
              </a:spcBef>
              <a:tabLst>
                <a:tab pos="0" algn="l"/>
              </a:tabLst>
            </a:pPr>
            <a:r>
              <a:rPr lang="en-US" sz="2400" b="1" u="none" strike="noStrike">
                <a:solidFill>
                  <a:schemeClr val="lt1"/>
                </a:solidFill>
                <a:effectLst/>
                <a:uFillTx/>
                <a:latin typeface="SRH Headline"/>
                <a:ea typeface="SRH Headline"/>
              </a:rPr>
              <a:t>SRH Hochschule Heidelberg</a:t>
            </a:r>
            <a:endParaRPr lang="en-US" sz="2400" b="0" u="none" strike="noStrike">
              <a:solidFill>
                <a:srgbClr val="FFFFFF"/>
              </a:solidFill>
              <a:effectLst/>
              <a:uFillTx/>
              <a:latin typeface="Arial"/>
            </a:endParaRPr>
          </a:p>
          <a:p>
            <a:pPr marL="12600" defTabSz="914400">
              <a:lnSpc>
                <a:spcPct val="150000"/>
              </a:lnSpc>
              <a:spcBef>
                <a:spcPts val="3345"/>
              </a:spcBef>
              <a:tabLst>
                <a:tab pos="0" algn="l"/>
              </a:tabLst>
            </a:pPr>
            <a:endParaRPr lang="en-US" sz="2400" b="0" u="none" strike="noStrike">
              <a:solidFill>
                <a:srgbClr val="FFFFFF"/>
              </a:solidFill>
              <a:effectLst/>
              <a:uFillTx/>
              <a:latin typeface="Arial"/>
            </a:endParaRPr>
          </a:p>
        </p:txBody>
      </p:sp>
      <p:sp>
        <p:nvSpPr>
          <p:cNvPr id="192" name="PlaceHolder 2"/>
          <p:cNvSpPr>
            <a:spLocks noGrp="1"/>
          </p:cNvSpPr>
          <p:nvPr>
            <p:ph type="dt" idx="61"/>
          </p:nvPr>
        </p:nvSpPr>
        <p:spPr>
          <a:xfrm>
            <a:off x="172080" y="6231960"/>
            <a:ext cx="87336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chemeClr val="lt1"/>
                </a:solidFill>
                <a:effectLst/>
                <a:uFillTx/>
                <a:latin typeface="SRH Text"/>
                <a:ea typeface="SRH"/>
              </a:defRPr>
            </a:lvl1pPr>
          </a:lstStyle>
          <a:p>
            <a:pPr indent="0" algn="l" defTabSz="914400">
              <a:lnSpc>
                <a:spcPct val="100000"/>
              </a:lnSpc>
              <a:buNone/>
              <a:tabLst>
                <a:tab pos="0" algn="l"/>
              </a:tabLst>
            </a:pPr>
            <a:fld id="{B8004751-DA6A-400A-AA4A-D6F2F2347B11}" type="datetime1">
              <a:rPr lang="en-CA" sz="900" b="1" u="none" strike="noStrike">
                <a:solidFill>
                  <a:schemeClr val="lt1"/>
                </a:solidFill>
                <a:effectLst/>
                <a:uFillTx/>
                <a:latin typeface="SRH Text"/>
                <a:ea typeface="SRH"/>
              </a:rPr>
              <a:t>2026-08-09</a:t>
            </a:fld>
            <a:endParaRPr lang="en-US" sz="900" b="0" u="none" strike="noStrike">
              <a:solidFill>
                <a:srgbClr val="FFFFFF"/>
              </a:solidFill>
              <a:effectLst/>
              <a:uFillTx/>
              <a:latin typeface="Times New Roman"/>
            </a:endParaRPr>
          </a:p>
        </p:txBody>
      </p:sp>
      <p:sp>
        <p:nvSpPr>
          <p:cNvPr id="193" name="PlaceHolder 3"/>
          <p:cNvSpPr>
            <a:spLocks noGrp="1"/>
          </p:cNvSpPr>
          <p:nvPr>
            <p:ph type="ftr" idx="62"/>
          </p:nvPr>
        </p:nvSpPr>
        <p:spPr>
          <a:xfrm>
            <a:off x="1133640" y="6285240"/>
            <a:ext cx="649368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chemeClr val="lt1"/>
                </a:solidFill>
                <a:effectLst/>
                <a:uFillTx/>
                <a:latin typeface="SRH Text"/>
                <a:ea typeface="SRH"/>
              </a:defRPr>
            </a:lvl1pPr>
          </a:lstStyle>
          <a:p>
            <a:pPr indent="0" algn="l" defTabSz="914400">
              <a:lnSpc>
                <a:spcPct val="100000"/>
              </a:lnSpc>
              <a:buNone/>
              <a:tabLst>
                <a:tab pos="0" algn="l"/>
              </a:tabLst>
            </a:pPr>
            <a:r>
              <a:rPr lang="de-DE" sz="900" b="1" u="none" strike="noStrike">
                <a:solidFill>
                  <a:schemeClr val="lt1"/>
                </a:solidFill>
                <a:effectLst/>
                <a:uFillTx/>
                <a:latin typeface="SRH Text"/>
                <a:ea typeface="SRH"/>
              </a:rPr>
              <a:t>SRH Hochschule Heidelberg</a:t>
            </a:r>
            <a:endParaRPr lang="en-US" sz="900" b="0" u="none" strike="noStrike">
              <a:solidFill>
                <a:srgbClr val="FFFFFF"/>
              </a:solidFill>
              <a:effectLst/>
              <a:uFillTx/>
              <a:latin typeface="Times New Roman"/>
            </a:endParaRPr>
          </a:p>
        </p:txBody>
      </p:sp>
      <p:sp>
        <p:nvSpPr>
          <p:cNvPr id="194" name="PlaceHolder 4"/>
          <p:cNvSpPr>
            <a:spLocks noGrp="1"/>
          </p:cNvSpPr>
          <p:nvPr>
            <p:ph type="sldNum" idx="63"/>
          </p:nvPr>
        </p:nvSpPr>
        <p:spPr>
          <a:xfrm>
            <a:off x="11058480" y="6311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chemeClr val="lt1"/>
                </a:solidFill>
                <a:effectLst/>
                <a:uFillTx/>
                <a:latin typeface="SRH Text"/>
                <a:ea typeface="SRH"/>
              </a:defRPr>
            </a:lvl1pPr>
          </a:lstStyle>
          <a:p>
            <a:pPr indent="0" algn="r" defTabSz="914400">
              <a:lnSpc>
                <a:spcPct val="100000"/>
              </a:lnSpc>
              <a:buNone/>
              <a:tabLst>
                <a:tab pos="0" algn="l"/>
              </a:tabLst>
            </a:pPr>
            <a:fld id="{102679CA-9E23-446A-A76C-1FD00FDAE309}" type="slidenum">
              <a:rPr lang="de-DE" sz="1550" b="1" u="none" strike="noStrike">
                <a:solidFill>
                  <a:schemeClr val="lt1"/>
                </a:solidFill>
                <a:effectLst/>
                <a:uFillTx/>
                <a:latin typeface="SRH Text"/>
                <a:ea typeface="SRH"/>
              </a:rPr>
              <a:t>&lt;number&gt;</a:t>
            </a:fld>
            <a:endParaRPr lang="en-US" sz="155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PlaceHolder 1"/>
          <p:cNvSpPr>
            <a:spLocks noGrp="1"/>
          </p:cNvSpPr>
          <p:nvPr>
            <p:ph type="title"/>
          </p:nvPr>
        </p:nvSpPr>
        <p:spPr>
          <a:xfrm>
            <a:off x="191880" y="-147600"/>
            <a:ext cx="9156240" cy="833400"/>
          </a:xfrm>
          <a:prstGeom prst="rect">
            <a:avLst/>
          </a:prstGeom>
          <a:noFill/>
          <a:ln w="0">
            <a:noFill/>
          </a:ln>
        </p:spPr>
        <p:txBody>
          <a:bodyPr numCol="1" spcCol="216000" lIns="0" tIns="0" rIns="0" bIns="0" anchor="b">
            <a:noAutofit/>
          </a:bodyPr>
          <a:p>
            <a:pPr indent="0" algn="l" defTabSz="914400">
              <a:lnSpc>
                <a:spcPct val="100000"/>
              </a:lnSpc>
              <a:buNone/>
              <a:tabLst>
                <a:tab pos="0" algn="l"/>
              </a:tabLst>
            </a:pPr>
            <a:r>
              <a:rPr lang="en-US" sz="3000" b="1" u="none" strike="noStrike">
                <a:solidFill>
                  <a:srgbClr val="DF4807"/>
                </a:solidFill>
                <a:effectLst/>
                <a:uFillTx/>
                <a:latin typeface="SRH Headline"/>
                <a:ea typeface="SRH Headline"/>
              </a:rPr>
              <a:t>Introduction</a:t>
            </a:r>
            <a:endParaRPr lang="de-DE" sz="3000" b="1" u="none" strike="noStrike">
              <a:solidFill>
                <a:schemeClr val="dk1"/>
              </a:solidFill>
              <a:effectLst/>
              <a:uFillTx/>
              <a:latin typeface="SRH Headline"/>
            </a:endParaRPr>
          </a:p>
        </p:txBody>
      </p:sp>
      <p:sp>
        <p:nvSpPr>
          <p:cNvPr id="196" name="PlaceHolder 2"/>
          <p:cNvSpPr>
            <a:spLocks noGrp="1"/>
          </p:cNvSpPr>
          <p:nvPr>
            <p:ph/>
          </p:nvPr>
        </p:nvSpPr>
        <p:spPr>
          <a:xfrm>
            <a:off x="276840" y="914400"/>
            <a:ext cx="10803960" cy="5704200"/>
          </a:xfrm>
          <a:prstGeom prst="rect">
            <a:avLst/>
          </a:prstGeom>
          <a:noFill/>
          <a:ln w="0">
            <a:noFill/>
          </a:ln>
        </p:spPr>
        <p:txBody>
          <a:bodyPr numCol="1" spcCol="216000" lIns="0" tIns="0" rIns="0" bIns="0" anchor="t">
            <a:noAutofit/>
          </a:bodyPr>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0" u="none" strike="noStrike">
                <a:solidFill>
                  <a:srgbClr val="FF0000"/>
                </a:solidFill>
                <a:effectLst/>
                <a:uFillTx/>
                <a:latin typeface="SRH Text"/>
                <a:ea typeface="SRH Text"/>
              </a:rPr>
              <a:t>What is Credit Risk?</a:t>
            </a:r>
            <a:endParaRPr lang="de-DE" sz="1300" b="1" u="none" strike="noStrike">
              <a:solidFill>
                <a:schemeClr val="dk1"/>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0" u="none" strike="noStrike">
                <a:solidFill>
                  <a:schemeClr val="dk1"/>
                </a:solidFill>
                <a:effectLst/>
                <a:uFillTx/>
                <a:latin typeface="SRH Text"/>
                <a:ea typeface="SRH Text"/>
              </a:rPr>
              <a:t>Credit risk is the possibility that a borrower will fail to meet their financial obligations, particularly by defaulting on a loan. For banks, assessing this risk is a fundamental part of deciding whether to approve a loan and how to manage the associated exposure.</a:t>
            </a:r>
            <a:endParaRPr lang="de-DE" sz="1300" b="0" u="none" strike="noStrike">
              <a:solidFill>
                <a:schemeClr val="dk1"/>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0" u="none" strike="noStrike">
                <a:solidFill>
                  <a:srgbClr val="FF0000"/>
                </a:solidFill>
                <a:effectLst/>
                <a:uFillTx/>
                <a:latin typeface="SRH Text"/>
                <a:ea typeface="SRH Text"/>
              </a:rPr>
              <a:t>Why is Credit Risk Prediction Important?</a:t>
            </a:r>
            <a:endParaRPr lang="de-DE" sz="1300" b="1" u="none" strike="noStrike">
              <a:solidFill>
                <a:schemeClr val="dk1"/>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0" u="none" strike="noStrike">
                <a:solidFill>
                  <a:schemeClr val="dk1"/>
                </a:solidFill>
                <a:effectLst/>
                <a:uFillTx/>
                <a:latin typeface="SRH Text"/>
                <a:ea typeface="SRH Text"/>
              </a:rPr>
              <a:t>Banks make lending decisions based on information about applicants, such as their financial characteristics, credit history, and repayment behavior. Machine Learning (ML) models can learn patterns from historical lending data and estimate the probability that an applicant will default.</a:t>
            </a:r>
            <a:endParaRPr lang="de-DE" sz="1300" b="0" u="none" strike="noStrike">
              <a:solidFill>
                <a:schemeClr val="dk1"/>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0" u="none" strike="noStrike">
                <a:solidFill>
                  <a:schemeClr val="dk1"/>
                </a:solidFill>
                <a:effectLst/>
                <a:uFillTx/>
                <a:latin typeface="SRH Text"/>
                <a:ea typeface="SRH Text"/>
              </a:rPr>
              <a:t>Accurate credit risk prediction can help banks:</a:t>
            </a:r>
            <a:endParaRPr lang="de-DE" sz="1300" b="0" u="none" strike="noStrike">
              <a:solidFill>
                <a:schemeClr val="dk1"/>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0" u="none" strike="noStrike">
                <a:solidFill>
                  <a:schemeClr val="dk1"/>
                </a:solidFill>
                <a:effectLst/>
                <a:uFillTx/>
                <a:latin typeface="SRH Text"/>
                <a:ea typeface="SRH Text"/>
              </a:rPr>
              <a:t>Reduce financial losses caused by loan defaults</a:t>
            </a:r>
            <a:endParaRPr lang="de-DE" sz="1300" b="0" u="none" strike="noStrike">
              <a:solidFill>
                <a:schemeClr val="dk1"/>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0" u="none" strike="noStrike">
                <a:solidFill>
                  <a:schemeClr val="dk1"/>
                </a:solidFill>
                <a:effectLst/>
                <a:uFillTx/>
                <a:latin typeface="SRH Text"/>
                <a:ea typeface="SRH Text"/>
              </a:rPr>
              <a:t>Improve credit approval and risk management</a:t>
            </a:r>
            <a:endParaRPr lang="de-DE" sz="1300" b="0" u="none" strike="noStrike">
              <a:solidFill>
                <a:schemeClr val="dk1"/>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0" u="none" strike="noStrike">
                <a:solidFill>
                  <a:schemeClr val="dk1"/>
                </a:solidFill>
                <a:effectLst/>
                <a:uFillTx/>
                <a:latin typeface="SRH Text"/>
                <a:ea typeface="SRH Text"/>
              </a:rPr>
              <a:t>Allocate capital more efficiently</a:t>
            </a:r>
            <a:endParaRPr lang="de-DE" sz="1300" b="0" u="none" strike="noStrike">
              <a:solidFill>
                <a:schemeClr val="dk1"/>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0" u="none" strike="noStrike">
                <a:solidFill>
                  <a:schemeClr val="dk1"/>
                </a:solidFill>
                <a:effectLst/>
                <a:uFillTx/>
                <a:latin typeface="SRH Text"/>
                <a:ea typeface="SRH Text"/>
              </a:rPr>
              <a:t>Support faster and more consistent lending decisions</a:t>
            </a:r>
            <a:endParaRPr lang="de-DE" sz="1300" b="0" u="none" strike="noStrike">
              <a:solidFill>
                <a:schemeClr val="dk1"/>
              </a:solidFill>
              <a:effectLst/>
              <a:uFillTx/>
              <a:latin typeface="SRH Text"/>
            </a:endParaRPr>
          </a:p>
        </p:txBody>
      </p:sp>
      <p:sp>
        <p:nvSpPr>
          <p:cNvPr id="197" name="PlaceHolder 3"/>
          <p:cNvSpPr>
            <a:spLocks noGrp="1"/>
          </p:cNvSpPr>
          <p:nvPr>
            <p:ph type="dt" idx="64"/>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1A0C1B35-D48C-41FF-9EAD-41D7E1ED33A7}" type="datetime1">
              <a:rPr lang="en-CA" sz="900" b="1" u="none" strike="noStrike">
                <a:solidFill>
                  <a:srgbClr val="6D7373"/>
                </a:solidFill>
                <a:effectLst/>
                <a:uFillTx/>
                <a:latin typeface="SRH Text"/>
                <a:ea typeface="SRH"/>
              </a:rPr>
              <a:t>2026-08-09</a:t>
            </a:fld>
            <a:endParaRPr lang="en-US" sz="900" b="0" u="none" strike="noStrike">
              <a:solidFill>
                <a:srgbClr val="000000"/>
              </a:solidFill>
              <a:effectLst/>
              <a:uFillTx/>
              <a:latin typeface="Times New Roman"/>
            </a:endParaRPr>
          </a:p>
        </p:txBody>
      </p:sp>
      <p:sp>
        <p:nvSpPr>
          <p:cNvPr id="198" name="PlaceHolder 4"/>
          <p:cNvSpPr>
            <a:spLocks noGrp="1"/>
          </p:cNvSpPr>
          <p:nvPr>
            <p:ph type="ftr" idx="65"/>
          </p:nvPr>
        </p:nvSpPr>
        <p:spPr>
          <a:xfrm>
            <a:off x="1242000" y="636660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nl-NL" sz="900" b="1" u="none" spc="-6" strike="noStrike">
                <a:solidFill>
                  <a:schemeClr val="dk1"/>
                </a:solidFill>
                <a:effectLst/>
                <a:uFillTx/>
                <a:latin typeface="Arial MT"/>
                <a:ea typeface="SRH"/>
              </a:defRPr>
            </a:lvl1pPr>
          </a:lstStyle>
          <a:p>
            <a:pPr indent="0" algn="l" defTabSz="914400">
              <a:lnSpc>
                <a:spcPct val="100000"/>
              </a:lnSpc>
              <a:buNone/>
              <a:tabLst>
                <a:tab pos="0" algn="l"/>
              </a:tabLst>
            </a:pPr>
            <a:r>
              <a:rPr lang="nl-NL" sz="900" b="1" u="none" spc="-6" strike="noStrike">
                <a:solidFill>
                  <a:schemeClr val="dk1"/>
                </a:solidFill>
                <a:effectLst/>
                <a:uFillTx/>
                <a:latin typeface="Arial MT"/>
                <a:ea typeface="SRH"/>
              </a:rPr>
              <a:t>SRH Hochschule Heidelberg</a:t>
            </a:r>
            <a:endParaRPr lang="en-US" sz="900" b="0" u="none" strike="noStrike">
              <a:solidFill>
                <a:srgbClr val="000000"/>
              </a:solidFill>
              <a:effectLst/>
              <a:uFillTx/>
              <a:latin typeface="Times New Roman"/>
            </a:endParaRPr>
          </a:p>
        </p:txBody>
      </p:sp>
      <p:sp>
        <p:nvSpPr>
          <p:cNvPr id="199" name="PlaceHolder 5"/>
          <p:cNvSpPr>
            <a:spLocks noGrp="1"/>
          </p:cNvSpPr>
          <p:nvPr>
            <p:ph type="sldNum" idx="66"/>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2C465E83-AE73-43DA-8D23-C19EF358478F}"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PlaceHolder 1"/>
          <p:cNvSpPr>
            <a:spLocks noGrp="1"/>
          </p:cNvSpPr>
          <p:nvPr>
            <p:ph type="title"/>
          </p:nvPr>
        </p:nvSpPr>
        <p:spPr>
          <a:xfrm>
            <a:off x="191880" y="90720"/>
            <a:ext cx="9156240" cy="610920"/>
          </a:xfrm>
          <a:prstGeom prst="rect">
            <a:avLst/>
          </a:prstGeom>
          <a:noFill/>
          <a:ln w="0">
            <a:noFill/>
          </a:ln>
        </p:spPr>
        <p:txBody>
          <a:bodyPr numCol="1" spcCol="216000" lIns="0" tIns="0" rIns="0" bIns="0" anchor="b">
            <a:noAutofit/>
          </a:bodyPr>
          <a:p>
            <a:pPr indent="0" algn="l" defTabSz="914400">
              <a:lnSpc>
                <a:spcPct val="100000"/>
              </a:lnSpc>
              <a:buNone/>
              <a:tabLst>
                <a:tab pos="0" algn="l"/>
              </a:tabLst>
            </a:pPr>
            <a:r>
              <a:rPr lang="en-US" sz="3000" b="1" u="none" strike="noStrike">
                <a:solidFill>
                  <a:srgbClr val="DF4807"/>
                </a:solidFill>
                <a:effectLst/>
                <a:uFillTx/>
                <a:latin typeface="SRH Headline"/>
                <a:ea typeface="SRH Headline"/>
              </a:rPr>
              <a:t>Problem Statement:</a:t>
            </a:r>
            <a:endParaRPr lang="de-DE" sz="3000" b="1" u="none" strike="noStrike">
              <a:solidFill>
                <a:schemeClr val="dk1"/>
              </a:solidFill>
              <a:effectLst/>
              <a:uFillTx/>
              <a:latin typeface="SRH Headline"/>
            </a:endParaRPr>
          </a:p>
        </p:txBody>
      </p:sp>
      <p:sp>
        <p:nvSpPr>
          <p:cNvPr id="201" name="PlaceHolder 2"/>
          <p:cNvSpPr>
            <a:spLocks noGrp="1"/>
          </p:cNvSpPr>
          <p:nvPr>
            <p:ph/>
          </p:nvPr>
        </p:nvSpPr>
        <p:spPr>
          <a:xfrm>
            <a:off x="276840" y="741600"/>
            <a:ext cx="11610360" cy="5950080"/>
          </a:xfrm>
          <a:prstGeom prst="rect">
            <a:avLst/>
          </a:prstGeom>
          <a:noFill/>
          <a:ln w="0">
            <a:noFill/>
          </a:ln>
        </p:spPr>
        <p:txBody>
          <a:bodyPr numCol="1" spcCol="216000" lIns="0" tIns="0" rIns="0" bIns="0" anchor="t">
            <a:noAutofit/>
          </a:bodyPr>
          <a:p>
            <a:pPr indent="0" algn="l" defTabSz="914400">
              <a:lnSpc>
                <a:spcPct val="200000"/>
              </a:lnSpc>
              <a:spcBef>
                <a:spcPts val="1191"/>
              </a:spcBef>
              <a:spcAft>
                <a:spcPts val="992"/>
              </a:spcAft>
              <a:buNone/>
              <a:tabLst>
                <a:tab pos="0" algn="l"/>
              </a:tabLst>
            </a:pPr>
            <a:r>
              <a:rPr lang="de-DE" sz="1100" b="0" u="none" strike="noStrike">
                <a:solidFill>
                  <a:srgbClr val="000000"/>
                </a:solidFill>
                <a:effectLst/>
                <a:uFillTx/>
                <a:latin typeface="SRH Text"/>
                <a:ea typeface="Times New Roman"/>
              </a:rPr>
              <a:t>Credit risk prediction systems in banking are commonly designed to classify loan applicants as either </a:t>
            </a:r>
            <a:r>
              <a:rPr lang="de-DE" sz="1100" b="1" u="none" strike="noStrike">
                <a:solidFill>
                  <a:srgbClr val="000000"/>
                </a:solidFill>
                <a:effectLst/>
                <a:uFillTx/>
                <a:latin typeface="SRH Text"/>
                <a:ea typeface="Times New Roman"/>
              </a:rPr>
              <a:t>default or non-default </a:t>
            </a:r>
            <a:r>
              <a:rPr lang="de-DE" sz="1100" b="0" u="none" strike="noStrike">
                <a:solidFill>
                  <a:srgbClr val="000000"/>
                </a:solidFill>
                <a:effectLst/>
                <a:uFillTx/>
                <a:latin typeface="SRH Text"/>
                <a:ea typeface="Times New Roman"/>
              </a:rPr>
              <a:t>using machine learning models trained on historical data. Although existing studies have made significant progress in improving predictive performance and addressing class imbalance, </a:t>
            </a:r>
            <a:r>
              <a:rPr lang="de-DE" sz="1100" b="1" u="none" strike="noStrike">
                <a:solidFill>
                  <a:srgbClr val="000000"/>
                </a:solidFill>
                <a:effectLst/>
                <a:uFillTx/>
                <a:latin typeface="SRH Text"/>
                <a:ea typeface="Times New Roman"/>
              </a:rPr>
              <a:t>several important limitations remain in real-world</a:t>
            </a:r>
            <a:r>
              <a:rPr lang="de-DE" sz="1100" b="0" u="none" strike="noStrike">
                <a:solidFill>
                  <a:srgbClr val="000000"/>
                </a:solidFill>
                <a:effectLst/>
                <a:uFillTx/>
                <a:latin typeface="SRH Text"/>
                <a:ea typeface="Times New Roman"/>
              </a:rPr>
              <a:t> credit decision-making:</a:t>
            </a:r>
            <a:endParaRPr lang="de-DE" sz="1100" b="0" u="none" strike="noStrike">
              <a:solidFill>
                <a:schemeClr val="dk1"/>
              </a:solidFill>
              <a:effectLst/>
              <a:uFillTx/>
              <a:latin typeface="Calibri"/>
            </a:endParaRPr>
          </a:p>
          <a:p>
            <a:pPr indent="0" algn="l" defTabSz="914400">
              <a:lnSpc>
                <a:spcPct val="200000"/>
              </a:lnSpc>
              <a:spcBef>
                <a:spcPts val="1191"/>
              </a:spcBef>
              <a:spcAft>
                <a:spcPts val="992"/>
              </a:spcAft>
              <a:buNone/>
              <a:tabLst>
                <a:tab pos="0" algn="l"/>
              </a:tabLst>
            </a:pPr>
            <a:r>
              <a:rPr lang="de-DE" sz="1100" b="1" u="none" strike="noStrike">
                <a:solidFill>
                  <a:srgbClr val="FF0000"/>
                </a:solidFill>
                <a:effectLst/>
                <a:uFillTx/>
                <a:latin typeface="SRH Text"/>
                <a:ea typeface="Times New Roman"/>
              </a:rPr>
              <a:t>Static decision thresholds:</a:t>
            </a:r>
            <a:r>
              <a:rPr lang="de-DE" sz="1100" b="0" u="none" strike="noStrike">
                <a:solidFill>
                  <a:srgbClr val="000000"/>
                </a:solidFill>
                <a:effectLst/>
                <a:uFillTx/>
                <a:latin typeface="SRH Text"/>
                <a:ea typeface="Times New Roman"/>
              </a:rPr>
              <a:t> Most traditional credit risk models </a:t>
            </a:r>
            <a:r>
              <a:rPr lang="de-DE" sz="1100" b="1" u="none" strike="noStrike">
                <a:solidFill>
                  <a:srgbClr val="000000"/>
                </a:solidFill>
                <a:effectLst/>
                <a:uFillTx/>
                <a:latin typeface="SRH Text"/>
                <a:ea typeface="Times New Roman"/>
              </a:rPr>
              <a:t>rely on a fixed decision threshold</a:t>
            </a:r>
            <a:r>
              <a:rPr lang="de-DE" sz="1100" b="0" u="none" strike="noStrike">
                <a:solidFill>
                  <a:srgbClr val="000000"/>
                </a:solidFill>
                <a:effectLst/>
                <a:uFillTx/>
                <a:latin typeface="SRH Text"/>
                <a:ea typeface="Times New Roman"/>
              </a:rPr>
              <a:t>, commonly 0.5, which does not adequately reflect the changing financial </a:t>
            </a:r>
            <a:r>
              <a:rPr lang="de-DE" sz="1100" b="1" u="none" strike="noStrike">
                <a:solidFill>
                  <a:srgbClr val="000000"/>
                </a:solidFill>
                <a:effectLst/>
                <a:uFillTx/>
                <a:latin typeface="SRH Text"/>
                <a:ea typeface="Times New Roman"/>
              </a:rPr>
              <a:t>trade-offs between false positives and false negatives</a:t>
            </a:r>
            <a:r>
              <a:rPr lang="de-DE" sz="1100" b="0" u="none" strike="noStrike">
                <a:solidFill>
                  <a:srgbClr val="000000"/>
                </a:solidFill>
                <a:effectLst/>
                <a:uFillTx/>
                <a:latin typeface="SRH Text"/>
                <a:ea typeface="Times New Roman"/>
              </a:rPr>
              <a:t>. This can lead to suboptimal lending decisions under different risk and cost conditions.</a:t>
            </a:r>
            <a:endParaRPr lang="de-DE" sz="1100" b="0" u="none" strike="noStrike">
              <a:solidFill>
                <a:schemeClr val="dk1"/>
              </a:solidFill>
              <a:effectLst/>
              <a:uFillTx/>
              <a:latin typeface="Calibri"/>
            </a:endParaRPr>
          </a:p>
          <a:p>
            <a:pPr indent="0" algn="l" defTabSz="914400">
              <a:lnSpc>
                <a:spcPct val="200000"/>
              </a:lnSpc>
              <a:spcBef>
                <a:spcPts val="1191"/>
              </a:spcBef>
              <a:spcAft>
                <a:spcPts val="992"/>
              </a:spcAft>
              <a:buNone/>
              <a:tabLst>
                <a:tab pos="0" algn="l"/>
              </a:tabLst>
            </a:pPr>
            <a:r>
              <a:rPr lang="de-DE" sz="1100" b="1" u="none" strike="noStrike">
                <a:solidFill>
                  <a:srgbClr val="FF0000"/>
                </a:solidFill>
                <a:effectLst/>
                <a:uFillTx/>
                <a:latin typeface="SRH Text"/>
                <a:ea typeface="Times New Roman"/>
              </a:rPr>
              <a:t>Fixed cost-sensitive learning:</a:t>
            </a:r>
            <a:r>
              <a:rPr lang="de-DE" sz="1100" b="0" u="none" strike="noStrike">
                <a:solidFill>
                  <a:srgbClr val="000000"/>
                </a:solidFill>
                <a:effectLst/>
                <a:uFillTx/>
                <a:latin typeface="SRH Text"/>
                <a:ea typeface="Times New Roman"/>
              </a:rPr>
              <a:t> Although cost-sensitive learning is widely used to account for the unequal consequences of classification errors, penalty structures are generally predefined and fixed. They therefore lack the flexibility to adapt to changing business constraints, operational conditions, and risk preferences.</a:t>
            </a:r>
            <a:endParaRPr lang="de-DE" sz="1100" b="0" u="none" strike="noStrike">
              <a:solidFill>
                <a:schemeClr val="dk1"/>
              </a:solidFill>
              <a:effectLst/>
              <a:uFillTx/>
              <a:latin typeface="Calibri"/>
            </a:endParaRPr>
          </a:p>
          <a:p>
            <a:pPr indent="0" algn="l" defTabSz="914400">
              <a:lnSpc>
                <a:spcPct val="200000"/>
              </a:lnSpc>
              <a:spcBef>
                <a:spcPts val="1191"/>
              </a:spcBef>
              <a:spcAft>
                <a:spcPts val="992"/>
              </a:spcAft>
              <a:buNone/>
              <a:tabLst>
                <a:tab pos="0" algn="l"/>
              </a:tabLst>
            </a:pPr>
            <a:r>
              <a:rPr lang="de-DE" sz="1100" b="1" u="none" strike="noStrike">
                <a:solidFill>
                  <a:srgbClr val="FF0000"/>
                </a:solidFill>
                <a:effectLst/>
                <a:uFillTx/>
                <a:latin typeface="SRH Text"/>
                <a:ea typeface="Times New Roman"/>
              </a:rPr>
              <a:t>Lack of uncertainty/selective prediction:</a:t>
            </a:r>
            <a:r>
              <a:rPr lang="de-DE" sz="1100" b="0" u="none" strike="noStrike">
                <a:solidFill>
                  <a:srgbClr val="000000"/>
                </a:solidFill>
                <a:effectLst/>
                <a:uFillTx/>
                <a:latin typeface="SRH Text"/>
                <a:ea typeface="Times New Roman"/>
              </a:rPr>
              <a:t> Conventional credit risk models typically provide deterministic </a:t>
            </a:r>
            <a:r>
              <a:rPr lang="de-DE" sz="1100" b="1" u="none" strike="noStrike">
                <a:solidFill>
                  <a:srgbClr val="000000"/>
                </a:solidFill>
                <a:effectLst/>
                <a:uFillTx/>
                <a:latin typeface="SRH Text"/>
                <a:ea typeface="Times New Roman"/>
              </a:rPr>
              <a:t>binary predictions</a:t>
            </a:r>
            <a:r>
              <a:rPr lang="de-DE" sz="1100" b="0" u="none" strike="noStrike">
                <a:solidFill>
                  <a:srgbClr val="000000"/>
                </a:solidFill>
                <a:effectLst/>
                <a:uFillTx/>
                <a:latin typeface="SRH Text"/>
                <a:ea typeface="Times New Roman"/>
              </a:rPr>
              <a:t> without explicitly quantifying prediction uncertainty. Consequently, they may automatically make decisions for ambiguous cases where the model is insufficiently confident and human intervention would be more appropriate.</a:t>
            </a:r>
            <a:endParaRPr lang="de-DE" sz="1100" b="0" u="none" strike="noStrike">
              <a:solidFill>
                <a:schemeClr val="dk1"/>
              </a:solidFill>
              <a:effectLst/>
              <a:uFillTx/>
              <a:latin typeface="SRH Text"/>
            </a:endParaRPr>
          </a:p>
          <a:p>
            <a:pPr indent="0" algn="l" defTabSz="914400">
              <a:lnSpc>
                <a:spcPct val="200000"/>
              </a:lnSpc>
              <a:spcBef>
                <a:spcPts val="1191"/>
              </a:spcBef>
              <a:spcAft>
                <a:spcPts val="992"/>
              </a:spcAft>
              <a:buNone/>
              <a:tabLst>
                <a:tab pos="0" algn="l"/>
              </a:tabLst>
            </a:pPr>
            <a:r>
              <a:rPr lang="de-DE" sz="1100" b="1" u="none" strike="noStrike">
                <a:solidFill>
                  <a:srgbClr val="FF0000"/>
                </a:solidFill>
                <a:effectLst/>
                <a:uFillTx/>
                <a:latin typeface="SRH Text"/>
                <a:ea typeface="Times New Roman"/>
              </a:rPr>
              <a:t>distribution shift:</a:t>
            </a:r>
            <a:r>
              <a:rPr lang="de-DE" sz="1100" b="0" u="none" strike="noStrike">
                <a:solidFill>
                  <a:srgbClr val="000000"/>
                </a:solidFill>
                <a:effectLst/>
                <a:uFillTx/>
                <a:latin typeface="SRH Text"/>
                <a:ea typeface="Times New Roman"/>
              </a:rPr>
              <a:t> Most credit risk models are developed and evaluated under the assumption that the </a:t>
            </a:r>
            <a:r>
              <a:rPr lang="de-DE" sz="1100" b="1" u="none" strike="noStrike">
                <a:solidFill>
                  <a:srgbClr val="000000"/>
                </a:solidFill>
                <a:effectLst/>
                <a:uFillTx/>
                <a:latin typeface="SRH Text"/>
                <a:ea typeface="Times New Roman"/>
              </a:rPr>
              <a:t>underlying data distribution remains relatively stable</a:t>
            </a:r>
            <a:r>
              <a:rPr lang="de-DE" sz="1100" b="0" u="none" strike="noStrike">
                <a:solidFill>
                  <a:srgbClr val="000000"/>
                </a:solidFill>
                <a:effectLst/>
                <a:uFillTx/>
                <a:latin typeface="SRH Text"/>
                <a:ea typeface="Times New Roman"/>
              </a:rPr>
              <a:t>. In real banking environments, however, economic conditions, customer behavior, and credit patterns continuously change, resulting in data distribution shifts that can reduce model performance and reliability over time.</a:t>
            </a:r>
            <a:endParaRPr lang="de-DE" sz="1100" b="0" u="none" strike="noStrike">
              <a:solidFill>
                <a:schemeClr val="dk1"/>
              </a:solidFill>
              <a:effectLst/>
              <a:uFillTx/>
              <a:latin typeface="Calibri"/>
            </a:endParaRPr>
          </a:p>
          <a:p>
            <a:pPr indent="0" algn="l" defTabSz="914400">
              <a:lnSpc>
                <a:spcPct val="200000"/>
              </a:lnSpc>
              <a:spcBef>
                <a:spcPts val="1191"/>
              </a:spcBef>
              <a:spcAft>
                <a:spcPts val="992"/>
              </a:spcAft>
              <a:buNone/>
              <a:tabLst>
                <a:tab pos="0" algn="l"/>
              </a:tabLst>
            </a:pPr>
            <a:r>
              <a:rPr lang="de-DE" sz="1100" b="1" u="none" strike="noStrike">
                <a:solidFill>
                  <a:srgbClr val="FF0000"/>
                </a:solidFill>
                <a:effectLst/>
                <a:uFillTx/>
                <a:latin typeface="SRH Text"/>
                <a:ea typeface="Times New Roman"/>
              </a:rPr>
              <a:t>Lack of continuous reliability monitoring:</a:t>
            </a:r>
            <a:r>
              <a:rPr lang="de-DE" sz="1100" b="0" u="none" strike="noStrike">
                <a:solidFill>
                  <a:srgbClr val="000000"/>
                </a:solidFill>
                <a:effectLst/>
                <a:uFillTx/>
                <a:latin typeface="SRH Text"/>
                <a:ea typeface="Times New Roman"/>
              </a:rPr>
              <a:t> Existing approaches often evaluate model performance periodically rather than continuously after deployment. As a result, changes in data distributions, prediction patterns, error rates, and other indicators of model degradation may remain undetected until they cause significant financial or operational consequences.</a:t>
            </a:r>
            <a:endParaRPr lang="de-DE" sz="1100" b="0" u="none" strike="noStrike">
              <a:solidFill>
                <a:schemeClr val="dk1"/>
              </a:solidFill>
              <a:effectLst/>
              <a:uFillTx/>
              <a:latin typeface="SRH Text"/>
            </a:endParaRPr>
          </a:p>
          <a:p>
            <a:pPr indent="0" algn="l" defTabSz="914400">
              <a:lnSpc>
                <a:spcPct val="200000"/>
              </a:lnSpc>
              <a:spcBef>
                <a:spcPts val="1191"/>
              </a:spcBef>
              <a:spcAft>
                <a:spcPts val="992"/>
              </a:spcAft>
              <a:buNone/>
              <a:tabLst>
                <a:tab pos="0" algn="l"/>
              </a:tabLst>
            </a:pPr>
            <a:endParaRPr lang="de-DE" sz="1100" b="0" u="none" strike="noStrike">
              <a:solidFill>
                <a:schemeClr val="dk1"/>
              </a:solidFill>
              <a:effectLst/>
              <a:uFillTx/>
              <a:latin typeface="Calibri"/>
            </a:endParaRPr>
          </a:p>
        </p:txBody>
      </p:sp>
      <p:sp>
        <p:nvSpPr>
          <p:cNvPr id="202" name="PlaceHolder 3"/>
          <p:cNvSpPr>
            <a:spLocks noGrp="1"/>
          </p:cNvSpPr>
          <p:nvPr>
            <p:ph type="dt" idx="67"/>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BD212FE7-E932-459B-A713-86A86A922B4A}" type="datetime1">
              <a:rPr lang="en-CA" sz="900" b="1" u="none" strike="noStrike">
                <a:solidFill>
                  <a:srgbClr val="6D7373"/>
                </a:solidFill>
                <a:effectLst/>
                <a:uFillTx/>
                <a:latin typeface="SRH Text"/>
                <a:ea typeface="SRH"/>
              </a:rPr>
              <a:t>2026-08-09</a:t>
            </a:fld>
            <a:endParaRPr lang="en-US" sz="900" b="0" u="none" strike="noStrike">
              <a:solidFill>
                <a:srgbClr val="000000"/>
              </a:solidFill>
              <a:effectLst/>
              <a:uFillTx/>
              <a:latin typeface="Times New Roman"/>
            </a:endParaRPr>
          </a:p>
        </p:txBody>
      </p:sp>
      <p:sp>
        <p:nvSpPr>
          <p:cNvPr id="203" name="PlaceHolder 4"/>
          <p:cNvSpPr>
            <a:spLocks noGrp="1"/>
          </p:cNvSpPr>
          <p:nvPr>
            <p:ph type="ftr" idx="68"/>
          </p:nvPr>
        </p:nvSpPr>
        <p:spPr>
          <a:xfrm>
            <a:off x="1242000" y="636660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nl-NL" sz="900" b="1" u="none" spc="-6" strike="noStrike">
                <a:solidFill>
                  <a:schemeClr val="dk1"/>
                </a:solidFill>
                <a:effectLst/>
                <a:uFillTx/>
                <a:latin typeface="Arial MT"/>
                <a:ea typeface="SRH"/>
              </a:defRPr>
            </a:lvl1pPr>
          </a:lstStyle>
          <a:p>
            <a:pPr indent="0" algn="l" defTabSz="914400">
              <a:lnSpc>
                <a:spcPct val="100000"/>
              </a:lnSpc>
              <a:buNone/>
              <a:tabLst>
                <a:tab pos="0" algn="l"/>
              </a:tabLst>
            </a:pPr>
            <a:r>
              <a:rPr lang="nl-NL" sz="900" b="1" u="none" spc="-6" strike="noStrike">
                <a:solidFill>
                  <a:schemeClr val="dk1"/>
                </a:solidFill>
                <a:effectLst/>
                <a:uFillTx/>
                <a:latin typeface="Arial MT"/>
                <a:ea typeface="SRH"/>
              </a:rPr>
              <a:t>SRH Hochschule Heidelberg</a:t>
            </a:r>
            <a:endParaRPr lang="en-US" sz="900" b="0" u="none" strike="noStrike">
              <a:solidFill>
                <a:srgbClr val="000000"/>
              </a:solidFill>
              <a:effectLst/>
              <a:uFillTx/>
              <a:latin typeface="Times New Roman"/>
            </a:endParaRPr>
          </a:p>
        </p:txBody>
      </p:sp>
      <p:sp>
        <p:nvSpPr>
          <p:cNvPr id="204" name="PlaceHolder 5"/>
          <p:cNvSpPr>
            <a:spLocks noGrp="1"/>
          </p:cNvSpPr>
          <p:nvPr>
            <p:ph type="sldNum" idx="69"/>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F84E3B42-D7D2-4CC2-A6CD-194E00EBFABD}"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PlaceHolder 1"/>
          <p:cNvSpPr>
            <a:spLocks noGrp="1"/>
          </p:cNvSpPr>
          <p:nvPr>
            <p:ph type="title"/>
          </p:nvPr>
        </p:nvSpPr>
        <p:spPr>
          <a:xfrm>
            <a:off x="191880" y="90720"/>
            <a:ext cx="9156240" cy="833400"/>
          </a:xfrm>
          <a:prstGeom prst="rect">
            <a:avLst/>
          </a:prstGeom>
          <a:noFill/>
          <a:ln w="0">
            <a:noFill/>
          </a:ln>
        </p:spPr>
        <p:txBody>
          <a:bodyPr numCol="1" spcCol="216000" lIns="0" tIns="0" rIns="0" bIns="0" anchor="b">
            <a:noAutofit/>
          </a:bodyPr>
          <a:p>
            <a:pPr indent="0" algn="l" defTabSz="914400">
              <a:lnSpc>
                <a:spcPct val="100000"/>
              </a:lnSpc>
              <a:buNone/>
              <a:tabLst>
                <a:tab pos="0" algn="l"/>
              </a:tabLst>
            </a:pPr>
            <a:r>
              <a:rPr lang="en-US" sz="3000" b="1" u="none" strike="noStrike">
                <a:solidFill>
                  <a:srgbClr val="DF4807"/>
                </a:solidFill>
                <a:effectLst/>
                <a:uFillTx/>
                <a:latin typeface="SRH Headline"/>
                <a:ea typeface="SRH Headline"/>
              </a:rPr>
              <a:t>Table of Content</a:t>
            </a:r>
            <a:endParaRPr lang="de-DE" sz="3000" b="1" u="none" strike="noStrike">
              <a:solidFill>
                <a:schemeClr val="dk1"/>
              </a:solidFill>
              <a:effectLst/>
              <a:uFillTx/>
              <a:latin typeface="SRH Headline"/>
            </a:endParaRPr>
          </a:p>
        </p:txBody>
      </p:sp>
      <p:sp>
        <p:nvSpPr>
          <p:cNvPr id="206" name="PlaceHolder 2"/>
          <p:cNvSpPr>
            <a:spLocks noGrp="1"/>
          </p:cNvSpPr>
          <p:nvPr>
            <p:ph/>
          </p:nvPr>
        </p:nvSpPr>
        <p:spPr>
          <a:xfrm>
            <a:off x="276840" y="987480"/>
            <a:ext cx="10803960" cy="5704200"/>
          </a:xfrm>
          <a:prstGeom prst="rect">
            <a:avLst/>
          </a:prstGeom>
          <a:noFill/>
          <a:ln w="0">
            <a:noFill/>
          </a:ln>
        </p:spPr>
        <p:txBody>
          <a:bodyPr numCol="1" spcCol="216000" lIns="0" tIns="0" rIns="0" bIns="0" anchor="t">
            <a:noAutofit/>
          </a:bodyPr>
          <a:p>
            <a:pPr marL="360000" lvl="1" indent="-360000" algn="l" defTabSz="914400">
              <a:lnSpc>
                <a:spcPct val="150000"/>
              </a:lnSpc>
              <a:spcBef>
                <a:spcPts val="1199"/>
              </a:spcBef>
              <a:buClr>
                <a:srgbClr val="DF4807"/>
              </a:buClr>
              <a:buFont typeface="SRH"/>
              <a:buChar char="—"/>
              <a:tabLst>
                <a:tab pos="0" algn="l"/>
              </a:tabLst>
            </a:pPr>
            <a:r>
              <a:rPr lang="en-US" sz="1800" b="1" u="none" strike="noStrike">
                <a:solidFill>
                  <a:schemeClr val="dk1"/>
                </a:solidFill>
                <a:effectLst/>
                <a:uFillTx/>
                <a:latin typeface="SRH Text"/>
                <a:ea typeface="SRH Text"/>
              </a:rPr>
              <a:t>Introduction</a:t>
            </a:r>
            <a:endParaRPr lang="de-DE" sz="1800" b="0" u="none" strike="noStrike">
              <a:solidFill>
                <a:schemeClr val="dk1"/>
              </a:solidFill>
              <a:effectLst/>
              <a:uFillTx/>
              <a:latin typeface="SRH Text"/>
            </a:endParaRPr>
          </a:p>
          <a:p>
            <a:pPr marL="360000" lvl="1" indent="-360000" algn="l" defTabSz="914400">
              <a:lnSpc>
                <a:spcPct val="150000"/>
              </a:lnSpc>
              <a:spcBef>
                <a:spcPts val="1199"/>
              </a:spcBef>
              <a:buClr>
                <a:srgbClr val="DF4807"/>
              </a:buClr>
              <a:buFont typeface="SRH"/>
              <a:buChar char="—"/>
              <a:tabLst>
                <a:tab pos="0" algn="l"/>
              </a:tabLst>
            </a:pPr>
            <a:r>
              <a:rPr lang="en-US" sz="1800" b="1" u="none" strike="noStrike">
                <a:solidFill>
                  <a:schemeClr val="dk1"/>
                </a:solidFill>
                <a:effectLst/>
                <a:uFillTx/>
                <a:latin typeface="SRH Text"/>
                <a:ea typeface="SRH Text"/>
              </a:rPr>
              <a:t>Dataset Description</a:t>
            </a:r>
            <a:endParaRPr lang="de-DE" sz="1800" b="0" u="none" strike="noStrike">
              <a:solidFill>
                <a:schemeClr val="dk1"/>
              </a:solidFill>
              <a:effectLst/>
              <a:uFillTx/>
              <a:latin typeface="SRH Text"/>
            </a:endParaRPr>
          </a:p>
          <a:p>
            <a:pPr marL="360000" lvl="1" indent="-360000" algn="l" defTabSz="914400">
              <a:lnSpc>
                <a:spcPct val="150000"/>
              </a:lnSpc>
              <a:spcBef>
                <a:spcPts val="1199"/>
              </a:spcBef>
              <a:buClr>
                <a:srgbClr val="DF4807"/>
              </a:buClr>
              <a:buFont typeface="SRH"/>
              <a:buChar char="—"/>
              <a:tabLst>
                <a:tab pos="0" algn="l"/>
              </a:tabLst>
            </a:pPr>
            <a:r>
              <a:rPr lang="en-US" sz="1800" b="1" u="none" strike="noStrike">
                <a:solidFill>
                  <a:schemeClr val="dk1"/>
                </a:solidFill>
                <a:effectLst/>
                <a:uFillTx/>
                <a:latin typeface="SRH Text"/>
                <a:ea typeface="SRH Text"/>
              </a:rPr>
              <a:t>Related Work</a:t>
            </a:r>
            <a:endParaRPr lang="de-DE" sz="1800" b="0" u="none" strike="noStrike">
              <a:solidFill>
                <a:schemeClr val="dk1"/>
              </a:solidFill>
              <a:effectLst/>
              <a:uFillTx/>
              <a:latin typeface="SRH Text"/>
            </a:endParaRPr>
          </a:p>
          <a:p>
            <a:pPr marL="360000" lvl="1" indent="-360000" algn="l" defTabSz="914400">
              <a:lnSpc>
                <a:spcPct val="150000"/>
              </a:lnSpc>
              <a:spcBef>
                <a:spcPts val="1199"/>
              </a:spcBef>
              <a:buClr>
                <a:srgbClr val="DF4807"/>
              </a:buClr>
              <a:buFont typeface="SRH"/>
              <a:buChar char="—"/>
              <a:tabLst>
                <a:tab pos="0" algn="l"/>
              </a:tabLst>
            </a:pPr>
            <a:r>
              <a:rPr lang="en-US" sz="1800" b="1" u="none" strike="noStrike">
                <a:solidFill>
                  <a:schemeClr val="dk1"/>
                </a:solidFill>
                <a:effectLst/>
                <a:uFillTx/>
                <a:latin typeface="SRH Text"/>
                <a:ea typeface="SRH Text"/>
              </a:rPr>
              <a:t>Exploratory Data Analysis (EDA)</a:t>
            </a:r>
            <a:endParaRPr lang="de-DE" sz="1800" b="0" u="none" strike="noStrike">
              <a:solidFill>
                <a:schemeClr val="dk1"/>
              </a:solidFill>
              <a:effectLst/>
              <a:uFillTx/>
              <a:latin typeface="SRH Text"/>
            </a:endParaRPr>
          </a:p>
          <a:p>
            <a:pPr marL="360000" lvl="1" indent="-360000" algn="l" defTabSz="914400">
              <a:lnSpc>
                <a:spcPct val="150000"/>
              </a:lnSpc>
              <a:spcBef>
                <a:spcPts val="1199"/>
              </a:spcBef>
              <a:buClr>
                <a:srgbClr val="DF4807"/>
              </a:buClr>
              <a:buFont typeface="SRH"/>
              <a:buChar char="—"/>
              <a:tabLst>
                <a:tab pos="0" algn="l"/>
              </a:tabLst>
            </a:pPr>
            <a:r>
              <a:rPr lang="en-US" sz="1800" b="1" u="none" strike="noStrike">
                <a:solidFill>
                  <a:schemeClr val="dk1"/>
                </a:solidFill>
                <a:effectLst/>
                <a:uFillTx/>
                <a:latin typeface="SRH Text"/>
                <a:ea typeface="SRH Text"/>
              </a:rPr>
              <a:t>Feature Importance</a:t>
            </a:r>
            <a:endParaRPr lang="de-DE" sz="1800" b="0" u="none" strike="noStrike">
              <a:solidFill>
                <a:schemeClr val="dk1"/>
              </a:solidFill>
              <a:effectLst/>
              <a:uFillTx/>
              <a:latin typeface="SRH Text"/>
            </a:endParaRPr>
          </a:p>
          <a:p>
            <a:pPr marL="360000" lvl="1" indent="-360000" algn="l" defTabSz="914400">
              <a:lnSpc>
                <a:spcPct val="150000"/>
              </a:lnSpc>
              <a:spcBef>
                <a:spcPts val="1199"/>
              </a:spcBef>
              <a:buClr>
                <a:srgbClr val="DF4807"/>
              </a:buClr>
              <a:buFont typeface="SRH"/>
              <a:buChar char="—"/>
              <a:tabLst>
                <a:tab pos="0" algn="l"/>
              </a:tabLst>
            </a:pPr>
            <a:r>
              <a:rPr lang="en-US" sz="1800" b="1" u="none" strike="noStrike">
                <a:solidFill>
                  <a:schemeClr val="dk1"/>
                </a:solidFill>
                <a:effectLst/>
                <a:uFillTx/>
                <a:latin typeface="SRH Text"/>
                <a:ea typeface="SRH Text"/>
              </a:rPr>
              <a:t>Modeling and Algorithms</a:t>
            </a:r>
            <a:endParaRPr lang="de-DE" sz="1800" b="0" u="none" strike="noStrike">
              <a:solidFill>
                <a:schemeClr val="dk1"/>
              </a:solidFill>
              <a:effectLst/>
              <a:uFillTx/>
              <a:latin typeface="SRH Text"/>
            </a:endParaRPr>
          </a:p>
          <a:p>
            <a:pPr marL="360000" lvl="1" indent="-360000" algn="l" defTabSz="914400">
              <a:lnSpc>
                <a:spcPct val="150000"/>
              </a:lnSpc>
              <a:spcBef>
                <a:spcPts val="1199"/>
              </a:spcBef>
              <a:buClr>
                <a:srgbClr val="DF4807"/>
              </a:buClr>
              <a:buFont typeface="SRH"/>
              <a:buChar char="—"/>
              <a:tabLst>
                <a:tab pos="0" algn="l"/>
              </a:tabLst>
            </a:pPr>
            <a:r>
              <a:rPr lang="en-US" sz="1800" b="1" u="none" strike="noStrike">
                <a:solidFill>
                  <a:schemeClr val="dk1"/>
                </a:solidFill>
                <a:effectLst/>
                <a:uFillTx/>
                <a:latin typeface="SRH Text"/>
                <a:ea typeface="SRH Text"/>
              </a:rPr>
              <a:t>Results &amp; Discussion</a:t>
            </a:r>
            <a:endParaRPr lang="de-DE" sz="1800" b="0" u="none" strike="noStrike">
              <a:solidFill>
                <a:schemeClr val="dk1"/>
              </a:solidFill>
              <a:effectLst/>
              <a:uFillTx/>
              <a:latin typeface="SRH Text"/>
            </a:endParaRPr>
          </a:p>
          <a:p>
            <a:pPr marL="360000" lvl="1" indent="-360000" algn="l" defTabSz="914400">
              <a:lnSpc>
                <a:spcPct val="150000"/>
              </a:lnSpc>
              <a:spcBef>
                <a:spcPts val="1199"/>
              </a:spcBef>
              <a:buClr>
                <a:srgbClr val="DF4807"/>
              </a:buClr>
              <a:buFont typeface="SRH"/>
              <a:buChar char="—"/>
              <a:tabLst>
                <a:tab pos="0" algn="l"/>
              </a:tabLst>
            </a:pPr>
            <a:r>
              <a:rPr lang="en-US" sz="1800" b="1" u="none" strike="noStrike">
                <a:solidFill>
                  <a:schemeClr val="dk1"/>
                </a:solidFill>
                <a:effectLst/>
                <a:uFillTx/>
                <a:latin typeface="SRH Text"/>
                <a:ea typeface="SRH Text"/>
              </a:rPr>
              <a:t>Conclusion &amp; Future Work</a:t>
            </a:r>
            <a:endParaRPr lang="de-DE" sz="1800" b="0" u="none" strike="noStrike">
              <a:solidFill>
                <a:schemeClr val="dk1"/>
              </a:solidFill>
              <a:effectLst/>
              <a:uFillTx/>
              <a:latin typeface="SRH Text"/>
            </a:endParaRPr>
          </a:p>
        </p:txBody>
      </p:sp>
      <p:sp>
        <p:nvSpPr>
          <p:cNvPr id="207" name="PlaceHolder 3"/>
          <p:cNvSpPr>
            <a:spLocks noGrp="1"/>
          </p:cNvSpPr>
          <p:nvPr>
            <p:ph type="dt" idx="70"/>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508D66E5-289F-43A5-8046-A4EC4D0BC527}" type="datetime1">
              <a:rPr lang="en-CA" sz="900" b="1" u="none" strike="noStrike">
                <a:solidFill>
                  <a:srgbClr val="6D7373"/>
                </a:solidFill>
                <a:effectLst/>
                <a:uFillTx/>
                <a:latin typeface="SRH Text"/>
                <a:ea typeface="SRH"/>
              </a:rPr>
              <a:t>2026-08-09</a:t>
            </a:fld>
            <a:endParaRPr lang="en-US" sz="900" b="0" u="none" strike="noStrike">
              <a:solidFill>
                <a:srgbClr val="000000"/>
              </a:solidFill>
              <a:effectLst/>
              <a:uFillTx/>
              <a:latin typeface="Times New Roman"/>
            </a:endParaRPr>
          </a:p>
        </p:txBody>
      </p:sp>
      <p:sp>
        <p:nvSpPr>
          <p:cNvPr id="208" name="PlaceHolder 4"/>
          <p:cNvSpPr>
            <a:spLocks noGrp="1"/>
          </p:cNvSpPr>
          <p:nvPr>
            <p:ph type="ftr" idx="71"/>
          </p:nvPr>
        </p:nvSpPr>
        <p:spPr>
          <a:xfrm>
            <a:off x="1242000" y="636660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nl-NL" sz="900" b="1" u="none" spc="-6" strike="noStrike">
                <a:solidFill>
                  <a:schemeClr val="dk1"/>
                </a:solidFill>
                <a:effectLst/>
                <a:uFillTx/>
                <a:latin typeface="Arial MT"/>
                <a:ea typeface="SRH"/>
              </a:defRPr>
            </a:lvl1pPr>
          </a:lstStyle>
          <a:p>
            <a:pPr indent="0" algn="l" defTabSz="914400">
              <a:lnSpc>
                <a:spcPct val="100000"/>
              </a:lnSpc>
              <a:buNone/>
              <a:tabLst>
                <a:tab pos="0" algn="l"/>
              </a:tabLst>
            </a:pPr>
            <a:r>
              <a:rPr lang="nl-NL" sz="900" b="1" u="none" spc="-6" strike="noStrike">
                <a:solidFill>
                  <a:schemeClr val="dk1"/>
                </a:solidFill>
                <a:effectLst/>
                <a:uFillTx/>
                <a:latin typeface="Arial MT"/>
                <a:ea typeface="SRH"/>
              </a:rPr>
              <a:t>SRH Hochschule Heidelberg</a:t>
            </a:r>
            <a:endParaRPr lang="en-US" sz="900" b="0" u="none" strike="noStrike">
              <a:solidFill>
                <a:srgbClr val="000000"/>
              </a:solidFill>
              <a:effectLst/>
              <a:uFillTx/>
              <a:latin typeface="Times New Roman"/>
            </a:endParaRPr>
          </a:p>
        </p:txBody>
      </p:sp>
      <p:sp>
        <p:nvSpPr>
          <p:cNvPr id="209" name="PlaceHolder 5"/>
          <p:cNvSpPr>
            <a:spLocks noGrp="1"/>
          </p:cNvSpPr>
          <p:nvPr>
            <p:ph type="sldNum" idx="72"/>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141EDE52-52EF-46C2-B2CE-2336A5A34D0D}"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 name="PlaceHolder 1"/>
          <p:cNvSpPr>
            <a:spLocks noGrp="1"/>
          </p:cNvSpPr>
          <p:nvPr>
            <p:ph type="title"/>
          </p:nvPr>
        </p:nvSpPr>
        <p:spPr>
          <a:xfrm>
            <a:off x="191880" y="90720"/>
            <a:ext cx="9156240" cy="833400"/>
          </a:xfrm>
          <a:prstGeom prst="rect">
            <a:avLst/>
          </a:prstGeom>
          <a:noFill/>
          <a:ln w="0">
            <a:noFill/>
          </a:ln>
        </p:spPr>
        <p:txBody>
          <a:bodyPr numCol="1" spcCol="216000" lIns="0" tIns="0" rIns="0" bIns="0" anchor="b">
            <a:noAutofit/>
          </a:bodyPr>
          <a:p>
            <a:pPr indent="0" algn="l" defTabSz="914400">
              <a:lnSpc>
                <a:spcPct val="100000"/>
              </a:lnSpc>
              <a:spcBef>
                <a:spcPts val="1191"/>
              </a:spcBef>
              <a:spcAft>
                <a:spcPts val="992"/>
              </a:spcAft>
              <a:buNone/>
              <a:tabLst>
                <a:tab pos="0" algn="l"/>
              </a:tabLst>
            </a:pPr>
            <a:r>
              <a:rPr lang="en-US" sz="3000" b="1" u="none" strike="noStrike">
                <a:solidFill>
                  <a:srgbClr val="DF4807"/>
                </a:solidFill>
                <a:effectLst/>
                <a:uFillTx/>
                <a:latin typeface="SRH Headline"/>
                <a:ea typeface="SRH Headline"/>
              </a:rPr>
              <a:t>Research Gap </a:t>
            </a:r>
            <a:endParaRPr lang="de-DE" sz="3000" b="1" u="none" strike="noStrike">
              <a:solidFill>
                <a:schemeClr val="dk1"/>
              </a:solidFill>
              <a:effectLst/>
              <a:uFillTx/>
              <a:latin typeface="SRH Headline"/>
            </a:endParaRPr>
          </a:p>
        </p:txBody>
      </p:sp>
      <p:sp>
        <p:nvSpPr>
          <p:cNvPr id="211" name="PlaceHolder 2"/>
          <p:cNvSpPr>
            <a:spLocks noGrp="1"/>
          </p:cNvSpPr>
          <p:nvPr>
            <p:ph/>
          </p:nvPr>
        </p:nvSpPr>
        <p:spPr>
          <a:xfrm>
            <a:off x="276840" y="987480"/>
            <a:ext cx="10803960" cy="5704200"/>
          </a:xfrm>
          <a:prstGeom prst="rect">
            <a:avLst/>
          </a:prstGeom>
          <a:noFill/>
          <a:ln w="0">
            <a:noFill/>
          </a:ln>
        </p:spPr>
        <p:txBody>
          <a:bodyPr numCol="1" spcCol="216000" lIns="0" tIns="0" rIns="0" bIns="0" anchor="t">
            <a:noAutofit/>
          </a:bodyPr>
          <a:p>
            <a:pPr marL="360000" lvl="1" indent="-360000" algn="l" defTabSz="914400">
              <a:lnSpc>
                <a:spcPct val="150000"/>
              </a:lnSpc>
              <a:spcBef>
                <a:spcPts val="1191"/>
              </a:spcBef>
              <a:spcAft>
                <a:spcPts val="992"/>
              </a:spcAft>
              <a:buClr>
                <a:srgbClr val="DF4807"/>
              </a:buClr>
              <a:buFont typeface="SRH"/>
              <a:buChar char="—"/>
              <a:tabLst>
                <a:tab pos="0" algn="l"/>
              </a:tabLst>
            </a:pPr>
            <a:r>
              <a:rPr lang="en-US" sz="1800" b="1" u="none" strike="noStrike">
                <a:solidFill>
                  <a:schemeClr val="dk1"/>
                </a:solidFill>
                <a:effectLst/>
                <a:uFillTx/>
                <a:latin typeface="SRH Text"/>
                <a:ea typeface="SRH Text"/>
              </a:rPr>
              <a:t>Explain what existing approaches do not provide as an integrated solution. </a:t>
            </a:r>
            <a:endParaRPr lang="de-DE" sz="1800" b="0" u="none" strike="noStrike">
              <a:solidFill>
                <a:schemeClr val="dk1"/>
              </a:solidFill>
              <a:effectLst/>
              <a:uFillTx/>
              <a:latin typeface="SRH Text"/>
            </a:endParaRPr>
          </a:p>
        </p:txBody>
      </p:sp>
      <p:sp>
        <p:nvSpPr>
          <p:cNvPr id="212" name="PlaceHolder 3"/>
          <p:cNvSpPr>
            <a:spLocks noGrp="1"/>
          </p:cNvSpPr>
          <p:nvPr>
            <p:ph type="dt" idx="73"/>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D3FBA2EE-5337-47A7-83E1-FAB015B1EA52}" type="datetime1">
              <a:rPr lang="en-CA" sz="900" b="1" u="none" strike="noStrike">
                <a:solidFill>
                  <a:srgbClr val="6D7373"/>
                </a:solidFill>
                <a:effectLst/>
                <a:uFillTx/>
                <a:latin typeface="SRH Text"/>
                <a:ea typeface="SRH"/>
              </a:rPr>
              <a:t>2026-08-09</a:t>
            </a:fld>
            <a:endParaRPr lang="en-US" sz="900" b="0" u="none" strike="noStrike">
              <a:solidFill>
                <a:srgbClr val="000000"/>
              </a:solidFill>
              <a:effectLst/>
              <a:uFillTx/>
              <a:latin typeface="Times New Roman"/>
            </a:endParaRPr>
          </a:p>
        </p:txBody>
      </p:sp>
      <p:sp>
        <p:nvSpPr>
          <p:cNvPr id="213" name="PlaceHolder 4"/>
          <p:cNvSpPr>
            <a:spLocks noGrp="1"/>
          </p:cNvSpPr>
          <p:nvPr>
            <p:ph type="ftr" idx="74"/>
          </p:nvPr>
        </p:nvSpPr>
        <p:spPr>
          <a:xfrm>
            <a:off x="1242000" y="636660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nl-NL" sz="900" b="1" u="none" spc="-6" strike="noStrike">
                <a:solidFill>
                  <a:schemeClr val="dk1"/>
                </a:solidFill>
                <a:effectLst/>
                <a:uFillTx/>
                <a:latin typeface="Arial MT"/>
                <a:ea typeface="SRH"/>
              </a:defRPr>
            </a:lvl1pPr>
          </a:lstStyle>
          <a:p>
            <a:pPr indent="0" algn="l" defTabSz="914400">
              <a:lnSpc>
                <a:spcPct val="100000"/>
              </a:lnSpc>
              <a:buNone/>
              <a:tabLst>
                <a:tab pos="0" algn="l"/>
              </a:tabLst>
            </a:pPr>
            <a:r>
              <a:rPr lang="nl-NL" sz="900" b="1" u="none" spc="-6" strike="noStrike">
                <a:solidFill>
                  <a:schemeClr val="dk1"/>
                </a:solidFill>
                <a:effectLst/>
                <a:uFillTx/>
                <a:latin typeface="Arial MT"/>
                <a:ea typeface="SRH"/>
              </a:rPr>
              <a:t>SRH Hochschule Heidelberg</a:t>
            </a:r>
            <a:endParaRPr lang="en-US" sz="900" b="0" u="none" strike="noStrike">
              <a:solidFill>
                <a:srgbClr val="000000"/>
              </a:solidFill>
              <a:effectLst/>
              <a:uFillTx/>
              <a:latin typeface="Times New Roman"/>
            </a:endParaRPr>
          </a:p>
        </p:txBody>
      </p:sp>
      <p:sp>
        <p:nvSpPr>
          <p:cNvPr id="214" name="PlaceHolder 5"/>
          <p:cNvSpPr>
            <a:spLocks noGrp="1"/>
          </p:cNvSpPr>
          <p:nvPr>
            <p:ph type="sldNum" idx="75"/>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F6508E11-11C9-4882-B2C2-0FA00398D0AC}"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PlaceHolder 1"/>
          <p:cNvSpPr>
            <a:spLocks noGrp="1"/>
          </p:cNvSpPr>
          <p:nvPr>
            <p:ph type="title"/>
          </p:nvPr>
        </p:nvSpPr>
        <p:spPr>
          <a:xfrm>
            <a:off x="191880" y="90720"/>
            <a:ext cx="9156240" cy="833400"/>
          </a:xfrm>
          <a:prstGeom prst="rect">
            <a:avLst/>
          </a:prstGeom>
          <a:noFill/>
          <a:ln w="0">
            <a:noFill/>
          </a:ln>
        </p:spPr>
        <p:txBody>
          <a:bodyPr numCol="1" spcCol="216000" lIns="0" tIns="0" rIns="0" bIns="0" anchor="b">
            <a:noAutofit/>
          </a:bodyPr>
          <a:p>
            <a:pPr indent="0" algn="l" defTabSz="914400">
              <a:lnSpc>
                <a:spcPct val="100000"/>
              </a:lnSpc>
              <a:spcBef>
                <a:spcPts val="1191"/>
              </a:spcBef>
              <a:spcAft>
                <a:spcPts val="992"/>
              </a:spcAft>
              <a:buNone/>
              <a:tabLst>
                <a:tab pos="0" algn="l"/>
              </a:tabLst>
            </a:pPr>
            <a:r>
              <a:rPr lang="en-US" sz="3000" b="1" u="none" strike="noStrike">
                <a:solidFill>
                  <a:srgbClr val="DF4807"/>
                </a:solidFill>
                <a:effectLst/>
                <a:uFillTx/>
                <a:latin typeface="SRH Headline"/>
                <a:ea typeface="SRH Headline"/>
              </a:rPr>
              <a:t>Methodology</a:t>
            </a:r>
            <a:endParaRPr lang="de-DE" sz="3000" b="1" u="none" strike="noStrike">
              <a:solidFill>
                <a:schemeClr val="dk1"/>
              </a:solidFill>
              <a:effectLst/>
              <a:uFillTx/>
              <a:latin typeface="SRH Headline"/>
            </a:endParaRPr>
          </a:p>
        </p:txBody>
      </p:sp>
      <p:sp>
        <p:nvSpPr>
          <p:cNvPr id="216" name="PlaceHolder 2"/>
          <p:cNvSpPr>
            <a:spLocks noGrp="1"/>
          </p:cNvSpPr>
          <p:nvPr>
            <p:ph/>
          </p:nvPr>
        </p:nvSpPr>
        <p:spPr>
          <a:xfrm>
            <a:off x="276840" y="987480"/>
            <a:ext cx="10803960" cy="5704200"/>
          </a:xfrm>
          <a:prstGeom prst="rect">
            <a:avLst/>
          </a:prstGeom>
          <a:noFill/>
          <a:ln w="0">
            <a:noFill/>
          </a:ln>
        </p:spPr>
        <p:txBody>
          <a:bodyPr numCol="1" spcCol="216000" lIns="0" tIns="0" rIns="0" bIns="0" anchor="t">
            <a:noAutofit/>
          </a:bodyPr>
          <a:p>
            <a:pPr marL="360000" lvl="1" indent="0" algn="just" defTabSz="914400">
              <a:lnSpc>
                <a:spcPct val="110000"/>
              </a:lnSpc>
              <a:spcBef>
                <a:spcPts val="1191"/>
              </a:spcBef>
              <a:spcAft>
                <a:spcPts val="992"/>
              </a:spcAft>
              <a:buNone/>
              <a:tabLst>
                <a:tab pos="0" algn="l"/>
              </a:tabLst>
            </a:pPr>
            <a:r>
              <a:rPr lang="en-US" sz="1600" b="1" u="none" strike="noStrike">
                <a:solidFill>
                  <a:srgbClr val="DF4807"/>
                </a:solidFill>
                <a:effectLst/>
                <a:uFillTx/>
                <a:latin typeface="SRH Text"/>
                <a:ea typeface="SRH Text"/>
              </a:rPr>
              <a:t>Dataset Overview :</a:t>
            </a:r>
            <a:endParaRPr lang="de-DE" sz="1600" b="0" u="none" strike="noStrike">
              <a:solidFill>
                <a:srgbClr val="FF0000"/>
              </a:solidFill>
              <a:effectLst/>
              <a:uFillTx/>
              <a:latin typeface="SRH Text"/>
            </a:endParaRPr>
          </a:p>
          <a:p>
            <a:pPr marL="360000" lvl="1" indent="0" algn="l" defTabSz="914400">
              <a:lnSpc>
                <a:spcPct val="110000"/>
              </a:lnSpc>
              <a:spcBef>
                <a:spcPts val="1191"/>
              </a:spcBef>
              <a:spcAft>
                <a:spcPts val="992"/>
              </a:spcAft>
              <a:buNone/>
              <a:tabLst>
                <a:tab pos="0" algn="l"/>
              </a:tabLst>
            </a:pPr>
            <a:r>
              <a:rPr lang="en-US" sz="1600" b="0" u="none" strike="noStrike">
                <a:solidFill>
                  <a:schemeClr val="dk1"/>
                </a:solidFill>
                <a:effectLst/>
                <a:uFillTx/>
                <a:latin typeface="SRH Text"/>
                <a:ea typeface="SRH Text"/>
              </a:rPr>
              <a:t>This dataset contains 50,000 loan application records with 20 features describing applicants' demographic characteristics, employment and financial status, credit history, and loan information. It is designed for credit risk assessment and loan outcome prediction using machine learning methods.</a:t>
            </a:r>
            <a:endParaRPr lang="de-DE" sz="1600" b="0" u="none" strike="noStrike">
              <a:solidFill>
                <a:srgbClr val="FF0000"/>
              </a:solidFill>
              <a:effectLst/>
              <a:uFillTx/>
              <a:latin typeface="SRH Text"/>
            </a:endParaRPr>
          </a:p>
          <a:p>
            <a:pPr marL="360000" lvl="1" indent="0" algn="l" defTabSz="914400">
              <a:lnSpc>
                <a:spcPct val="110000"/>
              </a:lnSpc>
              <a:spcBef>
                <a:spcPts val="1191"/>
              </a:spcBef>
              <a:spcAft>
                <a:spcPts val="992"/>
              </a:spcAft>
              <a:buNone/>
              <a:tabLst>
                <a:tab pos="0" algn="l"/>
              </a:tabLst>
            </a:pPr>
            <a:r>
              <a:rPr lang="en-US" sz="1600" b="0" u="none" strike="noStrike">
                <a:solidFill>
                  <a:schemeClr val="dk1"/>
                </a:solidFill>
                <a:effectLst/>
                <a:uFillTx/>
                <a:latin typeface="SRH Text"/>
                <a:ea typeface="SRH Text"/>
              </a:rPr>
              <a:t>The dataset includes information such as age, occupation status, employment history, annual income, credit score, savings, debt, previous defaults, delinquencies, loan amount, interest rate, and several financial ratios.</a:t>
            </a:r>
            <a:endParaRPr lang="de-DE" sz="1600" b="0" u="none" strike="noStrike">
              <a:solidFill>
                <a:srgbClr val="FF0000"/>
              </a:solidFill>
              <a:effectLst/>
              <a:uFillTx/>
              <a:latin typeface="SRH Text"/>
            </a:endParaRPr>
          </a:p>
          <a:p>
            <a:pPr marL="360000" lvl="1" indent="0" algn="l" defTabSz="914400">
              <a:lnSpc>
                <a:spcPct val="110000"/>
              </a:lnSpc>
              <a:spcBef>
                <a:spcPts val="1191"/>
              </a:spcBef>
              <a:spcAft>
                <a:spcPts val="992"/>
              </a:spcAft>
              <a:buNone/>
              <a:tabLst>
                <a:tab pos="0" algn="l"/>
              </a:tabLst>
            </a:pPr>
            <a:r>
              <a:rPr lang="en-US" sz="1600" b="0" u="none" strike="noStrike">
                <a:solidFill>
                  <a:schemeClr val="dk1"/>
                </a:solidFill>
                <a:effectLst/>
                <a:uFillTx/>
                <a:latin typeface="SRH Text"/>
                <a:ea typeface="SRH Text"/>
              </a:rPr>
              <a:t>The dataset also contains categorical variables describing the applicant's employment status, product type, and loan intent, together with numerical variables representing the applicant's financial and credit characteristics.</a:t>
            </a:r>
            <a:endParaRPr lang="de-DE" sz="1600" b="0" u="none" strike="noStrike">
              <a:solidFill>
                <a:srgbClr val="FF0000"/>
              </a:solidFill>
              <a:effectLst/>
              <a:uFillTx/>
              <a:latin typeface="SRH Text"/>
            </a:endParaRPr>
          </a:p>
          <a:p>
            <a:pPr marL="360000" lvl="1" indent="0" algn="l" defTabSz="914400">
              <a:lnSpc>
                <a:spcPct val="110000"/>
              </a:lnSpc>
              <a:spcBef>
                <a:spcPts val="1191"/>
              </a:spcBef>
              <a:spcAft>
                <a:spcPts val="992"/>
              </a:spcAft>
              <a:buNone/>
              <a:tabLst>
                <a:tab pos="0" algn="l"/>
              </a:tabLst>
            </a:pPr>
            <a:r>
              <a:rPr lang="en-US" sz="1600" b="0" u="none" strike="noStrike">
                <a:solidFill>
                  <a:schemeClr val="dk1"/>
                </a:solidFill>
                <a:effectLst/>
                <a:uFillTx/>
                <a:latin typeface="SRH Text"/>
                <a:ea typeface="SRH Text"/>
              </a:rPr>
              <a:t>The target variable, loan_status, represents the loan outcome:</a:t>
            </a:r>
            <a:endParaRPr lang="de-DE" sz="1600" b="0" u="none" strike="noStrike">
              <a:solidFill>
                <a:srgbClr val="FF0000"/>
              </a:solidFill>
              <a:effectLst/>
              <a:uFillTx/>
              <a:latin typeface="SRH Text"/>
            </a:endParaRPr>
          </a:p>
          <a:p>
            <a:pPr marL="360000" lvl="1" indent="0" algn="l" defTabSz="914400">
              <a:lnSpc>
                <a:spcPct val="110000"/>
              </a:lnSpc>
              <a:spcBef>
                <a:spcPts val="1191"/>
              </a:spcBef>
              <a:spcAft>
                <a:spcPts val="992"/>
              </a:spcAft>
              <a:buNone/>
              <a:tabLst>
                <a:tab pos="0" algn="l"/>
              </a:tabLst>
            </a:pPr>
            <a:r>
              <a:rPr lang="en-US" sz="1600" b="0" u="none" strike="noStrike">
                <a:solidFill>
                  <a:schemeClr val="dk1"/>
                </a:solidFill>
                <a:effectLst/>
                <a:uFillTx/>
                <a:latin typeface="SRH Text"/>
                <a:ea typeface="SRH Text"/>
              </a:rPr>
              <a:t>0 = Rejected</a:t>
            </a:r>
            <a:endParaRPr lang="de-DE" sz="1600" b="0" u="none" strike="noStrike">
              <a:solidFill>
                <a:srgbClr val="FF0000"/>
              </a:solidFill>
              <a:effectLst/>
              <a:uFillTx/>
              <a:latin typeface="SRH Text"/>
            </a:endParaRPr>
          </a:p>
          <a:p>
            <a:pPr marL="360000" lvl="1" indent="0" algn="l" defTabSz="914400">
              <a:lnSpc>
                <a:spcPct val="110000"/>
              </a:lnSpc>
              <a:spcBef>
                <a:spcPts val="1191"/>
              </a:spcBef>
              <a:spcAft>
                <a:spcPts val="992"/>
              </a:spcAft>
              <a:buNone/>
              <a:tabLst>
                <a:tab pos="0" algn="l"/>
              </a:tabLst>
            </a:pPr>
            <a:r>
              <a:rPr lang="en-US" sz="1600" b="0" u="none" strike="noStrike">
                <a:solidFill>
                  <a:schemeClr val="dk1"/>
                </a:solidFill>
                <a:effectLst/>
                <a:uFillTx/>
                <a:latin typeface="SRH Text"/>
                <a:ea typeface="SRH Text"/>
              </a:rPr>
              <a:t>1 = Approved</a:t>
            </a:r>
            <a:endParaRPr lang="de-DE" sz="1600" b="0" u="none" strike="noStrike">
              <a:solidFill>
                <a:srgbClr val="FF0000"/>
              </a:solidFill>
              <a:effectLst/>
              <a:uFillTx/>
              <a:latin typeface="SRH Text"/>
            </a:endParaRPr>
          </a:p>
          <a:p>
            <a:pPr marL="360000" lvl="1" indent="0" algn="l" defTabSz="914400">
              <a:lnSpc>
                <a:spcPct val="110000"/>
              </a:lnSpc>
              <a:spcBef>
                <a:spcPts val="1191"/>
              </a:spcBef>
              <a:spcAft>
                <a:spcPts val="992"/>
              </a:spcAft>
              <a:buNone/>
              <a:tabLst>
                <a:tab pos="0" algn="l"/>
              </a:tabLst>
            </a:pPr>
            <a:endParaRPr lang="de-DE" sz="1600" b="0" u="none" strike="noStrike">
              <a:solidFill>
                <a:srgbClr val="FF0000"/>
              </a:solidFill>
              <a:effectLst/>
              <a:uFillTx/>
              <a:latin typeface="SRH Text"/>
            </a:endParaRPr>
          </a:p>
        </p:txBody>
      </p:sp>
      <p:sp>
        <p:nvSpPr>
          <p:cNvPr id="217" name="PlaceHolder 3"/>
          <p:cNvSpPr>
            <a:spLocks noGrp="1"/>
          </p:cNvSpPr>
          <p:nvPr>
            <p:ph type="dt" idx="76"/>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ED7A10D3-C4BE-43C9-A637-19E1CB497A92}" type="datetime1">
              <a:rPr lang="en-CA" sz="900" b="1" u="none" strike="noStrike">
                <a:solidFill>
                  <a:srgbClr val="6D7373"/>
                </a:solidFill>
                <a:effectLst/>
                <a:uFillTx/>
                <a:latin typeface="SRH Text"/>
                <a:ea typeface="SRH"/>
              </a:rPr>
              <a:t>2026-08-09</a:t>
            </a:fld>
            <a:endParaRPr lang="en-US" sz="900" b="0" u="none" strike="noStrike">
              <a:solidFill>
                <a:srgbClr val="000000"/>
              </a:solidFill>
              <a:effectLst/>
              <a:uFillTx/>
              <a:latin typeface="Times New Roman"/>
            </a:endParaRPr>
          </a:p>
        </p:txBody>
      </p:sp>
      <p:sp>
        <p:nvSpPr>
          <p:cNvPr id="218" name="PlaceHolder 4"/>
          <p:cNvSpPr>
            <a:spLocks noGrp="1"/>
          </p:cNvSpPr>
          <p:nvPr>
            <p:ph type="ftr" idx="77"/>
          </p:nvPr>
        </p:nvSpPr>
        <p:spPr>
          <a:xfrm>
            <a:off x="1242000" y="636660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nl-NL" sz="900" b="1" u="none" spc="-6" strike="noStrike">
                <a:solidFill>
                  <a:schemeClr val="dk1"/>
                </a:solidFill>
                <a:effectLst/>
                <a:uFillTx/>
                <a:latin typeface="Arial MT"/>
                <a:ea typeface="SRH"/>
              </a:defRPr>
            </a:lvl1pPr>
          </a:lstStyle>
          <a:p>
            <a:pPr indent="0" algn="l" defTabSz="914400">
              <a:lnSpc>
                <a:spcPct val="100000"/>
              </a:lnSpc>
              <a:buNone/>
              <a:tabLst>
                <a:tab pos="0" algn="l"/>
              </a:tabLst>
            </a:pPr>
            <a:r>
              <a:rPr lang="nl-NL" sz="900" b="1" u="none" spc="-6" strike="noStrike">
                <a:solidFill>
                  <a:schemeClr val="dk1"/>
                </a:solidFill>
                <a:effectLst/>
                <a:uFillTx/>
                <a:latin typeface="Arial MT"/>
                <a:ea typeface="SRH"/>
              </a:rPr>
              <a:t>SRH Hochschule Heidelberg</a:t>
            </a:r>
            <a:endParaRPr lang="en-US" sz="900" b="0" u="none" strike="noStrike">
              <a:solidFill>
                <a:srgbClr val="000000"/>
              </a:solidFill>
              <a:effectLst/>
              <a:uFillTx/>
              <a:latin typeface="Times New Roman"/>
            </a:endParaRPr>
          </a:p>
        </p:txBody>
      </p:sp>
      <p:sp>
        <p:nvSpPr>
          <p:cNvPr id="219" name="PlaceHolder 5"/>
          <p:cNvSpPr>
            <a:spLocks noGrp="1"/>
          </p:cNvSpPr>
          <p:nvPr>
            <p:ph type="sldNum" idx="78"/>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1ACAB978-EE5E-48BE-A560-7D123B3DEBC1}"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20" name="Picture 1"/>
          <p:cNvPicPr/>
          <p:nvPr/>
        </p:nvPicPr>
        <p:blipFill>
          <a:blip r:embed="rId1"/>
          <a:stretch/>
        </p:blipFill>
        <p:spPr>
          <a:xfrm>
            <a:off x="1706760" y="1076760"/>
            <a:ext cx="8570160" cy="517572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PlaceHolder 1"/>
          <p:cNvSpPr>
            <a:spLocks noGrp="1"/>
          </p:cNvSpPr>
          <p:nvPr>
            <p:ph type="title"/>
          </p:nvPr>
        </p:nvSpPr>
        <p:spPr>
          <a:xfrm>
            <a:off x="191880" y="-147600"/>
            <a:ext cx="9156240" cy="833400"/>
          </a:xfrm>
          <a:prstGeom prst="rect">
            <a:avLst/>
          </a:prstGeom>
          <a:noFill/>
          <a:ln w="0">
            <a:noFill/>
          </a:ln>
        </p:spPr>
        <p:txBody>
          <a:bodyPr numCol="1" spcCol="216000" lIns="0" tIns="0" rIns="0" bIns="0" anchor="b">
            <a:noAutofit/>
          </a:bodyPr>
          <a:p>
            <a:pPr indent="0" algn="l" defTabSz="914400">
              <a:buNone/>
              <a:tabLst>
                <a:tab pos="0" algn="l"/>
              </a:tabLst>
            </a:pPr>
            <a:endParaRPr lang="de-DE" sz="3000" b="1" u="none" strike="noStrike">
              <a:solidFill>
                <a:schemeClr val="dk1"/>
              </a:solidFill>
              <a:effectLst/>
              <a:uFillTx/>
              <a:latin typeface="SRH Headline"/>
            </a:endParaRPr>
          </a:p>
        </p:txBody>
      </p:sp>
      <p:sp>
        <p:nvSpPr>
          <p:cNvPr id="222" name="PlaceHolder 2"/>
          <p:cNvSpPr>
            <a:spLocks noGrp="1"/>
          </p:cNvSpPr>
          <p:nvPr>
            <p:ph/>
          </p:nvPr>
        </p:nvSpPr>
        <p:spPr>
          <a:xfrm>
            <a:off x="228600" y="696600"/>
            <a:ext cx="10803960" cy="5704200"/>
          </a:xfrm>
          <a:prstGeom prst="rect">
            <a:avLst/>
          </a:prstGeom>
          <a:noFill/>
          <a:ln w="0">
            <a:noFill/>
          </a:ln>
        </p:spPr>
        <p:txBody>
          <a:bodyPr numCol="1" spcCol="216000" lIns="0" tIns="0" rIns="0" bIns="0" anchor="t">
            <a:noAutofit/>
          </a:bodyPr>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FF0000"/>
                </a:solidFill>
                <a:effectLst/>
                <a:uFillTx/>
                <a:latin typeface="SRH Text"/>
                <a:ea typeface="SRH Text"/>
              </a:rPr>
              <a:t>Checking Corrupted Rows:</a:t>
            </a:r>
            <a:endParaRPr lang="de-DE" sz="1300" b="1" u="none" strike="noStrike">
              <a:solidFill>
                <a:schemeClr val="dk1"/>
              </a:solidFill>
              <a:effectLst/>
              <a:uFillTx/>
              <a:latin typeface="SRH Text"/>
            </a:endParaRPr>
          </a:p>
          <a:p>
            <a:pPr marL="285840" indent="0" algn="l" defTabSz="914400">
              <a:lnSpc>
                <a:spcPct val="150000"/>
              </a:lnSpc>
              <a:spcBef>
                <a:spcPts val="1191"/>
              </a:spcBef>
              <a:spcAft>
                <a:spcPts val="992"/>
              </a:spcAft>
              <a:buNone/>
              <a:tabLst>
                <a:tab pos="0" algn="l"/>
              </a:tabLst>
            </a:pPr>
            <a:r>
              <a:rPr lang="en-US" sz="1300" b="0" u="none" strike="noStrike">
                <a:solidFill>
                  <a:srgbClr val="000000"/>
                </a:solidFill>
                <a:effectLst/>
                <a:uFillTx/>
                <a:latin typeface="SRH Text"/>
                <a:ea typeface="SRH Text"/>
              </a:rPr>
              <a:t>The purpose of this step was to identify invalid, corrupted, or logically inconsistent records before applying machine learning models.</a:t>
            </a:r>
            <a:endParaRPr lang="de-DE" sz="1300" b="0" u="none" strike="noStrike">
              <a:solidFill>
                <a:schemeClr val="dk1"/>
              </a:solidFill>
              <a:effectLst/>
              <a:uFillTx/>
              <a:latin typeface="SRH Text"/>
            </a:endParaRPr>
          </a:p>
          <a:p>
            <a:pPr marL="285840" indent="0" algn="l" defTabSz="914400">
              <a:lnSpc>
                <a:spcPct val="150000"/>
              </a:lnSpc>
              <a:spcBef>
                <a:spcPts val="1191"/>
              </a:spcBef>
              <a:spcAft>
                <a:spcPts val="992"/>
              </a:spcAft>
              <a:buNone/>
              <a:tabLst>
                <a:tab pos="0" algn="l"/>
              </a:tabLst>
            </a:pPr>
            <a:r>
              <a:rPr lang="en-US" sz="1300" b="0" u="none" strike="noStrike">
                <a:solidFill>
                  <a:srgbClr val="000000"/>
                </a:solidFill>
                <a:effectLst/>
                <a:uFillTx/>
                <a:latin typeface="SRH Text"/>
                <a:ea typeface="SRH Text"/>
              </a:rPr>
              <a:t>The code performed the following validation processes:</a:t>
            </a:r>
            <a:endParaRPr lang="de-DE" sz="1300" b="0" u="none" strike="noStrike">
              <a:solidFill>
                <a:schemeClr val="dk1"/>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0" u="none" strike="noStrike">
                <a:solidFill>
                  <a:srgbClr val="FF4000"/>
                </a:solidFill>
                <a:effectLst/>
                <a:uFillTx/>
                <a:latin typeface="SRH Text"/>
                <a:ea typeface="SRH Text"/>
              </a:rPr>
              <a:t>Range Validation:</a:t>
            </a:r>
            <a:r>
              <a:rPr lang="en-US" sz="1300" b="0" u="none" strike="noStrike">
                <a:solidFill>
                  <a:srgbClr val="000000"/>
                </a:solidFill>
                <a:effectLst/>
                <a:uFillTx/>
                <a:latin typeface="SRH Text"/>
                <a:ea typeface="SRH Text"/>
              </a:rPr>
              <a:t> Checked realistic ranges for age, credit score, employment, and credit history. </a:t>
            </a:r>
            <a:endParaRPr lang="de-DE" sz="1300" b="0" u="none" strike="noStrike">
              <a:solidFill>
                <a:schemeClr val="dk1"/>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0" u="none" strike="noStrike">
                <a:solidFill>
                  <a:srgbClr val="FF4000"/>
                </a:solidFill>
                <a:effectLst/>
                <a:uFillTx/>
                <a:latin typeface="SRH Text"/>
                <a:ea typeface="SRH Text"/>
              </a:rPr>
              <a:t>Negative Values:</a:t>
            </a:r>
            <a:r>
              <a:rPr lang="en-US" sz="1300" b="0" u="none" strike="noStrike">
                <a:solidFill>
                  <a:srgbClr val="000000"/>
                </a:solidFill>
                <a:effectLst/>
                <a:uFillTx/>
                <a:latin typeface="SRH Text"/>
                <a:ea typeface="SRH Text"/>
              </a:rPr>
              <a:t> Detected invalid negative values in financial and credit variables. </a:t>
            </a:r>
            <a:endParaRPr lang="de-DE" sz="1300" b="0" u="none" strike="noStrike">
              <a:solidFill>
                <a:schemeClr val="dk1"/>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0" u="none" strike="noStrike">
                <a:solidFill>
                  <a:srgbClr val="FF4000"/>
                </a:solidFill>
                <a:effectLst/>
                <a:uFillTx/>
                <a:latin typeface="SRH Text"/>
                <a:ea typeface="SRH Text"/>
              </a:rPr>
              <a:t>Ratio Validation:</a:t>
            </a:r>
            <a:r>
              <a:rPr lang="en-US" sz="1300" b="0" u="none" strike="noStrike">
                <a:solidFill>
                  <a:srgbClr val="000000"/>
                </a:solidFill>
                <a:effectLst/>
                <a:uFillTx/>
                <a:latin typeface="SRH Text"/>
                <a:ea typeface="SRH Text"/>
              </a:rPr>
              <a:t> Verified DTI, LTI, and payment-to-income ratios. </a:t>
            </a:r>
            <a:endParaRPr lang="de-DE" sz="1300" b="0" u="none" strike="noStrike">
              <a:solidFill>
                <a:schemeClr val="dk1"/>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0" u="none" strike="noStrike">
                <a:solidFill>
                  <a:srgbClr val="FF4000"/>
                </a:solidFill>
                <a:effectLst/>
                <a:uFillTx/>
                <a:latin typeface="SRH Text"/>
                <a:ea typeface="SRH Text"/>
              </a:rPr>
              <a:t>Text Validation:</a:t>
            </a:r>
            <a:r>
              <a:rPr lang="en-US" sz="1300" b="0" u="none" strike="noStrike">
                <a:solidFill>
                  <a:srgbClr val="000000"/>
                </a:solidFill>
                <a:effectLst/>
                <a:uFillTx/>
                <a:latin typeface="SRH Text"/>
                <a:ea typeface="SRH Text"/>
              </a:rPr>
              <a:t> Used Regex to identify malformed categorical values and validated loan_status. </a:t>
            </a:r>
            <a:endParaRPr lang="de-DE" sz="1300" b="0" u="none" strike="noStrike">
              <a:solidFill>
                <a:schemeClr val="dk1"/>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0" u="none" strike="noStrike">
                <a:solidFill>
                  <a:srgbClr val="FF4000"/>
                </a:solidFill>
                <a:effectLst/>
                <a:uFillTx/>
                <a:latin typeface="SRH Text"/>
                <a:ea typeface="SRH Text"/>
              </a:rPr>
              <a:t>Logical Consistency: </a:t>
            </a:r>
            <a:r>
              <a:rPr lang="en-US" sz="1300" b="0" u="none" strike="noStrike">
                <a:solidFill>
                  <a:srgbClr val="000000"/>
                </a:solidFill>
                <a:effectLst/>
                <a:uFillTx/>
                <a:latin typeface="SRH Text"/>
                <a:ea typeface="SRH Text"/>
              </a:rPr>
              <a:t>Checked relationships between age, employment, and credit history. </a:t>
            </a:r>
            <a:endParaRPr lang="de-DE" sz="1300" b="0" u="none" strike="noStrike">
              <a:solidFill>
                <a:schemeClr val="dk1"/>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0" u="none" strike="noStrike">
                <a:solidFill>
                  <a:srgbClr val="FF4000"/>
                </a:solidFill>
                <a:effectLst/>
                <a:uFillTx/>
                <a:latin typeface="SRH Text"/>
                <a:ea typeface="SRH Text"/>
              </a:rPr>
              <a:t>Missing Values: </a:t>
            </a:r>
            <a:r>
              <a:rPr lang="en-US" sz="1300" b="0" u="none" strike="noStrike">
                <a:solidFill>
                  <a:srgbClr val="000000"/>
                </a:solidFill>
                <a:effectLst/>
                <a:uFillTx/>
                <a:latin typeface="SRH Text"/>
                <a:ea typeface="SRH Text"/>
              </a:rPr>
              <a:t>Identified missing critical fields such as customer ID and loan status.</a:t>
            </a:r>
            <a:endParaRPr lang="de-DE" sz="1300" b="0" u="none" strike="noStrike">
              <a:solidFill>
                <a:schemeClr val="dk1"/>
              </a:solidFill>
              <a:effectLst/>
              <a:uFillTx/>
              <a:latin typeface="SRH Text"/>
            </a:endParaRPr>
          </a:p>
        </p:txBody>
      </p:sp>
      <p:sp>
        <p:nvSpPr>
          <p:cNvPr id="223" name="PlaceHolder 3"/>
          <p:cNvSpPr>
            <a:spLocks noGrp="1"/>
          </p:cNvSpPr>
          <p:nvPr>
            <p:ph type="dt" idx="79"/>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3BC5A29D-A4B1-4925-832F-B01171B23801}" type="datetime1">
              <a:rPr lang="en-CA" sz="900" b="1" u="none" strike="noStrike">
                <a:solidFill>
                  <a:srgbClr val="6D7373"/>
                </a:solidFill>
                <a:effectLst/>
                <a:uFillTx/>
                <a:latin typeface="SRH Text"/>
                <a:ea typeface="SRH"/>
              </a:rPr>
              <a:t>2026-08-09</a:t>
            </a:fld>
            <a:endParaRPr lang="en-US" sz="900" b="0" u="none" strike="noStrike">
              <a:solidFill>
                <a:srgbClr val="000000"/>
              </a:solidFill>
              <a:effectLst/>
              <a:uFillTx/>
              <a:latin typeface="Times New Roman"/>
            </a:endParaRPr>
          </a:p>
        </p:txBody>
      </p:sp>
      <p:sp>
        <p:nvSpPr>
          <p:cNvPr id="224" name="PlaceHolder 4"/>
          <p:cNvSpPr>
            <a:spLocks noGrp="1"/>
          </p:cNvSpPr>
          <p:nvPr>
            <p:ph type="ftr" idx="80"/>
          </p:nvPr>
        </p:nvSpPr>
        <p:spPr>
          <a:xfrm>
            <a:off x="1242000" y="636660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nl-NL" sz="900" b="1" u="none" spc="-6" strike="noStrike">
                <a:solidFill>
                  <a:schemeClr val="dk1"/>
                </a:solidFill>
                <a:effectLst/>
                <a:uFillTx/>
                <a:latin typeface="Arial MT"/>
                <a:ea typeface="SRH"/>
              </a:defRPr>
            </a:lvl1pPr>
          </a:lstStyle>
          <a:p>
            <a:pPr indent="0" algn="l" defTabSz="914400">
              <a:lnSpc>
                <a:spcPct val="100000"/>
              </a:lnSpc>
              <a:buNone/>
              <a:tabLst>
                <a:tab pos="0" algn="l"/>
              </a:tabLst>
            </a:pPr>
            <a:r>
              <a:rPr lang="nl-NL" sz="900" b="1" u="none" spc="-6" strike="noStrike">
                <a:solidFill>
                  <a:schemeClr val="dk1"/>
                </a:solidFill>
                <a:effectLst/>
                <a:uFillTx/>
                <a:latin typeface="Arial MT"/>
                <a:ea typeface="SRH"/>
              </a:rPr>
              <a:t>SRH Hochschule Heidelberg</a:t>
            </a:r>
            <a:endParaRPr lang="en-US" sz="900" b="0" u="none" strike="noStrike">
              <a:solidFill>
                <a:srgbClr val="000000"/>
              </a:solidFill>
              <a:effectLst/>
              <a:uFillTx/>
              <a:latin typeface="Times New Roman"/>
            </a:endParaRPr>
          </a:p>
        </p:txBody>
      </p:sp>
      <p:sp>
        <p:nvSpPr>
          <p:cNvPr id="225" name="PlaceHolder 5"/>
          <p:cNvSpPr>
            <a:spLocks noGrp="1"/>
          </p:cNvSpPr>
          <p:nvPr>
            <p:ph type="sldNum" idx="81"/>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560CD037-EB2D-44AF-BE9A-5DEA1CCFC8D7}"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PlaceHolder 1"/>
          <p:cNvSpPr>
            <a:spLocks noGrp="1"/>
          </p:cNvSpPr>
          <p:nvPr>
            <p:ph type="title"/>
          </p:nvPr>
        </p:nvSpPr>
        <p:spPr>
          <a:xfrm>
            <a:off x="191880" y="-147600"/>
            <a:ext cx="9156240" cy="833400"/>
          </a:xfrm>
          <a:prstGeom prst="rect">
            <a:avLst/>
          </a:prstGeom>
          <a:noFill/>
          <a:ln w="0">
            <a:noFill/>
          </a:ln>
        </p:spPr>
        <p:txBody>
          <a:bodyPr numCol="1" spcCol="216000" lIns="0" tIns="0" rIns="0" bIns="0" anchor="b">
            <a:noAutofit/>
          </a:bodyPr>
          <a:p>
            <a:pPr indent="0" algn="l" defTabSz="914400">
              <a:buNone/>
              <a:tabLst>
                <a:tab pos="0" algn="l"/>
              </a:tabLst>
            </a:pPr>
            <a:endParaRPr lang="de-DE" sz="3000" b="1" u="none" strike="noStrike">
              <a:solidFill>
                <a:schemeClr val="dk1"/>
              </a:solidFill>
              <a:effectLst/>
              <a:uFillTx/>
              <a:latin typeface="SRH Headline"/>
            </a:endParaRPr>
          </a:p>
        </p:txBody>
      </p:sp>
      <p:sp>
        <p:nvSpPr>
          <p:cNvPr id="227" name="PlaceHolder 2"/>
          <p:cNvSpPr>
            <a:spLocks noGrp="1"/>
          </p:cNvSpPr>
          <p:nvPr>
            <p:ph/>
          </p:nvPr>
        </p:nvSpPr>
        <p:spPr>
          <a:xfrm>
            <a:off x="228600" y="696600"/>
            <a:ext cx="10803960" cy="5704200"/>
          </a:xfrm>
          <a:prstGeom prst="rect">
            <a:avLst/>
          </a:prstGeom>
          <a:noFill/>
          <a:ln w="0">
            <a:noFill/>
          </a:ln>
        </p:spPr>
        <p:txBody>
          <a:bodyPr numCol="1" spcCol="216000" lIns="0" tIns="0" rIns="0" bIns="0" anchor="t">
            <a:noAutofit/>
          </a:bodyPr>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FF4000"/>
                </a:solidFill>
                <a:effectLst/>
                <a:uFillTx/>
                <a:latin typeface="SRH Text"/>
                <a:ea typeface="SRH Text"/>
              </a:rPr>
              <a:t>Data Type Standardization</a:t>
            </a:r>
            <a:endParaRPr lang="de-DE" sz="1300" b="1" u="none" strike="noStrike">
              <a:solidFill>
                <a:srgbClr val="333333"/>
              </a:solidFill>
              <a:effectLst/>
              <a:uFillTx/>
              <a:latin typeface="SRH Text"/>
            </a:endParaRPr>
          </a:p>
          <a:p>
            <a:pPr marL="285840" indent="0" algn="l" defTabSz="914400">
              <a:lnSpc>
                <a:spcPct val="150000"/>
              </a:lnSpc>
              <a:spcBef>
                <a:spcPts val="1191"/>
              </a:spcBef>
              <a:spcAft>
                <a:spcPts val="992"/>
              </a:spcAft>
              <a:buNone/>
              <a:tabLst>
                <a:tab pos="0" algn="l"/>
              </a:tabLst>
            </a:pPr>
            <a:r>
              <a:rPr lang="en-US" sz="1300" b="1" u="none" strike="noStrike">
                <a:solidFill>
                  <a:srgbClr val="333333"/>
                </a:solidFill>
                <a:effectLst/>
                <a:uFillTx/>
                <a:latin typeface="SRH Text"/>
                <a:ea typeface="SRH Text"/>
              </a:rPr>
              <a:t>Ensured all key numerical variables use consistent data types. </a:t>
            </a:r>
            <a:endParaRPr lang="de-DE" sz="1300" b="0" u="none" strike="noStrike">
              <a:solidFill>
                <a:srgbClr val="333333"/>
              </a:solidFill>
              <a:effectLst/>
              <a:uFillTx/>
              <a:latin typeface="SRH Text"/>
            </a:endParaRPr>
          </a:p>
          <a:p>
            <a:pPr marL="285840" indent="0" algn="l" defTabSz="914400">
              <a:lnSpc>
                <a:spcPct val="150000"/>
              </a:lnSpc>
              <a:spcBef>
                <a:spcPts val="1191"/>
              </a:spcBef>
              <a:spcAft>
                <a:spcPts val="992"/>
              </a:spcAft>
              <a:buNone/>
              <a:tabLst>
                <a:tab pos="0" algn="l"/>
              </a:tabLst>
            </a:pPr>
            <a:r>
              <a:rPr lang="en-US" sz="1300" b="1" u="none" strike="noStrike">
                <a:solidFill>
                  <a:srgbClr val="333333"/>
                </a:solidFill>
                <a:effectLst/>
                <a:uFillTx/>
                <a:latin typeface="SRH Text"/>
                <a:ea typeface="SRH Text"/>
              </a:rPr>
              <a:t>Improved data compatibility and reliability for machine-learning models. </a:t>
            </a:r>
            <a:endParaRPr lang="de-DE" sz="13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FF4000"/>
                </a:solidFill>
                <a:effectLst/>
                <a:uFillTx/>
                <a:latin typeface="SRH Text"/>
                <a:ea typeface="SRH Text"/>
              </a:rPr>
              <a:t>Missing Value Analysis</a:t>
            </a:r>
            <a:endParaRPr lang="de-DE" sz="1300" b="1" u="none" strike="noStrike">
              <a:solidFill>
                <a:srgbClr val="333333"/>
              </a:solidFill>
              <a:effectLst/>
              <a:uFillTx/>
              <a:latin typeface="SRH Text"/>
            </a:endParaRPr>
          </a:p>
          <a:p>
            <a:pPr marL="285840" indent="0" algn="l" defTabSz="914400">
              <a:lnSpc>
                <a:spcPct val="150000"/>
              </a:lnSpc>
              <a:spcBef>
                <a:spcPts val="1191"/>
              </a:spcBef>
              <a:spcAft>
                <a:spcPts val="992"/>
              </a:spcAft>
              <a:buNone/>
              <a:tabLst>
                <a:tab pos="0" algn="l"/>
              </a:tabLst>
            </a:pPr>
            <a:r>
              <a:rPr lang="en-US" sz="1300" b="1" u="none" strike="noStrike">
                <a:solidFill>
                  <a:srgbClr val="333333"/>
                </a:solidFill>
                <a:effectLst/>
                <a:uFillTx/>
                <a:latin typeface="SRH Text"/>
                <a:ea typeface="SRH Text"/>
              </a:rPr>
              <a:t>Checked the dataset for incomplete observations. </a:t>
            </a:r>
            <a:endParaRPr lang="de-DE" sz="1300" b="0" u="none" strike="noStrike">
              <a:solidFill>
                <a:srgbClr val="333333"/>
              </a:solidFill>
              <a:effectLst/>
              <a:uFillTx/>
              <a:latin typeface="SRH Text"/>
            </a:endParaRPr>
          </a:p>
          <a:p>
            <a:pPr marL="285840" indent="0" algn="l" defTabSz="914400">
              <a:lnSpc>
                <a:spcPct val="150000"/>
              </a:lnSpc>
              <a:spcBef>
                <a:spcPts val="1191"/>
              </a:spcBef>
              <a:spcAft>
                <a:spcPts val="992"/>
              </a:spcAft>
              <a:buNone/>
              <a:tabLst>
                <a:tab pos="0" algn="l"/>
              </a:tabLst>
            </a:pPr>
            <a:r>
              <a:rPr lang="en-US" sz="1300" b="1" u="none" strike="noStrike">
                <a:solidFill>
                  <a:srgbClr val="333333"/>
                </a:solidFill>
                <a:effectLst/>
                <a:uFillTx/>
                <a:latin typeface="SRH Text"/>
                <a:ea typeface="SRH Text"/>
              </a:rPr>
              <a:t>Identified missing values that could affect model performance. </a:t>
            </a:r>
            <a:endParaRPr lang="de-DE" sz="1300" b="0" u="none" strike="noStrike">
              <a:solidFill>
                <a:srgbClr val="333333"/>
              </a:solidFill>
              <a:effectLst/>
              <a:uFillTx/>
              <a:latin typeface="SRH Text"/>
            </a:endParaRPr>
          </a:p>
          <a:p>
            <a:pPr marL="285840" indent="0" algn="l" defTabSz="914400">
              <a:lnSpc>
                <a:spcPct val="150000"/>
              </a:lnSpc>
              <a:spcBef>
                <a:spcPts val="1191"/>
              </a:spcBef>
              <a:spcAft>
                <a:spcPts val="992"/>
              </a:spcAft>
              <a:buNone/>
              <a:tabLst>
                <a:tab pos="0" algn="l"/>
              </a:tabLst>
            </a:pPr>
            <a:r>
              <a:rPr lang="en-US" sz="1300" b="1" u="none" strike="noStrike">
                <a:solidFill>
                  <a:srgbClr val="333333"/>
                </a:solidFill>
                <a:effectLst/>
                <a:uFillTx/>
                <a:latin typeface="SRH Text"/>
                <a:ea typeface="SRH Text"/>
              </a:rPr>
              <a:t>Ensured the dataset was ready for further preprocessing. </a:t>
            </a:r>
            <a:endParaRPr lang="de-DE" sz="1300" b="0" u="none" strike="noStrike">
              <a:solidFill>
                <a:srgbClr val="333333"/>
              </a:solidFill>
              <a:effectLst/>
              <a:uFillTx/>
              <a:latin typeface="SRH Text"/>
            </a:endParaRPr>
          </a:p>
          <a:p>
            <a:pPr marL="285840" indent="0" algn="l" defTabSz="914400">
              <a:lnSpc>
                <a:spcPct val="150000"/>
              </a:lnSpc>
              <a:spcBef>
                <a:spcPts val="1191"/>
              </a:spcBef>
              <a:spcAft>
                <a:spcPts val="992"/>
              </a:spcAft>
              <a:buNone/>
              <a:tabLst>
                <a:tab pos="0" algn="l"/>
              </a:tabLst>
            </a:pPr>
            <a:r>
              <a:rPr lang="en-US" sz="1300" b="1" u="none" strike="noStrike">
                <a:solidFill>
                  <a:srgbClr val="FF4000"/>
                </a:solidFill>
                <a:effectLst/>
                <a:uFillTx/>
                <a:latin typeface="SRH Text"/>
                <a:ea typeface="SRH Text"/>
              </a:rPr>
              <a:t>Categorical Data Consistency</a:t>
            </a:r>
            <a:endParaRPr lang="de-DE" sz="1300" b="1" u="none" strike="noStrike">
              <a:solidFill>
                <a:srgbClr val="333333"/>
              </a:solidFill>
              <a:effectLst/>
              <a:uFillTx/>
              <a:latin typeface="SRH Text"/>
            </a:endParaRPr>
          </a:p>
          <a:p>
            <a:pPr marL="285840" indent="0" algn="l" defTabSz="914400">
              <a:lnSpc>
                <a:spcPct val="150000"/>
              </a:lnSpc>
              <a:spcBef>
                <a:spcPts val="1191"/>
              </a:spcBef>
              <a:spcAft>
                <a:spcPts val="992"/>
              </a:spcAft>
              <a:buNone/>
              <a:tabLst>
                <a:tab pos="0" algn="l"/>
              </a:tabLst>
            </a:pPr>
            <a:r>
              <a:rPr lang="en-US" sz="1300" b="1" u="none" strike="noStrike">
                <a:solidFill>
                  <a:srgbClr val="333333"/>
                </a:solidFill>
                <a:effectLst/>
                <a:uFillTx/>
                <a:latin typeface="SRH Text"/>
                <a:ea typeface="SRH Text"/>
              </a:rPr>
              <a:t>Examined categorical variables for inconsistent labels. </a:t>
            </a:r>
            <a:endParaRPr lang="de-DE" sz="1300" b="0" u="none" strike="noStrike">
              <a:solidFill>
                <a:srgbClr val="333333"/>
              </a:solidFill>
              <a:effectLst/>
              <a:uFillTx/>
              <a:latin typeface="SRH Text"/>
            </a:endParaRPr>
          </a:p>
          <a:p>
            <a:pPr marL="285840" indent="0" algn="l" defTabSz="914400">
              <a:lnSpc>
                <a:spcPct val="150000"/>
              </a:lnSpc>
              <a:spcBef>
                <a:spcPts val="1191"/>
              </a:spcBef>
              <a:spcAft>
                <a:spcPts val="992"/>
              </a:spcAft>
              <a:buNone/>
              <a:tabLst>
                <a:tab pos="0" algn="l"/>
              </a:tabLst>
            </a:pPr>
            <a:r>
              <a:rPr lang="en-US" sz="1300" b="1" u="none" strike="noStrike">
                <a:solidFill>
                  <a:srgbClr val="333333"/>
                </a:solidFill>
                <a:effectLst/>
                <a:uFillTx/>
                <a:latin typeface="SRH Text"/>
                <a:ea typeface="SRH Text"/>
              </a:rPr>
              <a:t>Identified potential duplicates such as “Male” and “male.” </a:t>
            </a:r>
            <a:endParaRPr lang="de-DE" sz="1300" b="0" u="none" strike="noStrike">
              <a:solidFill>
                <a:srgbClr val="333333"/>
              </a:solidFill>
              <a:effectLst/>
              <a:uFillTx/>
              <a:latin typeface="SRH Text"/>
            </a:endParaRPr>
          </a:p>
          <a:p>
            <a:pPr marL="285840" indent="0" algn="l" defTabSz="914400">
              <a:lnSpc>
                <a:spcPct val="150000"/>
              </a:lnSpc>
              <a:spcBef>
                <a:spcPts val="1191"/>
              </a:spcBef>
              <a:spcAft>
                <a:spcPts val="992"/>
              </a:spcAft>
              <a:buNone/>
              <a:tabLst>
                <a:tab pos="0" algn="l"/>
              </a:tabLst>
            </a:pPr>
            <a:r>
              <a:rPr lang="en-US" sz="1300" b="1" u="none" strike="noStrike">
                <a:solidFill>
                  <a:srgbClr val="333333"/>
                </a:solidFill>
                <a:effectLst/>
                <a:uFillTx/>
                <a:latin typeface="SRH Text"/>
                <a:ea typeface="SRH Text"/>
              </a:rPr>
              <a:t>Ensured categories are represented consistently.</a:t>
            </a:r>
            <a:endParaRPr lang="de-DE" sz="1300" b="0" u="none" strike="noStrike">
              <a:solidFill>
                <a:srgbClr val="333333"/>
              </a:solidFill>
              <a:effectLst/>
              <a:uFillTx/>
              <a:latin typeface="SRH Text"/>
            </a:endParaRPr>
          </a:p>
        </p:txBody>
      </p:sp>
      <p:sp>
        <p:nvSpPr>
          <p:cNvPr id="228" name="PlaceHolder 3"/>
          <p:cNvSpPr>
            <a:spLocks noGrp="1"/>
          </p:cNvSpPr>
          <p:nvPr>
            <p:ph type="dt" idx="82"/>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5CB785BF-674E-4E5A-BB45-9592D5938965}" type="datetime1">
              <a:rPr lang="en-CA" sz="900" b="1" u="none" strike="noStrike">
                <a:solidFill>
                  <a:srgbClr val="6D7373"/>
                </a:solidFill>
                <a:effectLst/>
                <a:uFillTx/>
                <a:latin typeface="SRH Text"/>
                <a:ea typeface="SRH"/>
              </a:rPr>
              <a:t>2026-08-09</a:t>
            </a:fld>
            <a:endParaRPr lang="en-US" sz="900" b="0" u="none" strike="noStrike">
              <a:solidFill>
                <a:srgbClr val="000000"/>
              </a:solidFill>
              <a:effectLst/>
              <a:uFillTx/>
              <a:latin typeface="Times New Roman"/>
            </a:endParaRPr>
          </a:p>
        </p:txBody>
      </p:sp>
      <p:sp>
        <p:nvSpPr>
          <p:cNvPr id="229" name="PlaceHolder 4"/>
          <p:cNvSpPr>
            <a:spLocks noGrp="1"/>
          </p:cNvSpPr>
          <p:nvPr>
            <p:ph type="ftr" idx="83"/>
          </p:nvPr>
        </p:nvSpPr>
        <p:spPr>
          <a:xfrm>
            <a:off x="1242000" y="636660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nl-NL" sz="900" b="1" u="none" spc="-6" strike="noStrike">
                <a:solidFill>
                  <a:schemeClr val="dk1"/>
                </a:solidFill>
                <a:effectLst/>
                <a:uFillTx/>
                <a:latin typeface="Arial MT"/>
                <a:ea typeface="SRH"/>
              </a:defRPr>
            </a:lvl1pPr>
          </a:lstStyle>
          <a:p>
            <a:pPr indent="0" algn="l" defTabSz="914400">
              <a:lnSpc>
                <a:spcPct val="100000"/>
              </a:lnSpc>
              <a:buNone/>
              <a:tabLst>
                <a:tab pos="0" algn="l"/>
              </a:tabLst>
            </a:pPr>
            <a:r>
              <a:rPr lang="nl-NL" sz="900" b="1" u="none" spc="-6" strike="noStrike">
                <a:solidFill>
                  <a:schemeClr val="dk1"/>
                </a:solidFill>
                <a:effectLst/>
                <a:uFillTx/>
                <a:latin typeface="Arial MT"/>
                <a:ea typeface="SRH"/>
              </a:rPr>
              <a:t>SRH Hochschule Heidelberg</a:t>
            </a:r>
            <a:endParaRPr lang="en-US" sz="900" b="0" u="none" strike="noStrike">
              <a:solidFill>
                <a:srgbClr val="000000"/>
              </a:solidFill>
              <a:effectLst/>
              <a:uFillTx/>
              <a:latin typeface="Times New Roman"/>
            </a:endParaRPr>
          </a:p>
        </p:txBody>
      </p:sp>
      <p:sp>
        <p:nvSpPr>
          <p:cNvPr id="230" name="PlaceHolder 5"/>
          <p:cNvSpPr>
            <a:spLocks noGrp="1"/>
          </p:cNvSpPr>
          <p:nvPr>
            <p:ph type="sldNum" idx="84"/>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3EBB0DDC-3C22-4E4B-B26C-536DBE81ED73}"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1" name="PlaceHolder 1"/>
          <p:cNvSpPr>
            <a:spLocks noGrp="1"/>
          </p:cNvSpPr>
          <p:nvPr>
            <p:ph type="title"/>
          </p:nvPr>
        </p:nvSpPr>
        <p:spPr>
          <a:xfrm>
            <a:off x="191880" y="-147600"/>
            <a:ext cx="9156240" cy="833400"/>
          </a:xfrm>
          <a:prstGeom prst="rect">
            <a:avLst/>
          </a:prstGeom>
          <a:noFill/>
          <a:ln w="0">
            <a:noFill/>
          </a:ln>
        </p:spPr>
        <p:txBody>
          <a:bodyPr numCol="1" spcCol="216000" lIns="0" tIns="0" rIns="0" bIns="0" anchor="b">
            <a:noAutofit/>
          </a:bodyPr>
          <a:p>
            <a:pPr indent="0" algn="l" defTabSz="914400">
              <a:buNone/>
              <a:tabLst>
                <a:tab pos="0" algn="l"/>
              </a:tabLst>
            </a:pPr>
            <a:endParaRPr lang="de-DE" sz="3000" b="1" u="none" strike="noStrike">
              <a:solidFill>
                <a:schemeClr val="dk1"/>
              </a:solidFill>
              <a:effectLst/>
              <a:uFillTx/>
              <a:latin typeface="SRH Headline"/>
            </a:endParaRPr>
          </a:p>
        </p:txBody>
      </p:sp>
      <p:sp>
        <p:nvSpPr>
          <p:cNvPr id="232" name="PlaceHolder 2"/>
          <p:cNvSpPr>
            <a:spLocks noGrp="1"/>
          </p:cNvSpPr>
          <p:nvPr>
            <p:ph/>
          </p:nvPr>
        </p:nvSpPr>
        <p:spPr>
          <a:xfrm>
            <a:off x="228600" y="696600"/>
            <a:ext cx="10803960" cy="5704200"/>
          </a:xfrm>
          <a:prstGeom prst="rect">
            <a:avLst/>
          </a:prstGeom>
          <a:noFill/>
          <a:ln w="0">
            <a:noFill/>
          </a:ln>
        </p:spPr>
        <p:txBody>
          <a:bodyPr numCol="1" spcCol="216000" lIns="0" tIns="0" rIns="0" bIns="0" anchor="t">
            <a:noAutofit/>
          </a:bodyPr>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FF4000"/>
                </a:solidFill>
                <a:effectLst/>
                <a:uFillTx/>
                <a:latin typeface="SRH Text"/>
                <a:ea typeface="SRH Text"/>
              </a:rPr>
              <a:t>Missing Value Analysis</a:t>
            </a:r>
            <a:endParaRPr lang="de-DE" sz="1300" b="1"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333333"/>
                </a:solidFill>
                <a:effectLst/>
                <a:uFillTx/>
                <a:latin typeface="SRH Text"/>
                <a:ea typeface="SRH Text"/>
              </a:rPr>
              <a:t>The dataset was checked for missing values across all variables. </a:t>
            </a:r>
            <a:endParaRPr lang="de-DE" sz="13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333333"/>
                </a:solidFill>
                <a:effectLst/>
                <a:uFillTx/>
                <a:latin typeface="SRH Text"/>
                <a:ea typeface="SRH Text"/>
              </a:rPr>
              <a:t>Result: No missing values were found. </a:t>
            </a:r>
            <a:endParaRPr lang="de-DE" sz="13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333333"/>
                </a:solidFill>
                <a:effectLst/>
                <a:uFillTx/>
                <a:latin typeface="SRH Text"/>
                <a:ea typeface="SRH Text"/>
              </a:rPr>
              <a:t>All 21 variables contained complete observations. </a:t>
            </a:r>
            <a:endParaRPr lang="de-DE" sz="1300" b="0" u="none" strike="noStrike">
              <a:solidFill>
                <a:srgbClr val="333333"/>
              </a:solidFill>
              <a:effectLst/>
              <a:uFillTx/>
              <a:latin typeface="SRH Text"/>
            </a:endParaRPr>
          </a:p>
          <a:p>
            <a:pPr marL="285840" indent="0" algn="l" defTabSz="914400">
              <a:lnSpc>
                <a:spcPct val="150000"/>
              </a:lnSpc>
              <a:spcBef>
                <a:spcPts val="1191"/>
              </a:spcBef>
              <a:spcAft>
                <a:spcPts val="992"/>
              </a:spcAft>
              <a:buNone/>
              <a:tabLst>
                <a:tab pos="0" algn="l"/>
              </a:tabLst>
            </a:pPr>
            <a:r>
              <a:rPr lang="en-US" sz="1300" b="1" u="none" strike="noStrike">
                <a:solidFill>
                  <a:srgbClr val="FF4000"/>
                </a:solidFill>
                <a:effectLst/>
                <a:uFillTx/>
                <a:latin typeface="SRH Text"/>
                <a:ea typeface="SRH Text"/>
              </a:rPr>
              <a:t>Missing Value Handling</a:t>
            </a:r>
            <a:endParaRPr lang="de-DE" sz="1300" b="1" u="none" strike="noStrike">
              <a:solidFill>
                <a:srgbClr val="333333"/>
              </a:solidFill>
              <a:effectLst/>
              <a:uFillTx/>
              <a:latin typeface="SRH Text"/>
            </a:endParaRPr>
          </a:p>
          <a:p>
            <a:pPr marL="285840" indent="0" algn="l" defTabSz="914400">
              <a:lnSpc>
                <a:spcPct val="150000"/>
              </a:lnSpc>
              <a:spcBef>
                <a:spcPts val="1191"/>
              </a:spcBef>
              <a:spcAft>
                <a:spcPts val="992"/>
              </a:spcAft>
              <a:buNone/>
              <a:tabLst>
                <a:tab pos="0" algn="l"/>
              </a:tabLst>
            </a:pPr>
            <a:r>
              <a:rPr lang="en-US" sz="1300" b="1" u="none" strike="noStrike">
                <a:solidFill>
                  <a:srgbClr val="333333"/>
                </a:solidFill>
                <a:effectLst/>
                <a:uFillTx/>
                <a:latin typeface="SRH Text"/>
                <a:ea typeface="SRH Text"/>
              </a:rPr>
              <a:t>Since there were no missing values, no observations were lost during preprocessing. </a:t>
            </a:r>
            <a:endParaRPr lang="de-DE" sz="1300" b="0" u="none" strike="noStrike">
              <a:solidFill>
                <a:srgbClr val="333333"/>
              </a:solidFill>
              <a:effectLst/>
              <a:uFillTx/>
              <a:latin typeface="SRH Text"/>
            </a:endParaRPr>
          </a:p>
          <a:p>
            <a:pPr marL="285840" indent="0" algn="l" defTabSz="914400">
              <a:lnSpc>
                <a:spcPct val="150000"/>
              </a:lnSpc>
              <a:spcBef>
                <a:spcPts val="1191"/>
              </a:spcBef>
              <a:spcAft>
                <a:spcPts val="992"/>
              </a:spcAft>
              <a:buNone/>
              <a:tabLst>
                <a:tab pos="0" algn="l"/>
              </a:tabLst>
            </a:pPr>
            <a:r>
              <a:rPr lang="en-US" sz="1300" b="1" u="none" strike="noStrike">
                <a:solidFill>
                  <a:srgbClr val="333333"/>
                </a:solidFill>
                <a:effectLst/>
                <a:uFillTx/>
                <a:latin typeface="SRH Text"/>
                <a:ea typeface="SRH Text"/>
              </a:rPr>
              <a:t>The dataset remained complete and ready for modeling. </a:t>
            </a:r>
            <a:endParaRPr lang="de-DE" sz="1300" b="0" u="none" strike="noStrike">
              <a:solidFill>
                <a:srgbClr val="333333"/>
              </a:solidFill>
              <a:effectLst/>
              <a:uFillTx/>
              <a:latin typeface="SRH Text"/>
            </a:endParaRPr>
          </a:p>
          <a:p>
            <a:pPr marL="285840" indent="0" algn="l" defTabSz="914400">
              <a:lnSpc>
                <a:spcPct val="150000"/>
              </a:lnSpc>
              <a:spcBef>
                <a:spcPts val="1191"/>
              </a:spcBef>
              <a:spcAft>
                <a:spcPts val="992"/>
              </a:spcAft>
              <a:buNone/>
              <a:tabLst>
                <a:tab pos="0" algn="l"/>
              </a:tabLst>
            </a:pPr>
            <a:r>
              <a:rPr lang="en-US" sz="1300" b="1" u="none" strike="noStrike">
                <a:solidFill>
                  <a:srgbClr val="FF4000"/>
                </a:solidFill>
                <a:effectLst/>
                <a:uFillTx/>
                <a:latin typeface="SRH Text"/>
                <a:ea typeface="SRH Text"/>
              </a:rPr>
              <a:t>Duplicate Records</a:t>
            </a:r>
            <a:endParaRPr lang="de-DE" sz="1300" b="1"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333333"/>
                </a:solidFill>
                <a:effectLst/>
                <a:uFillTx/>
                <a:latin typeface="SRH Text"/>
                <a:ea typeface="SRH Text"/>
              </a:rPr>
              <a:t>The dataset was checked for duplicated observations. </a:t>
            </a:r>
            <a:endParaRPr lang="de-DE" sz="13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333333"/>
                </a:solidFill>
                <a:effectLst/>
                <a:uFillTx/>
                <a:latin typeface="SRH Text"/>
                <a:ea typeface="SRH Text"/>
              </a:rPr>
              <a:t>Result: No duplicate rows were present. </a:t>
            </a:r>
            <a:endParaRPr lang="de-DE" sz="13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333333"/>
                </a:solidFill>
                <a:effectLst/>
                <a:uFillTx/>
                <a:latin typeface="SRH Text"/>
                <a:ea typeface="SRH Text"/>
              </a:rPr>
              <a:t>Therefore, no records needed to be removed.</a:t>
            </a:r>
            <a:endParaRPr lang="de-DE" sz="1300" b="0" u="none" strike="noStrike">
              <a:solidFill>
                <a:srgbClr val="333333"/>
              </a:solidFill>
              <a:effectLst/>
              <a:uFillTx/>
              <a:latin typeface="SRH Text"/>
            </a:endParaRPr>
          </a:p>
        </p:txBody>
      </p:sp>
      <p:sp>
        <p:nvSpPr>
          <p:cNvPr id="233" name="PlaceHolder 3"/>
          <p:cNvSpPr>
            <a:spLocks noGrp="1"/>
          </p:cNvSpPr>
          <p:nvPr>
            <p:ph type="dt" idx="85"/>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DB82FD47-6145-4EE6-A03F-A362D194434F}" type="datetime1">
              <a:rPr lang="en-CA" sz="900" b="1" u="none" strike="noStrike">
                <a:solidFill>
                  <a:srgbClr val="6D7373"/>
                </a:solidFill>
                <a:effectLst/>
                <a:uFillTx/>
                <a:latin typeface="SRH Text"/>
                <a:ea typeface="SRH"/>
              </a:rPr>
              <a:t>2026-08-09</a:t>
            </a:fld>
            <a:endParaRPr lang="en-US" sz="900" b="0" u="none" strike="noStrike">
              <a:solidFill>
                <a:srgbClr val="000000"/>
              </a:solidFill>
              <a:effectLst/>
              <a:uFillTx/>
              <a:latin typeface="Times New Roman"/>
            </a:endParaRPr>
          </a:p>
        </p:txBody>
      </p:sp>
      <p:sp>
        <p:nvSpPr>
          <p:cNvPr id="234" name="PlaceHolder 4"/>
          <p:cNvSpPr>
            <a:spLocks noGrp="1"/>
          </p:cNvSpPr>
          <p:nvPr>
            <p:ph type="ftr" idx="86"/>
          </p:nvPr>
        </p:nvSpPr>
        <p:spPr>
          <a:xfrm>
            <a:off x="1242000" y="636660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nl-NL" sz="900" b="1" u="none" spc="-6" strike="noStrike">
                <a:solidFill>
                  <a:schemeClr val="dk1"/>
                </a:solidFill>
                <a:effectLst/>
                <a:uFillTx/>
                <a:latin typeface="Arial MT"/>
                <a:ea typeface="SRH"/>
              </a:defRPr>
            </a:lvl1pPr>
          </a:lstStyle>
          <a:p>
            <a:pPr indent="0" algn="l" defTabSz="914400">
              <a:lnSpc>
                <a:spcPct val="100000"/>
              </a:lnSpc>
              <a:buNone/>
              <a:tabLst>
                <a:tab pos="0" algn="l"/>
              </a:tabLst>
            </a:pPr>
            <a:r>
              <a:rPr lang="nl-NL" sz="900" b="1" u="none" spc="-6" strike="noStrike">
                <a:solidFill>
                  <a:schemeClr val="dk1"/>
                </a:solidFill>
                <a:effectLst/>
                <a:uFillTx/>
                <a:latin typeface="Arial MT"/>
                <a:ea typeface="SRH"/>
              </a:rPr>
              <a:t>SRH Hochschule Heidelberg</a:t>
            </a:r>
            <a:endParaRPr lang="en-US" sz="900" b="0" u="none" strike="noStrike">
              <a:solidFill>
                <a:srgbClr val="000000"/>
              </a:solidFill>
              <a:effectLst/>
              <a:uFillTx/>
              <a:latin typeface="Times New Roman"/>
            </a:endParaRPr>
          </a:p>
        </p:txBody>
      </p:sp>
      <p:sp>
        <p:nvSpPr>
          <p:cNvPr id="235" name="PlaceHolder 5"/>
          <p:cNvSpPr>
            <a:spLocks noGrp="1"/>
          </p:cNvSpPr>
          <p:nvPr>
            <p:ph type="sldNum" idx="87"/>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482C4A84-9269-474B-85D4-DAD813CD1AC4}"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PlaceHolder 1"/>
          <p:cNvSpPr>
            <a:spLocks noGrp="1"/>
          </p:cNvSpPr>
          <p:nvPr>
            <p:ph type="title"/>
          </p:nvPr>
        </p:nvSpPr>
        <p:spPr>
          <a:xfrm>
            <a:off x="191880" y="-147600"/>
            <a:ext cx="9156240" cy="833400"/>
          </a:xfrm>
          <a:prstGeom prst="rect">
            <a:avLst/>
          </a:prstGeom>
          <a:noFill/>
          <a:ln w="0">
            <a:noFill/>
          </a:ln>
        </p:spPr>
        <p:txBody>
          <a:bodyPr numCol="1" spcCol="216000" lIns="0" tIns="0" rIns="0" bIns="0" anchor="b">
            <a:noAutofit/>
          </a:bodyPr>
          <a:p>
            <a:pPr indent="0" algn="l" defTabSz="914400">
              <a:lnSpc>
                <a:spcPct val="100000"/>
              </a:lnSpc>
              <a:spcBef>
                <a:spcPts val="1191"/>
              </a:spcBef>
              <a:spcAft>
                <a:spcPts val="992"/>
              </a:spcAft>
              <a:buNone/>
              <a:tabLst>
                <a:tab pos="0" algn="l"/>
              </a:tabLst>
            </a:pPr>
            <a:r>
              <a:rPr lang="en-US" sz="3000" b="1" u="none" strike="noStrike">
                <a:solidFill>
                  <a:schemeClr val="dk1"/>
                </a:solidFill>
                <a:effectLst/>
                <a:uFillTx/>
                <a:latin typeface="SRH Headline"/>
                <a:ea typeface="SRH Headline"/>
              </a:rPr>
              <a:t>Outlier Analysis </a:t>
            </a:r>
            <a:endParaRPr lang="de-DE" sz="3000" b="1" u="none" strike="noStrike">
              <a:solidFill>
                <a:schemeClr val="dk1"/>
              </a:solidFill>
              <a:effectLst/>
              <a:uFillTx/>
              <a:latin typeface="SRH Headline"/>
            </a:endParaRPr>
          </a:p>
        </p:txBody>
      </p:sp>
      <p:sp>
        <p:nvSpPr>
          <p:cNvPr id="237" name="PlaceHolder 2"/>
          <p:cNvSpPr>
            <a:spLocks noGrp="1"/>
          </p:cNvSpPr>
          <p:nvPr>
            <p:ph/>
          </p:nvPr>
        </p:nvSpPr>
        <p:spPr>
          <a:xfrm>
            <a:off x="228600" y="696600"/>
            <a:ext cx="10803960" cy="5704200"/>
          </a:xfrm>
          <a:prstGeom prst="rect">
            <a:avLst/>
          </a:prstGeom>
          <a:noFill/>
          <a:ln w="0">
            <a:noFill/>
          </a:ln>
        </p:spPr>
        <p:txBody>
          <a:bodyPr numCol="1" spcCol="216000" lIns="0" tIns="0" rIns="0" bIns="0" anchor="t">
            <a:noAutofit/>
          </a:bodyPr>
          <a:p>
            <a:pPr marL="285840" indent="0" algn="l" defTabSz="914400">
              <a:lnSpc>
                <a:spcPct val="150000"/>
              </a:lnSpc>
              <a:spcBef>
                <a:spcPts val="1191"/>
              </a:spcBef>
              <a:spcAft>
                <a:spcPts val="992"/>
              </a:spcAft>
              <a:buNone/>
              <a:tabLst>
                <a:tab pos="0" algn="l"/>
              </a:tabLst>
            </a:pPr>
            <a:r>
              <a:rPr lang="en-US" sz="1100" b="0" u="none" strike="noStrike">
                <a:solidFill>
                  <a:srgbClr val="333333"/>
                </a:solidFill>
                <a:effectLst/>
                <a:uFillTx/>
                <a:latin typeface="SRH Text"/>
                <a:ea typeface="SRH Text"/>
              </a:rPr>
              <a:t>Outliers were identified using the IQR method. </a:t>
            </a:r>
            <a:endParaRPr lang="de-DE" sz="1100" b="0" u="none" strike="noStrike">
              <a:solidFill>
                <a:srgbClr val="333333"/>
              </a:solidFill>
              <a:effectLst/>
              <a:uFillTx/>
              <a:latin typeface="SRH Text"/>
            </a:endParaRPr>
          </a:p>
          <a:p>
            <a:pPr marL="285840" indent="0" algn="l" defTabSz="914400">
              <a:lnSpc>
                <a:spcPct val="150000"/>
              </a:lnSpc>
              <a:spcBef>
                <a:spcPts val="1191"/>
              </a:spcBef>
              <a:spcAft>
                <a:spcPts val="992"/>
              </a:spcAft>
              <a:buNone/>
              <a:tabLst>
                <a:tab pos="0" algn="l"/>
              </a:tabLst>
            </a:pPr>
            <a:r>
              <a:rPr lang="en-US" sz="1100" b="0" u="none" strike="noStrike">
                <a:solidFill>
                  <a:srgbClr val="333333"/>
                </a:solidFill>
                <a:effectLst/>
                <a:uFillTx/>
                <a:latin typeface="SRH Text"/>
                <a:ea typeface="SRH Text"/>
              </a:rPr>
              <a:t>Most variables contained normal-range observations with some outliers. </a:t>
            </a:r>
            <a:endParaRPr lang="de-DE" sz="1100" b="0" u="none" strike="noStrike">
              <a:solidFill>
                <a:srgbClr val="333333"/>
              </a:solidFill>
              <a:effectLst/>
              <a:uFillTx/>
              <a:latin typeface="SRH Text"/>
            </a:endParaRPr>
          </a:p>
          <a:p>
            <a:pPr marL="285840" indent="0" algn="l" defTabSz="914400">
              <a:lnSpc>
                <a:spcPct val="150000"/>
              </a:lnSpc>
              <a:spcBef>
                <a:spcPts val="1191"/>
              </a:spcBef>
              <a:spcAft>
                <a:spcPts val="992"/>
              </a:spcAft>
              <a:buNone/>
              <a:tabLst>
                <a:tab pos="0" algn="l"/>
              </a:tabLst>
            </a:pPr>
            <a:r>
              <a:rPr lang="en-US" sz="1100" b="0" u="none" strike="noStrike">
                <a:solidFill>
                  <a:srgbClr val="333333"/>
                </a:solidFill>
                <a:effectLst/>
                <a:uFillTx/>
                <a:latin typeface="SRH Text"/>
                <a:ea typeface="SRH Text"/>
              </a:rPr>
              <a:t>The highest number of normal outliers was found in: </a:t>
            </a:r>
            <a:endParaRPr lang="de-DE" sz="11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0" u="none" strike="noStrike">
                <a:solidFill>
                  <a:srgbClr val="333333"/>
                </a:solidFill>
                <a:effectLst/>
                <a:uFillTx/>
                <a:latin typeface="SRH Text"/>
                <a:ea typeface="SRH Text"/>
              </a:rPr>
              <a:t>Savings assets: 6,508 </a:t>
            </a:r>
            <a:endParaRPr lang="de-DE" sz="11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0" u="none" strike="noStrike">
                <a:solidFill>
                  <a:srgbClr val="333333"/>
                </a:solidFill>
                <a:effectLst/>
                <a:uFillTx/>
                <a:latin typeface="SRH Text"/>
                <a:ea typeface="SRH Text"/>
              </a:rPr>
              <a:t>Current debt: 2,932 </a:t>
            </a:r>
            <a:endParaRPr lang="de-DE" sz="11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0" u="none" strike="noStrike">
                <a:solidFill>
                  <a:srgbClr val="333333"/>
                </a:solidFill>
                <a:effectLst/>
                <a:uFillTx/>
                <a:latin typeface="SRH Text"/>
                <a:ea typeface="SRH Text"/>
              </a:rPr>
              <a:t>Annual income: 2,355 </a:t>
            </a:r>
            <a:endParaRPr lang="de-DE" sz="11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0" u="none" strike="noStrike">
                <a:solidFill>
                  <a:srgbClr val="333333"/>
                </a:solidFill>
                <a:effectLst/>
                <a:uFillTx/>
                <a:latin typeface="SRH Text"/>
                <a:ea typeface="SRH Text"/>
              </a:rPr>
              <a:t>Years employed: 1,373 </a:t>
            </a:r>
            <a:endParaRPr lang="de-DE" sz="1100" b="0" u="none" strike="noStrike">
              <a:solidFill>
                <a:srgbClr val="333333"/>
              </a:solidFill>
              <a:effectLst/>
              <a:uFillTx/>
              <a:latin typeface="SRH Text"/>
            </a:endParaRPr>
          </a:p>
          <a:p>
            <a:pPr marL="285840" indent="0" algn="l" defTabSz="914400">
              <a:lnSpc>
                <a:spcPct val="150000"/>
              </a:lnSpc>
              <a:spcBef>
                <a:spcPts val="1191"/>
              </a:spcBef>
              <a:spcAft>
                <a:spcPts val="992"/>
              </a:spcAft>
              <a:buNone/>
              <a:tabLst>
                <a:tab pos="0" algn="l"/>
              </a:tabLst>
            </a:pPr>
            <a:r>
              <a:rPr lang="en-US" sz="1100" b="0" u="none" strike="noStrike">
                <a:solidFill>
                  <a:srgbClr val="333333"/>
                </a:solidFill>
                <a:effectLst/>
                <a:uFillTx/>
                <a:latin typeface="SRH Text"/>
                <a:ea typeface="SRH Text"/>
              </a:rPr>
              <a:t>Extreme outliers were mainly observed in: </a:t>
            </a:r>
            <a:endParaRPr lang="de-DE" sz="11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0" u="none" strike="noStrike">
                <a:solidFill>
                  <a:srgbClr val="333333"/>
                </a:solidFill>
                <a:effectLst/>
                <a:uFillTx/>
                <a:latin typeface="SRH Text"/>
                <a:ea typeface="SRH Text"/>
              </a:rPr>
              <a:t>Savings assets: 4,353 </a:t>
            </a:r>
            <a:endParaRPr lang="de-DE" sz="11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0" u="none" strike="noStrike">
                <a:solidFill>
                  <a:srgbClr val="333333"/>
                </a:solidFill>
                <a:effectLst/>
                <a:uFillTx/>
                <a:latin typeface="SRH Text"/>
                <a:ea typeface="SRH Text"/>
              </a:rPr>
              <a:t>Current debt: 859 </a:t>
            </a:r>
            <a:endParaRPr lang="de-DE" sz="11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0" u="none" strike="noStrike">
                <a:solidFill>
                  <a:srgbClr val="333333"/>
                </a:solidFill>
                <a:effectLst/>
                <a:uFillTx/>
                <a:latin typeface="SRH Text"/>
                <a:ea typeface="SRH Text"/>
              </a:rPr>
              <a:t>Annual income: 515 </a:t>
            </a:r>
            <a:endParaRPr lang="de-DE" sz="1100" b="0" u="none" strike="noStrike">
              <a:solidFill>
                <a:srgbClr val="333333"/>
              </a:solidFill>
              <a:effectLst/>
              <a:uFillTx/>
              <a:latin typeface="SRH Text"/>
            </a:endParaRPr>
          </a:p>
          <a:p>
            <a:pPr marL="285840" indent="0" algn="l" defTabSz="914400">
              <a:lnSpc>
                <a:spcPct val="150000"/>
              </a:lnSpc>
              <a:spcBef>
                <a:spcPts val="1191"/>
              </a:spcBef>
              <a:spcAft>
                <a:spcPts val="992"/>
              </a:spcAft>
              <a:buNone/>
              <a:tabLst>
                <a:tab pos="0" algn="l"/>
              </a:tabLst>
            </a:pPr>
            <a:r>
              <a:rPr lang="en-US" sz="1100" b="0" u="none" strike="noStrike">
                <a:solidFill>
                  <a:srgbClr val="333333"/>
                </a:solidFill>
                <a:effectLst/>
                <a:uFillTx/>
                <a:latin typeface="SRH Text"/>
                <a:ea typeface="SRH Text"/>
              </a:rPr>
              <a:t>No extreme outliers were detected in age, credit score, loan amount, interest rate, or the ratio variables.</a:t>
            </a:r>
            <a:endParaRPr lang="de-DE" sz="1100" b="0" u="none" strike="noStrike">
              <a:solidFill>
                <a:srgbClr val="333333"/>
              </a:solidFill>
              <a:effectLst/>
              <a:uFillTx/>
              <a:latin typeface="SRH Text"/>
            </a:endParaRPr>
          </a:p>
        </p:txBody>
      </p:sp>
      <p:sp>
        <p:nvSpPr>
          <p:cNvPr id="238" name="PlaceHolder 3"/>
          <p:cNvSpPr>
            <a:spLocks noGrp="1"/>
          </p:cNvSpPr>
          <p:nvPr>
            <p:ph type="dt" idx="88"/>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5EA6AB12-6127-4FAD-A01B-D1BAEE67E279}" type="datetime1">
              <a:rPr lang="en-CA" sz="900" b="1" u="none" strike="noStrike">
                <a:solidFill>
                  <a:srgbClr val="6D7373"/>
                </a:solidFill>
                <a:effectLst/>
                <a:uFillTx/>
                <a:latin typeface="SRH Text"/>
                <a:ea typeface="SRH"/>
              </a:rPr>
              <a:t>2026-08-09</a:t>
            </a:fld>
            <a:endParaRPr lang="en-US" sz="900" b="0" u="none" strike="noStrike">
              <a:solidFill>
                <a:srgbClr val="000000"/>
              </a:solidFill>
              <a:effectLst/>
              <a:uFillTx/>
              <a:latin typeface="Times New Roman"/>
            </a:endParaRPr>
          </a:p>
        </p:txBody>
      </p:sp>
      <p:sp>
        <p:nvSpPr>
          <p:cNvPr id="239" name="PlaceHolder 4"/>
          <p:cNvSpPr>
            <a:spLocks noGrp="1"/>
          </p:cNvSpPr>
          <p:nvPr>
            <p:ph type="ftr" idx="89"/>
          </p:nvPr>
        </p:nvSpPr>
        <p:spPr>
          <a:xfrm>
            <a:off x="1242000" y="636660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nl-NL" sz="900" b="1" u="none" spc="-6" strike="noStrike">
                <a:solidFill>
                  <a:schemeClr val="dk1"/>
                </a:solidFill>
                <a:effectLst/>
                <a:uFillTx/>
                <a:latin typeface="Arial MT"/>
                <a:ea typeface="SRH"/>
              </a:defRPr>
            </a:lvl1pPr>
          </a:lstStyle>
          <a:p>
            <a:pPr indent="0" algn="l" defTabSz="914400">
              <a:lnSpc>
                <a:spcPct val="100000"/>
              </a:lnSpc>
              <a:buNone/>
              <a:tabLst>
                <a:tab pos="0" algn="l"/>
              </a:tabLst>
            </a:pPr>
            <a:r>
              <a:rPr lang="nl-NL" sz="900" b="1" u="none" spc="-6" strike="noStrike">
                <a:solidFill>
                  <a:schemeClr val="dk1"/>
                </a:solidFill>
                <a:effectLst/>
                <a:uFillTx/>
                <a:latin typeface="Arial MT"/>
                <a:ea typeface="SRH"/>
              </a:rPr>
              <a:t>SRH Hochschule Heidelberg</a:t>
            </a:r>
            <a:endParaRPr lang="en-US" sz="900" b="0" u="none" strike="noStrike">
              <a:solidFill>
                <a:srgbClr val="000000"/>
              </a:solidFill>
              <a:effectLst/>
              <a:uFillTx/>
              <a:latin typeface="Times New Roman"/>
            </a:endParaRPr>
          </a:p>
        </p:txBody>
      </p:sp>
      <p:sp>
        <p:nvSpPr>
          <p:cNvPr id="240" name="PlaceHolder 5"/>
          <p:cNvSpPr>
            <a:spLocks noGrp="1"/>
          </p:cNvSpPr>
          <p:nvPr>
            <p:ph type="sldNum" idx="90"/>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3DB3166E-5A6D-42D1-AB0D-2A33C3C3DD07}"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pic>
        <p:nvPicPr>
          <p:cNvPr id="241" name=""/>
          <p:cNvPicPr/>
          <p:nvPr/>
        </p:nvPicPr>
        <p:blipFill>
          <a:blip r:embed="rId1"/>
          <a:stretch/>
        </p:blipFill>
        <p:spPr>
          <a:xfrm>
            <a:off x="4745520" y="1828800"/>
            <a:ext cx="7038720" cy="434340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PlaceHolder 1"/>
          <p:cNvSpPr>
            <a:spLocks noGrp="1"/>
          </p:cNvSpPr>
          <p:nvPr>
            <p:ph type="title"/>
          </p:nvPr>
        </p:nvSpPr>
        <p:spPr>
          <a:xfrm>
            <a:off x="191880" y="-147600"/>
            <a:ext cx="9156240" cy="833400"/>
          </a:xfrm>
          <a:prstGeom prst="rect">
            <a:avLst/>
          </a:prstGeom>
          <a:noFill/>
          <a:ln w="0">
            <a:noFill/>
          </a:ln>
        </p:spPr>
        <p:txBody>
          <a:bodyPr numCol="1" spcCol="216000" lIns="0" tIns="0" rIns="0" bIns="0" anchor="b">
            <a:noAutofit/>
          </a:bodyPr>
          <a:p>
            <a:pPr indent="0" algn="l" defTabSz="914400">
              <a:lnSpc>
                <a:spcPct val="100000"/>
              </a:lnSpc>
              <a:spcBef>
                <a:spcPts val="1191"/>
              </a:spcBef>
              <a:spcAft>
                <a:spcPts val="992"/>
              </a:spcAft>
              <a:buNone/>
              <a:tabLst>
                <a:tab pos="0" algn="l"/>
              </a:tabLst>
            </a:pPr>
            <a:r>
              <a:rPr lang="en-US" sz="3000" b="1" u="none" strike="noStrike">
                <a:solidFill>
                  <a:schemeClr val="dk1"/>
                </a:solidFill>
                <a:effectLst/>
                <a:uFillTx/>
                <a:latin typeface="SRH Headline"/>
                <a:ea typeface="SRH Headline"/>
              </a:rPr>
              <a:t>Exploratory Data Analysis (EDA) </a:t>
            </a:r>
            <a:endParaRPr lang="de-DE" sz="3000" b="1" u="none" strike="noStrike">
              <a:solidFill>
                <a:schemeClr val="dk1"/>
              </a:solidFill>
              <a:effectLst/>
              <a:uFillTx/>
              <a:latin typeface="SRH Headline"/>
            </a:endParaRPr>
          </a:p>
        </p:txBody>
      </p:sp>
      <p:sp>
        <p:nvSpPr>
          <p:cNvPr id="243" name="PlaceHolder 2"/>
          <p:cNvSpPr>
            <a:spLocks noGrp="1"/>
          </p:cNvSpPr>
          <p:nvPr>
            <p:ph/>
          </p:nvPr>
        </p:nvSpPr>
        <p:spPr>
          <a:xfrm>
            <a:off x="228600" y="696600"/>
            <a:ext cx="10803960" cy="5704200"/>
          </a:xfrm>
          <a:prstGeom prst="rect">
            <a:avLst/>
          </a:prstGeom>
          <a:noFill/>
          <a:ln w="0">
            <a:noFill/>
          </a:ln>
        </p:spPr>
        <p:txBody>
          <a:bodyPr numCol="1" spcCol="216000" lIns="0" tIns="0" rIns="0" bIns="0" anchor="t">
            <a:noAutofit/>
          </a:bodyPr>
          <a:p>
            <a:pPr marL="285840" indent="0" algn="l" defTabSz="914400">
              <a:lnSpc>
                <a:spcPct val="150000"/>
              </a:lnSpc>
              <a:spcBef>
                <a:spcPts val="1191"/>
              </a:spcBef>
              <a:spcAft>
                <a:spcPts val="992"/>
              </a:spcAft>
              <a:buNone/>
              <a:tabLst>
                <a:tab pos="0" algn="l"/>
              </a:tabLst>
            </a:pPr>
            <a:r>
              <a:rPr lang="en-US" sz="1100" b="0" u="none" strike="noStrike">
                <a:solidFill>
                  <a:srgbClr val="FF4000"/>
                </a:solidFill>
                <a:effectLst/>
                <a:uFillTx/>
                <a:latin typeface="SRH Text"/>
                <a:ea typeface="SRH Text"/>
              </a:rPr>
              <a:t>Statistical Overview</a:t>
            </a:r>
            <a:endParaRPr lang="de-DE" sz="1100" b="1"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0" u="none" strike="noStrike">
                <a:solidFill>
                  <a:srgbClr val="333333"/>
                </a:solidFill>
                <a:effectLst/>
                <a:uFillTx/>
                <a:latin typeface="SRH Text"/>
                <a:ea typeface="SRH Text"/>
              </a:rPr>
              <a:t>The dataset contains 49,999 valid loan applications across the analyzed variables. The statistical analysis was performed to understand the distribution, variability, and characteristics of the applicant and loan data before model development.</a:t>
            </a:r>
            <a:endParaRPr lang="de-DE" sz="11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0" u="none" strike="noStrike">
                <a:solidFill>
                  <a:srgbClr val="333333"/>
                </a:solidFill>
                <a:effectLst/>
                <a:uFillTx/>
                <a:latin typeface="SRH Text"/>
                <a:ea typeface="SRH Text"/>
              </a:rPr>
              <a:t>Key Findings</a:t>
            </a:r>
            <a:endParaRPr lang="de-DE" sz="1100" b="1"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0" u="none" strike="noStrike">
                <a:solidFill>
                  <a:srgbClr val="333333"/>
                </a:solidFill>
                <a:effectLst/>
                <a:uFillTx/>
                <a:latin typeface="SRH Text"/>
                <a:ea typeface="SRH Text"/>
              </a:rPr>
              <a:t>👤 Applicant Characteristics</a:t>
            </a:r>
            <a:endParaRPr lang="de-DE" sz="11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0" u="none" strike="noStrike">
                <a:solidFill>
                  <a:srgbClr val="333333"/>
                </a:solidFill>
                <a:effectLst/>
                <a:uFillTx/>
                <a:latin typeface="SRH Text"/>
                <a:ea typeface="SRH Text"/>
              </a:rPr>
              <a:t>Age: 18–70 years, with a mean of 35.0 years</a:t>
            </a:r>
            <a:endParaRPr lang="de-DE" sz="11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0" u="none" strike="noStrike">
                <a:solidFill>
                  <a:srgbClr val="333333"/>
                </a:solidFill>
                <a:effectLst/>
                <a:uFillTx/>
                <a:latin typeface="SRH Text"/>
                <a:ea typeface="SRH Text"/>
              </a:rPr>
              <a:t>Years employed: 0–39.9 years, with a mean of 7.45 years</a:t>
            </a:r>
            <a:endParaRPr lang="de-DE" sz="11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0" u="none" strike="noStrike">
                <a:solidFill>
                  <a:srgbClr val="333333"/>
                </a:solidFill>
                <a:effectLst/>
                <a:uFillTx/>
                <a:latin typeface="SRH Text"/>
                <a:ea typeface="SRH Text"/>
              </a:rPr>
              <a:t>Annual income: €15,000–€250,000, with a mean of approximately €50,063</a:t>
            </a:r>
            <a:endParaRPr lang="de-DE" sz="11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0" u="none" strike="noStrike">
                <a:solidFill>
                  <a:srgbClr val="333333"/>
                </a:solidFill>
                <a:effectLst/>
                <a:uFillTx/>
                <a:latin typeface="SRH Text"/>
                <a:ea typeface="SRH Text"/>
              </a:rPr>
              <a:t>Credit score: 348–850, with a mean of 643.6</a:t>
            </a:r>
            <a:endParaRPr lang="de-DE" sz="11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0" u="none" strike="noStrike">
                <a:solidFill>
                  <a:srgbClr val="333333"/>
                </a:solidFill>
                <a:effectLst/>
                <a:uFillTx/>
                <a:latin typeface="SRH Text"/>
                <a:ea typeface="SRH Text"/>
              </a:rPr>
              <a:t>💰 Financial Characteristics</a:t>
            </a:r>
            <a:endParaRPr lang="de-DE" sz="11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0" u="none" strike="noStrike">
                <a:solidFill>
                  <a:srgbClr val="333333"/>
                </a:solidFill>
                <a:effectLst/>
                <a:uFillTx/>
                <a:latin typeface="SRH Text"/>
                <a:ea typeface="SRH Text"/>
              </a:rPr>
              <a:t>Savings assets: Mean ≈ €3,596, with a very wide range up to €300,000</a:t>
            </a:r>
            <a:endParaRPr lang="de-DE" sz="11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0" u="none" strike="noStrike">
                <a:solidFill>
                  <a:srgbClr val="333333"/>
                </a:solidFill>
                <a:effectLst/>
                <a:uFillTx/>
                <a:latin typeface="SRH Text"/>
                <a:ea typeface="SRH Text"/>
              </a:rPr>
              <a:t>Current debt: Mean ≈ €14,291, maximum ≈ €163,344</a:t>
            </a:r>
            <a:endParaRPr lang="de-DE" sz="11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0" u="none" strike="noStrike">
                <a:solidFill>
                  <a:srgbClr val="333333"/>
                </a:solidFill>
                <a:effectLst/>
                <a:uFillTx/>
                <a:latin typeface="SRH Text"/>
                <a:ea typeface="SRH Text"/>
              </a:rPr>
              <a:t>Loan amount: Mean ≈ €33,043, ranging from €500 to €100,000</a:t>
            </a:r>
            <a:endParaRPr lang="de-DE" sz="11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0" u="none" strike="noStrike">
                <a:solidFill>
                  <a:srgbClr val="333333"/>
                </a:solidFill>
                <a:effectLst/>
                <a:uFillTx/>
                <a:latin typeface="SRH Text"/>
                <a:ea typeface="SRH Text"/>
              </a:rPr>
              <a:t>Interest rate: Mean ≈ 15.5%, ranging from 6% to 23%</a:t>
            </a:r>
            <a:endParaRPr lang="de-DE" sz="11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0" u="none" strike="noStrike">
                <a:solidFill>
                  <a:srgbClr val="333333"/>
                </a:solidFill>
                <a:effectLst/>
                <a:uFillTx/>
                <a:latin typeface="SRH Text"/>
                <a:ea typeface="SRH Text"/>
              </a:rPr>
              <a:t>📊 Credit History</a:t>
            </a:r>
            <a:endParaRPr lang="de-DE" sz="11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0" u="none" strike="noStrike">
                <a:solidFill>
                  <a:srgbClr val="333333"/>
                </a:solidFill>
                <a:effectLst/>
                <a:uFillTx/>
                <a:latin typeface="SRH Text"/>
                <a:ea typeface="SRH Text"/>
              </a:rPr>
              <a:t>Average credit history: 8.17 years</a:t>
            </a:r>
            <a:endParaRPr lang="de-DE" sz="11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0" u="none" strike="noStrike">
                <a:solidFill>
                  <a:srgbClr val="333333"/>
                </a:solidFill>
                <a:effectLst/>
                <a:uFillTx/>
                <a:latin typeface="SRH Text"/>
                <a:ea typeface="SRH Text"/>
              </a:rPr>
              <a:t>Previous defaults: 5.35% of applicants have a recorded default</a:t>
            </a:r>
            <a:endParaRPr lang="de-DE" sz="11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0" u="none" strike="noStrike">
                <a:solidFill>
                  <a:srgbClr val="333333"/>
                </a:solidFill>
                <a:effectLst/>
                <a:uFillTx/>
                <a:latin typeface="SRH Text"/>
                <a:ea typeface="SRH Text"/>
              </a:rPr>
              <a:t>Average delinquencies in the last two years: 0.55</a:t>
            </a:r>
            <a:endParaRPr lang="de-DE" sz="11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0" u="none" strike="noStrike">
                <a:solidFill>
                  <a:srgbClr val="333333"/>
                </a:solidFill>
                <a:effectLst/>
                <a:uFillTx/>
                <a:latin typeface="SRH Text"/>
                <a:ea typeface="SRH Text"/>
              </a:rPr>
              <a:t>Derogatory marks: mean 0.15, with a maximum of 4</a:t>
            </a:r>
            <a:endParaRPr lang="de-DE" sz="11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0" u="none" strike="noStrike">
                <a:solidFill>
                  <a:srgbClr val="333333"/>
                </a:solidFill>
                <a:effectLst/>
                <a:uFillTx/>
                <a:latin typeface="SRH Text"/>
                <a:ea typeface="SRH Text"/>
              </a:rPr>
              <a:t>🏦 Financial Ratios</a:t>
            </a:r>
            <a:endParaRPr lang="de-DE" sz="11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0" u="none" strike="noStrike">
                <a:solidFill>
                  <a:srgbClr val="333333"/>
                </a:solidFill>
                <a:effectLst/>
                <a:uFillTx/>
                <a:latin typeface="SRH Text"/>
                <a:ea typeface="SRH Text"/>
              </a:rPr>
              <a:t>Debt-to-income ratio: mean 0.286</a:t>
            </a:r>
            <a:endParaRPr lang="de-DE" sz="11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0" u="none" strike="noStrike">
                <a:solidFill>
                  <a:srgbClr val="333333"/>
                </a:solidFill>
                <a:effectLst/>
                <a:uFillTx/>
                <a:latin typeface="SRH Text"/>
                <a:ea typeface="SRH Text"/>
              </a:rPr>
              <a:t>Loan-to-income ratio: mean 0.702</a:t>
            </a:r>
            <a:endParaRPr lang="de-DE" sz="11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0" u="none" strike="noStrike">
                <a:solidFill>
                  <a:srgbClr val="333333"/>
                </a:solidFill>
                <a:effectLst/>
                <a:uFillTx/>
                <a:latin typeface="SRH Text"/>
                <a:ea typeface="SRH Text"/>
              </a:rPr>
              <a:t>Payment-to-income ratio: mean 210.3</a:t>
            </a:r>
            <a:endParaRPr lang="de-DE" sz="1100" b="0" u="none" strike="noStrike">
              <a:solidFill>
                <a:srgbClr val="333333"/>
              </a:solidFill>
              <a:effectLst/>
              <a:uFillTx/>
              <a:latin typeface="SRH Text"/>
            </a:endParaRPr>
          </a:p>
          <a:p>
            <a:pPr marL="285840" indent="0" algn="l" defTabSz="914400">
              <a:lnSpc>
                <a:spcPct val="150000"/>
              </a:lnSpc>
              <a:spcBef>
                <a:spcPts val="1191"/>
              </a:spcBef>
              <a:spcAft>
                <a:spcPts val="992"/>
              </a:spcAft>
              <a:buNone/>
              <a:tabLst>
                <a:tab pos="0" algn="l"/>
              </a:tabLst>
            </a:pPr>
            <a:r>
              <a:rPr lang="en-US" sz="1100" b="0" u="none" strike="noStrike">
                <a:solidFill>
                  <a:srgbClr val="333333"/>
                </a:solidFill>
                <a:effectLst/>
                <a:uFillTx/>
                <a:latin typeface="SRH Text"/>
                <a:ea typeface="SRH Text"/>
              </a:rPr>
              <a:t> </a:t>
            </a:r>
            <a:endParaRPr lang="de-DE" sz="1100" b="0" u="none" strike="noStrike">
              <a:solidFill>
                <a:srgbClr val="333333"/>
              </a:solidFill>
              <a:effectLst/>
              <a:uFillTx/>
              <a:latin typeface="SRH Text"/>
            </a:endParaRPr>
          </a:p>
        </p:txBody>
      </p:sp>
      <p:sp>
        <p:nvSpPr>
          <p:cNvPr id="244" name="PlaceHolder 3"/>
          <p:cNvSpPr>
            <a:spLocks noGrp="1"/>
          </p:cNvSpPr>
          <p:nvPr>
            <p:ph type="dt" idx="91"/>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E7F51319-55DD-4815-8EF5-373C42192D7E}" type="datetime1">
              <a:rPr lang="en-CA" sz="900" b="1" u="none" strike="noStrike">
                <a:solidFill>
                  <a:srgbClr val="6D7373"/>
                </a:solidFill>
                <a:effectLst/>
                <a:uFillTx/>
                <a:latin typeface="SRH Text"/>
                <a:ea typeface="SRH"/>
              </a:rPr>
              <a:t>2026-08-09</a:t>
            </a:fld>
            <a:endParaRPr lang="en-US" sz="900" b="0" u="none" strike="noStrike">
              <a:solidFill>
                <a:srgbClr val="000000"/>
              </a:solidFill>
              <a:effectLst/>
              <a:uFillTx/>
              <a:latin typeface="Times New Roman"/>
            </a:endParaRPr>
          </a:p>
        </p:txBody>
      </p:sp>
      <p:sp>
        <p:nvSpPr>
          <p:cNvPr id="245" name="PlaceHolder 4"/>
          <p:cNvSpPr>
            <a:spLocks noGrp="1"/>
          </p:cNvSpPr>
          <p:nvPr>
            <p:ph type="ftr" idx="92"/>
          </p:nvPr>
        </p:nvSpPr>
        <p:spPr>
          <a:xfrm>
            <a:off x="1242000" y="636660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nl-NL" sz="900" b="1" u="none" spc="-6" strike="noStrike">
                <a:solidFill>
                  <a:schemeClr val="dk1"/>
                </a:solidFill>
                <a:effectLst/>
                <a:uFillTx/>
                <a:latin typeface="Arial MT"/>
                <a:ea typeface="SRH"/>
              </a:defRPr>
            </a:lvl1pPr>
          </a:lstStyle>
          <a:p>
            <a:pPr indent="0" algn="l" defTabSz="914400">
              <a:lnSpc>
                <a:spcPct val="100000"/>
              </a:lnSpc>
              <a:buNone/>
              <a:tabLst>
                <a:tab pos="0" algn="l"/>
              </a:tabLst>
            </a:pPr>
            <a:r>
              <a:rPr lang="nl-NL" sz="900" b="1" u="none" spc="-6" strike="noStrike">
                <a:solidFill>
                  <a:schemeClr val="dk1"/>
                </a:solidFill>
                <a:effectLst/>
                <a:uFillTx/>
                <a:latin typeface="Arial MT"/>
                <a:ea typeface="SRH"/>
              </a:rPr>
              <a:t>SRH Hochschule Heidelberg</a:t>
            </a:r>
            <a:endParaRPr lang="en-US" sz="900" b="0" u="none" strike="noStrike">
              <a:solidFill>
                <a:srgbClr val="000000"/>
              </a:solidFill>
              <a:effectLst/>
              <a:uFillTx/>
              <a:latin typeface="Times New Roman"/>
            </a:endParaRPr>
          </a:p>
        </p:txBody>
      </p:sp>
      <p:sp>
        <p:nvSpPr>
          <p:cNvPr id="246" name="PlaceHolder 5"/>
          <p:cNvSpPr>
            <a:spLocks noGrp="1"/>
          </p:cNvSpPr>
          <p:nvPr>
            <p:ph type="sldNum" idx="93"/>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C4ACA70C-F47A-409E-94D7-1CF7E957A7DD}"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PlaceHolder 1"/>
          <p:cNvSpPr>
            <a:spLocks noGrp="1"/>
          </p:cNvSpPr>
          <p:nvPr>
            <p:ph type="title"/>
          </p:nvPr>
        </p:nvSpPr>
        <p:spPr>
          <a:xfrm>
            <a:off x="191880" y="-147600"/>
            <a:ext cx="9156240" cy="833400"/>
          </a:xfrm>
          <a:prstGeom prst="rect">
            <a:avLst/>
          </a:prstGeom>
          <a:noFill/>
          <a:ln w="0">
            <a:noFill/>
          </a:ln>
        </p:spPr>
        <p:txBody>
          <a:bodyPr numCol="1" spcCol="216000" lIns="0" tIns="0" rIns="0" bIns="0" anchor="b">
            <a:noAutofit/>
          </a:bodyPr>
          <a:p>
            <a:pPr indent="0" algn="l" defTabSz="914400">
              <a:lnSpc>
                <a:spcPct val="100000"/>
              </a:lnSpc>
              <a:spcBef>
                <a:spcPts val="1191"/>
              </a:spcBef>
              <a:spcAft>
                <a:spcPts val="992"/>
              </a:spcAft>
              <a:buNone/>
              <a:tabLst>
                <a:tab pos="0" algn="l"/>
              </a:tabLst>
            </a:pPr>
            <a:r>
              <a:rPr lang="en-US" sz="3000" b="1" u="none" strike="noStrike">
                <a:solidFill>
                  <a:schemeClr val="dk1"/>
                </a:solidFill>
                <a:effectLst/>
                <a:uFillTx/>
                <a:latin typeface="SRH Headline"/>
                <a:ea typeface="SRH Headline"/>
              </a:rPr>
              <a:t>Distribution &amp; Skewness</a:t>
            </a:r>
            <a:endParaRPr lang="de-DE" sz="3000" b="1" u="none" strike="noStrike">
              <a:solidFill>
                <a:schemeClr val="dk1"/>
              </a:solidFill>
              <a:effectLst/>
              <a:uFillTx/>
              <a:latin typeface="SRH Headline"/>
            </a:endParaRPr>
          </a:p>
        </p:txBody>
      </p:sp>
      <p:sp>
        <p:nvSpPr>
          <p:cNvPr id="248" name="PlaceHolder 2"/>
          <p:cNvSpPr>
            <a:spLocks noGrp="1"/>
          </p:cNvSpPr>
          <p:nvPr>
            <p:ph/>
          </p:nvPr>
        </p:nvSpPr>
        <p:spPr>
          <a:xfrm>
            <a:off x="228600" y="696600"/>
            <a:ext cx="10803960" cy="5704200"/>
          </a:xfrm>
          <a:prstGeom prst="rect">
            <a:avLst/>
          </a:prstGeom>
          <a:noFill/>
          <a:ln w="0">
            <a:noFill/>
          </a:ln>
        </p:spPr>
        <p:txBody>
          <a:bodyPr numCol="1" spcCol="216000" lIns="0" tIns="0" rIns="0" bIns="0" anchor="t">
            <a:noAutofit/>
          </a:bodyPr>
          <a:p>
            <a:pPr marL="285840" indent="0" algn="l" defTabSz="914400">
              <a:lnSpc>
                <a:spcPct val="150000"/>
              </a:lnSpc>
              <a:spcBef>
                <a:spcPts val="1191"/>
              </a:spcBef>
              <a:spcAft>
                <a:spcPts val="992"/>
              </a:spcAft>
              <a:buNone/>
              <a:tabLst>
                <a:tab pos="0" algn="l"/>
              </a:tabLst>
            </a:pPr>
            <a:r>
              <a:rPr lang="en-US" sz="1100" b="1" u="none" strike="noStrike">
                <a:solidFill>
                  <a:srgbClr val="FF8000"/>
                </a:solidFill>
                <a:effectLst/>
                <a:uFillTx/>
                <a:latin typeface="SRH Text"/>
                <a:ea typeface="SRH Text"/>
              </a:rPr>
              <a:t>Transformation Strategy</a:t>
            </a:r>
            <a:endParaRPr lang="de-DE" sz="1100" b="1" u="none" strike="noStrike">
              <a:solidFill>
                <a:srgbClr val="333333"/>
              </a:solidFill>
              <a:effectLst/>
              <a:uFillTx/>
              <a:latin typeface="SRH Text"/>
            </a:endParaRPr>
          </a:p>
          <a:p>
            <a:pPr marL="285840" indent="0" algn="l" defTabSz="914400">
              <a:lnSpc>
                <a:spcPct val="150000"/>
              </a:lnSpc>
              <a:spcBef>
                <a:spcPts val="1191"/>
              </a:spcBef>
              <a:spcAft>
                <a:spcPts val="992"/>
              </a:spcAft>
              <a:buNone/>
              <a:tabLst>
                <a:tab pos="0" algn="l"/>
              </a:tabLst>
            </a:pPr>
            <a:r>
              <a:rPr lang="en-US" sz="1100" b="1" u="none" strike="noStrike">
                <a:solidFill>
                  <a:srgbClr val="333333"/>
                </a:solidFill>
                <a:effectLst/>
                <a:uFillTx/>
                <a:latin typeface="SRH Text"/>
                <a:ea typeface="SRH Text"/>
              </a:rPr>
              <a:t>Highly Skewed Features → Log Transformation</a:t>
            </a:r>
            <a:endParaRPr lang="de-DE" sz="11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0" u="none" strike="noStrike">
                <a:solidFill>
                  <a:srgbClr val="333333"/>
                </a:solidFill>
                <a:effectLst/>
                <a:uFillTx/>
                <a:latin typeface="SRH Text"/>
                <a:ea typeface="SRH Text"/>
              </a:rPr>
              <a:t>Compresses extreme values</a:t>
            </a:r>
            <a:endParaRPr lang="de-DE" sz="11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0" u="none" strike="noStrike">
                <a:solidFill>
                  <a:srgbClr val="333333"/>
                </a:solidFill>
                <a:effectLst/>
                <a:uFillTx/>
                <a:latin typeface="SRH Text"/>
                <a:ea typeface="SRH Text"/>
              </a:rPr>
              <a:t>Reduces right-skewness</a:t>
            </a:r>
            <a:endParaRPr lang="de-DE" sz="11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0" u="none" strike="noStrike">
                <a:solidFill>
                  <a:srgbClr val="333333"/>
                </a:solidFill>
                <a:effectLst/>
                <a:uFillTx/>
                <a:latin typeface="SRH Text"/>
                <a:ea typeface="SRH Text"/>
              </a:rPr>
              <a:t>Produces more stable distributions</a:t>
            </a:r>
            <a:endParaRPr lang="de-DE" sz="1100" b="0" u="none" strike="noStrike">
              <a:solidFill>
                <a:srgbClr val="333333"/>
              </a:solidFill>
              <a:effectLst/>
              <a:uFillTx/>
              <a:latin typeface="SRH Text"/>
            </a:endParaRPr>
          </a:p>
          <a:p>
            <a:pPr marL="285840" indent="0" algn="l" defTabSz="914400">
              <a:lnSpc>
                <a:spcPct val="150000"/>
              </a:lnSpc>
              <a:spcBef>
                <a:spcPts val="1191"/>
              </a:spcBef>
              <a:spcAft>
                <a:spcPts val="992"/>
              </a:spcAft>
              <a:buNone/>
              <a:tabLst>
                <a:tab pos="0" algn="l"/>
              </a:tabLst>
            </a:pPr>
            <a:r>
              <a:rPr lang="en-US" sz="1100" b="1" u="none" strike="noStrike">
                <a:solidFill>
                  <a:srgbClr val="333333"/>
                </a:solidFill>
                <a:effectLst/>
                <a:uFillTx/>
                <a:latin typeface="SRH Text"/>
                <a:ea typeface="SRH Text"/>
              </a:rPr>
              <a:t>Continuous Features → StandardScaler</a:t>
            </a:r>
            <a:endParaRPr lang="de-DE" sz="11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0" u="none" strike="noStrike">
                <a:solidFill>
                  <a:srgbClr val="333333"/>
                </a:solidFill>
                <a:effectLst/>
                <a:uFillTx/>
                <a:latin typeface="SRH Text"/>
                <a:ea typeface="SRH Text"/>
              </a:rPr>
              <a:t>Centers features around zero</a:t>
            </a:r>
            <a:endParaRPr lang="de-DE" sz="11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0" u="none" strike="noStrike">
                <a:solidFill>
                  <a:srgbClr val="333333"/>
                </a:solidFill>
                <a:effectLst/>
                <a:uFillTx/>
                <a:latin typeface="SRH Text"/>
                <a:ea typeface="SRH Text"/>
              </a:rPr>
              <a:t>Normalizes the scale</a:t>
            </a:r>
            <a:endParaRPr lang="de-DE" sz="11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0" u="none" strike="noStrike">
                <a:solidFill>
                  <a:srgbClr val="333333"/>
                </a:solidFill>
                <a:effectLst/>
                <a:uFillTx/>
                <a:latin typeface="SRH Text"/>
                <a:ea typeface="SRH Text"/>
              </a:rPr>
              <a:t>Prevents large-scale variables from dominating model training</a:t>
            </a:r>
            <a:endParaRPr lang="de-DE" sz="1100" b="0" u="none" strike="noStrike">
              <a:solidFill>
                <a:srgbClr val="333333"/>
              </a:solidFill>
              <a:effectLst/>
              <a:uFillTx/>
              <a:latin typeface="SRH Text"/>
            </a:endParaRPr>
          </a:p>
          <a:p>
            <a:pPr marL="285840" indent="0" algn="l" defTabSz="914400">
              <a:lnSpc>
                <a:spcPct val="150000"/>
              </a:lnSpc>
              <a:spcBef>
                <a:spcPts val="1191"/>
              </a:spcBef>
              <a:spcAft>
                <a:spcPts val="992"/>
              </a:spcAft>
              <a:buNone/>
              <a:tabLst>
                <a:tab pos="0" algn="l"/>
              </a:tabLst>
            </a:pPr>
            <a:endParaRPr lang="de-DE" sz="1100" b="0" u="none" strike="noStrike">
              <a:solidFill>
                <a:srgbClr val="333333"/>
              </a:solidFill>
              <a:effectLst/>
              <a:uFillTx/>
              <a:latin typeface="SRH Text"/>
            </a:endParaRPr>
          </a:p>
        </p:txBody>
      </p:sp>
      <p:sp>
        <p:nvSpPr>
          <p:cNvPr id="249" name="PlaceHolder 3"/>
          <p:cNvSpPr>
            <a:spLocks noGrp="1"/>
          </p:cNvSpPr>
          <p:nvPr>
            <p:ph type="dt" idx="94"/>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5B4B69F7-91B5-4893-B767-F851EAC36B0D}" type="datetime1">
              <a:rPr lang="en-CA" sz="900" b="1" u="none" strike="noStrike">
                <a:solidFill>
                  <a:srgbClr val="6D7373"/>
                </a:solidFill>
                <a:effectLst/>
                <a:uFillTx/>
                <a:latin typeface="SRH Text"/>
                <a:ea typeface="SRH"/>
              </a:rPr>
              <a:t>2026-08-09</a:t>
            </a:fld>
            <a:endParaRPr lang="en-US" sz="900" b="0" u="none" strike="noStrike">
              <a:solidFill>
                <a:srgbClr val="000000"/>
              </a:solidFill>
              <a:effectLst/>
              <a:uFillTx/>
              <a:latin typeface="Times New Roman"/>
            </a:endParaRPr>
          </a:p>
        </p:txBody>
      </p:sp>
      <p:sp>
        <p:nvSpPr>
          <p:cNvPr id="250" name="PlaceHolder 4"/>
          <p:cNvSpPr>
            <a:spLocks noGrp="1"/>
          </p:cNvSpPr>
          <p:nvPr>
            <p:ph type="ftr" idx="95"/>
          </p:nvPr>
        </p:nvSpPr>
        <p:spPr>
          <a:xfrm>
            <a:off x="1242000" y="636660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nl-NL" sz="900" b="1" u="none" spc="-6" strike="noStrike">
                <a:solidFill>
                  <a:schemeClr val="dk1"/>
                </a:solidFill>
                <a:effectLst/>
                <a:uFillTx/>
                <a:latin typeface="Arial MT"/>
                <a:ea typeface="SRH"/>
              </a:defRPr>
            </a:lvl1pPr>
          </a:lstStyle>
          <a:p>
            <a:pPr indent="0" algn="l" defTabSz="914400">
              <a:lnSpc>
                <a:spcPct val="100000"/>
              </a:lnSpc>
              <a:buNone/>
              <a:tabLst>
                <a:tab pos="0" algn="l"/>
              </a:tabLst>
            </a:pPr>
            <a:r>
              <a:rPr lang="nl-NL" sz="900" b="1" u="none" spc="-6" strike="noStrike">
                <a:solidFill>
                  <a:schemeClr val="dk1"/>
                </a:solidFill>
                <a:effectLst/>
                <a:uFillTx/>
                <a:latin typeface="Arial MT"/>
                <a:ea typeface="SRH"/>
              </a:rPr>
              <a:t>SRH Hochschule Heidelberg</a:t>
            </a:r>
            <a:endParaRPr lang="en-US" sz="900" b="0" u="none" strike="noStrike">
              <a:solidFill>
                <a:srgbClr val="000000"/>
              </a:solidFill>
              <a:effectLst/>
              <a:uFillTx/>
              <a:latin typeface="Times New Roman"/>
            </a:endParaRPr>
          </a:p>
        </p:txBody>
      </p:sp>
      <p:sp>
        <p:nvSpPr>
          <p:cNvPr id="251" name="PlaceHolder 5"/>
          <p:cNvSpPr>
            <a:spLocks noGrp="1"/>
          </p:cNvSpPr>
          <p:nvPr>
            <p:ph type="sldNum" idx="96"/>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67E025AF-9B82-4352-83EF-B8DCCD9875EF}"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pic>
        <p:nvPicPr>
          <p:cNvPr id="252" name=""/>
          <p:cNvPicPr/>
          <p:nvPr/>
        </p:nvPicPr>
        <p:blipFill>
          <a:blip r:embed="rId1"/>
          <a:stretch/>
        </p:blipFill>
        <p:spPr>
          <a:xfrm>
            <a:off x="5832720" y="1371600"/>
            <a:ext cx="5368680" cy="457200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PlaceHolder 1"/>
          <p:cNvSpPr>
            <a:spLocks noGrp="1"/>
          </p:cNvSpPr>
          <p:nvPr>
            <p:ph type="title"/>
          </p:nvPr>
        </p:nvSpPr>
        <p:spPr>
          <a:xfrm>
            <a:off x="191880" y="-147600"/>
            <a:ext cx="9156240" cy="833400"/>
          </a:xfrm>
          <a:prstGeom prst="rect">
            <a:avLst/>
          </a:prstGeom>
          <a:noFill/>
          <a:ln w="0">
            <a:noFill/>
          </a:ln>
        </p:spPr>
        <p:txBody>
          <a:bodyPr numCol="1" spcCol="216000" lIns="0" tIns="0" rIns="0" bIns="0" anchor="b">
            <a:noAutofit/>
          </a:bodyPr>
          <a:p>
            <a:pPr indent="0" algn="l" defTabSz="914400">
              <a:lnSpc>
                <a:spcPct val="100000"/>
              </a:lnSpc>
              <a:spcBef>
                <a:spcPts val="1191"/>
              </a:spcBef>
              <a:spcAft>
                <a:spcPts val="992"/>
              </a:spcAft>
              <a:buNone/>
              <a:tabLst>
                <a:tab pos="0" algn="l"/>
              </a:tabLst>
            </a:pPr>
            <a:r>
              <a:rPr lang="en-US" sz="3000" b="1" u="none" strike="noStrike">
                <a:solidFill>
                  <a:schemeClr val="dk1"/>
                </a:solidFill>
                <a:effectLst/>
                <a:uFillTx/>
                <a:latin typeface="SRH Headline"/>
                <a:ea typeface="SRH Headline"/>
              </a:rPr>
              <a:t>Correlation Analysis</a:t>
            </a:r>
            <a:endParaRPr lang="de-DE" sz="3000" b="1" u="none" strike="noStrike">
              <a:solidFill>
                <a:schemeClr val="dk1"/>
              </a:solidFill>
              <a:effectLst/>
              <a:uFillTx/>
              <a:latin typeface="SRH Headline"/>
            </a:endParaRPr>
          </a:p>
        </p:txBody>
      </p:sp>
      <p:sp>
        <p:nvSpPr>
          <p:cNvPr id="254" name="PlaceHolder 2"/>
          <p:cNvSpPr>
            <a:spLocks noGrp="1"/>
          </p:cNvSpPr>
          <p:nvPr>
            <p:ph/>
          </p:nvPr>
        </p:nvSpPr>
        <p:spPr>
          <a:xfrm>
            <a:off x="228600" y="696600"/>
            <a:ext cx="10803960" cy="5704200"/>
          </a:xfrm>
          <a:prstGeom prst="rect">
            <a:avLst/>
          </a:prstGeom>
          <a:noFill/>
          <a:ln w="0">
            <a:noFill/>
          </a:ln>
        </p:spPr>
        <p:txBody>
          <a:bodyPr numCol="1" spcCol="216000" lIns="0" tIns="0" rIns="0" bIns="0" anchor="t">
            <a:noAutofit/>
          </a:bodyPr>
          <a:p>
            <a:pPr marL="285840" indent="0" algn="l" defTabSz="914400">
              <a:lnSpc>
                <a:spcPct val="150000"/>
              </a:lnSpc>
              <a:spcBef>
                <a:spcPts val="1191"/>
              </a:spcBef>
              <a:spcAft>
                <a:spcPts val="992"/>
              </a:spcAft>
              <a:buNone/>
              <a:tabLst>
                <a:tab pos="0" algn="l"/>
              </a:tabLst>
            </a:pPr>
            <a:r>
              <a:rPr lang="en-US" sz="1100" b="1" u="none" strike="noStrike">
                <a:solidFill>
                  <a:srgbClr val="1C1C1C"/>
                </a:solidFill>
                <a:effectLst/>
                <a:uFillTx/>
                <a:latin typeface="SRH Text"/>
                <a:ea typeface="SRH Text"/>
              </a:rPr>
              <a:t>Spearman rank correlation (ρ) was used to examine relationships between the engineered numerical features and the target variable. </a:t>
            </a:r>
            <a:endParaRPr lang="de-DE" sz="1100" b="0" u="none" strike="noStrike">
              <a:solidFill>
                <a:srgbClr val="1C1C1C"/>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1" u="none" strike="noStrike">
                <a:solidFill>
                  <a:srgbClr val="1C1C1C"/>
                </a:solidFill>
                <a:effectLst/>
                <a:uFillTx/>
                <a:latin typeface="SRH Text"/>
                <a:ea typeface="SRH Text"/>
              </a:rPr>
              <a:t>Important Feature Relationships</a:t>
            </a:r>
            <a:endParaRPr lang="de-DE" sz="1100" b="1" u="none" strike="noStrike">
              <a:solidFill>
                <a:srgbClr val="1C1C1C"/>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1" u="none" strike="noStrike">
                <a:solidFill>
                  <a:srgbClr val="1C1C1C"/>
                </a:solidFill>
                <a:effectLst/>
                <a:uFillTx/>
                <a:latin typeface="SRH Text"/>
                <a:ea typeface="SRH Text"/>
              </a:rPr>
              <a:t>Some predictors also show relatively strong correlations with each other:</a:t>
            </a:r>
            <a:endParaRPr lang="de-DE" sz="1100" b="0" u="none" strike="noStrike">
              <a:solidFill>
                <a:srgbClr val="1C1C1C"/>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1" u="none" strike="noStrike">
                <a:solidFill>
                  <a:srgbClr val="1C1C1C"/>
                </a:solidFill>
                <a:effectLst/>
                <a:uFillTx/>
                <a:latin typeface="SRH Text"/>
                <a:ea typeface="SRH Text"/>
              </a:rPr>
              <a:t>Loan-to-Income ↔ Payment-to-Income: ρ = 0.815</a:t>
            </a:r>
            <a:endParaRPr lang="de-DE" sz="1100" b="0" u="none" strike="noStrike">
              <a:solidFill>
                <a:srgbClr val="1C1C1C"/>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1" u="none" strike="noStrike">
                <a:solidFill>
                  <a:srgbClr val="1C1C1C"/>
                </a:solidFill>
                <a:effectLst/>
                <a:uFillTx/>
                <a:latin typeface="SRH Text"/>
                <a:ea typeface="SRH Text"/>
              </a:rPr>
              <a:t>Loan Amount ↔ Loan-to-Income: ρ = 0.755</a:t>
            </a:r>
            <a:endParaRPr lang="de-DE" sz="1100" b="0" u="none" strike="noStrike">
              <a:solidFill>
                <a:srgbClr val="1C1C1C"/>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1" u="none" strike="noStrike">
                <a:solidFill>
                  <a:srgbClr val="1C1C1C"/>
                </a:solidFill>
                <a:effectLst/>
                <a:uFillTx/>
                <a:latin typeface="SRH Text"/>
                <a:ea typeface="SRH Text"/>
              </a:rPr>
              <a:t>Current Debt ↔ Debt-to-Income: ρ = 0.716</a:t>
            </a:r>
            <a:endParaRPr lang="de-DE" sz="1100" b="0" u="none" strike="noStrike">
              <a:solidFill>
                <a:srgbClr val="1C1C1C"/>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1" u="none" strike="noStrike">
                <a:solidFill>
                  <a:srgbClr val="1C1C1C"/>
                </a:solidFill>
                <a:effectLst/>
                <a:uFillTx/>
                <a:latin typeface="SRH Text"/>
                <a:ea typeface="SRH Text"/>
              </a:rPr>
              <a:t>Age ↔ Credit History: ρ = 0.664</a:t>
            </a:r>
            <a:endParaRPr lang="de-DE" sz="1100" b="0" u="none" strike="noStrike">
              <a:solidFill>
                <a:srgbClr val="1C1C1C"/>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1" u="none" strike="noStrike">
                <a:solidFill>
                  <a:srgbClr val="1C1C1C"/>
                </a:solidFill>
                <a:effectLst/>
                <a:uFillTx/>
                <a:latin typeface="SRH Text"/>
                <a:ea typeface="SRH Text"/>
              </a:rPr>
              <a:t>Annual Income ↔ Current Debt: ρ = 0.657</a:t>
            </a:r>
            <a:endParaRPr lang="de-DE" sz="1100" b="0" u="none" strike="noStrike">
              <a:solidFill>
                <a:srgbClr val="1C1C1C"/>
              </a:solidFill>
              <a:effectLst/>
              <a:uFillTx/>
              <a:latin typeface="SRH Text"/>
            </a:endParaRPr>
          </a:p>
          <a:p>
            <a:pPr marL="285840" indent="0" algn="l" defTabSz="914400">
              <a:lnSpc>
                <a:spcPct val="150000"/>
              </a:lnSpc>
              <a:spcBef>
                <a:spcPts val="1191"/>
              </a:spcBef>
              <a:spcAft>
                <a:spcPts val="992"/>
              </a:spcAft>
              <a:buNone/>
              <a:tabLst>
                <a:tab pos="0" algn="l"/>
              </a:tabLst>
            </a:pPr>
            <a:endParaRPr lang="de-DE" sz="1100" b="0" u="none" strike="noStrike">
              <a:solidFill>
                <a:srgbClr val="1C1C1C"/>
              </a:solidFill>
              <a:effectLst/>
              <a:uFillTx/>
              <a:latin typeface="SRH Text"/>
            </a:endParaRPr>
          </a:p>
        </p:txBody>
      </p:sp>
      <p:sp>
        <p:nvSpPr>
          <p:cNvPr id="255" name="PlaceHolder 3"/>
          <p:cNvSpPr>
            <a:spLocks noGrp="1"/>
          </p:cNvSpPr>
          <p:nvPr>
            <p:ph type="dt" idx="97"/>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EA88C14D-3157-4F8D-93CB-AECDCA78C12C}" type="datetime1">
              <a:rPr lang="en-CA" sz="900" b="1" u="none" strike="noStrike">
                <a:solidFill>
                  <a:srgbClr val="6D7373"/>
                </a:solidFill>
                <a:effectLst/>
                <a:uFillTx/>
                <a:latin typeface="SRH Text"/>
                <a:ea typeface="SRH"/>
              </a:rPr>
              <a:t>2026-08-09</a:t>
            </a:fld>
            <a:endParaRPr lang="en-US" sz="900" b="0" u="none" strike="noStrike">
              <a:solidFill>
                <a:srgbClr val="000000"/>
              </a:solidFill>
              <a:effectLst/>
              <a:uFillTx/>
              <a:latin typeface="Times New Roman"/>
            </a:endParaRPr>
          </a:p>
        </p:txBody>
      </p:sp>
      <p:sp>
        <p:nvSpPr>
          <p:cNvPr id="256" name="PlaceHolder 4"/>
          <p:cNvSpPr>
            <a:spLocks noGrp="1"/>
          </p:cNvSpPr>
          <p:nvPr>
            <p:ph type="ftr" idx="98"/>
          </p:nvPr>
        </p:nvSpPr>
        <p:spPr>
          <a:xfrm>
            <a:off x="1242000" y="636660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nl-NL" sz="900" b="1" u="none" spc="-6" strike="noStrike">
                <a:solidFill>
                  <a:schemeClr val="dk1"/>
                </a:solidFill>
                <a:effectLst/>
                <a:uFillTx/>
                <a:latin typeface="Arial MT"/>
                <a:ea typeface="SRH"/>
              </a:defRPr>
            </a:lvl1pPr>
          </a:lstStyle>
          <a:p>
            <a:pPr indent="0" algn="l" defTabSz="914400">
              <a:lnSpc>
                <a:spcPct val="100000"/>
              </a:lnSpc>
              <a:buNone/>
              <a:tabLst>
                <a:tab pos="0" algn="l"/>
              </a:tabLst>
            </a:pPr>
            <a:r>
              <a:rPr lang="nl-NL" sz="900" b="1" u="none" spc="-6" strike="noStrike">
                <a:solidFill>
                  <a:schemeClr val="dk1"/>
                </a:solidFill>
                <a:effectLst/>
                <a:uFillTx/>
                <a:latin typeface="Arial MT"/>
                <a:ea typeface="SRH"/>
              </a:rPr>
              <a:t>SRH Hochschule Heidelberg</a:t>
            </a:r>
            <a:endParaRPr lang="en-US" sz="900" b="0" u="none" strike="noStrike">
              <a:solidFill>
                <a:srgbClr val="000000"/>
              </a:solidFill>
              <a:effectLst/>
              <a:uFillTx/>
              <a:latin typeface="Times New Roman"/>
            </a:endParaRPr>
          </a:p>
        </p:txBody>
      </p:sp>
      <p:sp>
        <p:nvSpPr>
          <p:cNvPr id="257" name="PlaceHolder 5"/>
          <p:cNvSpPr>
            <a:spLocks noGrp="1"/>
          </p:cNvSpPr>
          <p:nvPr>
            <p:ph type="sldNum" idx="99"/>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AFD53AF4-2B01-4B6B-B544-19A5508EB7B0}"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pic>
        <p:nvPicPr>
          <p:cNvPr id="258" name=""/>
          <p:cNvPicPr/>
          <p:nvPr/>
        </p:nvPicPr>
        <p:blipFill>
          <a:blip r:embed="rId1"/>
          <a:stretch/>
        </p:blipFill>
        <p:spPr>
          <a:xfrm>
            <a:off x="6071400" y="2023200"/>
            <a:ext cx="5815800" cy="4343400"/>
          </a:xfrm>
          <a:prstGeom prst="rect">
            <a:avLst/>
          </a:prstGeom>
          <a:noFill/>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9" name="PlaceHolder 1"/>
          <p:cNvSpPr>
            <a:spLocks noGrp="1"/>
          </p:cNvSpPr>
          <p:nvPr>
            <p:ph type="title"/>
          </p:nvPr>
        </p:nvSpPr>
        <p:spPr>
          <a:xfrm>
            <a:off x="191880" y="-147600"/>
            <a:ext cx="9156240" cy="833400"/>
          </a:xfrm>
          <a:prstGeom prst="rect">
            <a:avLst/>
          </a:prstGeom>
          <a:noFill/>
          <a:ln w="0">
            <a:noFill/>
          </a:ln>
        </p:spPr>
        <p:txBody>
          <a:bodyPr numCol="1" spcCol="216000" lIns="0" tIns="0" rIns="0" bIns="0" anchor="b">
            <a:noAutofit/>
          </a:bodyPr>
          <a:p>
            <a:pPr indent="0" algn="l" defTabSz="914400">
              <a:lnSpc>
                <a:spcPct val="100000"/>
              </a:lnSpc>
              <a:spcBef>
                <a:spcPts val="1191"/>
              </a:spcBef>
              <a:spcAft>
                <a:spcPts val="992"/>
              </a:spcAft>
              <a:buNone/>
              <a:tabLst>
                <a:tab pos="0" algn="l"/>
              </a:tabLst>
            </a:pPr>
            <a:r>
              <a:rPr lang="en-US" sz="3000" b="1" u="none" strike="noStrike">
                <a:solidFill>
                  <a:schemeClr val="dk1"/>
                </a:solidFill>
                <a:effectLst/>
                <a:uFillTx/>
                <a:latin typeface="SRH Headline"/>
                <a:ea typeface="SRH Headline"/>
              </a:rPr>
              <a:t>Correlation Analysis</a:t>
            </a:r>
            <a:endParaRPr lang="de-DE" sz="3000" b="1" u="none" strike="noStrike">
              <a:solidFill>
                <a:schemeClr val="dk1"/>
              </a:solidFill>
              <a:effectLst/>
              <a:uFillTx/>
              <a:latin typeface="SRH Headline"/>
            </a:endParaRPr>
          </a:p>
        </p:txBody>
      </p:sp>
      <p:pic>
        <p:nvPicPr>
          <p:cNvPr id="260" name=""/>
          <p:cNvPicPr/>
          <p:nvPr/>
        </p:nvPicPr>
        <p:blipFill>
          <a:blip r:embed="rId1"/>
          <a:stretch/>
        </p:blipFill>
        <p:spPr>
          <a:xfrm>
            <a:off x="1600200" y="914400"/>
            <a:ext cx="8458200" cy="5704200"/>
          </a:xfrm>
          <a:prstGeom prst="rect">
            <a:avLst/>
          </a:prstGeom>
          <a:noFill/>
          <a:ln w="0">
            <a:noFill/>
          </a:ln>
        </p:spPr>
      </p:pic>
      <p:sp>
        <p:nvSpPr>
          <p:cNvPr id="261" name="PlaceHolder 2"/>
          <p:cNvSpPr>
            <a:spLocks noGrp="1"/>
          </p:cNvSpPr>
          <p:nvPr>
            <p:ph type="dt" idx="100"/>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876C2E63-5283-474D-8685-F290821C62B5}" type="datetime1">
              <a:rPr lang="en-CA" sz="900" b="1" u="none" strike="noStrike">
                <a:solidFill>
                  <a:srgbClr val="6D7373"/>
                </a:solidFill>
                <a:effectLst/>
                <a:uFillTx/>
                <a:latin typeface="SRH Text"/>
                <a:ea typeface="SRH"/>
              </a:rPr>
              <a:t>2026-08-09</a:t>
            </a:fld>
            <a:endParaRPr lang="en-US" sz="900" b="0" u="none" strike="noStrike">
              <a:solidFill>
                <a:srgbClr val="000000"/>
              </a:solidFill>
              <a:effectLst/>
              <a:uFillTx/>
              <a:latin typeface="Times New Roman"/>
            </a:endParaRPr>
          </a:p>
        </p:txBody>
      </p:sp>
      <p:sp>
        <p:nvSpPr>
          <p:cNvPr id="262" name="PlaceHolder 3"/>
          <p:cNvSpPr>
            <a:spLocks noGrp="1"/>
          </p:cNvSpPr>
          <p:nvPr>
            <p:ph type="ftr" idx="101"/>
          </p:nvPr>
        </p:nvSpPr>
        <p:spPr>
          <a:xfrm>
            <a:off x="1242000" y="636660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nl-NL" sz="900" b="1" u="none" spc="-6" strike="noStrike">
                <a:solidFill>
                  <a:schemeClr val="dk1"/>
                </a:solidFill>
                <a:effectLst/>
                <a:uFillTx/>
                <a:latin typeface="Arial MT"/>
                <a:ea typeface="SRH"/>
              </a:defRPr>
            </a:lvl1pPr>
          </a:lstStyle>
          <a:p>
            <a:pPr indent="0" algn="l" defTabSz="914400">
              <a:lnSpc>
                <a:spcPct val="100000"/>
              </a:lnSpc>
              <a:buNone/>
              <a:tabLst>
                <a:tab pos="0" algn="l"/>
              </a:tabLst>
            </a:pPr>
            <a:r>
              <a:rPr lang="nl-NL" sz="900" b="1" u="none" spc="-6" strike="noStrike">
                <a:solidFill>
                  <a:schemeClr val="dk1"/>
                </a:solidFill>
                <a:effectLst/>
                <a:uFillTx/>
                <a:latin typeface="Arial MT"/>
                <a:ea typeface="SRH"/>
              </a:rPr>
              <a:t>SRH Hochschule Heidelberg</a:t>
            </a:r>
            <a:endParaRPr lang="en-US" sz="900" b="0" u="none" strike="noStrike">
              <a:solidFill>
                <a:srgbClr val="000000"/>
              </a:solidFill>
              <a:effectLst/>
              <a:uFillTx/>
              <a:latin typeface="Times New Roman"/>
            </a:endParaRPr>
          </a:p>
        </p:txBody>
      </p:sp>
      <p:sp>
        <p:nvSpPr>
          <p:cNvPr id="263" name="PlaceHolder 4"/>
          <p:cNvSpPr>
            <a:spLocks noGrp="1"/>
          </p:cNvSpPr>
          <p:nvPr>
            <p:ph type="sldNum" idx="102"/>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1D472226-6CED-44CA-B8A4-02EEA15D8FBF}"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4" name="PlaceHolder 1"/>
          <p:cNvSpPr>
            <a:spLocks noGrp="1"/>
          </p:cNvSpPr>
          <p:nvPr>
            <p:ph type="title"/>
          </p:nvPr>
        </p:nvSpPr>
        <p:spPr>
          <a:xfrm>
            <a:off x="191880" y="-147600"/>
            <a:ext cx="9156240" cy="833400"/>
          </a:xfrm>
          <a:prstGeom prst="rect">
            <a:avLst/>
          </a:prstGeom>
          <a:noFill/>
          <a:ln w="0">
            <a:noFill/>
          </a:ln>
        </p:spPr>
        <p:txBody>
          <a:bodyPr numCol="1" spcCol="216000" lIns="0" tIns="0" rIns="0" bIns="0" anchor="b">
            <a:noAutofit/>
          </a:bodyPr>
          <a:p>
            <a:pPr indent="0" algn="l" defTabSz="914400">
              <a:lnSpc>
                <a:spcPct val="100000"/>
              </a:lnSpc>
              <a:spcBef>
                <a:spcPts val="1191"/>
              </a:spcBef>
              <a:spcAft>
                <a:spcPts val="992"/>
              </a:spcAft>
              <a:buNone/>
              <a:tabLst>
                <a:tab pos="0" algn="l"/>
              </a:tabLst>
            </a:pPr>
            <a:r>
              <a:rPr lang="en-US" sz="3000" b="1" u="none" strike="noStrike">
                <a:solidFill>
                  <a:schemeClr val="dk1"/>
                </a:solidFill>
                <a:effectLst/>
                <a:uFillTx/>
                <a:latin typeface="SRH Headline"/>
                <a:ea typeface="SRH Headline"/>
              </a:rPr>
              <a:t>Class Imbalance</a:t>
            </a:r>
            <a:endParaRPr lang="de-DE" sz="3000" b="1" u="none" strike="noStrike">
              <a:solidFill>
                <a:schemeClr val="dk1"/>
              </a:solidFill>
              <a:effectLst/>
              <a:uFillTx/>
              <a:latin typeface="SRH Headline"/>
            </a:endParaRPr>
          </a:p>
        </p:txBody>
      </p:sp>
      <p:sp>
        <p:nvSpPr>
          <p:cNvPr id="265" name="PlaceHolder 2"/>
          <p:cNvSpPr>
            <a:spLocks noGrp="1"/>
          </p:cNvSpPr>
          <p:nvPr>
            <p:ph/>
          </p:nvPr>
        </p:nvSpPr>
        <p:spPr>
          <a:xfrm>
            <a:off x="228600" y="696600"/>
            <a:ext cx="10803960" cy="5704200"/>
          </a:xfrm>
          <a:prstGeom prst="rect">
            <a:avLst/>
          </a:prstGeom>
          <a:noFill/>
          <a:ln w="0">
            <a:noFill/>
          </a:ln>
        </p:spPr>
        <p:txBody>
          <a:bodyPr numCol="1" spcCol="216000" lIns="0" tIns="0" rIns="0" bIns="0" anchor="t">
            <a:noAutofit/>
          </a:bodyPr>
          <a:p>
            <a:pPr marL="285840" indent="0" algn="l" defTabSz="914400">
              <a:lnSpc>
                <a:spcPct val="150000"/>
              </a:lnSpc>
              <a:spcBef>
                <a:spcPts val="1191"/>
              </a:spcBef>
              <a:spcAft>
                <a:spcPts val="992"/>
              </a:spcAft>
              <a:buNone/>
              <a:tabLst>
                <a:tab pos="0" algn="l"/>
              </a:tabLst>
            </a:pPr>
            <a:r>
              <a:rPr lang="en-US" sz="1100" b="1" u="none" strike="noStrike">
                <a:solidFill>
                  <a:srgbClr val="1C1C1C"/>
                </a:solidFill>
                <a:effectLst/>
                <a:uFillTx/>
                <a:latin typeface="SRH Text"/>
                <a:ea typeface="SRH Text"/>
              </a:rPr>
              <a:t>The distribution of the target variable was examined to determine whether the dataset contains a significant class imbalance and whether imbalance-handling techniques are required.</a:t>
            </a:r>
            <a:endParaRPr lang="de-DE" sz="1100" b="0" u="none" strike="noStrike">
              <a:solidFill>
                <a:srgbClr val="1C1C1C"/>
              </a:solidFill>
              <a:effectLst/>
              <a:uFillTx/>
              <a:latin typeface="SRH Text"/>
            </a:endParaRPr>
          </a:p>
        </p:txBody>
      </p:sp>
      <p:sp>
        <p:nvSpPr>
          <p:cNvPr id="266" name="PlaceHolder 3"/>
          <p:cNvSpPr>
            <a:spLocks noGrp="1"/>
          </p:cNvSpPr>
          <p:nvPr>
            <p:ph type="dt" idx="103"/>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9FEF7475-831D-48C3-A208-66B978018810}" type="datetime1">
              <a:rPr lang="en-CA" sz="900" b="1" u="none" strike="noStrike">
                <a:solidFill>
                  <a:srgbClr val="6D7373"/>
                </a:solidFill>
                <a:effectLst/>
                <a:uFillTx/>
                <a:latin typeface="SRH Text"/>
                <a:ea typeface="SRH"/>
              </a:rPr>
              <a:t>2026-08-09</a:t>
            </a:fld>
            <a:endParaRPr lang="en-US" sz="900" b="0" u="none" strike="noStrike">
              <a:solidFill>
                <a:srgbClr val="000000"/>
              </a:solidFill>
              <a:effectLst/>
              <a:uFillTx/>
              <a:latin typeface="Times New Roman"/>
            </a:endParaRPr>
          </a:p>
        </p:txBody>
      </p:sp>
      <p:sp>
        <p:nvSpPr>
          <p:cNvPr id="267" name="PlaceHolder 4"/>
          <p:cNvSpPr>
            <a:spLocks noGrp="1"/>
          </p:cNvSpPr>
          <p:nvPr>
            <p:ph type="ftr" idx="104"/>
          </p:nvPr>
        </p:nvSpPr>
        <p:spPr>
          <a:xfrm>
            <a:off x="1242000" y="636660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nl-NL" sz="900" b="1" u="none" spc="-6" strike="noStrike">
                <a:solidFill>
                  <a:schemeClr val="dk1"/>
                </a:solidFill>
                <a:effectLst/>
                <a:uFillTx/>
                <a:latin typeface="Arial MT"/>
                <a:ea typeface="SRH"/>
              </a:defRPr>
            </a:lvl1pPr>
          </a:lstStyle>
          <a:p>
            <a:pPr indent="0" algn="l" defTabSz="914400">
              <a:lnSpc>
                <a:spcPct val="100000"/>
              </a:lnSpc>
              <a:buNone/>
              <a:tabLst>
                <a:tab pos="0" algn="l"/>
              </a:tabLst>
            </a:pPr>
            <a:r>
              <a:rPr lang="nl-NL" sz="900" b="1" u="none" spc="-6" strike="noStrike">
                <a:solidFill>
                  <a:schemeClr val="dk1"/>
                </a:solidFill>
                <a:effectLst/>
                <a:uFillTx/>
                <a:latin typeface="Arial MT"/>
                <a:ea typeface="SRH"/>
              </a:rPr>
              <a:t>SRH Hochschule Heidelberg</a:t>
            </a:r>
            <a:endParaRPr lang="en-US" sz="900" b="0" u="none" strike="noStrike">
              <a:solidFill>
                <a:srgbClr val="000000"/>
              </a:solidFill>
              <a:effectLst/>
              <a:uFillTx/>
              <a:latin typeface="Times New Roman"/>
            </a:endParaRPr>
          </a:p>
        </p:txBody>
      </p:sp>
      <p:sp>
        <p:nvSpPr>
          <p:cNvPr id="268" name="PlaceHolder 5"/>
          <p:cNvSpPr>
            <a:spLocks noGrp="1"/>
          </p:cNvSpPr>
          <p:nvPr>
            <p:ph type="sldNum" idx="105"/>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97931B63-981D-4667-AEC5-CA970EEE0187}"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pic>
        <p:nvPicPr>
          <p:cNvPr id="269" name=""/>
          <p:cNvPicPr/>
          <p:nvPr/>
        </p:nvPicPr>
        <p:blipFill>
          <a:blip r:embed="rId1"/>
          <a:stretch/>
        </p:blipFill>
        <p:spPr>
          <a:xfrm>
            <a:off x="6773400" y="1371600"/>
            <a:ext cx="5029200" cy="5029200"/>
          </a:xfrm>
          <a:prstGeom prst="rect">
            <a:avLst/>
          </a:prstGeom>
          <a:noFill/>
          <a:ln w="0">
            <a:noFill/>
          </a:ln>
        </p:spPr>
      </p:pic>
      <p:pic>
        <p:nvPicPr>
          <p:cNvPr id="270" name=""/>
          <p:cNvPicPr/>
          <p:nvPr/>
        </p:nvPicPr>
        <p:blipFill>
          <a:blip r:embed="rId2"/>
          <a:stretch/>
        </p:blipFill>
        <p:spPr>
          <a:xfrm>
            <a:off x="84600" y="1333800"/>
            <a:ext cx="6759000" cy="2323800"/>
          </a:xfrm>
          <a:prstGeom prst="rect">
            <a:avLst/>
          </a:prstGeom>
          <a:noFill/>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1" name="PlaceHolder 1"/>
          <p:cNvSpPr>
            <a:spLocks noGrp="1"/>
          </p:cNvSpPr>
          <p:nvPr>
            <p:ph type="title"/>
          </p:nvPr>
        </p:nvSpPr>
        <p:spPr>
          <a:xfrm>
            <a:off x="191880" y="-147600"/>
            <a:ext cx="9156240" cy="833400"/>
          </a:xfrm>
          <a:prstGeom prst="rect">
            <a:avLst/>
          </a:prstGeom>
          <a:noFill/>
          <a:ln w="0">
            <a:noFill/>
          </a:ln>
        </p:spPr>
        <p:txBody>
          <a:bodyPr numCol="1" spcCol="216000" lIns="0" tIns="0" rIns="0" bIns="0" anchor="b">
            <a:noAutofit/>
          </a:bodyPr>
          <a:p>
            <a:pPr indent="0" algn="l" defTabSz="914400">
              <a:spcBef>
                <a:spcPts val="1191"/>
              </a:spcBef>
              <a:spcAft>
                <a:spcPts val="992"/>
              </a:spcAft>
              <a:buNone/>
              <a:tabLst>
                <a:tab pos="0" algn="l"/>
              </a:tabLst>
            </a:pPr>
            <a:r>
              <a:rPr lang="en-US" sz="3000" b="1" u="none" strike="noStrike">
                <a:solidFill>
                  <a:srgbClr val="C00000"/>
                </a:solidFill>
                <a:effectLst/>
                <a:uFillTx/>
                <a:latin typeface="SRH Headline"/>
                <a:ea typeface="SRH Headline"/>
              </a:rPr>
              <a:t>Feature Importance</a:t>
            </a:r>
            <a:r>
              <a:rPr lang="de-DE" sz="1600" b="1" u="none" strike="noStrike">
                <a:solidFill>
                  <a:srgbClr val="FF4000"/>
                </a:solidFill>
                <a:effectLst/>
                <a:uFillTx/>
                <a:latin typeface="SRH Headline"/>
              </a:rPr>
              <a:t> — XGBoost </a:t>
            </a:r>
            <a:endParaRPr lang="de-DE" sz="1600" b="1" u="none" strike="noStrike">
              <a:solidFill>
                <a:srgbClr val="FF4000"/>
              </a:solidFill>
              <a:effectLst/>
              <a:uFillTx/>
              <a:latin typeface="SRH Headline"/>
            </a:endParaRPr>
          </a:p>
        </p:txBody>
      </p:sp>
      <p:sp>
        <p:nvSpPr>
          <p:cNvPr id="272" name="PlaceHolder 2"/>
          <p:cNvSpPr>
            <a:spLocks noGrp="1"/>
          </p:cNvSpPr>
          <p:nvPr>
            <p:ph/>
          </p:nvPr>
        </p:nvSpPr>
        <p:spPr>
          <a:xfrm>
            <a:off x="228600" y="696600"/>
            <a:ext cx="4800600" cy="5704200"/>
          </a:xfrm>
          <a:prstGeom prst="rect">
            <a:avLst/>
          </a:prstGeom>
          <a:noFill/>
          <a:ln w="0">
            <a:noFill/>
          </a:ln>
        </p:spPr>
        <p:txBody>
          <a:bodyPr numCol="1" spcCol="216000" lIns="0" tIns="0" rIns="0" bIns="0" anchor="t">
            <a:noAutofit/>
          </a:bodyPr>
          <a:p>
            <a:pPr marL="285840" indent="0" algn="l" defTabSz="914400">
              <a:lnSpc>
                <a:spcPct val="150000"/>
              </a:lnSpc>
              <a:spcBef>
                <a:spcPts val="1191"/>
              </a:spcBef>
              <a:spcAft>
                <a:spcPts val="992"/>
              </a:spcAft>
              <a:buNone/>
              <a:tabLst>
                <a:tab pos="0" algn="l"/>
              </a:tabLst>
            </a:pPr>
            <a:r>
              <a:rPr lang="en-US" sz="1300" b="1" u="none" strike="noStrike">
                <a:solidFill>
                  <a:srgbClr val="1C1C1C"/>
                </a:solidFill>
                <a:effectLst/>
                <a:uFillTx/>
                <a:latin typeface="SRH Text"/>
                <a:ea typeface="SRH Text"/>
              </a:rPr>
              <a:t>XGBoost was used to identify the most influential features for credit-risk prediction. </a:t>
            </a:r>
            <a:endParaRPr lang="de-DE" sz="1300" b="0" u="none" strike="noStrike">
              <a:solidFill>
                <a:srgbClr val="333333"/>
              </a:solidFill>
              <a:effectLst/>
              <a:uFillTx/>
              <a:latin typeface="SRH Text"/>
            </a:endParaRPr>
          </a:p>
          <a:p>
            <a:pPr marL="285840" indent="0" algn="l" defTabSz="914400">
              <a:lnSpc>
                <a:spcPct val="150000"/>
              </a:lnSpc>
              <a:spcBef>
                <a:spcPts val="1191"/>
              </a:spcBef>
              <a:spcAft>
                <a:spcPts val="992"/>
              </a:spcAft>
              <a:buNone/>
              <a:tabLst>
                <a:tab pos="0" algn="l"/>
              </a:tabLst>
            </a:pPr>
            <a:r>
              <a:rPr lang="en-US" sz="1300" b="1" u="none" strike="noStrike">
                <a:solidFill>
                  <a:srgbClr val="1C1C1C"/>
                </a:solidFill>
                <a:effectLst/>
                <a:uFillTx/>
                <a:latin typeface="SRH Text"/>
                <a:ea typeface="SRH Text"/>
              </a:rPr>
              <a:t>The most important features were: </a:t>
            </a:r>
            <a:endParaRPr lang="de-DE" sz="13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Credit score: 22.8% </a:t>
            </a:r>
            <a:endParaRPr lang="de-DE" sz="13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Delinquencies: 14.9% </a:t>
            </a:r>
            <a:endParaRPr lang="de-DE" sz="13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Debt-to-income ratio: 14.2% </a:t>
            </a:r>
            <a:endParaRPr lang="de-DE" sz="1300" b="0" u="none" strike="noStrike">
              <a:solidFill>
                <a:srgbClr val="333333"/>
              </a:solidFill>
              <a:effectLst/>
              <a:uFillTx/>
              <a:latin typeface="SRH Text"/>
            </a:endParaRPr>
          </a:p>
          <a:p>
            <a:pPr marL="285840" indent="0" algn="l" defTabSz="914400">
              <a:lnSpc>
                <a:spcPct val="150000"/>
              </a:lnSpc>
              <a:spcBef>
                <a:spcPts val="1191"/>
              </a:spcBef>
              <a:spcAft>
                <a:spcPts val="992"/>
              </a:spcAft>
              <a:buNone/>
              <a:tabLst>
                <a:tab pos="0" algn="l"/>
              </a:tabLst>
            </a:pPr>
            <a:r>
              <a:rPr lang="en-US" sz="1300" b="1" u="none" strike="noStrike">
                <a:solidFill>
                  <a:srgbClr val="1C1C1C"/>
                </a:solidFill>
                <a:effectLst/>
                <a:uFillTx/>
                <a:latin typeface="SRH Text"/>
                <a:ea typeface="SRH Text"/>
              </a:rPr>
              <a:t>No features had importance below 0.02, </a:t>
            </a:r>
            <a:endParaRPr lang="de-DE" sz="1300" b="0" u="none" strike="noStrike">
              <a:solidFill>
                <a:srgbClr val="333333"/>
              </a:solidFill>
              <a:effectLst/>
              <a:uFillTx/>
              <a:latin typeface="SRH Text"/>
            </a:endParaRPr>
          </a:p>
          <a:p>
            <a:pPr marL="285840" indent="0" algn="l" defTabSz="914400">
              <a:lnSpc>
                <a:spcPct val="150000"/>
              </a:lnSpc>
              <a:spcBef>
                <a:spcPts val="1191"/>
              </a:spcBef>
              <a:spcAft>
                <a:spcPts val="992"/>
              </a:spcAft>
              <a:buNone/>
              <a:tabLst>
                <a:tab pos="0" algn="l"/>
              </a:tabLst>
            </a:pPr>
            <a:r>
              <a:rPr lang="en-US" sz="1300" b="1" u="none" strike="noStrike">
                <a:solidFill>
                  <a:srgbClr val="1C1C1C"/>
                </a:solidFill>
                <a:effectLst/>
                <a:uFillTx/>
                <a:latin typeface="SRH Text"/>
                <a:ea typeface="SRH Text"/>
              </a:rPr>
              <a:t>so no feature was removed based on this criterion.</a:t>
            </a:r>
            <a:endParaRPr lang="de-DE" sz="1300" b="0" u="none" strike="noStrike">
              <a:solidFill>
                <a:srgbClr val="333333"/>
              </a:solidFill>
              <a:effectLst/>
              <a:uFillTx/>
              <a:latin typeface="SRH Text"/>
            </a:endParaRPr>
          </a:p>
          <a:p>
            <a:pPr marL="285840" indent="0" algn="l" defTabSz="914400">
              <a:lnSpc>
                <a:spcPct val="150000"/>
              </a:lnSpc>
              <a:spcBef>
                <a:spcPts val="1191"/>
              </a:spcBef>
              <a:spcAft>
                <a:spcPts val="992"/>
              </a:spcAft>
              <a:buNone/>
              <a:tabLst>
                <a:tab pos="0" algn="l"/>
              </a:tabLst>
            </a:pPr>
            <a:endParaRPr lang="de-DE" sz="1300" b="0" u="none" strike="noStrike">
              <a:solidFill>
                <a:srgbClr val="333333"/>
              </a:solidFill>
              <a:effectLst/>
              <a:uFillTx/>
              <a:latin typeface="SRH Text"/>
            </a:endParaRPr>
          </a:p>
        </p:txBody>
      </p:sp>
      <p:sp>
        <p:nvSpPr>
          <p:cNvPr id="273" name="PlaceHolder 3"/>
          <p:cNvSpPr>
            <a:spLocks noGrp="1"/>
          </p:cNvSpPr>
          <p:nvPr>
            <p:ph type="dt" idx="106"/>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5750E6BA-DB43-47AB-86AA-B7A1B9853E62}" type="datetime1">
              <a:rPr lang="en-CA" sz="900" b="1" u="none" strike="noStrike">
                <a:solidFill>
                  <a:srgbClr val="6D7373"/>
                </a:solidFill>
                <a:effectLst/>
                <a:uFillTx/>
                <a:latin typeface="SRH Text"/>
                <a:ea typeface="SRH"/>
              </a:rPr>
              <a:t>2026-08-09</a:t>
            </a:fld>
            <a:endParaRPr lang="en-US" sz="900" b="0" u="none" strike="noStrike">
              <a:solidFill>
                <a:srgbClr val="000000"/>
              </a:solidFill>
              <a:effectLst/>
              <a:uFillTx/>
              <a:latin typeface="Times New Roman"/>
            </a:endParaRPr>
          </a:p>
        </p:txBody>
      </p:sp>
      <p:sp>
        <p:nvSpPr>
          <p:cNvPr id="274" name="PlaceHolder 4"/>
          <p:cNvSpPr>
            <a:spLocks noGrp="1"/>
          </p:cNvSpPr>
          <p:nvPr>
            <p:ph type="ftr" idx="107"/>
          </p:nvPr>
        </p:nvSpPr>
        <p:spPr>
          <a:xfrm>
            <a:off x="1242000" y="636660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nl-NL" sz="900" b="1" u="none" spc="-6" strike="noStrike">
                <a:solidFill>
                  <a:schemeClr val="dk1"/>
                </a:solidFill>
                <a:effectLst/>
                <a:uFillTx/>
                <a:latin typeface="Arial MT"/>
                <a:ea typeface="SRH"/>
              </a:defRPr>
            </a:lvl1pPr>
          </a:lstStyle>
          <a:p>
            <a:pPr indent="0" algn="l" defTabSz="914400">
              <a:lnSpc>
                <a:spcPct val="100000"/>
              </a:lnSpc>
              <a:buNone/>
              <a:tabLst>
                <a:tab pos="0" algn="l"/>
              </a:tabLst>
            </a:pPr>
            <a:r>
              <a:rPr lang="nl-NL" sz="900" b="1" u="none" spc="-6" strike="noStrike">
                <a:solidFill>
                  <a:schemeClr val="dk1"/>
                </a:solidFill>
                <a:effectLst/>
                <a:uFillTx/>
                <a:latin typeface="Arial MT"/>
                <a:ea typeface="SRH"/>
              </a:rPr>
              <a:t>SRH Hochschule Heidelberg</a:t>
            </a:r>
            <a:endParaRPr lang="en-US" sz="900" b="0" u="none" strike="noStrike">
              <a:solidFill>
                <a:srgbClr val="000000"/>
              </a:solidFill>
              <a:effectLst/>
              <a:uFillTx/>
              <a:latin typeface="Times New Roman"/>
            </a:endParaRPr>
          </a:p>
        </p:txBody>
      </p:sp>
      <p:sp>
        <p:nvSpPr>
          <p:cNvPr id="275" name="PlaceHolder 5"/>
          <p:cNvSpPr>
            <a:spLocks noGrp="1"/>
          </p:cNvSpPr>
          <p:nvPr>
            <p:ph type="sldNum" idx="108"/>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F61967F5-AD21-4B68-B0AC-4EF1977A66D4}"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pic>
        <p:nvPicPr>
          <p:cNvPr id="276" name=""/>
          <p:cNvPicPr/>
          <p:nvPr/>
        </p:nvPicPr>
        <p:blipFill>
          <a:blip r:embed="rId1"/>
          <a:stretch/>
        </p:blipFill>
        <p:spPr>
          <a:xfrm>
            <a:off x="4755240" y="1600200"/>
            <a:ext cx="7170120" cy="3886200"/>
          </a:xfrm>
          <a:prstGeom prst="rect">
            <a:avLst/>
          </a:prstGeom>
          <a:noFill/>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7" name="PlaceHolder 1"/>
          <p:cNvSpPr>
            <a:spLocks noGrp="1"/>
          </p:cNvSpPr>
          <p:nvPr>
            <p:ph type="title"/>
          </p:nvPr>
        </p:nvSpPr>
        <p:spPr>
          <a:xfrm>
            <a:off x="191880" y="-147600"/>
            <a:ext cx="9156240" cy="833400"/>
          </a:xfrm>
          <a:prstGeom prst="rect">
            <a:avLst/>
          </a:prstGeom>
          <a:noFill/>
          <a:ln w="0">
            <a:noFill/>
          </a:ln>
        </p:spPr>
        <p:txBody>
          <a:bodyPr numCol="1" spcCol="216000" lIns="0" tIns="0" rIns="0" bIns="0" anchor="b">
            <a:noAutofit/>
          </a:bodyPr>
          <a:p>
            <a:pPr indent="0" algn="l" defTabSz="914400">
              <a:lnSpc>
                <a:spcPct val="100000"/>
              </a:lnSpc>
              <a:buNone/>
              <a:tabLst>
                <a:tab pos="0" algn="l"/>
              </a:tabLst>
            </a:pPr>
            <a:r>
              <a:rPr lang="en-US" sz="3000" b="1" u="none" strike="noStrike">
                <a:solidFill>
                  <a:srgbClr val="C00000"/>
                </a:solidFill>
                <a:effectLst/>
                <a:uFillTx/>
                <a:latin typeface="SRH Headline"/>
                <a:ea typeface="SRH Headline"/>
              </a:rPr>
              <a:t>Permutation Feature Importance</a:t>
            </a:r>
            <a:endParaRPr lang="de-DE" sz="3000" b="1" u="none" strike="noStrike">
              <a:solidFill>
                <a:srgbClr val="FF4000"/>
              </a:solidFill>
              <a:effectLst/>
              <a:uFillTx/>
              <a:latin typeface="SRH Headline"/>
            </a:endParaRPr>
          </a:p>
        </p:txBody>
      </p:sp>
      <p:sp>
        <p:nvSpPr>
          <p:cNvPr id="278" name="PlaceHolder 2"/>
          <p:cNvSpPr>
            <a:spLocks noGrp="1"/>
          </p:cNvSpPr>
          <p:nvPr>
            <p:ph/>
          </p:nvPr>
        </p:nvSpPr>
        <p:spPr>
          <a:xfrm>
            <a:off x="228600" y="696600"/>
            <a:ext cx="10515600" cy="5704200"/>
          </a:xfrm>
          <a:prstGeom prst="rect">
            <a:avLst/>
          </a:prstGeom>
          <a:noFill/>
          <a:ln w="0">
            <a:noFill/>
          </a:ln>
        </p:spPr>
        <p:txBody>
          <a:bodyPr numCol="1" spcCol="216000" lIns="0" tIns="0" rIns="0" bIns="0" anchor="t">
            <a:noAutofit/>
          </a:bodyPr>
          <a:p>
            <a:pPr marL="285840" indent="-285840" algn="l" defTabSz="914400">
              <a:lnSpc>
                <a:spcPct val="110000"/>
              </a:lnSpc>
              <a:spcBef>
                <a:spcPts val="1199"/>
              </a:spcBef>
              <a:buClr>
                <a:srgbClr val="575756"/>
              </a:buClr>
              <a:buFont typeface="Wingdings" charset="2"/>
              <a:buChar char=""/>
              <a:tabLst>
                <a:tab pos="0" algn="l"/>
              </a:tabLst>
            </a:pPr>
            <a:r>
              <a:rPr lang="en-US" sz="1800" b="0" u="none" strike="noStrike">
                <a:solidFill>
                  <a:schemeClr val="dk1"/>
                </a:solidFill>
                <a:effectLst/>
                <a:uFillTx/>
                <a:latin typeface="SRH Text"/>
                <a:ea typeface="SRH Text"/>
              </a:rPr>
              <a:t>A method to measure the importance of each feature in a machine learning model.</a:t>
            </a:r>
            <a:endParaRPr lang="de-DE" sz="1800" b="0" u="none" strike="noStrike">
              <a:solidFill>
                <a:srgbClr val="333333"/>
              </a:solidFill>
              <a:effectLst/>
              <a:uFillTx/>
              <a:latin typeface="SRH Text"/>
            </a:endParaRPr>
          </a:p>
          <a:p>
            <a:pPr marL="285840" indent="-285840" algn="l" defTabSz="914400">
              <a:lnSpc>
                <a:spcPct val="110000"/>
              </a:lnSpc>
              <a:spcBef>
                <a:spcPts val="1199"/>
              </a:spcBef>
              <a:buClr>
                <a:srgbClr val="575756"/>
              </a:buClr>
              <a:buFont typeface="Wingdings" charset="2"/>
              <a:buChar char=""/>
              <a:tabLst>
                <a:tab pos="0" algn="l"/>
              </a:tabLst>
            </a:pPr>
            <a:r>
              <a:rPr lang="en-US" sz="1800" b="0" u="none" strike="noStrike">
                <a:solidFill>
                  <a:schemeClr val="dk1"/>
                </a:solidFill>
                <a:effectLst/>
                <a:uFillTx/>
                <a:latin typeface="SRH Text"/>
                <a:ea typeface="SRH Text"/>
              </a:rPr>
              <a:t>Idea: Randomly shuffle a feature’s values and see how the model performance changes.</a:t>
            </a:r>
            <a:endParaRPr lang="de-DE" sz="1800" b="0" u="none" strike="noStrike">
              <a:solidFill>
                <a:srgbClr val="333333"/>
              </a:solidFill>
              <a:effectLst/>
              <a:uFillTx/>
              <a:latin typeface="SRH Text"/>
            </a:endParaRPr>
          </a:p>
          <a:p>
            <a:pPr marL="285840" indent="-285840" algn="l" defTabSz="914400">
              <a:lnSpc>
                <a:spcPct val="110000"/>
              </a:lnSpc>
              <a:spcBef>
                <a:spcPts val="1199"/>
              </a:spcBef>
              <a:buClr>
                <a:srgbClr val="575756"/>
              </a:buClr>
              <a:buFont typeface="Wingdings" charset="2"/>
              <a:buChar char=""/>
              <a:tabLst>
                <a:tab pos="0" algn="l"/>
              </a:tabLst>
            </a:pPr>
            <a:r>
              <a:rPr lang="en-US" sz="1800" b="1" u="none" strike="noStrike">
                <a:solidFill>
                  <a:schemeClr val="dk1"/>
                </a:solidFill>
                <a:effectLst/>
                <a:uFillTx/>
                <a:latin typeface="SRH Text"/>
                <a:ea typeface="SRH Text"/>
              </a:rPr>
              <a:t>How it works:</a:t>
            </a:r>
            <a:endParaRPr lang="de-DE" sz="1800" b="0" u="none" strike="noStrike">
              <a:solidFill>
                <a:srgbClr val="333333"/>
              </a:solidFill>
              <a:effectLst/>
              <a:uFillTx/>
              <a:latin typeface="SRH Text"/>
            </a:endParaRPr>
          </a:p>
          <a:p>
            <a:pPr marL="285840" indent="-285840" algn="l" defTabSz="914400">
              <a:lnSpc>
                <a:spcPct val="110000"/>
              </a:lnSpc>
              <a:spcBef>
                <a:spcPts val="1199"/>
              </a:spcBef>
              <a:buClr>
                <a:srgbClr val="575756"/>
              </a:buClr>
              <a:buFont typeface="Wingdings" charset="2"/>
              <a:buChar char=""/>
              <a:tabLst>
                <a:tab pos="0" algn="l"/>
              </a:tabLst>
            </a:pPr>
            <a:r>
              <a:rPr lang="en-US" sz="1800" b="0" u="none" strike="noStrike">
                <a:solidFill>
                  <a:schemeClr val="dk1"/>
                </a:solidFill>
                <a:effectLst/>
                <a:uFillTx/>
                <a:latin typeface="SRH Text"/>
                <a:ea typeface="SRH Text"/>
              </a:rPr>
              <a:t>Train the model on the data and calculate </a:t>
            </a:r>
            <a:r>
              <a:rPr lang="en-US" sz="1800" b="1" u="none" strike="noStrike">
                <a:solidFill>
                  <a:schemeClr val="dk1"/>
                </a:solidFill>
                <a:effectLst/>
                <a:uFillTx/>
                <a:latin typeface="SRH Text"/>
                <a:ea typeface="SRH Text"/>
              </a:rPr>
              <a:t>baseline performance</a:t>
            </a:r>
            <a:r>
              <a:rPr lang="en-US" sz="1800" b="0" u="none" strike="noStrike">
                <a:solidFill>
                  <a:schemeClr val="dk1"/>
                </a:solidFill>
                <a:effectLst/>
                <a:uFillTx/>
                <a:latin typeface="SRH Text"/>
                <a:ea typeface="SRH Text"/>
              </a:rPr>
              <a:t> (e.g., accuracy, R²).</a:t>
            </a:r>
            <a:endParaRPr lang="de-DE" sz="1800" b="0" u="none" strike="noStrike">
              <a:solidFill>
                <a:srgbClr val="333333"/>
              </a:solidFill>
              <a:effectLst/>
              <a:uFillTx/>
              <a:latin typeface="SRH Text"/>
            </a:endParaRPr>
          </a:p>
          <a:p>
            <a:pPr marL="285840" indent="-285840" algn="l" defTabSz="914400">
              <a:lnSpc>
                <a:spcPct val="110000"/>
              </a:lnSpc>
              <a:spcBef>
                <a:spcPts val="1199"/>
              </a:spcBef>
              <a:buClr>
                <a:srgbClr val="575756"/>
              </a:buClr>
              <a:buFont typeface="Wingdings" charset="2"/>
              <a:buChar char=""/>
              <a:tabLst>
                <a:tab pos="0" algn="l"/>
              </a:tabLst>
            </a:pPr>
            <a:r>
              <a:rPr lang="en-US" sz="1800" b="0" u="none" strike="noStrike">
                <a:solidFill>
                  <a:schemeClr val="dk1"/>
                </a:solidFill>
                <a:effectLst/>
                <a:uFillTx/>
                <a:latin typeface="SRH Text"/>
                <a:ea typeface="SRH Text"/>
              </a:rPr>
              <a:t>For each feature:</a:t>
            </a:r>
            <a:endParaRPr lang="de-DE" sz="1800" b="0" u="none" strike="noStrike">
              <a:solidFill>
                <a:srgbClr val="333333"/>
              </a:solidFill>
              <a:effectLst/>
              <a:uFillTx/>
              <a:latin typeface="SRH Text"/>
            </a:endParaRPr>
          </a:p>
          <a:p>
            <a:pPr marL="360000" lvl="1" indent="-360000" algn="l" defTabSz="914400">
              <a:lnSpc>
                <a:spcPct val="110000"/>
              </a:lnSpc>
              <a:spcBef>
                <a:spcPts val="1199"/>
              </a:spcBef>
              <a:buClr>
                <a:srgbClr val="DF4807"/>
              </a:buClr>
              <a:buFont typeface="SRH"/>
              <a:buChar char="—"/>
              <a:tabLst>
                <a:tab pos="0" algn="l"/>
              </a:tabLst>
            </a:pPr>
            <a:r>
              <a:rPr lang="en-US" sz="1800" b="0" u="none" strike="noStrike">
                <a:solidFill>
                  <a:schemeClr val="dk1"/>
                </a:solidFill>
                <a:effectLst/>
                <a:uFillTx/>
                <a:latin typeface="SRH Text"/>
                <a:ea typeface="SRH Text"/>
              </a:rPr>
              <a:t>Shuffle its values randomly.</a:t>
            </a:r>
            <a:endParaRPr lang="de-DE" sz="1800" b="0" u="none" strike="noStrike">
              <a:solidFill>
                <a:schemeClr val="dk1"/>
              </a:solidFill>
              <a:effectLst/>
              <a:uFillTx/>
              <a:latin typeface="SRH Text"/>
            </a:endParaRPr>
          </a:p>
          <a:p>
            <a:pPr marL="360000" lvl="1" indent="-360000" algn="l" defTabSz="914400">
              <a:lnSpc>
                <a:spcPct val="110000"/>
              </a:lnSpc>
              <a:spcBef>
                <a:spcPts val="1199"/>
              </a:spcBef>
              <a:buClr>
                <a:srgbClr val="DF4807"/>
              </a:buClr>
              <a:buFont typeface="SRH"/>
              <a:buChar char="—"/>
              <a:tabLst>
                <a:tab pos="0" algn="l"/>
              </a:tabLst>
            </a:pPr>
            <a:r>
              <a:rPr lang="en-US" sz="1800" b="0" u="none" strike="noStrike">
                <a:solidFill>
                  <a:schemeClr val="dk1"/>
                </a:solidFill>
                <a:effectLst/>
                <a:uFillTx/>
                <a:latin typeface="SRH Text"/>
                <a:ea typeface="SRH Text"/>
              </a:rPr>
              <a:t>Re-evaluate the model performance.</a:t>
            </a:r>
            <a:endParaRPr lang="de-DE" sz="1800" b="0" u="none" strike="noStrike">
              <a:solidFill>
                <a:schemeClr val="dk1"/>
              </a:solidFill>
              <a:effectLst/>
              <a:uFillTx/>
              <a:latin typeface="SRH Text"/>
            </a:endParaRPr>
          </a:p>
          <a:p>
            <a:pPr marL="285840" indent="-285840" algn="l" defTabSz="914400">
              <a:lnSpc>
                <a:spcPct val="110000"/>
              </a:lnSpc>
              <a:spcBef>
                <a:spcPts val="1199"/>
              </a:spcBef>
              <a:buClr>
                <a:srgbClr val="575756"/>
              </a:buClr>
              <a:buFont typeface="Wingdings" charset="2"/>
              <a:buChar char=""/>
              <a:tabLst>
                <a:tab pos="0" algn="l"/>
              </a:tabLst>
            </a:pPr>
            <a:r>
              <a:rPr lang="en-US" sz="1800" b="0" u="none" strike="noStrike">
                <a:solidFill>
                  <a:schemeClr val="dk1"/>
                </a:solidFill>
                <a:effectLst/>
                <a:uFillTx/>
                <a:latin typeface="SRH Text"/>
                <a:ea typeface="SRH Text"/>
              </a:rPr>
              <a:t>Compare performance:</a:t>
            </a:r>
            <a:endParaRPr lang="de-DE" sz="1800" b="0" u="none" strike="noStrike">
              <a:solidFill>
                <a:srgbClr val="333333"/>
              </a:solidFill>
              <a:effectLst/>
              <a:uFillTx/>
              <a:latin typeface="SRH Text"/>
            </a:endParaRPr>
          </a:p>
          <a:p>
            <a:pPr marL="360000" lvl="1" indent="-360000" algn="l" defTabSz="914400">
              <a:lnSpc>
                <a:spcPct val="110000"/>
              </a:lnSpc>
              <a:spcBef>
                <a:spcPts val="1199"/>
              </a:spcBef>
              <a:buClr>
                <a:srgbClr val="DF4807"/>
              </a:buClr>
              <a:buFont typeface="SRH"/>
              <a:buChar char="—"/>
              <a:tabLst>
                <a:tab pos="0" algn="l"/>
              </a:tabLst>
            </a:pPr>
            <a:r>
              <a:rPr lang="en-US" sz="1800" b="1" u="none" strike="noStrike">
                <a:solidFill>
                  <a:schemeClr val="dk1"/>
                </a:solidFill>
                <a:effectLst/>
                <a:uFillTx/>
                <a:latin typeface="SRH Text"/>
                <a:ea typeface="SRH Text"/>
              </a:rPr>
              <a:t>Big drop in performance → feature is very important</a:t>
            </a:r>
            <a:endParaRPr lang="de-DE" sz="1800" b="0" u="none" strike="noStrike">
              <a:solidFill>
                <a:schemeClr val="dk1"/>
              </a:solidFill>
              <a:effectLst/>
              <a:uFillTx/>
              <a:latin typeface="SRH Text"/>
            </a:endParaRPr>
          </a:p>
          <a:p>
            <a:pPr marL="360000" lvl="1" indent="-360000" algn="l" defTabSz="914400">
              <a:lnSpc>
                <a:spcPct val="110000"/>
              </a:lnSpc>
              <a:spcBef>
                <a:spcPts val="1199"/>
              </a:spcBef>
              <a:buClr>
                <a:srgbClr val="DF4807"/>
              </a:buClr>
              <a:buFont typeface="SRH"/>
              <a:buChar char="—"/>
              <a:tabLst>
                <a:tab pos="0" algn="l"/>
              </a:tabLst>
            </a:pPr>
            <a:r>
              <a:rPr lang="en-US" sz="1800" b="1" u="none" strike="noStrike">
                <a:solidFill>
                  <a:schemeClr val="dk1"/>
                </a:solidFill>
                <a:effectLst/>
                <a:uFillTx/>
                <a:latin typeface="SRH Text"/>
                <a:ea typeface="SRH Text"/>
              </a:rPr>
              <a:t>Little or no change → feature is less important</a:t>
            </a:r>
            <a:endParaRPr lang="de-DE" sz="1800" b="0" u="none" strike="noStrike">
              <a:solidFill>
                <a:schemeClr val="dk1"/>
              </a:solidFill>
              <a:effectLst/>
              <a:uFillTx/>
              <a:latin typeface="SRH Text"/>
            </a:endParaRPr>
          </a:p>
          <a:p>
            <a:pPr marL="285840" indent="0" algn="l" defTabSz="914400">
              <a:lnSpc>
                <a:spcPct val="110000"/>
              </a:lnSpc>
              <a:spcBef>
                <a:spcPts val="1199"/>
              </a:spcBef>
              <a:buNone/>
              <a:tabLst>
                <a:tab pos="0" algn="l"/>
              </a:tabLst>
            </a:pPr>
            <a:endParaRPr lang="de-DE" sz="1800" b="0" u="none" strike="noStrike">
              <a:solidFill>
                <a:srgbClr val="333333"/>
              </a:solidFill>
              <a:effectLst/>
              <a:uFillTx/>
              <a:latin typeface="SRH Text"/>
            </a:endParaRPr>
          </a:p>
        </p:txBody>
      </p:sp>
      <p:sp>
        <p:nvSpPr>
          <p:cNvPr id="279" name="PlaceHolder 3"/>
          <p:cNvSpPr>
            <a:spLocks noGrp="1"/>
          </p:cNvSpPr>
          <p:nvPr>
            <p:ph type="dt" idx="109"/>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024020E4-0F0F-447D-9F5F-5C8E9BB62D3A}" type="datetime1">
              <a:rPr lang="en-CA" sz="900" b="1" u="none" strike="noStrike">
                <a:solidFill>
                  <a:srgbClr val="6D7373"/>
                </a:solidFill>
                <a:effectLst/>
                <a:uFillTx/>
                <a:latin typeface="SRH Text"/>
                <a:ea typeface="SRH"/>
              </a:rPr>
              <a:t>2026-08-09</a:t>
            </a:fld>
            <a:endParaRPr lang="en-US" sz="900" b="0" u="none" strike="noStrike">
              <a:solidFill>
                <a:srgbClr val="000000"/>
              </a:solidFill>
              <a:effectLst/>
              <a:uFillTx/>
              <a:latin typeface="Times New Roman"/>
            </a:endParaRPr>
          </a:p>
        </p:txBody>
      </p:sp>
      <p:sp>
        <p:nvSpPr>
          <p:cNvPr id="280" name="PlaceHolder 4"/>
          <p:cNvSpPr>
            <a:spLocks noGrp="1"/>
          </p:cNvSpPr>
          <p:nvPr>
            <p:ph type="ftr" idx="110"/>
          </p:nvPr>
        </p:nvSpPr>
        <p:spPr>
          <a:xfrm>
            <a:off x="1242000" y="636660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nl-NL" sz="900" b="1" u="none" spc="-6" strike="noStrike">
                <a:solidFill>
                  <a:schemeClr val="dk1"/>
                </a:solidFill>
                <a:effectLst/>
                <a:uFillTx/>
                <a:latin typeface="Arial MT"/>
                <a:ea typeface="SRH"/>
              </a:defRPr>
            </a:lvl1pPr>
          </a:lstStyle>
          <a:p>
            <a:pPr indent="0" algn="l" defTabSz="914400">
              <a:lnSpc>
                <a:spcPct val="100000"/>
              </a:lnSpc>
              <a:buNone/>
              <a:tabLst>
                <a:tab pos="0" algn="l"/>
              </a:tabLst>
            </a:pPr>
            <a:r>
              <a:rPr lang="nl-NL" sz="900" b="1" u="none" spc="-6" strike="noStrike">
                <a:solidFill>
                  <a:schemeClr val="dk1"/>
                </a:solidFill>
                <a:effectLst/>
                <a:uFillTx/>
                <a:latin typeface="Arial MT"/>
                <a:ea typeface="SRH"/>
              </a:rPr>
              <a:t>SRH Hochschule Heidelberg</a:t>
            </a:r>
            <a:endParaRPr lang="en-US" sz="900" b="0" u="none" strike="noStrike">
              <a:solidFill>
                <a:srgbClr val="000000"/>
              </a:solidFill>
              <a:effectLst/>
              <a:uFillTx/>
              <a:latin typeface="Times New Roman"/>
            </a:endParaRPr>
          </a:p>
        </p:txBody>
      </p:sp>
      <p:sp>
        <p:nvSpPr>
          <p:cNvPr id="281" name="PlaceHolder 5"/>
          <p:cNvSpPr>
            <a:spLocks noGrp="1"/>
          </p:cNvSpPr>
          <p:nvPr>
            <p:ph type="sldNum" idx="111"/>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B8F48AE4-EC73-4FB6-804A-93276EAEEAA8}"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2" name="PlaceHolder 1"/>
          <p:cNvSpPr>
            <a:spLocks noGrp="1"/>
          </p:cNvSpPr>
          <p:nvPr>
            <p:ph type="title"/>
          </p:nvPr>
        </p:nvSpPr>
        <p:spPr>
          <a:xfrm>
            <a:off x="191880" y="-147600"/>
            <a:ext cx="9156240" cy="833400"/>
          </a:xfrm>
          <a:prstGeom prst="rect">
            <a:avLst/>
          </a:prstGeom>
          <a:noFill/>
          <a:ln w="0">
            <a:noFill/>
          </a:ln>
        </p:spPr>
        <p:txBody>
          <a:bodyPr numCol="1" spcCol="216000" lIns="0" tIns="0" rIns="0" bIns="0" anchor="b">
            <a:noAutofit/>
          </a:bodyPr>
          <a:p>
            <a:pPr indent="0" algn="l" defTabSz="914400">
              <a:spcBef>
                <a:spcPts val="1191"/>
              </a:spcBef>
              <a:spcAft>
                <a:spcPts val="992"/>
              </a:spcAft>
              <a:buNone/>
              <a:tabLst>
                <a:tab pos="0" algn="l"/>
              </a:tabLst>
            </a:pPr>
            <a:r>
              <a:rPr lang="de-DE" sz="1600" b="1" u="none" strike="noStrike">
                <a:solidFill>
                  <a:srgbClr val="FF4000"/>
                </a:solidFill>
                <a:effectLst/>
                <a:uFillTx/>
                <a:latin typeface="SRH Headline"/>
              </a:rPr>
              <a:t>Permutation Importance Analysis</a:t>
            </a:r>
            <a:endParaRPr lang="de-DE" sz="1600" b="1" u="none" strike="noStrike">
              <a:solidFill>
                <a:srgbClr val="FF4000"/>
              </a:solidFill>
              <a:effectLst/>
              <a:uFillTx/>
              <a:latin typeface="SRH Headline"/>
            </a:endParaRPr>
          </a:p>
        </p:txBody>
      </p:sp>
      <p:sp>
        <p:nvSpPr>
          <p:cNvPr id="283" name="PlaceHolder 2"/>
          <p:cNvSpPr>
            <a:spLocks noGrp="1"/>
          </p:cNvSpPr>
          <p:nvPr>
            <p:ph/>
          </p:nvPr>
        </p:nvSpPr>
        <p:spPr>
          <a:xfrm>
            <a:off x="228600" y="696600"/>
            <a:ext cx="6172200" cy="5704200"/>
          </a:xfrm>
          <a:prstGeom prst="rect">
            <a:avLst/>
          </a:prstGeom>
          <a:noFill/>
          <a:ln w="0">
            <a:noFill/>
          </a:ln>
        </p:spPr>
        <p:txBody>
          <a:bodyPr numCol="1" spcCol="216000" lIns="0" tIns="0" rIns="0" bIns="0" anchor="t">
            <a:noAutofit/>
          </a:bodyPr>
          <a:p>
            <a:pPr marL="285840" indent="0" algn="l" defTabSz="914400">
              <a:lnSpc>
                <a:spcPct val="150000"/>
              </a:lnSpc>
              <a:spcBef>
                <a:spcPts val="1191"/>
              </a:spcBef>
              <a:spcAft>
                <a:spcPts val="992"/>
              </a:spcAft>
              <a:buNone/>
              <a:tabLst>
                <a:tab pos="0" algn="l"/>
              </a:tabLst>
            </a:pPr>
            <a:r>
              <a:rPr lang="en-US" sz="1300" b="1" u="none" strike="noStrike">
                <a:solidFill>
                  <a:srgbClr val="1C1C1C"/>
                </a:solidFill>
                <a:effectLst/>
                <a:uFillTx/>
                <a:latin typeface="SRH Text"/>
                <a:ea typeface="SRH Text"/>
              </a:rPr>
              <a:t>Permutation importance was used to measure the actual impact of each feature on model performance. </a:t>
            </a:r>
            <a:endParaRPr lang="de-DE" sz="1300" b="0" u="none" strike="noStrike">
              <a:solidFill>
                <a:srgbClr val="333333"/>
              </a:solidFill>
              <a:effectLst/>
              <a:uFillTx/>
              <a:latin typeface="SRH Text"/>
            </a:endParaRPr>
          </a:p>
          <a:p>
            <a:pPr marL="285840" indent="0" algn="l" defTabSz="914400">
              <a:lnSpc>
                <a:spcPct val="150000"/>
              </a:lnSpc>
              <a:spcBef>
                <a:spcPts val="1191"/>
              </a:spcBef>
              <a:spcAft>
                <a:spcPts val="992"/>
              </a:spcAft>
              <a:buNone/>
              <a:tabLst>
                <a:tab pos="0" algn="l"/>
              </a:tabLst>
            </a:pPr>
            <a:r>
              <a:rPr lang="en-US" sz="1300" b="1" u="none" strike="noStrike">
                <a:solidFill>
                  <a:srgbClr val="1C1C1C"/>
                </a:solidFill>
                <a:effectLst/>
                <a:uFillTx/>
                <a:latin typeface="SRH Text"/>
                <a:ea typeface="SRH Text"/>
              </a:rPr>
              <a:t>The most influential features were: </a:t>
            </a:r>
            <a:endParaRPr lang="de-DE" sz="13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Credit score: 0.177 </a:t>
            </a:r>
            <a:endParaRPr lang="de-DE" sz="13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Debt-to-income ratio: 0.112 </a:t>
            </a:r>
            <a:endParaRPr lang="de-DE" sz="13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Loan-to-income ratio: 0.033 </a:t>
            </a:r>
            <a:endParaRPr lang="de-DE" sz="13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Features such as annual income and savings assets showed almost no impact. </a:t>
            </a:r>
            <a:endParaRPr lang="de-DE" sz="13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Negative or near-zero importance indicates that shuffling these features did not improve or slightly improved—model performance.</a:t>
            </a:r>
            <a:endParaRPr lang="de-DE" sz="1300" b="0" u="none" strike="noStrike">
              <a:solidFill>
                <a:srgbClr val="333333"/>
              </a:solidFill>
              <a:effectLst/>
              <a:uFillTx/>
              <a:latin typeface="SRH Text"/>
            </a:endParaRPr>
          </a:p>
          <a:p>
            <a:pPr marL="285840" indent="0" algn="l" defTabSz="914400">
              <a:lnSpc>
                <a:spcPct val="150000"/>
              </a:lnSpc>
              <a:spcBef>
                <a:spcPts val="1191"/>
              </a:spcBef>
              <a:spcAft>
                <a:spcPts val="992"/>
              </a:spcAft>
              <a:buNone/>
              <a:tabLst>
                <a:tab pos="0" algn="l"/>
              </a:tabLst>
            </a:pPr>
            <a:endParaRPr lang="de-DE" sz="1300" b="0" u="none" strike="noStrike">
              <a:solidFill>
                <a:srgbClr val="333333"/>
              </a:solidFill>
              <a:effectLst/>
              <a:uFillTx/>
              <a:latin typeface="SRH Text"/>
            </a:endParaRPr>
          </a:p>
          <a:p>
            <a:pPr marL="285840" indent="0" algn="l" defTabSz="914400">
              <a:lnSpc>
                <a:spcPct val="150000"/>
              </a:lnSpc>
              <a:spcBef>
                <a:spcPts val="1191"/>
              </a:spcBef>
              <a:spcAft>
                <a:spcPts val="992"/>
              </a:spcAft>
              <a:buNone/>
              <a:tabLst>
                <a:tab pos="0" algn="l"/>
              </a:tabLst>
            </a:pPr>
            <a:endParaRPr lang="de-DE" sz="1300" b="0" u="none" strike="noStrike">
              <a:solidFill>
                <a:srgbClr val="333333"/>
              </a:solidFill>
              <a:effectLst/>
              <a:uFillTx/>
              <a:latin typeface="SRH Text"/>
            </a:endParaRPr>
          </a:p>
        </p:txBody>
      </p:sp>
      <p:sp>
        <p:nvSpPr>
          <p:cNvPr id="284" name="PlaceHolder 3"/>
          <p:cNvSpPr>
            <a:spLocks noGrp="1"/>
          </p:cNvSpPr>
          <p:nvPr>
            <p:ph type="dt" idx="112"/>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F9164144-16AB-4D9C-AFA7-7A4E68B64079}" type="datetime1">
              <a:rPr lang="en-CA" sz="900" b="1" u="none" strike="noStrike">
                <a:solidFill>
                  <a:srgbClr val="6D7373"/>
                </a:solidFill>
                <a:effectLst/>
                <a:uFillTx/>
                <a:latin typeface="SRH Text"/>
                <a:ea typeface="SRH"/>
              </a:rPr>
              <a:t>2026-08-09</a:t>
            </a:fld>
            <a:endParaRPr lang="en-US" sz="900" b="0" u="none" strike="noStrike">
              <a:solidFill>
                <a:srgbClr val="000000"/>
              </a:solidFill>
              <a:effectLst/>
              <a:uFillTx/>
              <a:latin typeface="Times New Roman"/>
            </a:endParaRPr>
          </a:p>
        </p:txBody>
      </p:sp>
      <p:sp>
        <p:nvSpPr>
          <p:cNvPr id="285" name="PlaceHolder 4"/>
          <p:cNvSpPr>
            <a:spLocks noGrp="1"/>
          </p:cNvSpPr>
          <p:nvPr>
            <p:ph type="ftr" idx="113"/>
          </p:nvPr>
        </p:nvSpPr>
        <p:spPr>
          <a:xfrm>
            <a:off x="1242000" y="636660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nl-NL" sz="900" b="1" u="none" spc="-6" strike="noStrike">
                <a:solidFill>
                  <a:schemeClr val="dk1"/>
                </a:solidFill>
                <a:effectLst/>
                <a:uFillTx/>
                <a:latin typeface="Arial MT"/>
                <a:ea typeface="SRH"/>
              </a:defRPr>
            </a:lvl1pPr>
          </a:lstStyle>
          <a:p>
            <a:pPr indent="0" algn="l" defTabSz="914400">
              <a:lnSpc>
                <a:spcPct val="100000"/>
              </a:lnSpc>
              <a:buNone/>
              <a:tabLst>
                <a:tab pos="0" algn="l"/>
              </a:tabLst>
            </a:pPr>
            <a:r>
              <a:rPr lang="nl-NL" sz="900" b="1" u="none" spc="-6" strike="noStrike">
                <a:solidFill>
                  <a:schemeClr val="dk1"/>
                </a:solidFill>
                <a:effectLst/>
                <a:uFillTx/>
                <a:latin typeface="Arial MT"/>
                <a:ea typeface="SRH"/>
              </a:rPr>
              <a:t>SRH Hochschule Heidelberg</a:t>
            </a:r>
            <a:endParaRPr lang="en-US" sz="900" b="0" u="none" strike="noStrike">
              <a:solidFill>
                <a:srgbClr val="000000"/>
              </a:solidFill>
              <a:effectLst/>
              <a:uFillTx/>
              <a:latin typeface="Times New Roman"/>
            </a:endParaRPr>
          </a:p>
        </p:txBody>
      </p:sp>
      <p:sp>
        <p:nvSpPr>
          <p:cNvPr id="286" name="PlaceHolder 5"/>
          <p:cNvSpPr>
            <a:spLocks noGrp="1"/>
          </p:cNvSpPr>
          <p:nvPr>
            <p:ph type="sldNum" idx="114"/>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80502C3C-D274-41A9-A554-EB1A694AD4D0}"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pic>
        <p:nvPicPr>
          <p:cNvPr id="287" name=""/>
          <p:cNvPicPr/>
          <p:nvPr/>
        </p:nvPicPr>
        <p:blipFill>
          <a:blip r:embed="rId1"/>
          <a:stretch/>
        </p:blipFill>
        <p:spPr>
          <a:xfrm>
            <a:off x="6406920" y="2044800"/>
            <a:ext cx="5413680" cy="2743200"/>
          </a:xfrm>
          <a:prstGeom prst="rect">
            <a:avLst/>
          </a:prstGeom>
          <a:noFill/>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8" name="PlaceHolder 1"/>
          <p:cNvSpPr>
            <a:spLocks noGrp="1"/>
          </p:cNvSpPr>
          <p:nvPr>
            <p:ph type="title"/>
          </p:nvPr>
        </p:nvSpPr>
        <p:spPr>
          <a:xfrm>
            <a:off x="191880" y="-147600"/>
            <a:ext cx="9156240" cy="833400"/>
          </a:xfrm>
          <a:prstGeom prst="rect">
            <a:avLst/>
          </a:prstGeom>
          <a:noFill/>
          <a:ln w="0">
            <a:noFill/>
          </a:ln>
        </p:spPr>
        <p:txBody>
          <a:bodyPr numCol="1" spcCol="216000" lIns="0" tIns="0" rIns="0" bIns="0" anchor="b">
            <a:noAutofit/>
          </a:bodyPr>
          <a:p>
            <a:pPr indent="0" algn="l" defTabSz="914400">
              <a:spcBef>
                <a:spcPts val="1191"/>
              </a:spcBef>
              <a:spcAft>
                <a:spcPts val="992"/>
              </a:spcAft>
              <a:buNone/>
              <a:tabLst>
                <a:tab pos="0" algn="l"/>
              </a:tabLst>
            </a:pPr>
            <a:r>
              <a:rPr lang="de-DE" sz="1600" b="1" u="none" strike="noStrike">
                <a:solidFill>
                  <a:srgbClr val="FF4000"/>
                </a:solidFill>
                <a:effectLst/>
                <a:uFillTx/>
                <a:latin typeface="SRH Headline"/>
              </a:rPr>
              <a:t>SHAP-Based Feature Importance </a:t>
            </a:r>
            <a:endParaRPr lang="de-DE" sz="1600" b="1" u="none" strike="noStrike">
              <a:solidFill>
                <a:srgbClr val="FF4000"/>
              </a:solidFill>
              <a:effectLst/>
              <a:uFillTx/>
              <a:latin typeface="SRH Headline"/>
            </a:endParaRPr>
          </a:p>
        </p:txBody>
      </p:sp>
      <p:sp>
        <p:nvSpPr>
          <p:cNvPr id="289" name="PlaceHolder 2"/>
          <p:cNvSpPr>
            <a:spLocks noGrp="1"/>
          </p:cNvSpPr>
          <p:nvPr>
            <p:ph/>
          </p:nvPr>
        </p:nvSpPr>
        <p:spPr>
          <a:xfrm>
            <a:off x="228600" y="696600"/>
            <a:ext cx="6172200" cy="5704200"/>
          </a:xfrm>
          <a:prstGeom prst="rect">
            <a:avLst/>
          </a:prstGeom>
          <a:noFill/>
          <a:ln w="0">
            <a:noFill/>
          </a:ln>
        </p:spPr>
        <p:txBody>
          <a:bodyPr numCol="1" spcCol="216000" lIns="0" tIns="0" rIns="0" bIns="0" anchor="t">
            <a:noAutofit/>
          </a:bodyPr>
          <a:p>
            <a:pPr marL="285840" indent="0" algn="l" defTabSz="914400">
              <a:lnSpc>
                <a:spcPct val="150000"/>
              </a:lnSpc>
              <a:spcBef>
                <a:spcPts val="1191"/>
              </a:spcBef>
              <a:spcAft>
                <a:spcPts val="992"/>
              </a:spcAft>
              <a:buNone/>
              <a:tabLst>
                <a:tab pos="0" algn="l"/>
              </a:tabLst>
            </a:pPr>
            <a:r>
              <a:rPr lang="en-US" sz="1300" b="1" u="none" strike="noStrike">
                <a:solidFill>
                  <a:srgbClr val="1C1C1C"/>
                </a:solidFill>
                <a:effectLst/>
                <a:uFillTx/>
                <a:latin typeface="SRH Text"/>
                <a:ea typeface="SRH Text"/>
              </a:rPr>
              <a:t>SHAP was used to measure how strongly each feature contributes to the model's predictions. </a:t>
            </a:r>
            <a:endParaRPr lang="de-DE" sz="1300" b="0" u="none" strike="noStrike">
              <a:solidFill>
                <a:srgbClr val="333333"/>
              </a:solidFill>
              <a:effectLst/>
              <a:uFillTx/>
              <a:latin typeface="SRH Text"/>
            </a:endParaRPr>
          </a:p>
          <a:p>
            <a:pPr marL="285840" indent="0" algn="l" defTabSz="914400">
              <a:lnSpc>
                <a:spcPct val="150000"/>
              </a:lnSpc>
              <a:spcBef>
                <a:spcPts val="1191"/>
              </a:spcBef>
              <a:spcAft>
                <a:spcPts val="992"/>
              </a:spcAft>
              <a:buNone/>
              <a:tabLst>
                <a:tab pos="0" algn="l"/>
              </a:tabLst>
            </a:pPr>
            <a:r>
              <a:rPr lang="en-US" sz="1300" b="1" u="none" strike="noStrike">
                <a:solidFill>
                  <a:srgbClr val="1C1C1C"/>
                </a:solidFill>
                <a:effectLst/>
                <a:uFillTx/>
                <a:latin typeface="SRH Text"/>
                <a:ea typeface="SRH Text"/>
              </a:rPr>
              <a:t>The most influential features were: </a:t>
            </a:r>
            <a:endParaRPr lang="de-DE" sz="13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Credit score: 1.477 </a:t>
            </a:r>
            <a:endParaRPr lang="de-DE" sz="13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Debt-to-income ratio: 1.294 </a:t>
            </a:r>
            <a:endParaRPr lang="de-DE" sz="13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Credit history: 0.676 </a:t>
            </a:r>
            <a:endParaRPr lang="de-DE" sz="13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Loan-to-income ratio: 0.566 </a:t>
            </a:r>
            <a:endParaRPr lang="de-DE" sz="13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Delinquencies: 0.557 </a:t>
            </a:r>
            <a:endParaRPr lang="de-DE" sz="1300" b="0" u="none" strike="noStrike">
              <a:solidFill>
                <a:srgbClr val="333333"/>
              </a:solidFill>
              <a:effectLst/>
              <a:uFillTx/>
              <a:latin typeface="SRH Text"/>
            </a:endParaRPr>
          </a:p>
          <a:p>
            <a:pPr marL="285840" indent="0" algn="l" defTabSz="914400">
              <a:lnSpc>
                <a:spcPct val="150000"/>
              </a:lnSpc>
              <a:spcBef>
                <a:spcPts val="1191"/>
              </a:spcBef>
              <a:spcAft>
                <a:spcPts val="992"/>
              </a:spcAft>
              <a:buNone/>
              <a:tabLst>
                <a:tab pos="0" algn="l"/>
              </a:tabLst>
            </a:pPr>
            <a:r>
              <a:rPr lang="en-US" sz="1300" b="1" u="none" strike="noStrike">
                <a:solidFill>
                  <a:srgbClr val="1C1C1C"/>
                </a:solidFill>
                <a:effectLst/>
                <a:uFillTx/>
                <a:latin typeface="SRH Text"/>
                <a:ea typeface="SRH Text"/>
              </a:rPr>
              <a:t>Savings assets, payment-to-income ratio, and current debt had relatively low contributions. </a:t>
            </a:r>
            <a:endParaRPr lang="de-DE" sz="1300" b="0" u="none" strike="noStrike">
              <a:solidFill>
                <a:srgbClr val="333333"/>
              </a:solidFill>
              <a:effectLst/>
              <a:uFillTx/>
              <a:latin typeface="SRH Text"/>
            </a:endParaRPr>
          </a:p>
          <a:p>
            <a:pPr marL="285840" indent="0" algn="l" defTabSz="914400">
              <a:lnSpc>
                <a:spcPct val="150000"/>
              </a:lnSpc>
              <a:spcBef>
                <a:spcPts val="1191"/>
              </a:spcBef>
              <a:spcAft>
                <a:spcPts val="992"/>
              </a:spcAft>
              <a:buNone/>
              <a:tabLst>
                <a:tab pos="0" algn="l"/>
              </a:tabLst>
            </a:pPr>
            <a:r>
              <a:rPr lang="en-US" sz="1300" b="1" u="none" strike="noStrike">
                <a:solidFill>
                  <a:srgbClr val="1C1C1C"/>
                </a:solidFill>
                <a:effectLst/>
                <a:uFillTx/>
                <a:latin typeface="SRH Text"/>
                <a:ea typeface="SRH Text"/>
              </a:rPr>
              <a:t>Based on the SHAP results, low-impact features were considered for removal to simplify the model.</a:t>
            </a:r>
            <a:endParaRPr lang="de-DE" sz="1300" b="0" u="none" strike="noStrike">
              <a:solidFill>
                <a:srgbClr val="333333"/>
              </a:solidFill>
              <a:effectLst/>
              <a:uFillTx/>
              <a:latin typeface="SRH Text"/>
            </a:endParaRPr>
          </a:p>
        </p:txBody>
      </p:sp>
      <p:sp>
        <p:nvSpPr>
          <p:cNvPr id="290" name="PlaceHolder 3"/>
          <p:cNvSpPr>
            <a:spLocks noGrp="1"/>
          </p:cNvSpPr>
          <p:nvPr>
            <p:ph type="dt" idx="115"/>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76F93B28-AF88-490F-88A4-1D79451A630E}" type="datetime1">
              <a:rPr lang="en-CA" sz="900" b="1" u="none" strike="noStrike">
                <a:solidFill>
                  <a:srgbClr val="6D7373"/>
                </a:solidFill>
                <a:effectLst/>
                <a:uFillTx/>
                <a:latin typeface="SRH Text"/>
                <a:ea typeface="SRH"/>
              </a:rPr>
              <a:t>2026-08-09</a:t>
            </a:fld>
            <a:endParaRPr lang="en-US" sz="900" b="0" u="none" strike="noStrike">
              <a:solidFill>
                <a:srgbClr val="000000"/>
              </a:solidFill>
              <a:effectLst/>
              <a:uFillTx/>
              <a:latin typeface="Times New Roman"/>
            </a:endParaRPr>
          </a:p>
        </p:txBody>
      </p:sp>
      <p:sp>
        <p:nvSpPr>
          <p:cNvPr id="291" name="PlaceHolder 4"/>
          <p:cNvSpPr>
            <a:spLocks noGrp="1"/>
          </p:cNvSpPr>
          <p:nvPr>
            <p:ph type="ftr" idx="116"/>
          </p:nvPr>
        </p:nvSpPr>
        <p:spPr>
          <a:xfrm>
            <a:off x="1242000" y="636660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nl-NL" sz="900" b="1" u="none" spc="-6" strike="noStrike">
                <a:solidFill>
                  <a:schemeClr val="dk1"/>
                </a:solidFill>
                <a:effectLst/>
                <a:uFillTx/>
                <a:latin typeface="Arial MT"/>
                <a:ea typeface="SRH"/>
              </a:defRPr>
            </a:lvl1pPr>
          </a:lstStyle>
          <a:p>
            <a:pPr indent="0" algn="l" defTabSz="914400">
              <a:lnSpc>
                <a:spcPct val="100000"/>
              </a:lnSpc>
              <a:buNone/>
              <a:tabLst>
                <a:tab pos="0" algn="l"/>
              </a:tabLst>
            </a:pPr>
            <a:r>
              <a:rPr lang="nl-NL" sz="900" b="1" u="none" spc="-6" strike="noStrike">
                <a:solidFill>
                  <a:schemeClr val="dk1"/>
                </a:solidFill>
                <a:effectLst/>
                <a:uFillTx/>
                <a:latin typeface="Arial MT"/>
                <a:ea typeface="SRH"/>
              </a:rPr>
              <a:t>SRH Hochschule Heidelberg</a:t>
            </a:r>
            <a:endParaRPr lang="en-US" sz="900" b="0" u="none" strike="noStrike">
              <a:solidFill>
                <a:srgbClr val="000000"/>
              </a:solidFill>
              <a:effectLst/>
              <a:uFillTx/>
              <a:latin typeface="Times New Roman"/>
            </a:endParaRPr>
          </a:p>
        </p:txBody>
      </p:sp>
      <p:sp>
        <p:nvSpPr>
          <p:cNvPr id="292" name="PlaceHolder 5"/>
          <p:cNvSpPr>
            <a:spLocks noGrp="1"/>
          </p:cNvSpPr>
          <p:nvPr>
            <p:ph type="sldNum" idx="117"/>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AEABDEBA-E1DA-4B53-9D68-0E314EFE581A}"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pic>
        <p:nvPicPr>
          <p:cNvPr id="293" name=""/>
          <p:cNvPicPr/>
          <p:nvPr/>
        </p:nvPicPr>
        <p:blipFill>
          <a:blip r:embed="rId1"/>
          <a:stretch/>
        </p:blipFill>
        <p:spPr>
          <a:xfrm>
            <a:off x="6629400" y="914400"/>
            <a:ext cx="4861440" cy="5486400"/>
          </a:xfrm>
          <a:prstGeom prst="rect">
            <a:avLst/>
          </a:prstGeom>
          <a:noFill/>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4" name="PlaceHolder 1"/>
          <p:cNvSpPr>
            <a:spLocks noGrp="1"/>
          </p:cNvSpPr>
          <p:nvPr>
            <p:ph type="title"/>
          </p:nvPr>
        </p:nvSpPr>
        <p:spPr>
          <a:xfrm>
            <a:off x="191880" y="-147600"/>
            <a:ext cx="9156240" cy="833400"/>
          </a:xfrm>
          <a:prstGeom prst="rect">
            <a:avLst/>
          </a:prstGeom>
          <a:noFill/>
          <a:ln w="0">
            <a:noFill/>
          </a:ln>
        </p:spPr>
        <p:txBody>
          <a:bodyPr numCol="1" spcCol="216000" lIns="0" tIns="0" rIns="0" bIns="0" anchor="b">
            <a:noAutofit/>
          </a:bodyPr>
          <a:p>
            <a:pPr indent="0" algn="l" defTabSz="914400">
              <a:lnSpc>
                <a:spcPct val="100000"/>
              </a:lnSpc>
              <a:spcBef>
                <a:spcPts val="1191"/>
              </a:spcBef>
              <a:spcAft>
                <a:spcPts val="992"/>
              </a:spcAft>
              <a:buNone/>
              <a:tabLst>
                <a:tab pos="0" algn="l"/>
              </a:tabLst>
            </a:pPr>
            <a:r>
              <a:rPr lang="de-DE" sz="1600" b="1" u="none" strike="noStrike">
                <a:solidFill>
                  <a:srgbClr val="FF4000"/>
                </a:solidFill>
                <a:effectLst/>
                <a:uFillTx/>
                <a:latin typeface="SRH Headline"/>
                <a:ea typeface="SRH Headline"/>
              </a:rPr>
              <a:t>Machine Learning Model Development &amp; </a:t>
            </a:r>
            <a:r>
              <a:rPr lang="de-DE" sz="1600" b="1" u="none" strike="noStrike">
                <a:solidFill>
                  <a:srgbClr val="FF4000"/>
                </a:solidFill>
                <a:effectLst/>
                <a:uFillTx/>
                <a:latin typeface="SRH Headline"/>
              </a:rPr>
              <a:t>Cost-Sensitive Optimization</a:t>
            </a:r>
            <a:endParaRPr lang="de-DE" sz="1600" b="1" u="none" strike="noStrike">
              <a:solidFill>
                <a:srgbClr val="FF4000"/>
              </a:solidFill>
              <a:effectLst/>
              <a:uFillTx/>
              <a:latin typeface="SRH Headline"/>
            </a:endParaRPr>
          </a:p>
        </p:txBody>
      </p:sp>
      <p:sp>
        <p:nvSpPr>
          <p:cNvPr id="295" name="PlaceHolder 2"/>
          <p:cNvSpPr>
            <a:spLocks noGrp="1"/>
          </p:cNvSpPr>
          <p:nvPr>
            <p:ph/>
          </p:nvPr>
        </p:nvSpPr>
        <p:spPr>
          <a:xfrm>
            <a:off x="228600" y="696600"/>
            <a:ext cx="11201400" cy="7075800"/>
          </a:xfrm>
          <a:prstGeom prst="rect">
            <a:avLst/>
          </a:prstGeom>
          <a:noFill/>
          <a:ln w="0">
            <a:noFill/>
          </a:ln>
        </p:spPr>
        <p:txBody>
          <a:bodyPr numCol="1" spcCol="216000" lIns="0" tIns="0" rIns="0" bIns="0" anchor="t">
            <a:noAutofit/>
          </a:bodyPr>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Algorithm: XGBoost (Extreme Gradient Boosting) </a:t>
            </a:r>
            <a:endParaRPr lang="de-DE" sz="1300" b="1"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Data Split: 80% Training | 10% Validation | 10% Test </a:t>
            </a:r>
            <a:endParaRPr lang="de-DE" sz="1300" b="1"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Class Imbalance: Class weights applied during training </a:t>
            </a:r>
            <a:endParaRPr lang="de-DE" sz="1300" b="1"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Hyperparameter Optimization: Grid Search </a:t>
            </a:r>
            <a:endParaRPr lang="de-DE" sz="1300" b="1"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Parameters evaluated: </a:t>
            </a:r>
            <a:endParaRPr lang="de-DE" sz="1300" b="1"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n_estimators: [200, 300, 400, 500,600,700] </a:t>
            </a:r>
            <a:endParaRPr lang="de-DE" sz="13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learning_rate: [0.03, 0.05, 0.07, 0.1 ,0.2, 0.3] </a:t>
            </a:r>
            <a:endParaRPr lang="de-DE" sz="13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max_depth: [3, 4, 5, 6,7,8] </a:t>
            </a:r>
            <a:endParaRPr lang="de-DE" sz="13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min_child_weight: [1, 3, 5, 7, 9] </a:t>
            </a:r>
            <a:endParaRPr lang="de-DE" sz="13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Total: 256 XGBoost configurations evaluated </a:t>
            </a:r>
            <a:endParaRPr lang="de-DE" sz="1300" b="1" u="none" strike="noStrike">
              <a:solidFill>
                <a:srgbClr val="333333"/>
              </a:solidFill>
              <a:effectLst/>
              <a:uFillTx/>
              <a:latin typeface="SRH Text"/>
            </a:endParaRPr>
          </a:p>
        </p:txBody>
      </p:sp>
      <p:sp>
        <p:nvSpPr>
          <p:cNvPr id="296" name="PlaceHolder 3"/>
          <p:cNvSpPr>
            <a:spLocks noGrp="1"/>
          </p:cNvSpPr>
          <p:nvPr>
            <p:ph type="dt" idx="118"/>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B6436F94-E005-433F-B883-393B555814EE}" type="datetime1">
              <a:rPr lang="en-CA" sz="900" b="1" u="none" strike="noStrike">
                <a:solidFill>
                  <a:srgbClr val="6D7373"/>
                </a:solidFill>
                <a:effectLst/>
                <a:uFillTx/>
                <a:latin typeface="SRH Text"/>
                <a:ea typeface="SRH"/>
              </a:rPr>
              <a:t>2026-08-09</a:t>
            </a:fld>
            <a:endParaRPr lang="en-US" sz="900" b="0" u="none" strike="noStrike">
              <a:solidFill>
                <a:srgbClr val="000000"/>
              </a:solidFill>
              <a:effectLst/>
              <a:uFillTx/>
              <a:latin typeface="Times New Roman"/>
            </a:endParaRPr>
          </a:p>
        </p:txBody>
      </p:sp>
      <p:sp>
        <p:nvSpPr>
          <p:cNvPr id="297" name="PlaceHolder 4"/>
          <p:cNvSpPr>
            <a:spLocks noGrp="1"/>
          </p:cNvSpPr>
          <p:nvPr>
            <p:ph type="ftr" idx="119"/>
          </p:nvPr>
        </p:nvSpPr>
        <p:spPr>
          <a:xfrm>
            <a:off x="1242000" y="636660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nl-NL" sz="900" b="1" u="none" spc="-6" strike="noStrike">
                <a:solidFill>
                  <a:schemeClr val="dk1"/>
                </a:solidFill>
                <a:effectLst/>
                <a:uFillTx/>
                <a:latin typeface="Arial MT"/>
                <a:ea typeface="SRH"/>
              </a:defRPr>
            </a:lvl1pPr>
          </a:lstStyle>
          <a:p>
            <a:pPr indent="0" algn="l" defTabSz="914400">
              <a:lnSpc>
                <a:spcPct val="100000"/>
              </a:lnSpc>
              <a:buNone/>
              <a:tabLst>
                <a:tab pos="0" algn="l"/>
              </a:tabLst>
            </a:pPr>
            <a:r>
              <a:rPr lang="nl-NL" sz="900" b="1" u="none" spc="-6" strike="noStrike">
                <a:solidFill>
                  <a:schemeClr val="dk1"/>
                </a:solidFill>
                <a:effectLst/>
                <a:uFillTx/>
                <a:latin typeface="Arial MT"/>
                <a:ea typeface="SRH"/>
              </a:rPr>
              <a:t>SRH Hochschule Heidelberg</a:t>
            </a:r>
            <a:endParaRPr lang="en-US" sz="900" b="0" u="none" strike="noStrike">
              <a:solidFill>
                <a:srgbClr val="000000"/>
              </a:solidFill>
              <a:effectLst/>
              <a:uFillTx/>
              <a:latin typeface="Times New Roman"/>
            </a:endParaRPr>
          </a:p>
        </p:txBody>
      </p:sp>
      <p:sp>
        <p:nvSpPr>
          <p:cNvPr id="298" name="PlaceHolder 5"/>
          <p:cNvSpPr>
            <a:spLocks noGrp="1"/>
          </p:cNvSpPr>
          <p:nvPr>
            <p:ph type="sldNum" idx="120"/>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AD43E327-DAF5-436A-90A0-0A75CAAF853B}"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 name="PlaceHolder 1"/>
          <p:cNvSpPr>
            <a:spLocks noGrp="1"/>
          </p:cNvSpPr>
          <p:nvPr>
            <p:ph type="title"/>
          </p:nvPr>
        </p:nvSpPr>
        <p:spPr>
          <a:xfrm>
            <a:off x="191880" y="-147600"/>
            <a:ext cx="9156240" cy="833400"/>
          </a:xfrm>
          <a:prstGeom prst="rect">
            <a:avLst/>
          </a:prstGeom>
          <a:noFill/>
          <a:ln w="0">
            <a:noFill/>
          </a:ln>
        </p:spPr>
        <p:txBody>
          <a:bodyPr numCol="1" spcCol="216000" lIns="0" tIns="0" rIns="0" bIns="0" anchor="b">
            <a:noAutofit/>
          </a:bodyPr>
          <a:p>
            <a:pPr indent="0" algn="l" defTabSz="914400">
              <a:buNone/>
              <a:tabLst>
                <a:tab pos="0" algn="l"/>
              </a:tabLst>
            </a:pPr>
            <a:endParaRPr lang="de-DE" sz="1600" b="1" u="none" strike="noStrike">
              <a:solidFill>
                <a:srgbClr val="FF4000"/>
              </a:solidFill>
              <a:effectLst/>
              <a:uFillTx/>
              <a:latin typeface="SRH Headline"/>
            </a:endParaRPr>
          </a:p>
        </p:txBody>
      </p:sp>
      <p:sp>
        <p:nvSpPr>
          <p:cNvPr id="300" name="PlaceHolder 2"/>
          <p:cNvSpPr>
            <a:spLocks noGrp="1"/>
          </p:cNvSpPr>
          <p:nvPr>
            <p:ph/>
          </p:nvPr>
        </p:nvSpPr>
        <p:spPr>
          <a:xfrm>
            <a:off x="228600" y="300600"/>
            <a:ext cx="4572000" cy="6786000"/>
          </a:xfrm>
          <a:prstGeom prst="rect">
            <a:avLst/>
          </a:prstGeom>
          <a:noFill/>
          <a:ln w="0">
            <a:noFill/>
          </a:ln>
        </p:spPr>
        <p:txBody>
          <a:bodyPr numCol="1" spcCol="216000" lIns="0" tIns="0" rIns="0" bIns="0" anchor="t">
            <a:noAutofit/>
          </a:bodyPr>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1" u="none" strike="noStrike">
                <a:solidFill>
                  <a:srgbClr val="FF4000"/>
                </a:solidFill>
                <a:effectLst/>
                <a:uFillTx/>
                <a:latin typeface="SRH Text"/>
                <a:ea typeface="SRH Text"/>
              </a:rPr>
              <a:t>Find optimal threshold:</a:t>
            </a:r>
            <a:endParaRPr lang="de-DE" sz="11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0" u="none" strike="noStrike">
                <a:solidFill>
                  <a:srgbClr val="1C1C1C"/>
                </a:solidFill>
                <a:effectLst/>
                <a:uFillTx/>
                <a:latin typeface="SRH Text"/>
                <a:ea typeface="SRH Text"/>
              </a:rPr>
              <a:t>Standard approach → Fixed threshold = 0.50 </a:t>
            </a:r>
            <a:endParaRPr lang="de-DE" sz="11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0" u="none" strike="noStrike">
                <a:solidFill>
                  <a:srgbClr val="1C1C1C"/>
                </a:solidFill>
                <a:effectLst/>
                <a:uFillTx/>
                <a:latin typeface="SRH Text"/>
                <a:ea typeface="SRH Text"/>
              </a:rPr>
              <a:t>Proposed approach → Optimize the decision threshold </a:t>
            </a:r>
            <a:endParaRPr lang="de-DE" sz="11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1" u="none" strike="noStrike">
                <a:solidFill>
                  <a:srgbClr val="1C1C1C"/>
                </a:solidFill>
                <a:effectLst/>
                <a:uFillTx/>
                <a:latin typeface="SRH Text"/>
                <a:ea typeface="SRH Text"/>
              </a:rPr>
              <a:t>Tested thresholds: (0.15, 0.6, 0.01)</a:t>
            </a:r>
            <a:endParaRPr lang="de-DE" sz="11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0" u="none" strike="noStrike">
                <a:solidFill>
                  <a:srgbClr val="1C1C1C"/>
                </a:solidFill>
                <a:effectLst/>
                <a:uFillTx/>
                <a:latin typeface="SRH Text"/>
                <a:ea typeface="SRH Text"/>
              </a:rPr>
              <a:t>Business cost function: prioritize low FN, penalize FP </a:t>
            </a:r>
            <a:endParaRPr lang="de-DE" sz="11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1" u="none" strike="noStrike">
                <a:solidFill>
                  <a:srgbClr val="1C1C1C"/>
                </a:solidFill>
                <a:effectLst/>
                <a:uFillTx/>
                <a:latin typeface="SRH Text"/>
                <a:ea typeface="SRH Text"/>
              </a:rPr>
              <a:t>Cost = 2.5 × FN + FP</a:t>
            </a:r>
            <a:endParaRPr lang="de-DE" sz="11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0" u="none" strike="noStrike">
                <a:solidFill>
                  <a:srgbClr val="1C1C1C"/>
                </a:solidFill>
                <a:effectLst/>
                <a:uFillTx/>
                <a:latin typeface="SRH Text"/>
                <a:ea typeface="SRH Text"/>
              </a:rPr>
              <a:t>Each model was evaluated using: </a:t>
            </a:r>
            <a:endParaRPr lang="de-DE" sz="11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0" u="none" strike="noStrike">
                <a:solidFill>
                  <a:srgbClr val="1C1C1C"/>
                </a:solidFill>
                <a:effectLst/>
                <a:uFillTx/>
                <a:latin typeface="SRH Text"/>
                <a:ea typeface="SRH Text"/>
              </a:rPr>
              <a:t>AUC </a:t>
            </a:r>
            <a:endParaRPr lang="de-DE" sz="11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0" u="none" strike="noStrike">
                <a:solidFill>
                  <a:srgbClr val="1C1C1C"/>
                </a:solidFill>
                <a:effectLst/>
                <a:uFillTx/>
                <a:latin typeface="SRH Text"/>
                <a:ea typeface="SRH Text"/>
              </a:rPr>
              <a:t>False Negatives (FN) </a:t>
            </a:r>
            <a:endParaRPr lang="de-DE" sz="11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0" u="none" strike="noStrike">
                <a:solidFill>
                  <a:srgbClr val="1C1C1C"/>
                </a:solidFill>
                <a:effectLst/>
                <a:uFillTx/>
                <a:latin typeface="SRH Text"/>
                <a:ea typeface="SRH Text"/>
              </a:rPr>
              <a:t>False Positives (FP) </a:t>
            </a:r>
            <a:endParaRPr lang="de-DE" sz="11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0" u="none" strike="noStrike">
                <a:solidFill>
                  <a:srgbClr val="1C1C1C"/>
                </a:solidFill>
                <a:effectLst/>
                <a:uFillTx/>
                <a:latin typeface="SRH Text"/>
                <a:ea typeface="SRH Text"/>
              </a:rPr>
              <a:t>Error balance:FP/FN Ratio </a:t>
            </a:r>
            <a:endParaRPr lang="de-DE" sz="11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0" u="none" strike="noStrike">
                <a:solidFill>
                  <a:srgbClr val="1C1C1C"/>
                </a:solidFill>
                <a:effectLst/>
                <a:uFillTx/>
                <a:latin typeface="SRH Text"/>
                <a:ea typeface="SRH Text"/>
              </a:rPr>
              <a:t>Business Cost</a:t>
            </a:r>
            <a:endParaRPr lang="de-DE" sz="1100" b="0" u="none" strike="noStrike">
              <a:solidFill>
                <a:srgbClr val="333333"/>
              </a:solidFill>
              <a:effectLst/>
              <a:uFillTx/>
              <a:latin typeface="SRH Text"/>
            </a:endParaRPr>
          </a:p>
        </p:txBody>
      </p:sp>
      <p:sp>
        <p:nvSpPr>
          <p:cNvPr id="301" name="PlaceHolder 3"/>
          <p:cNvSpPr>
            <a:spLocks noGrp="1"/>
          </p:cNvSpPr>
          <p:nvPr>
            <p:ph type="dt" idx="121"/>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BDA86EB9-6727-4570-BA79-421ECFFBC481}" type="datetime1">
              <a:rPr lang="en-CA" sz="900" b="1" u="none" strike="noStrike">
                <a:solidFill>
                  <a:srgbClr val="6D7373"/>
                </a:solidFill>
                <a:effectLst/>
                <a:uFillTx/>
                <a:latin typeface="SRH Text"/>
                <a:ea typeface="SRH"/>
              </a:rPr>
              <a:t>2026-08-09</a:t>
            </a:fld>
            <a:endParaRPr lang="en-US" sz="900" b="0" u="none" strike="noStrike">
              <a:solidFill>
                <a:srgbClr val="000000"/>
              </a:solidFill>
              <a:effectLst/>
              <a:uFillTx/>
              <a:latin typeface="Times New Roman"/>
            </a:endParaRPr>
          </a:p>
        </p:txBody>
      </p:sp>
      <p:sp>
        <p:nvSpPr>
          <p:cNvPr id="302" name="PlaceHolder 4"/>
          <p:cNvSpPr>
            <a:spLocks noGrp="1"/>
          </p:cNvSpPr>
          <p:nvPr>
            <p:ph type="ftr" idx="122"/>
          </p:nvPr>
        </p:nvSpPr>
        <p:spPr>
          <a:xfrm>
            <a:off x="1242000" y="636660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nl-NL" sz="900" b="1" u="none" spc="-6" strike="noStrike">
                <a:solidFill>
                  <a:schemeClr val="dk1"/>
                </a:solidFill>
                <a:effectLst/>
                <a:uFillTx/>
                <a:latin typeface="Arial MT"/>
                <a:ea typeface="SRH"/>
              </a:defRPr>
            </a:lvl1pPr>
          </a:lstStyle>
          <a:p>
            <a:pPr indent="0" algn="l" defTabSz="914400">
              <a:lnSpc>
                <a:spcPct val="100000"/>
              </a:lnSpc>
              <a:buNone/>
              <a:tabLst>
                <a:tab pos="0" algn="l"/>
              </a:tabLst>
            </a:pPr>
            <a:r>
              <a:rPr lang="nl-NL" sz="900" b="1" u="none" spc="-6" strike="noStrike">
                <a:solidFill>
                  <a:schemeClr val="dk1"/>
                </a:solidFill>
                <a:effectLst/>
                <a:uFillTx/>
                <a:latin typeface="Arial MT"/>
                <a:ea typeface="SRH"/>
              </a:rPr>
              <a:t>SRH Hochschule Heidelberg</a:t>
            </a:r>
            <a:endParaRPr lang="en-US" sz="900" b="0" u="none" strike="noStrike">
              <a:solidFill>
                <a:srgbClr val="000000"/>
              </a:solidFill>
              <a:effectLst/>
              <a:uFillTx/>
              <a:latin typeface="Times New Roman"/>
            </a:endParaRPr>
          </a:p>
        </p:txBody>
      </p:sp>
      <p:sp>
        <p:nvSpPr>
          <p:cNvPr id="303" name="PlaceHolder 5"/>
          <p:cNvSpPr>
            <a:spLocks noGrp="1"/>
          </p:cNvSpPr>
          <p:nvPr>
            <p:ph type="sldNum" idx="123"/>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9AF828FE-8AFE-4DD9-AFBD-0CC2A8A5C027}"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pic>
        <p:nvPicPr>
          <p:cNvPr id="304" name=""/>
          <p:cNvPicPr/>
          <p:nvPr/>
        </p:nvPicPr>
        <p:blipFill>
          <a:blip r:embed="rId1"/>
          <a:stretch/>
        </p:blipFill>
        <p:spPr>
          <a:xfrm>
            <a:off x="5029200" y="1791000"/>
            <a:ext cx="3017160" cy="3466800"/>
          </a:xfrm>
          <a:prstGeom prst="rect">
            <a:avLst/>
          </a:prstGeom>
          <a:noFill/>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 name="PlaceHolder 1"/>
          <p:cNvSpPr>
            <a:spLocks noGrp="1"/>
          </p:cNvSpPr>
          <p:nvPr>
            <p:ph type="title"/>
          </p:nvPr>
        </p:nvSpPr>
        <p:spPr>
          <a:xfrm>
            <a:off x="191880" y="-147600"/>
            <a:ext cx="9156240" cy="833400"/>
          </a:xfrm>
          <a:prstGeom prst="rect">
            <a:avLst/>
          </a:prstGeom>
          <a:noFill/>
          <a:ln w="0">
            <a:noFill/>
          </a:ln>
        </p:spPr>
        <p:txBody>
          <a:bodyPr numCol="1" spcCol="216000" lIns="0" tIns="0" rIns="0" bIns="0" anchor="b">
            <a:noAutofit/>
          </a:bodyPr>
          <a:p>
            <a:pPr indent="0" algn="l" defTabSz="914400">
              <a:buNone/>
              <a:tabLst>
                <a:tab pos="0" algn="l"/>
              </a:tabLst>
            </a:pPr>
            <a:endParaRPr lang="de-DE" sz="1600" b="1" u="none" strike="noStrike">
              <a:solidFill>
                <a:srgbClr val="FF4000"/>
              </a:solidFill>
              <a:effectLst/>
              <a:uFillTx/>
              <a:latin typeface="SRH Headline"/>
            </a:endParaRPr>
          </a:p>
        </p:txBody>
      </p:sp>
      <p:pic>
        <p:nvPicPr>
          <p:cNvPr id="306" name=""/>
          <p:cNvPicPr/>
          <p:nvPr/>
        </p:nvPicPr>
        <p:blipFill>
          <a:blip r:embed="rId1"/>
          <a:stretch/>
        </p:blipFill>
        <p:spPr>
          <a:xfrm>
            <a:off x="1618200" y="696240"/>
            <a:ext cx="7525800" cy="5505840"/>
          </a:xfrm>
          <a:prstGeom prst="rect">
            <a:avLst/>
          </a:prstGeom>
          <a:noFill/>
          <a:ln w="0">
            <a:noFill/>
          </a:ln>
        </p:spPr>
      </p:pic>
      <p:sp>
        <p:nvSpPr>
          <p:cNvPr id="307" name="PlaceHolder 2"/>
          <p:cNvSpPr>
            <a:spLocks noGrp="1"/>
          </p:cNvSpPr>
          <p:nvPr>
            <p:ph type="dt" idx="124"/>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F3F3FCC2-BE16-4386-A5E9-7B637C1234CF}" type="datetime1">
              <a:rPr lang="en-CA" sz="900" b="1" u="none" strike="noStrike">
                <a:solidFill>
                  <a:srgbClr val="6D7373"/>
                </a:solidFill>
                <a:effectLst/>
                <a:uFillTx/>
                <a:latin typeface="SRH Text"/>
                <a:ea typeface="SRH"/>
              </a:rPr>
              <a:t>2026-08-09</a:t>
            </a:fld>
            <a:endParaRPr lang="en-US" sz="900" b="0" u="none" strike="noStrike">
              <a:solidFill>
                <a:srgbClr val="000000"/>
              </a:solidFill>
              <a:effectLst/>
              <a:uFillTx/>
              <a:latin typeface="Times New Roman"/>
            </a:endParaRPr>
          </a:p>
        </p:txBody>
      </p:sp>
      <p:sp>
        <p:nvSpPr>
          <p:cNvPr id="308" name="PlaceHolder 3"/>
          <p:cNvSpPr>
            <a:spLocks noGrp="1"/>
          </p:cNvSpPr>
          <p:nvPr>
            <p:ph type="ftr" idx="125"/>
          </p:nvPr>
        </p:nvSpPr>
        <p:spPr>
          <a:xfrm>
            <a:off x="1242000" y="636660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nl-NL" sz="900" b="1" u="none" spc="-6" strike="noStrike">
                <a:solidFill>
                  <a:schemeClr val="dk1"/>
                </a:solidFill>
                <a:effectLst/>
                <a:uFillTx/>
                <a:latin typeface="Arial MT"/>
                <a:ea typeface="SRH"/>
              </a:defRPr>
            </a:lvl1pPr>
          </a:lstStyle>
          <a:p>
            <a:pPr indent="0" algn="l" defTabSz="914400">
              <a:lnSpc>
                <a:spcPct val="100000"/>
              </a:lnSpc>
              <a:buNone/>
              <a:tabLst>
                <a:tab pos="0" algn="l"/>
              </a:tabLst>
            </a:pPr>
            <a:r>
              <a:rPr lang="nl-NL" sz="900" b="1" u="none" spc="-6" strike="noStrike">
                <a:solidFill>
                  <a:schemeClr val="dk1"/>
                </a:solidFill>
                <a:effectLst/>
                <a:uFillTx/>
                <a:latin typeface="Arial MT"/>
                <a:ea typeface="SRH"/>
              </a:rPr>
              <a:t>SRH Hochschule Heidelberg</a:t>
            </a:r>
            <a:endParaRPr lang="en-US" sz="900" b="0" u="none" strike="noStrike">
              <a:solidFill>
                <a:srgbClr val="000000"/>
              </a:solidFill>
              <a:effectLst/>
              <a:uFillTx/>
              <a:latin typeface="Times New Roman"/>
            </a:endParaRPr>
          </a:p>
        </p:txBody>
      </p:sp>
      <p:sp>
        <p:nvSpPr>
          <p:cNvPr id="309" name="PlaceHolder 4"/>
          <p:cNvSpPr>
            <a:spLocks noGrp="1"/>
          </p:cNvSpPr>
          <p:nvPr>
            <p:ph type="sldNum" idx="126"/>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2947D613-093E-4C0C-826B-0FC27446C280}"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 name="PlaceHolder 1"/>
          <p:cNvSpPr>
            <a:spLocks noGrp="1"/>
          </p:cNvSpPr>
          <p:nvPr>
            <p:ph type="title"/>
          </p:nvPr>
        </p:nvSpPr>
        <p:spPr>
          <a:xfrm>
            <a:off x="191880" y="-147600"/>
            <a:ext cx="9156240" cy="833400"/>
          </a:xfrm>
          <a:prstGeom prst="rect">
            <a:avLst/>
          </a:prstGeom>
          <a:noFill/>
          <a:ln w="0">
            <a:noFill/>
          </a:ln>
        </p:spPr>
        <p:txBody>
          <a:bodyPr numCol="1" spcCol="216000" lIns="0" tIns="0" rIns="0" bIns="0" anchor="b">
            <a:noAutofit/>
          </a:bodyPr>
          <a:p>
            <a:pPr indent="0" algn="l" defTabSz="914400">
              <a:lnSpc>
                <a:spcPct val="100000"/>
              </a:lnSpc>
              <a:spcBef>
                <a:spcPts val="1191"/>
              </a:spcBef>
              <a:spcAft>
                <a:spcPts val="992"/>
              </a:spcAft>
              <a:buNone/>
              <a:tabLst>
                <a:tab pos="0" algn="l"/>
              </a:tabLst>
            </a:pPr>
            <a:r>
              <a:rPr lang="de-DE" sz="1600" b="1" u="none" strike="noStrike">
                <a:solidFill>
                  <a:srgbClr val="FF4000"/>
                </a:solidFill>
                <a:effectLst/>
                <a:uFillTx/>
                <a:latin typeface="SRH Headline"/>
              </a:rPr>
              <a:t>Explainable AI: SHAP-Based Model Interpretation</a:t>
            </a:r>
            <a:endParaRPr lang="de-DE" sz="1600" b="1" u="none" strike="noStrike">
              <a:solidFill>
                <a:srgbClr val="FF4000"/>
              </a:solidFill>
              <a:effectLst/>
              <a:uFillTx/>
              <a:latin typeface="SRH Headline"/>
            </a:endParaRPr>
          </a:p>
        </p:txBody>
      </p:sp>
      <p:sp>
        <p:nvSpPr>
          <p:cNvPr id="311" name="PlaceHolder 2"/>
          <p:cNvSpPr>
            <a:spLocks noGrp="1"/>
          </p:cNvSpPr>
          <p:nvPr>
            <p:ph/>
          </p:nvPr>
        </p:nvSpPr>
        <p:spPr>
          <a:xfrm>
            <a:off x="228600" y="696600"/>
            <a:ext cx="6400800" cy="6033240"/>
          </a:xfrm>
          <a:prstGeom prst="rect">
            <a:avLst/>
          </a:prstGeom>
          <a:noFill/>
          <a:ln w="0">
            <a:noFill/>
          </a:ln>
        </p:spPr>
        <p:txBody>
          <a:bodyPr numCol="1" spcCol="216000" lIns="0" tIns="0" rIns="0" bIns="0" anchor="t">
            <a:noAutofit/>
          </a:bodyPr>
          <a:p>
            <a:pPr indent="0" algn="l" defTabSz="914400">
              <a:lnSpc>
                <a:spcPct val="110000"/>
              </a:lnSpc>
              <a:spcBef>
                <a:spcPts val="1191"/>
              </a:spcBef>
              <a:spcAft>
                <a:spcPts val="992"/>
              </a:spcAft>
              <a:tabLst>
                <a:tab pos="0" algn="l"/>
              </a:tabLst>
            </a:pPr>
            <a:r>
              <a:rPr lang="de-DE" sz="1000" b="1" u="none" strike="noStrike">
                <a:solidFill>
                  <a:schemeClr val="dk1"/>
                </a:solidFill>
                <a:effectLst/>
                <a:uFillTx/>
                <a:latin typeface="SRH Text"/>
              </a:rPr>
              <a:t>Objective:</a:t>
            </a:r>
            <a:endParaRPr lang="de-DE" sz="1000" b="0" u="none" strike="noStrike">
              <a:solidFill>
                <a:schemeClr val="dk1"/>
              </a:solidFill>
              <a:effectLst/>
              <a:uFillTx/>
              <a:latin typeface="SRH Text"/>
            </a:endParaRPr>
          </a:p>
          <a:p>
            <a:pPr indent="0" algn="l" defTabSz="914400">
              <a:lnSpc>
                <a:spcPct val="110000"/>
              </a:lnSpc>
              <a:spcBef>
                <a:spcPts val="1191"/>
              </a:spcBef>
              <a:spcAft>
                <a:spcPts val="992"/>
              </a:spcAft>
              <a:tabLst>
                <a:tab pos="0" algn="l"/>
              </a:tabLst>
            </a:pPr>
            <a:r>
              <a:rPr lang="de-DE" sz="1000" b="0" u="none" strike="noStrike">
                <a:solidFill>
                  <a:schemeClr val="dk1"/>
                </a:solidFill>
                <a:effectLst/>
                <a:uFillTx/>
                <a:latin typeface="SRH Text"/>
              </a:rPr>
              <a:t>Interpret how the XGBoost model makes credit-risk predictions and identify the features that drive its decisions.</a:t>
            </a:r>
            <a:endParaRPr lang="de-DE" sz="1000" b="0" u="none" strike="noStrike">
              <a:solidFill>
                <a:schemeClr val="dk1"/>
              </a:solidFill>
              <a:effectLst/>
              <a:uFillTx/>
              <a:latin typeface="SRH Text"/>
            </a:endParaRPr>
          </a:p>
          <a:p>
            <a:pPr indent="0" algn="l" defTabSz="914400">
              <a:lnSpc>
                <a:spcPct val="110000"/>
              </a:lnSpc>
              <a:spcBef>
                <a:spcPts val="1191"/>
              </a:spcBef>
              <a:spcAft>
                <a:spcPts val="992"/>
              </a:spcAft>
              <a:tabLst>
                <a:tab pos="0" algn="l"/>
              </a:tabLst>
            </a:pPr>
            <a:r>
              <a:rPr lang="de-DE" sz="1000" b="0" u="none" strike="noStrike">
                <a:solidFill>
                  <a:schemeClr val="dk1"/>
                </a:solidFill>
                <a:effectLst/>
                <a:uFillTx/>
                <a:latin typeface="SRH Text"/>
              </a:rPr>
              <a:t>SHAP Framework</a:t>
            </a:r>
            <a:endParaRPr lang="de-DE" sz="1000" b="0" u="none" strike="noStrike">
              <a:solidFill>
                <a:schemeClr val="dk1"/>
              </a:solidFill>
              <a:effectLst/>
              <a:uFillTx/>
              <a:latin typeface="SRH Text"/>
            </a:endParaRPr>
          </a:p>
          <a:p>
            <a:pPr indent="0" algn="l" defTabSz="914400">
              <a:lnSpc>
                <a:spcPct val="110000"/>
              </a:lnSpc>
              <a:spcBef>
                <a:spcPts val="1191"/>
              </a:spcBef>
              <a:spcAft>
                <a:spcPts val="992"/>
              </a:spcAft>
              <a:tabLst>
                <a:tab pos="0" algn="l"/>
              </a:tabLst>
            </a:pPr>
            <a:r>
              <a:rPr lang="de-DE" sz="1000" b="0" u="none" strike="noStrike">
                <a:solidFill>
                  <a:schemeClr val="dk1"/>
                </a:solidFill>
                <a:effectLst/>
                <a:uFillTx/>
                <a:latin typeface="SRH Text"/>
              </a:rPr>
              <a:t>TreeExplainer applied to the final XGBoost model</a:t>
            </a:r>
            <a:endParaRPr lang="de-DE" sz="1000" b="0" u="none" strike="noStrike">
              <a:solidFill>
                <a:schemeClr val="dk1"/>
              </a:solidFill>
              <a:effectLst/>
              <a:uFillTx/>
              <a:latin typeface="SRH Text"/>
            </a:endParaRPr>
          </a:p>
          <a:p>
            <a:pPr indent="0" algn="l" defTabSz="914400">
              <a:lnSpc>
                <a:spcPct val="110000"/>
              </a:lnSpc>
              <a:spcBef>
                <a:spcPts val="1191"/>
              </a:spcBef>
              <a:spcAft>
                <a:spcPts val="992"/>
              </a:spcAft>
              <a:tabLst>
                <a:tab pos="0" algn="l"/>
              </a:tabLst>
            </a:pPr>
            <a:r>
              <a:rPr lang="de-DE" sz="1000" b="0" u="none" strike="noStrike">
                <a:solidFill>
                  <a:schemeClr val="dk1"/>
                </a:solidFill>
                <a:effectLst/>
                <a:uFillTx/>
                <a:latin typeface="SRH Text"/>
              </a:rPr>
              <a:t>2,000 test observations analyzed</a:t>
            </a:r>
            <a:endParaRPr lang="de-DE" sz="1000" b="0" u="none" strike="noStrike">
              <a:solidFill>
                <a:schemeClr val="dk1"/>
              </a:solidFill>
              <a:effectLst/>
              <a:uFillTx/>
              <a:latin typeface="SRH Text"/>
            </a:endParaRPr>
          </a:p>
          <a:p>
            <a:pPr indent="0" algn="l" defTabSz="914400">
              <a:lnSpc>
                <a:spcPct val="110000"/>
              </a:lnSpc>
              <a:spcBef>
                <a:spcPts val="1191"/>
              </a:spcBef>
              <a:spcAft>
                <a:spcPts val="992"/>
              </a:spcAft>
              <a:tabLst>
                <a:tab pos="0" algn="l"/>
              </a:tabLst>
            </a:pPr>
            <a:r>
              <a:rPr lang="de-DE" sz="1000" b="0" u="none" strike="noStrike">
                <a:solidFill>
                  <a:schemeClr val="dk1"/>
                </a:solidFill>
                <a:effectLst/>
                <a:uFillTx/>
                <a:latin typeface="SRH Text"/>
              </a:rPr>
              <a:t>Global feature importance based on mean |SHAP value|</a:t>
            </a:r>
            <a:endParaRPr lang="de-DE" sz="1000" b="0" u="none" strike="noStrike">
              <a:solidFill>
                <a:schemeClr val="dk1"/>
              </a:solidFill>
              <a:effectLst/>
              <a:uFillTx/>
              <a:latin typeface="SRH Text"/>
            </a:endParaRPr>
          </a:p>
          <a:p>
            <a:pPr indent="0" algn="l" defTabSz="914400">
              <a:lnSpc>
                <a:spcPct val="110000"/>
              </a:lnSpc>
              <a:spcBef>
                <a:spcPts val="1191"/>
              </a:spcBef>
              <a:spcAft>
                <a:spcPts val="992"/>
              </a:spcAft>
              <a:tabLst>
                <a:tab pos="0" algn="l"/>
              </a:tabLst>
            </a:pPr>
            <a:r>
              <a:rPr lang="de-DE" sz="1000" b="0" u="none" strike="noStrike">
                <a:solidFill>
                  <a:schemeClr val="dk1"/>
                </a:solidFill>
                <a:effectLst/>
                <a:uFillTx/>
                <a:latin typeface="SRH Text"/>
              </a:rPr>
              <a:t>SHAP dependence plots used to examine feature effects</a:t>
            </a:r>
            <a:endParaRPr lang="de-DE" sz="1000" b="0" u="none" strike="noStrike">
              <a:solidFill>
                <a:schemeClr val="dk1"/>
              </a:solidFill>
              <a:effectLst/>
              <a:uFillTx/>
              <a:latin typeface="SRH Text"/>
            </a:endParaRPr>
          </a:p>
          <a:p>
            <a:pPr indent="0" algn="l" defTabSz="914400">
              <a:lnSpc>
                <a:spcPct val="110000"/>
              </a:lnSpc>
              <a:spcBef>
                <a:spcPts val="1191"/>
              </a:spcBef>
              <a:spcAft>
                <a:spcPts val="992"/>
              </a:spcAft>
              <a:tabLst>
                <a:tab pos="0" algn="l"/>
              </a:tabLst>
            </a:pPr>
            <a:r>
              <a:rPr lang="de-DE" sz="1000" b="0" u="none" strike="noStrike">
                <a:solidFill>
                  <a:schemeClr val="dk1"/>
                </a:solidFill>
                <a:effectLst/>
                <a:uFillTx/>
                <a:latin typeface="SRH Text"/>
              </a:rPr>
              <a:t>Key Findings</a:t>
            </a:r>
            <a:endParaRPr lang="de-DE" sz="1000" b="0" u="none" strike="noStrike">
              <a:solidFill>
                <a:schemeClr val="dk1"/>
              </a:solidFill>
              <a:effectLst/>
              <a:uFillTx/>
              <a:latin typeface="SRH Text"/>
            </a:endParaRPr>
          </a:p>
          <a:p>
            <a:pPr indent="0" algn="l" defTabSz="914400">
              <a:lnSpc>
                <a:spcPct val="110000"/>
              </a:lnSpc>
              <a:spcBef>
                <a:spcPts val="1191"/>
              </a:spcBef>
              <a:spcAft>
                <a:spcPts val="992"/>
              </a:spcAft>
              <a:tabLst>
                <a:tab pos="0" algn="l"/>
              </a:tabLst>
            </a:pPr>
            <a:r>
              <a:rPr lang="de-DE" sz="1000" b="0" u="none" strike="noStrike">
                <a:solidFill>
                  <a:schemeClr val="dk1"/>
                </a:solidFill>
                <a:effectLst/>
                <a:uFillTx/>
                <a:latin typeface="SRH Text"/>
              </a:rPr>
              <a:t>Credit Score: 19.42% of total SHAP importance</a:t>
            </a:r>
            <a:endParaRPr lang="de-DE" sz="1000" b="0" u="none" strike="noStrike">
              <a:solidFill>
                <a:schemeClr val="dk1"/>
              </a:solidFill>
              <a:effectLst/>
              <a:uFillTx/>
              <a:latin typeface="SRH Text"/>
            </a:endParaRPr>
          </a:p>
          <a:p>
            <a:pPr indent="0" algn="l" defTabSz="914400">
              <a:lnSpc>
                <a:spcPct val="110000"/>
              </a:lnSpc>
              <a:spcBef>
                <a:spcPts val="1191"/>
              </a:spcBef>
              <a:spcAft>
                <a:spcPts val="992"/>
              </a:spcAft>
              <a:tabLst>
                <a:tab pos="0" algn="l"/>
              </a:tabLst>
            </a:pPr>
            <a:r>
              <a:rPr lang="de-DE" sz="1000" b="0" u="none" strike="noStrike">
                <a:solidFill>
                  <a:schemeClr val="dk1"/>
                </a:solidFill>
                <a:effectLst/>
                <a:uFillTx/>
                <a:latin typeface="SRH Text"/>
              </a:rPr>
              <a:t>Debt-to-Income Ratio: 15.95%</a:t>
            </a:r>
            <a:endParaRPr lang="de-DE" sz="1000" b="0" u="none" strike="noStrike">
              <a:solidFill>
                <a:schemeClr val="dk1"/>
              </a:solidFill>
              <a:effectLst/>
              <a:uFillTx/>
              <a:latin typeface="SRH Text"/>
            </a:endParaRPr>
          </a:p>
          <a:p>
            <a:pPr indent="0" algn="l" defTabSz="914400">
              <a:lnSpc>
                <a:spcPct val="110000"/>
              </a:lnSpc>
              <a:spcBef>
                <a:spcPts val="1191"/>
              </a:spcBef>
              <a:spcAft>
                <a:spcPts val="992"/>
              </a:spcAft>
              <a:tabLst>
                <a:tab pos="0" algn="l"/>
              </a:tabLst>
            </a:pPr>
            <a:r>
              <a:rPr lang="de-DE" sz="1000" b="0" u="none" strike="noStrike">
                <a:solidFill>
                  <a:schemeClr val="dk1"/>
                </a:solidFill>
                <a:effectLst/>
                <a:uFillTx/>
                <a:latin typeface="SRH Text"/>
              </a:rPr>
              <a:t>Credit History: 9.65%</a:t>
            </a:r>
            <a:endParaRPr lang="de-DE" sz="1000" b="0" u="none" strike="noStrike">
              <a:solidFill>
                <a:schemeClr val="dk1"/>
              </a:solidFill>
              <a:effectLst/>
              <a:uFillTx/>
              <a:latin typeface="SRH Text"/>
            </a:endParaRPr>
          </a:p>
          <a:p>
            <a:pPr indent="0" algn="l" defTabSz="914400">
              <a:lnSpc>
                <a:spcPct val="110000"/>
              </a:lnSpc>
              <a:spcBef>
                <a:spcPts val="1191"/>
              </a:spcBef>
              <a:spcAft>
                <a:spcPts val="992"/>
              </a:spcAft>
              <a:tabLst>
                <a:tab pos="0" algn="l"/>
              </a:tabLst>
            </a:pPr>
            <a:r>
              <a:rPr lang="de-DE" sz="1000" b="0" u="none" strike="noStrike">
                <a:solidFill>
                  <a:schemeClr val="dk1"/>
                </a:solidFill>
                <a:effectLst/>
                <a:uFillTx/>
                <a:latin typeface="SRH Text"/>
              </a:rPr>
              <a:t>Loan-to-Income Ratio: 8.42%</a:t>
            </a:r>
            <a:endParaRPr lang="de-DE" sz="1000" b="0" u="none" strike="noStrike">
              <a:solidFill>
                <a:schemeClr val="dk1"/>
              </a:solidFill>
              <a:effectLst/>
              <a:uFillTx/>
              <a:latin typeface="SRH Text"/>
            </a:endParaRPr>
          </a:p>
          <a:p>
            <a:pPr indent="0" algn="l" defTabSz="914400">
              <a:lnSpc>
                <a:spcPct val="110000"/>
              </a:lnSpc>
              <a:spcBef>
                <a:spcPts val="1191"/>
              </a:spcBef>
              <a:spcAft>
                <a:spcPts val="992"/>
              </a:spcAft>
              <a:tabLst>
                <a:tab pos="0" algn="l"/>
              </a:tabLst>
            </a:pPr>
            <a:r>
              <a:rPr lang="de-DE" sz="1000" b="0" u="none" strike="noStrike">
                <a:solidFill>
                  <a:schemeClr val="dk1"/>
                </a:solidFill>
                <a:effectLst/>
                <a:uFillTx/>
                <a:latin typeface="SRH Text"/>
              </a:rPr>
              <a:t>Education Loan Intent: 8.15%</a:t>
            </a:r>
            <a:endParaRPr lang="de-DE" sz="1000" b="0" u="none" strike="noStrike">
              <a:solidFill>
                <a:schemeClr val="dk1"/>
              </a:solidFill>
              <a:effectLst/>
              <a:uFillTx/>
              <a:latin typeface="SRH Text"/>
            </a:endParaRPr>
          </a:p>
          <a:p>
            <a:pPr indent="0" algn="l" defTabSz="914400">
              <a:lnSpc>
                <a:spcPct val="110000"/>
              </a:lnSpc>
              <a:spcBef>
                <a:spcPts val="1191"/>
              </a:spcBef>
              <a:spcAft>
                <a:spcPts val="992"/>
              </a:spcAft>
              <a:buNone/>
              <a:tabLst>
                <a:tab pos="0" algn="l"/>
              </a:tabLst>
            </a:pPr>
            <a:r>
              <a:rPr lang="de-DE" sz="1000" b="0" u="none" strike="noStrike">
                <a:solidFill>
                  <a:schemeClr val="dk1"/>
                </a:solidFill>
                <a:effectLst/>
                <a:uFillTx/>
                <a:latin typeface="SRH Text"/>
              </a:rPr>
              <a:t> </a:t>
            </a:r>
            <a:endParaRPr lang="de-DE" sz="1000" b="0" u="none" strike="noStrike">
              <a:solidFill>
                <a:schemeClr val="dk1"/>
              </a:solidFill>
              <a:effectLst/>
              <a:uFillTx/>
              <a:latin typeface="SRH Text"/>
            </a:endParaRPr>
          </a:p>
        </p:txBody>
      </p:sp>
      <p:sp>
        <p:nvSpPr>
          <p:cNvPr id="312" name="PlaceHolder 3"/>
          <p:cNvSpPr>
            <a:spLocks noGrp="1"/>
          </p:cNvSpPr>
          <p:nvPr>
            <p:ph type="dt" idx="127"/>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66F0A0F2-FC67-4B6E-A085-5391770D9FBD}" type="datetime1">
              <a:rPr lang="en-CA" sz="900" b="1" u="none" strike="noStrike">
                <a:solidFill>
                  <a:srgbClr val="6D7373"/>
                </a:solidFill>
                <a:effectLst/>
                <a:uFillTx/>
                <a:latin typeface="SRH Text"/>
                <a:ea typeface="SRH"/>
              </a:rPr>
              <a:t>2026-08-09</a:t>
            </a:fld>
            <a:endParaRPr lang="en-US" sz="900" b="0" u="none" strike="noStrike">
              <a:solidFill>
                <a:srgbClr val="000000"/>
              </a:solidFill>
              <a:effectLst/>
              <a:uFillTx/>
              <a:latin typeface="Times New Roman"/>
            </a:endParaRPr>
          </a:p>
        </p:txBody>
      </p:sp>
      <p:sp>
        <p:nvSpPr>
          <p:cNvPr id="313" name="PlaceHolder 4"/>
          <p:cNvSpPr>
            <a:spLocks noGrp="1"/>
          </p:cNvSpPr>
          <p:nvPr>
            <p:ph type="ftr" idx="128"/>
          </p:nvPr>
        </p:nvSpPr>
        <p:spPr>
          <a:xfrm>
            <a:off x="1242000" y="636660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nl-NL" sz="900" b="1" u="none" spc="-6" strike="noStrike">
                <a:solidFill>
                  <a:schemeClr val="dk1"/>
                </a:solidFill>
                <a:effectLst/>
                <a:uFillTx/>
                <a:latin typeface="Arial MT"/>
                <a:ea typeface="SRH"/>
              </a:defRPr>
            </a:lvl1pPr>
          </a:lstStyle>
          <a:p>
            <a:pPr indent="0" algn="l" defTabSz="914400">
              <a:lnSpc>
                <a:spcPct val="100000"/>
              </a:lnSpc>
              <a:buNone/>
              <a:tabLst>
                <a:tab pos="0" algn="l"/>
              </a:tabLst>
            </a:pPr>
            <a:r>
              <a:rPr lang="nl-NL" sz="900" b="1" u="none" spc="-6" strike="noStrike">
                <a:solidFill>
                  <a:schemeClr val="dk1"/>
                </a:solidFill>
                <a:effectLst/>
                <a:uFillTx/>
                <a:latin typeface="Arial MT"/>
                <a:ea typeface="SRH"/>
              </a:rPr>
              <a:t>SRH Hochschule Heidelberg</a:t>
            </a:r>
            <a:endParaRPr lang="en-US" sz="900" b="0" u="none" strike="noStrike">
              <a:solidFill>
                <a:srgbClr val="000000"/>
              </a:solidFill>
              <a:effectLst/>
              <a:uFillTx/>
              <a:latin typeface="Times New Roman"/>
            </a:endParaRPr>
          </a:p>
        </p:txBody>
      </p:sp>
      <p:sp>
        <p:nvSpPr>
          <p:cNvPr id="314" name="PlaceHolder 5"/>
          <p:cNvSpPr>
            <a:spLocks noGrp="1"/>
          </p:cNvSpPr>
          <p:nvPr>
            <p:ph type="sldNum" idx="129"/>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ED8701FC-7365-46C7-9346-2383621964E0}"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5" name="PlaceHolder 1"/>
          <p:cNvSpPr>
            <a:spLocks noGrp="1"/>
          </p:cNvSpPr>
          <p:nvPr>
            <p:ph type="title"/>
          </p:nvPr>
        </p:nvSpPr>
        <p:spPr>
          <a:xfrm>
            <a:off x="191880" y="-147600"/>
            <a:ext cx="9156240" cy="833400"/>
          </a:xfrm>
          <a:prstGeom prst="rect">
            <a:avLst/>
          </a:prstGeom>
          <a:noFill/>
          <a:ln w="0">
            <a:noFill/>
          </a:ln>
        </p:spPr>
        <p:txBody>
          <a:bodyPr numCol="1" spcCol="216000" lIns="0" tIns="0" rIns="0" bIns="0" anchor="b">
            <a:noAutofit/>
          </a:bodyPr>
          <a:p>
            <a:pPr indent="0" algn="l" defTabSz="914400">
              <a:lnSpc>
                <a:spcPct val="100000"/>
              </a:lnSpc>
              <a:spcBef>
                <a:spcPts val="1191"/>
              </a:spcBef>
              <a:spcAft>
                <a:spcPts val="992"/>
              </a:spcAft>
              <a:buNone/>
              <a:tabLst>
                <a:tab pos="0" algn="l"/>
              </a:tabLst>
            </a:pPr>
            <a:r>
              <a:rPr lang="de-DE" sz="1600" b="1" u="none" strike="noStrike">
                <a:solidFill>
                  <a:srgbClr val="FF4000"/>
                </a:solidFill>
                <a:effectLst/>
                <a:uFillTx/>
                <a:latin typeface="SRH Headline"/>
              </a:rPr>
              <a:t>Explainable AI: SHAP-Based Model Interpretation</a:t>
            </a:r>
            <a:endParaRPr lang="de-DE" sz="1600" b="1" u="none" strike="noStrike">
              <a:solidFill>
                <a:srgbClr val="FF4000"/>
              </a:solidFill>
              <a:effectLst/>
              <a:uFillTx/>
              <a:latin typeface="SRH Headline"/>
            </a:endParaRPr>
          </a:p>
        </p:txBody>
      </p:sp>
      <p:sp>
        <p:nvSpPr>
          <p:cNvPr id="316" name="PlaceHolder 2"/>
          <p:cNvSpPr>
            <a:spLocks noGrp="1"/>
          </p:cNvSpPr>
          <p:nvPr>
            <p:ph/>
          </p:nvPr>
        </p:nvSpPr>
        <p:spPr>
          <a:xfrm>
            <a:off x="228600" y="914400"/>
            <a:ext cx="6400800" cy="5815440"/>
          </a:xfrm>
          <a:prstGeom prst="rect">
            <a:avLst/>
          </a:prstGeom>
          <a:noFill/>
          <a:ln w="0">
            <a:noFill/>
          </a:ln>
        </p:spPr>
        <p:txBody>
          <a:bodyPr numCol="1" spcCol="216000" lIns="0" tIns="0" rIns="0" bIns="0" anchor="t">
            <a:noAutofit/>
          </a:bodyPr>
          <a:p>
            <a:pPr indent="0" algn="l" defTabSz="914400">
              <a:lnSpc>
                <a:spcPct val="110000"/>
              </a:lnSpc>
              <a:spcBef>
                <a:spcPts val="1199"/>
              </a:spcBef>
              <a:tabLst>
                <a:tab pos="0" algn="l"/>
              </a:tabLst>
            </a:pPr>
            <a:r>
              <a:rPr lang="de-DE" sz="1300" b="1" u="none" strike="noStrike">
                <a:solidFill>
                  <a:srgbClr val="333333"/>
                </a:solidFill>
                <a:effectLst/>
                <a:uFillTx/>
                <a:latin typeface="SRH Text"/>
              </a:rPr>
              <a:t>Cumulative importance of top 10 features: 84.39% </a:t>
            </a:r>
            <a:endParaRPr lang="de-DE" sz="1300" b="1" u="none" strike="noStrike">
              <a:solidFill>
                <a:srgbClr val="333333"/>
              </a:solidFill>
              <a:effectLst/>
              <a:uFillTx/>
              <a:latin typeface="SRH Text"/>
            </a:endParaRPr>
          </a:p>
          <a:p>
            <a:pPr indent="0" algn="l" defTabSz="914400">
              <a:lnSpc>
                <a:spcPct val="110000"/>
              </a:lnSpc>
              <a:spcBef>
                <a:spcPts val="1199"/>
              </a:spcBef>
              <a:tabLst>
                <a:tab pos="0" algn="l"/>
              </a:tabLst>
            </a:pPr>
            <a:r>
              <a:rPr lang="de-DE" sz="1300" b="1" u="none" strike="noStrike">
                <a:solidFill>
                  <a:srgbClr val="333333"/>
                </a:solidFill>
                <a:effectLst/>
                <a:uFillTx/>
                <a:latin typeface="SRH Text"/>
              </a:rPr>
              <a:t>Cumulative importance of top 20 features: 98.83% </a:t>
            </a:r>
            <a:endParaRPr lang="de-DE" sz="1300" b="1" u="none" strike="noStrike">
              <a:solidFill>
                <a:srgbClr val="333333"/>
              </a:solidFill>
              <a:effectLst/>
              <a:uFillTx/>
              <a:latin typeface="SRH Text"/>
            </a:endParaRPr>
          </a:p>
        </p:txBody>
      </p:sp>
      <p:sp>
        <p:nvSpPr>
          <p:cNvPr id="317" name="PlaceHolder 3"/>
          <p:cNvSpPr>
            <a:spLocks noGrp="1"/>
          </p:cNvSpPr>
          <p:nvPr>
            <p:ph type="dt" idx="130"/>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52FFC2EB-6B78-4285-B41D-7F8D68A9D6E1}" type="datetime1">
              <a:rPr lang="en-CA" sz="900" b="1" u="none" strike="noStrike">
                <a:solidFill>
                  <a:srgbClr val="6D7373"/>
                </a:solidFill>
                <a:effectLst/>
                <a:uFillTx/>
                <a:latin typeface="SRH Text"/>
                <a:ea typeface="SRH"/>
              </a:rPr>
              <a:t>2026-08-09</a:t>
            </a:fld>
            <a:endParaRPr lang="en-US" sz="900" b="0" u="none" strike="noStrike">
              <a:solidFill>
                <a:srgbClr val="000000"/>
              </a:solidFill>
              <a:effectLst/>
              <a:uFillTx/>
              <a:latin typeface="Times New Roman"/>
            </a:endParaRPr>
          </a:p>
        </p:txBody>
      </p:sp>
      <p:sp>
        <p:nvSpPr>
          <p:cNvPr id="318" name="PlaceHolder 4"/>
          <p:cNvSpPr>
            <a:spLocks noGrp="1"/>
          </p:cNvSpPr>
          <p:nvPr>
            <p:ph type="ftr" idx="131"/>
          </p:nvPr>
        </p:nvSpPr>
        <p:spPr>
          <a:xfrm>
            <a:off x="1242000" y="636660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nl-NL" sz="900" b="1" u="none" spc="-6" strike="noStrike">
                <a:solidFill>
                  <a:schemeClr val="dk1"/>
                </a:solidFill>
                <a:effectLst/>
                <a:uFillTx/>
                <a:latin typeface="Arial MT"/>
                <a:ea typeface="SRH"/>
              </a:defRPr>
            </a:lvl1pPr>
          </a:lstStyle>
          <a:p>
            <a:pPr indent="0" algn="l" defTabSz="914400">
              <a:lnSpc>
                <a:spcPct val="100000"/>
              </a:lnSpc>
              <a:buNone/>
              <a:tabLst>
                <a:tab pos="0" algn="l"/>
              </a:tabLst>
            </a:pPr>
            <a:r>
              <a:rPr lang="nl-NL" sz="900" b="1" u="none" spc="-6" strike="noStrike">
                <a:solidFill>
                  <a:schemeClr val="dk1"/>
                </a:solidFill>
                <a:effectLst/>
                <a:uFillTx/>
                <a:latin typeface="Arial MT"/>
                <a:ea typeface="SRH"/>
              </a:rPr>
              <a:t>SRH Hochschule Heidelberg</a:t>
            </a:r>
            <a:endParaRPr lang="en-US" sz="900" b="0" u="none" strike="noStrike">
              <a:solidFill>
                <a:srgbClr val="000000"/>
              </a:solidFill>
              <a:effectLst/>
              <a:uFillTx/>
              <a:latin typeface="Times New Roman"/>
            </a:endParaRPr>
          </a:p>
        </p:txBody>
      </p:sp>
      <p:sp>
        <p:nvSpPr>
          <p:cNvPr id="319" name="PlaceHolder 5"/>
          <p:cNvSpPr>
            <a:spLocks noGrp="1"/>
          </p:cNvSpPr>
          <p:nvPr>
            <p:ph type="sldNum" idx="132"/>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29C63D86-94AF-4AA0-B094-E5CA304B216F}"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pic>
        <p:nvPicPr>
          <p:cNvPr id="320" name=""/>
          <p:cNvPicPr/>
          <p:nvPr/>
        </p:nvPicPr>
        <p:blipFill>
          <a:blip r:embed="rId1"/>
          <a:stretch/>
        </p:blipFill>
        <p:spPr>
          <a:xfrm>
            <a:off x="5729400" y="1009800"/>
            <a:ext cx="4942800" cy="5715000"/>
          </a:xfrm>
          <a:prstGeom prst="rect">
            <a:avLst/>
          </a:prstGeom>
          <a:noFill/>
          <a:ln w="0">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 name="PlaceHolder 1"/>
          <p:cNvSpPr>
            <a:spLocks noGrp="1"/>
          </p:cNvSpPr>
          <p:nvPr>
            <p:ph type="title"/>
          </p:nvPr>
        </p:nvSpPr>
        <p:spPr>
          <a:xfrm>
            <a:off x="191880" y="-147600"/>
            <a:ext cx="9156240" cy="833400"/>
          </a:xfrm>
          <a:prstGeom prst="rect">
            <a:avLst/>
          </a:prstGeom>
          <a:noFill/>
          <a:ln w="0">
            <a:noFill/>
          </a:ln>
        </p:spPr>
        <p:txBody>
          <a:bodyPr numCol="1" spcCol="216000" lIns="0" tIns="0" rIns="0" bIns="0" anchor="b">
            <a:noAutofit/>
          </a:bodyPr>
          <a:p>
            <a:pPr indent="0" algn="l" defTabSz="914400">
              <a:lnSpc>
                <a:spcPct val="100000"/>
              </a:lnSpc>
              <a:spcBef>
                <a:spcPts val="1191"/>
              </a:spcBef>
              <a:spcAft>
                <a:spcPts val="992"/>
              </a:spcAft>
              <a:buNone/>
              <a:tabLst>
                <a:tab pos="0" algn="l"/>
              </a:tabLst>
            </a:pPr>
            <a:r>
              <a:rPr lang="de-DE" sz="1600" b="1" u="none" strike="noStrike">
                <a:solidFill>
                  <a:srgbClr val="FF4000"/>
                </a:solidFill>
                <a:effectLst/>
                <a:uFillTx/>
                <a:latin typeface="SRH Headline"/>
              </a:rPr>
              <a:t>Selective Prediction Framework</a:t>
            </a:r>
            <a:endParaRPr lang="de-DE" sz="1600" b="1" u="none" strike="noStrike">
              <a:solidFill>
                <a:srgbClr val="FF4000"/>
              </a:solidFill>
              <a:effectLst/>
              <a:uFillTx/>
              <a:latin typeface="SRH Headline"/>
            </a:endParaRPr>
          </a:p>
        </p:txBody>
      </p:sp>
      <p:sp>
        <p:nvSpPr>
          <p:cNvPr id="322" name="PlaceHolder 2"/>
          <p:cNvSpPr>
            <a:spLocks noGrp="1"/>
          </p:cNvSpPr>
          <p:nvPr>
            <p:ph/>
          </p:nvPr>
        </p:nvSpPr>
        <p:spPr>
          <a:xfrm>
            <a:off x="228600" y="696600"/>
            <a:ext cx="11201400" cy="6033240"/>
          </a:xfrm>
          <a:prstGeom prst="rect">
            <a:avLst/>
          </a:prstGeom>
          <a:noFill/>
          <a:ln w="0">
            <a:noFill/>
          </a:ln>
        </p:spPr>
        <p:txBody>
          <a:bodyPr numCol="1" spcCol="216000" lIns="0" tIns="0" rIns="0" bIns="0" anchor="t">
            <a:noAutofit/>
          </a:bodyPr>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From Automatic Decisions to Risk-Aware Decisions</a:t>
            </a:r>
            <a:endParaRPr lang="de-DE" sz="1300" b="1"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Traditional classification forces an automatic decision for every applicant.</a:t>
            </a:r>
            <a:endParaRPr lang="de-DE" sz="13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Our approach: allow the model to abstain from uncertain cases and refer them to human loan officers.</a:t>
            </a:r>
            <a:endParaRPr lang="de-DE" sz="13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Two-Threshold Decision Policy</a:t>
            </a:r>
            <a:endParaRPr lang="de-DE" sz="1300" b="1"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t₁ — Automatic Approval</a:t>
            </a:r>
            <a:endParaRPr lang="de-DE" sz="13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a:t>
            </a:r>
            <a:endParaRPr lang="de-DE" sz="13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t₁ ≤ p &lt; t₂ — Manual Review</a:t>
            </a:r>
            <a:endParaRPr lang="de-DE" sz="13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a:t>
            </a:r>
            <a:endParaRPr lang="de-DE" sz="13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t₂ — Automatic Rejection</a:t>
            </a:r>
            <a:endParaRPr lang="de-DE" sz="13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The thresholds t₁ and t₂ were jointly optimized with the XGBoost hyperparameters using grid search and a business-cost function.</a:t>
            </a:r>
            <a:endParaRPr lang="de-DE" sz="1300" b="0" u="none" strike="noStrike">
              <a:solidFill>
                <a:srgbClr val="333333"/>
              </a:solidFill>
              <a:effectLst/>
              <a:uFillTx/>
              <a:latin typeface="SRH Text"/>
            </a:endParaRPr>
          </a:p>
        </p:txBody>
      </p:sp>
      <p:sp>
        <p:nvSpPr>
          <p:cNvPr id="323" name="PlaceHolder 3"/>
          <p:cNvSpPr>
            <a:spLocks noGrp="1"/>
          </p:cNvSpPr>
          <p:nvPr>
            <p:ph type="dt" idx="133"/>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5598278C-FE82-4C9B-8916-C68FBB933AAE}" type="datetime1">
              <a:rPr lang="en-CA" sz="900" b="1" u="none" strike="noStrike">
                <a:solidFill>
                  <a:srgbClr val="6D7373"/>
                </a:solidFill>
                <a:effectLst/>
                <a:uFillTx/>
                <a:latin typeface="SRH Text"/>
                <a:ea typeface="SRH"/>
              </a:rPr>
              <a:t>2026-08-09</a:t>
            </a:fld>
            <a:endParaRPr lang="en-US" sz="900" b="0" u="none" strike="noStrike">
              <a:solidFill>
                <a:srgbClr val="000000"/>
              </a:solidFill>
              <a:effectLst/>
              <a:uFillTx/>
              <a:latin typeface="Times New Roman"/>
            </a:endParaRPr>
          </a:p>
        </p:txBody>
      </p:sp>
      <p:sp>
        <p:nvSpPr>
          <p:cNvPr id="324" name="PlaceHolder 4"/>
          <p:cNvSpPr>
            <a:spLocks noGrp="1"/>
          </p:cNvSpPr>
          <p:nvPr>
            <p:ph type="ftr" idx="134"/>
          </p:nvPr>
        </p:nvSpPr>
        <p:spPr>
          <a:xfrm>
            <a:off x="1242000" y="636660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nl-NL" sz="900" b="1" u="none" spc="-6" strike="noStrike">
                <a:solidFill>
                  <a:schemeClr val="dk1"/>
                </a:solidFill>
                <a:effectLst/>
                <a:uFillTx/>
                <a:latin typeface="Arial MT"/>
                <a:ea typeface="SRH"/>
              </a:defRPr>
            </a:lvl1pPr>
          </a:lstStyle>
          <a:p>
            <a:pPr indent="0" algn="l" defTabSz="914400">
              <a:lnSpc>
                <a:spcPct val="100000"/>
              </a:lnSpc>
              <a:buNone/>
              <a:tabLst>
                <a:tab pos="0" algn="l"/>
              </a:tabLst>
            </a:pPr>
            <a:r>
              <a:rPr lang="nl-NL" sz="900" b="1" u="none" spc="-6" strike="noStrike">
                <a:solidFill>
                  <a:schemeClr val="dk1"/>
                </a:solidFill>
                <a:effectLst/>
                <a:uFillTx/>
                <a:latin typeface="Arial MT"/>
                <a:ea typeface="SRH"/>
              </a:rPr>
              <a:t>SRH Hochschule Heidelberg</a:t>
            </a:r>
            <a:endParaRPr lang="en-US" sz="900" b="0" u="none" strike="noStrike">
              <a:solidFill>
                <a:srgbClr val="000000"/>
              </a:solidFill>
              <a:effectLst/>
              <a:uFillTx/>
              <a:latin typeface="Times New Roman"/>
            </a:endParaRPr>
          </a:p>
        </p:txBody>
      </p:sp>
      <p:sp>
        <p:nvSpPr>
          <p:cNvPr id="325" name="PlaceHolder 5"/>
          <p:cNvSpPr>
            <a:spLocks noGrp="1"/>
          </p:cNvSpPr>
          <p:nvPr>
            <p:ph type="sldNum" idx="135"/>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ED90C061-5135-426D-84C5-F9D4F678E819}"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 name="PlaceHolder 1"/>
          <p:cNvSpPr>
            <a:spLocks noGrp="1"/>
          </p:cNvSpPr>
          <p:nvPr>
            <p:ph type="title"/>
          </p:nvPr>
        </p:nvSpPr>
        <p:spPr>
          <a:xfrm>
            <a:off x="191880" y="-147600"/>
            <a:ext cx="9156240" cy="833400"/>
          </a:xfrm>
          <a:prstGeom prst="rect">
            <a:avLst/>
          </a:prstGeom>
          <a:noFill/>
          <a:ln w="0">
            <a:noFill/>
          </a:ln>
        </p:spPr>
        <p:txBody>
          <a:bodyPr numCol="1" spcCol="216000" lIns="0" tIns="0" rIns="0" bIns="0" anchor="b">
            <a:noAutofit/>
          </a:bodyPr>
          <a:p>
            <a:pPr indent="0" algn="l" defTabSz="914400">
              <a:lnSpc>
                <a:spcPct val="100000"/>
              </a:lnSpc>
              <a:spcBef>
                <a:spcPts val="1191"/>
              </a:spcBef>
              <a:spcAft>
                <a:spcPts val="992"/>
              </a:spcAft>
              <a:buNone/>
              <a:tabLst>
                <a:tab pos="0" algn="l"/>
              </a:tabLst>
            </a:pPr>
            <a:r>
              <a:rPr lang="de-DE" sz="1600" b="1" u="none" strike="noStrike">
                <a:solidFill>
                  <a:srgbClr val="FF4000"/>
                </a:solidFill>
                <a:effectLst/>
                <a:uFillTx/>
                <a:latin typeface="SRH Headline"/>
              </a:rPr>
              <a:t>Reliability Monitoring Framework</a:t>
            </a:r>
            <a:endParaRPr lang="de-DE" sz="1600" b="1" u="none" strike="noStrike">
              <a:solidFill>
                <a:srgbClr val="FF4000"/>
              </a:solidFill>
              <a:effectLst/>
              <a:uFillTx/>
              <a:latin typeface="SRH Headline"/>
            </a:endParaRPr>
          </a:p>
        </p:txBody>
      </p:sp>
      <p:sp>
        <p:nvSpPr>
          <p:cNvPr id="327" name="PlaceHolder 2"/>
          <p:cNvSpPr>
            <a:spLocks noGrp="1"/>
          </p:cNvSpPr>
          <p:nvPr>
            <p:ph/>
          </p:nvPr>
        </p:nvSpPr>
        <p:spPr>
          <a:xfrm>
            <a:off x="228600" y="696600"/>
            <a:ext cx="5257800" cy="6033240"/>
          </a:xfrm>
          <a:prstGeom prst="rect">
            <a:avLst/>
          </a:prstGeom>
          <a:noFill/>
          <a:ln w="0">
            <a:noFill/>
          </a:ln>
        </p:spPr>
        <p:txBody>
          <a:bodyPr numCol="1" spcCol="216000" lIns="0" tIns="0" rIns="0" bIns="0" anchor="t">
            <a:noAutofit/>
          </a:bodyPr>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Ensure that the credit-risk model remains reliable after deployment when customer populations and data distributions change.</a:t>
            </a:r>
            <a:endParaRPr lang="de-DE" sz="1300" b="1"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Automated Monitoring Pipeline</a:t>
            </a:r>
            <a:endParaRPr lang="de-DE" sz="1300" b="1"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BF0041"/>
                </a:solidFill>
                <a:effectLst/>
                <a:uFillTx/>
                <a:latin typeface="SRH Text"/>
                <a:ea typeface="SRH Text"/>
              </a:rPr>
              <a:t>1. DATA DRIFT</a:t>
            </a:r>
            <a:endParaRPr lang="de-DE" sz="1300" b="1" u="none" strike="noStrike">
              <a:solidFill>
                <a:srgbClr val="333333"/>
              </a:solidFill>
              <a:effectLst/>
              <a:uFillTx/>
              <a:latin typeface="SRH Text"/>
            </a:endParaRPr>
          </a:p>
          <a:p>
            <a:pPr marL="285840" indent="0" algn="l" defTabSz="914400">
              <a:lnSpc>
                <a:spcPct val="150000"/>
              </a:lnSpc>
              <a:spcBef>
                <a:spcPts val="1191"/>
              </a:spcBef>
              <a:spcAft>
                <a:spcPts val="992"/>
              </a:spcAft>
              <a:buNone/>
              <a:tabLst>
                <a:tab pos="0" algn="l"/>
              </a:tabLst>
            </a:pPr>
            <a:r>
              <a:rPr lang="en-US" sz="1300" b="1" u="none" strike="noStrike">
                <a:solidFill>
                  <a:srgbClr val="1C1C1C"/>
                </a:solidFill>
                <a:effectLst/>
                <a:uFillTx/>
                <a:latin typeface="SRH Text"/>
                <a:ea typeface="SRH Text"/>
              </a:rPr>
              <a:t>Monitor changes in customer characteristics</a:t>
            </a:r>
            <a:endParaRPr lang="de-DE" sz="1300" b="1" u="none" strike="noStrike">
              <a:solidFill>
                <a:srgbClr val="333333"/>
              </a:solidFill>
              <a:effectLst/>
              <a:uFillTx/>
              <a:latin typeface="SRH Text"/>
            </a:endParaRPr>
          </a:p>
          <a:p>
            <a:pPr marL="285840" indent="0" algn="l" defTabSz="914400">
              <a:lnSpc>
                <a:spcPct val="150000"/>
              </a:lnSpc>
              <a:spcBef>
                <a:spcPts val="1191"/>
              </a:spcBef>
              <a:spcAft>
                <a:spcPts val="992"/>
              </a:spcAft>
              <a:buNone/>
              <a:tabLst>
                <a:tab pos="0" algn="l"/>
              </a:tabLst>
            </a:pPr>
            <a:r>
              <a:rPr lang="en-US" sz="1300" b="1" u="none" strike="noStrike">
                <a:solidFill>
                  <a:srgbClr val="1C1C1C"/>
                </a:solidFill>
                <a:effectLst/>
                <a:uFillTx/>
                <a:latin typeface="SRH Text"/>
                <a:ea typeface="SRH Text"/>
              </a:rPr>
              <a:t>PSI → measures changes in feature distributions</a:t>
            </a:r>
            <a:endParaRPr lang="de-DE" sz="1300" b="1" u="none" strike="noStrike">
              <a:solidFill>
                <a:srgbClr val="333333"/>
              </a:solidFill>
              <a:effectLst/>
              <a:uFillTx/>
              <a:latin typeface="SRH Text"/>
            </a:endParaRPr>
          </a:p>
          <a:p>
            <a:pPr marL="285840" indent="0" algn="l" defTabSz="914400">
              <a:lnSpc>
                <a:spcPct val="150000"/>
              </a:lnSpc>
              <a:spcBef>
                <a:spcPts val="1191"/>
              </a:spcBef>
              <a:spcAft>
                <a:spcPts val="992"/>
              </a:spcAft>
              <a:buNone/>
              <a:tabLst>
                <a:tab pos="0" algn="l"/>
              </a:tabLst>
            </a:pPr>
            <a:r>
              <a:rPr lang="en-US" sz="1300" b="1" u="none" strike="noStrike">
                <a:solidFill>
                  <a:srgbClr val="1C1C1C"/>
                </a:solidFill>
                <a:effectLst/>
                <a:uFillTx/>
                <a:latin typeface="SRH Text"/>
                <a:ea typeface="SRH Text"/>
              </a:rPr>
              <a:t>PSI Interpretation:</a:t>
            </a:r>
            <a:endParaRPr lang="de-DE" sz="1300" b="1" u="none" strike="noStrike">
              <a:solidFill>
                <a:srgbClr val="333333"/>
              </a:solidFill>
              <a:effectLst/>
              <a:uFillTx/>
              <a:latin typeface="SRH Text"/>
            </a:endParaRPr>
          </a:p>
          <a:p>
            <a:pPr marL="285840" indent="0" algn="l" defTabSz="914400">
              <a:lnSpc>
                <a:spcPct val="150000"/>
              </a:lnSpc>
              <a:spcBef>
                <a:spcPts val="1191"/>
              </a:spcBef>
              <a:spcAft>
                <a:spcPts val="992"/>
              </a:spcAft>
              <a:buNone/>
              <a:tabLst>
                <a:tab pos="0" algn="l"/>
              </a:tabLst>
            </a:pPr>
            <a:r>
              <a:rPr lang="en-US" sz="1300" b="1" u="none" strike="noStrike">
                <a:solidFill>
                  <a:srgbClr val="1C1C1C"/>
                </a:solidFill>
                <a:effectLst/>
                <a:uFillTx/>
                <a:latin typeface="SRH Text"/>
                <a:ea typeface="SRH Text"/>
              </a:rPr>
              <a:t> PSI &lt; 0.1 : No significant change</a:t>
            </a:r>
            <a:endParaRPr lang="de-DE" sz="1300" b="1" u="none" strike="noStrike">
              <a:solidFill>
                <a:srgbClr val="333333"/>
              </a:solidFill>
              <a:effectLst/>
              <a:uFillTx/>
              <a:latin typeface="SRH Text"/>
            </a:endParaRPr>
          </a:p>
          <a:p>
            <a:pPr marL="285840" indent="0" algn="l" defTabSz="914400">
              <a:lnSpc>
                <a:spcPct val="150000"/>
              </a:lnSpc>
              <a:spcBef>
                <a:spcPts val="1191"/>
              </a:spcBef>
              <a:spcAft>
                <a:spcPts val="992"/>
              </a:spcAft>
              <a:buNone/>
              <a:tabLst>
                <a:tab pos="0" algn="l"/>
              </a:tabLst>
            </a:pPr>
            <a:r>
              <a:rPr lang="en-US" sz="1300" b="1" u="none" strike="noStrike">
                <a:solidFill>
                  <a:srgbClr val="1C1C1C"/>
                </a:solidFill>
                <a:effectLst/>
                <a:uFillTx/>
                <a:latin typeface="SRH Text"/>
                <a:ea typeface="SRH Text"/>
              </a:rPr>
              <a:t> 0.1 ≤ PSI &lt; 0.2 : Moderate change (monitor) </a:t>
            </a:r>
            <a:endParaRPr lang="de-DE" sz="1300" b="1"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PSI ≥ 0.2 : Significant change (investigate/retrain) </a:t>
            </a:r>
            <a:endParaRPr lang="de-DE" sz="1300" b="1"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PSI ≥ 0.3 : Severe drift (immediate action required) </a:t>
            </a:r>
            <a:endParaRPr lang="de-DE" sz="1300" b="1" u="none" strike="noStrike">
              <a:solidFill>
                <a:srgbClr val="333333"/>
              </a:solidFill>
              <a:effectLst/>
              <a:uFillTx/>
              <a:latin typeface="SRH Text"/>
            </a:endParaRPr>
          </a:p>
          <a:p>
            <a:pPr marL="285840" indent="0" algn="l" defTabSz="914400">
              <a:lnSpc>
                <a:spcPct val="150000"/>
              </a:lnSpc>
              <a:spcBef>
                <a:spcPts val="1191"/>
              </a:spcBef>
              <a:spcAft>
                <a:spcPts val="992"/>
              </a:spcAft>
              <a:buNone/>
              <a:tabLst>
                <a:tab pos="0" algn="l"/>
              </a:tabLst>
            </a:pPr>
            <a:endParaRPr lang="de-DE" sz="1300" b="0" u="none" strike="noStrike">
              <a:solidFill>
                <a:srgbClr val="333333"/>
              </a:solidFill>
              <a:effectLst/>
              <a:uFillTx/>
              <a:latin typeface="SRH Text"/>
            </a:endParaRPr>
          </a:p>
          <a:p>
            <a:pPr marL="285840" indent="0" algn="l" defTabSz="914400">
              <a:lnSpc>
                <a:spcPct val="150000"/>
              </a:lnSpc>
              <a:spcBef>
                <a:spcPts val="1191"/>
              </a:spcBef>
              <a:spcAft>
                <a:spcPts val="992"/>
              </a:spcAft>
              <a:buNone/>
              <a:tabLst>
                <a:tab pos="0" algn="l"/>
              </a:tabLst>
            </a:pPr>
            <a:endParaRPr lang="de-DE" sz="1300" b="0" u="none" strike="noStrike">
              <a:solidFill>
                <a:srgbClr val="333333"/>
              </a:solidFill>
              <a:effectLst/>
              <a:uFillTx/>
              <a:latin typeface="SRH Text"/>
            </a:endParaRPr>
          </a:p>
        </p:txBody>
      </p:sp>
      <p:sp>
        <p:nvSpPr>
          <p:cNvPr id="328" name="PlaceHolder 3"/>
          <p:cNvSpPr>
            <a:spLocks noGrp="1"/>
          </p:cNvSpPr>
          <p:nvPr>
            <p:ph type="dt" idx="136"/>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6B916D0B-6BED-4A4C-829C-AB40A5476378}" type="datetime1">
              <a:rPr lang="en-CA" sz="900" b="1" u="none" strike="noStrike">
                <a:solidFill>
                  <a:srgbClr val="6D7373"/>
                </a:solidFill>
                <a:effectLst/>
                <a:uFillTx/>
                <a:latin typeface="SRH Text"/>
                <a:ea typeface="SRH"/>
              </a:rPr>
              <a:t>2026-08-09</a:t>
            </a:fld>
            <a:endParaRPr lang="en-US" sz="900" b="0" u="none" strike="noStrike">
              <a:solidFill>
                <a:srgbClr val="000000"/>
              </a:solidFill>
              <a:effectLst/>
              <a:uFillTx/>
              <a:latin typeface="Times New Roman"/>
            </a:endParaRPr>
          </a:p>
        </p:txBody>
      </p:sp>
      <p:sp>
        <p:nvSpPr>
          <p:cNvPr id="329" name="PlaceHolder 4"/>
          <p:cNvSpPr>
            <a:spLocks noGrp="1"/>
          </p:cNvSpPr>
          <p:nvPr>
            <p:ph type="ftr" idx="137"/>
          </p:nvPr>
        </p:nvSpPr>
        <p:spPr>
          <a:xfrm>
            <a:off x="1242000" y="636660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nl-NL" sz="900" b="1" u="none" spc="-6" strike="noStrike">
                <a:solidFill>
                  <a:schemeClr val="dk1"/>
                </a:solidFill>
                <a:effectLst/>
                <a:uFillTx/>
                <a:latin typeface="Arial MT"/>
                <a:ea typeface="SRH"/>
              </a:defRPr>
            </a:lvl1pPr>
          </a:lstStyle>
          <a:p>
            <a:pPr indent="0" algn="l" defTabSz="914400">
              <a:lnSpc>
                <a:spcPct val="100000"/>
              </a:lnSpc>
              <a:buNone/>
              <a:tabLst>
                <a:tab pos="0" algn="l"/>
              </a:tabLst>
            </a:pPr>
            <a:r>
              <a:rPr lang="nl-NL" sz="900" b="1" u="none" spc="-6" strike="noStrike">
                <a:solidFill>
                  <a:schemeClr val="dk1"/>
                </a:solidFill>
                <a:effectLst/>
                <a:uFillTx/>
                <a:latin typeface="Arial MT"/>
                <a:ea typeface="SRH"/>
              </a:rPr>
              <a:t>SRH Hochschule Heidelberg</a:t>
            </a:r>
            <a:endParaRPr lang="en-US" sz="900" b="0" u="none" strike="noStrike">
              <a:solidFill>
                <a:srgbClr val="000000"/>
              </a:solidFill>
              <a:effectLst/>
              <a:uFillTx/>
              <a:latin typeface="Times New Roman"/>
            </a:endParaRPr>
          </a:p>
        </p:txBody>
      </p:sp>
      <p:sp>
        <p:nvSpPr>
          <p:cNvPr id="330" name="PlaceHolder 5"/>
          <p:cNvSpPr>
            <a:spLocks noGrp="1"/>
          </p:cNvSpPr>
          <p:nvPr>
            <p:ph type="sldNum" idx="138"/>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4BA4A425-8F0D-4CB7-8A6A-4EE421F63071}"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
        <p:nvSpPr>
          <p:cNvPr id="331" name="PlaceHolder 114"/>
          <p:cNvSpPr txBox="1"/>
          <p:nvPr/>
        </p:nvSpPr>
        <p:spPr>
          <a:xfrm>
            <a:off x="6172200" y="685800"/>
            <a:ext cx="5257800" cy="6033240"/>
          </a:xfrm>
          <a:prstGeom prst="rect">
            <a:avLst/>
          </a:prstGeom>
          <a:noFill/>
          <a:ln w="0">
            <a:noFill/>
          </a:ln>
        </p:spPr>
        <p:txBody>
          <a:bodyPr numCol="1" spcCol="216000" lIns="0" tIns="0" rIns="0" bIns="0" anchor="t">
            <a:noAutofit/>
          </a:bodyPr>
          <a:p>
            <a:pPr marL="285840" indent="-285840"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KS Test → compares reference and new distributions</a:t>
            </a:r>
            <a:endParaRPr lang="de-DE" sz="1300" b="1" u="none" strike="noStrike">
              <a:solidFill>
                <a:srgbClr val="333333"/>
              </a:solidFill>
              <a:effectLst/>
              <a:uFillTx/>
              <a:latin typeface="SRH Text"/>
            </a:endParaRPr>
          </a:p>
          <a:p>
            <a:pPr marL="285840" indent="-285840"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KS Interpretation:</a:t>
            </a:r>
            <a:endParaRPr lang="de-DE" sz="1300" b="0" u="none" strike="noStrike">
              <a:solidFill>
                <a:srgbClr val="333333"/>
              </a:solidFill>
              <a:effectLst/>
              <a:uFillTx/>
              <a:latin typeface="SRH Text"/>
            </a:endParaRPr>
          </a:p>
          <a:p>
            <a:pPr marL="285840" indent="-285840"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 KS &lt; 0.05 : No significant difference</a:t>
            </a:r>
            <a:endParaRPr lang="de-DE" sz="1300" b="0" u="none" strike="noStrike">
              <a:solidFill>
                <a:srgbClr val="333333"/>
              </a:solidFill>
              <a:effectLst/>
              <a:uFillTx/>
              <a:latin typeface="SRH Text"/>
            </a:endParaRPr>
          </a:p>
          <a:p>
            <a:pPr marL="285840" indent="-285840"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 0.05 ≤ KS &lt; 0.1 : Moderate difference (monitor)</a:t>
            </a:r>
            <a:endParaRPr lang="de-DE" sz="1300" b="0" u="none" strike="noStrike">
              <a:solidFill>
                <a:srgbClr val="333333"/>
              </a:solidFill>
              <a:effectLst/>
              <a:uFillTx/>
              <a:latin typeface="SRH Text"/>
            </a:endParaRPr>
          </a:p>
          <a:p>
            <a:pPr marL="285840" indent="-285840"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 KS ≥ 0.1 : Significant difference (investigate) </a:t>
            </a:r>
            <a:endParaRPr lang="de-DE" sz="1300" b="0" u="none" strike="noStrike">
              <a:solidFill>
                <a:srgbClr val="333333"/>
              </a:solidFill>
              <a:effectLst/>
              <a:uFillTx/>
              <a:latin typeface="SRH Text"/>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 name="PlaceHolder 1"/>
          <p:cNvSpPr>
            <a:spLocks noGrp="1"/>
          </p:cNvSpPr>
          <p:nvPr>
            <p:ph type="title"/>
          </p:nvPr>
        </p:nvSpPr>
        <p:spPr>
          <a:xfrm>
            <a:off x="191880" y="-147600"/>
            <a:ext cx="9156240" cy="833400"/>
          </a:xfrm>
          <a:prstGeom prst="rect">
            <a:avLst/>
          </a:prstGeom>
          <a:noFill/>
          <a:ln w="0">
            <a:noFill/>
          </a:ln>
        </p:spPr>
        <p:txBody>
          <a:bodyPr numCol="1" spcCol="216000" lIns="0" tIns="0" rIns="0" bIns="0" anchor="b">
            <a:noAutofit/>
          </a:bodyPr>
          <a:p>
            <a:pPr indent="0" algn="l" defTabSz="914400">
              <a:lnSpc>
                <a:spcPct val="100000"/>
              </a:lnSpc>
              <a:spcBef>
                <a:spcPts val="1191"/>
              </a:spcBef>
              <a:spcAft>
                <a:spcPts val="992"/>
              </a:spcAft>
              <a:buNone/>
              <a:tabLst>
                <a:tab pos="0" algn="l"/>
              </a:tabLst>
            </a:pPr>
            <a:r>
              <a:rPr lang="de-DE" sz="1600" b="1" u="none" strike="noStrike">
                <a:solidFill>
                  <a:srgbClr val="FF4000"/>
                </a:solidFill>
                <a:effectLst/>
                <a:uFillTx/>
                <a:latin typeface="SRH Headline"/>
              </a:rPr>
              <a:t>Reliability Monitoring Framework</a:t>
            </a:r>
            <a:endParaRPr lang="de-DE" sz="1600" b="1" u="none" strike="noStrike">
              <a:solidFill>
                <a:srgbClr val="FF4000"/>
              </a:solidFill>
              <a:effectLst/>
              <a:uFillTx/>
              <a:latin typeface="SRH Headline"/>
            </a:endParaRPr>
          </a:p>
        </p:txBody>
      </p:sp>
      <p:sp>
        <p:nvSpPr>
          <p:cNvPr id="333" name="PlaceHolder 2"/>
          <p:cNvSpPr>
            <a:spLocks noGrp="1"/>
          </p:cNvSpPr>
          <p:nvPr>
            <p:ph type="dt" idx="139"/>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A70D79E4-1996-4324-8790-44AFC6A9C6EC}" type="datetime1">
              <a:rPr lang="en-CA" sz="900" b="1" u="none" strike="noStrike">
                <a:solidFill>
                  <a:srgbClr val="6D7373"/>
                </a:solidFill>
                <a:effectLst/>
                <a:uFillTx/>
                <a:latin typeface="SRH Text"/>
                <a:ea typeface="SRH"/>
              </a:rPr>
              <a:t>2026-08-09</a:t>
            </a:fld>
            <a:endParaRPr lang="en-US" sz="900" b="0" u="none" strike="noStrike">
              <a:solidFill>
                <a:srgbClr val="000000"/>
              </a:solidFill>
              <a:effectLst/>
              <a:uFillTx/>
              <a:latin typeface="Times New Roman"/>
            </a:endParaRPr>
          </a:p>
        </p:txBody>
      </p:sp>
      <p:sp>
        <p:nvSpPr>
          <p:cNvPr id="334" name="PlaceHolder 3"/>
          <p:cNvSpPr>
            <a:spLocks noGrp="1"/>
          </p:cNvSpPr>
          <p:nvPr>
            <p:ph type="ftr" idx="140"/>
          </p:nvPr>
        </p:nvSpPr>
        <p:spPr>
          <a:xfrm>
            <a:off x="1242000" y="636660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nl-NL" sz="900" b="1" u="none" spc="-6" strike="noStrike">
                <a:solidFill>
                  <a:schemeClr val="dk1"/>
                </a:solidFill>
                <a:effectLst/>
                <a:uFillTx/>
                <a:latin typeface="Arial MT"/>
                <a:ea typeface="SRH"/>
              </a:defRPr>
            </a:lvl1pPr>
          </a:lstStyle>
          <a:p>
            <a:pPr indent="0" algn="l" defTabSz="914400">
              <a:lnSpc>
                <a:spcPct val="100000"/>
              </a:lnSpc>
              <a:buNone/>
              <a:tabLst>
                <a:tab pos="0" algn="l"/>
              </a:tabLst>
            </a:pPr>
            <a:r>
              <a:rPr lang="nl-NL" sz="900" b="1" u="none" spc="-6" strike="noStrike">
                <a:solidFill>
                  <a:schemeClr val="dk1"/>
                </a:solidFill>
                <a:effectLst/>
                <a:uFillTx/>
                <a:latin typeface="Arial MT"/>
                <a:ea typeface="SRH"/>
              </a:rPr>
              <a:t>SRH Hochschule Heidelberg</a:t>
            </a:r>
            <a:endParaRPr lang="en-US" sz="900" b="0" u="none" strike="noStrike">
              <a:solidFill>
                <a:srgbClr val="000000"/>
              </a:solidFill>
              <a:effectLst/>
              <a:uFillTx/>
              <a:latin typeface="Times New Roman"/>
            </a:endParaRPr>
          </a:p>
        </p:txBody>
      </p:sp>
      <p:sp>
        <p:nvSpPr>
          <p:cNvPr id="335" name="PlaceHolder 4"/>
          <p:cNvSpPr>
            <a:spLocks noGrp="1"/>
          </p:cNvSpPr>
          <p:nvPr>
            <p:ph type="sldNum" idx="141"/>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93B73289-703E-44C8-B7B5-90D95415C974}"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
        <p:nvSpPr>
          <p:cNvPr id="336" name="PlaceHolder 125"/>
          <p:cNvSpPr txBox="1"/>
          <p:nvPr/>
        </p:nvSpPr>
        <p:spPr>
          <a:xfrm>
            <a:off x="228600" y="824760"/>
            <a:ext cx="5257800" cy="6033240"/>
          </a:xfrm>
          <a:prstGeom prst="rect">
            <a:avLst/>
          </a:prstGeom>
          <a:noFill/>
          <a:ln w="0">
            <a:noFill/>
          </a:ln>
        </p:spPr>
        <p:txBody>
          <a:bodyPr numCol="1" spcCol="216000" lIns="0" tIns="0" rIns="0" bIns="0" anchor="t">
            <a:noAutofit/>
          </a:bodyPr>
          <a:p>
            <a:pPr marL="285840" indent="-285840" defTabSz="914400">
              <a:lnSpc>
                <a:spcPct val="150000"/>
              </a:lnSpc>
              <a:spcBef>
                <a:spcPts val="1191"/>
              </a:spcBef>
              <a:spcAft>
                <a:spcPts val="992"/>
              </a:spcAft>
              <a:buClr>
                <a:srgbClr val="575756"/>
              </a:buClr>
              <a:buFont typeface="Wingdings" charset="2"/>
              <a:buChar char=""/>
              <a:tabLst>
                <a:tab pos="0" algn="l"/>
              </a:tabLst>
            </a:pPr>
            <a:endParaRPr lang="de-DE" sz="1300" b="1" u="none" strike="noStrike">
              <a:solidFill>
                <a:srgbClr val="333333"/>
              </a:solidFill>
              <a:effectLst/>
              <a:uFillTx/>
              <a:latin typeface="SRH Text"/>
            </a:endParaRPr>
          </a:p>
          <a:p>
            <a:pPr marL="285840" indent="-285840"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2. PREDICTION / MODEL MONITORING</a:t>
            </a:r>
            <a:endParaRPr lang="de-DE" sz="1300" b="0" u="none" strike="noStrike">
              <a:solidFill>
                <a:srgbClr val="333333"/>
              </a:solidFill>
              <a:effectLst/>
              <a:uFillTx/>
              <a:latin typeface="SRH Text"/>
            </a:endParaRPr>
          </a:p>
          <a:p>
            <a:pPr marL="285840" indent="-285840"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Monitor changes in model behavior and performance</a:t>
            </a:r>
            <a:endParaRPr lang="de-DE" sz="1300" b="0" u="none" strike="noStrike">
              <a:solidFill>
                <a:srgbClr val="333333"/>
              </a:solidFill>
              <a:effectLst/>
              <a:uFillTx/>
              <a:latin typeface="SRH Text"/>
            </a:endParaRPr>
          </a:p>
          <a:p>
            <a:pPr marL="285840" indent="-285840"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AUC</a:t>
            </a:r>
            <a:endParaRPr lang="de-DE" sz="1300" b="0" u="none" strike="noStrike">
              <a:solidFill>
                <a:srgbClr val="333333"/>
              </a:solidFill>
              <a:effectLst/>
              <a:uFillTx/>
              <a:latin typeface="SRH Text"/>
            </a:endParaRPr>
          </a:p>
          <a:p>
            <a:pPr marL="285840" indent="-285840"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Accuracy</a:t>
            </a:r>
            <a:endParaRPr lang="de-DE" sz="1300" b="0" u="none" strike="noStrike">
              <a:solidFill>
                <a:srgbClr val="333333"/>
              </a:solidFill>
              <a:effectLst/>
              <a:uFillTx/>
              <a:latin typeface="SRH Text"/>
            </a:endParaRPr>
          </a:p>
          <a:p>
            <a:pPr marL="285840" indent="-285840"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False Negatives</a:t>
            </a:r>
            <a:endParaRPr lang="de-DE" sz="1300" b="0" u="none" strike="noStrike">
              <a:solidFill>
                <a:srgbClr val="333333"/>
              </a:solidFill>
              <a:effectLst/>
              <a:uFillTx/>
              <a:latin typeface="SRH Text"/>
            </a:endParaRPr>
          </a:p>
          <a:p>
            <a:pPr marL="285840" indent="-285840"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False Positives</a:t>
            </a:r>
            <a:endParaRPr lang="de-DE" sz="1300" b="0" u="none" strike="noStrike">
              <a:solidFill>
                <a:srgbClr val="333333"/>
              </a:solidFill>
              <a:effectLst/>
              <a:uFillTx/>
              <a:latin typeface="SRH Text"/>
            </a:endParaRPr>
          </a:p>
          <a:p>
            <a:pPr marL="285840" indent="-285840"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Business Cost</a:t>
            </a:r>
            <a:endParaRPr lang="de-DE" sz="1300" b="0" u="none" strike="noStrike">
              <a:solidFill>
                <a:srgbClr val="333333"/>
              </a:solidFill>
              <a:effectLst/>
              <a:uFillTx/>
              <a:latin typeface="SRH Text"/>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7" name="PlaceHolder 1"/>
          <p:cNvSpPr>
            <a:spLocks noGrp="1"/>
          </p:cNvSpPr>
          <p:nvPr>
            <p:ph type="title"/>
          </p:nvPr>
        </p:nvSpPr>
        <p:spPr>
          <a:xfrm>
            <a:off x="191880" y="-147600"/>
            <a:ext cx="9156240" cy="833400"/>
          </a:xfrm>
          <a:prstGeom prst="rect">
            <a:avLst/>
          </a:prstGeom>
          <a:noFill/>
          <a:ln w="0">
            <a:noFill/>
          </a:ln>
        </p:spPr>
        <p:txBody>
          <a:bodyPr numCol="1" spcCol="216000" lIns="0" tIns="0" rIns="0" bIns="0" anchor="b">
            <a:noAutofit/>
          </a:bodyPr>
          <a:p>
            <a:pPr indent="0" algn="l" defTabSz="914400">
              <a:lnSpc>
                <a:spcPct val="100000"/>
              </a:lnSpc>
              <a:spcBef>
                <a:spcPts val="1191"/>
              </a:spcBef>
              <a:spcAft>
                <a:spcPts val="992"/>
              </a:spcAft>
              <a:buNone/>
              <a:tabLst>
                <a:tab pos="0" algn="l"/>
              </a:tabLst>
            </a:pPr>
            <a:r>
              <a:rPr lang="de-DE" sz="1600" b="1" u="none" strike="noStrike">
                <a:solidFill>
                  <a:srgbClr val="FF4000"/>
                </a:solidFill>
                <a:effectLst/>
                <a:uFillTx/>
                <a:latin typeface="SRH Headline"/>
              </a:rPr>
              <a:t>Reliability Monitoring Framework</a:t>
            </a:r>
            <a:endParaRPr lang="de-DE" sz="1600" b="1" u="none" strike="noStrike">
              <a:solidFill>
                <a:srgbClr val="FF4000"/>
              </a:solidFill>
              <a:effectLst/>
              <a:uFillTx/>
              <a:latin typeface="SRH Headline"/>
            </a:endParaRPr>
          </a:p>
        </p:txBody>
      </p:sp>
      <p:sp>
        <p:nvSpPr>
          <p:cNvPr id="338" name="PlaceHolder 2"/>
          <p:cNvSpPr>
            <a:spLocks noGrp="1"/>
          </p:cNvSpPr>
          <p:nvPr>
            <p:ph/>
          </p:nvPr>
        </p:nvSpPr>
        <p:spPr>
          <a:xfrm>
            <a:off x="228600" y="696600"/>
            <a:ext cx="6629400" cy="7075800"/>
          </a:xfrm>
          <a:prstGeom prst="rect">
            <a:avLst/>
          </a:prstGeom>
          <a:noFill/>
          <a:ln w="0">
            <a:noFill/>
          </a:ln>
        </p:spPr>
        <p:txBody>
          <a:bodyPr numCol="1" spcCol="216000" lIns="0" tIns="0" rIns="0" bIns="0" anchor="t">
            <a:noAutofit/>
          </a:bodyPr>
          <a:p>
            <a:pPr marL="285840" indent="0" algn="l" defTabSz="914400">
              <a:lnSpc>
                <a:spcPct val="150000"/>
              </a:lnSpc>
              <a:spcBef>
                <a:spcPts val="1191"/>
              </a:spcBef>
              <a:spcAft>
                <a:spcPts val="992"/>
              </a:spcAft>
              <a:buNone/>
              <a:tabLst>
                <a:tab pos="0" algn="l"/>
              </a:tabLst>
            </a:pPr>
            <a:r>
              <a:rPr lang="en-US" sz="1300" b="1" u="none" strike="noStrike">
                <a:solidFill>
                  <a:srgbClr val="1C1C1C"/>
                </a:solidFill>
                <a:effectLst/>
                <a:uFillTx/>
                <a:latin typeface="SRH Text"/>
                <a:ea typeface="SRH Text"/>
              </a:rPr>
              <a:t>3. RELIABILITY ACTION</a:t>
            </a:r>
            <a:endParaRPr lang="de-DE" sz="13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Detect degradation → Generate alert → Investigate / Retrain</a:t>
            </a:r>
            <a:endParaRPr lang="de-DE" sz="13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Drift Classification</a:t>
            </a:r>
            <a:endParaRPr lang="de-DE" sz="1300" b="1"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 Stable</a:t>
            </a:r>
            <a:endParaRPr lang="de-DE" sz="13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 Moderate Drift</a:t>
            </a:r>
            <a:endParaRPr lang="de-DE" sz="13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 Significant Drift</a:t>
            </a:r>
            <a:endParaRPr lang="de-DE" sz="13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Reference Population</a:t>
            </a:r>
            <a:endParaRPr lang="de-DE" sz="1300" b="1"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The validation dataset was used as the baseline because it represents unseen customers.</a:t>
            </a:r>
            <a:endParaRPr lang="de-DE" sz="13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Key Contribution</a:t>
            </a:r>
            <a:endParaRPr lang="de-DE" sz="1300" b="1"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The model is not treated as a static predictor.</a:t>
            </a:r>
            <a:endParaRPr lang="de-DE" sz="13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Reliability is continuously monitored under distribution shift.</a:t>
            </a:r>
            <a:endParaRPr lang="de-DE" sz="1300" b="0" u="none" strike="noStrike">
              <a:solidFill>
                <a:srgbClr val="333333"/>
              </a:solidFill>
              <a:effectLst/>
              <a:uFillTx/>
              <a:latin typeface="SRH Text"/>
            </a:endParaRPr>
          </a:p>
        </p:txBody>
      </p:sp>
      <p:sp>
        <p:nvSpPr>
          <p:cNvPr id="339" name="PlaceHolder 3"/>
          <p:cNvSpPr>
            <a:spLocks noGrp="1"/>
          </p:cNvSpPr>
          <p:nvPr>
            <p:ph type="dt" idx="142"/>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BFCE9940-6A5C-4274-B911-DA31482FA78C}" type="datetime1">
              <a:rPr lang="en-CA" sz="900" b="1" u="none" strike="noStrike">
                <a:solidFill>
                  <a:srgbClr val="6D7373"/>
                </a:solidFill>
                <a:effectLst/>
                <a:uFillTx/>
                <a:latin typeface="SRH Text"/>
                <a:ea typeface="SRH"/>
              </a:rPr>
              <a:t>2026-08-09</a:t>
            </a:fld>
            <a:endParaRPr lang="en-US" sz="900" b="0" u="none" strike="noStrike">
              <a:solidFill>
                <a:srgbClr val="000000"/>
              </a:solidFill>
              <a:effectLst/>
              <a:uFillTx/>
              <a:latin typeface="Times New Roman"/>
            </a:endParaRPr>
          </a:p>
        </p:txBody>
      </p:sp>
      <p:sp>
        <p:nvSpPr>
          <p:cNvPr id="340" name="PlaceHolder 4"/>
          <p:cNvSpPr>
            <a:spLocks noGrp="1"/>
          </p:cNvSpPr>
          <p:nvPr>
            <p:ph type="ftr" idx="143"/>
          </p:nvPr>
        </p:nvSpPr>
        <p:spPr>
          <a:xfrm>
            <a:off x="1242000" y="636660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nl-NL" sz="900" b="1" u="none" spc="-6" strike="noStrike">
                <a:solidFill>
                  <a:schemeClr val="dk1"/>
                </a:solidFill>
                <a:effectLst/>
                <a:uFillTx/>
                <a:latin typeface="Arial MT"/>
                <a:ea typeface="SRH"/>
              </a:defRPr>
            </a:lvl1pPr>
          </a:lstStyle>
          <a:p>
            <a:pPr indent="0" algn="l" defTabSz="914400">
              <a:lnSpc>
                <a:spcPct val="100000"/>
              </a:lnSpc>
              <a:buNone/>
              <a:tabLst>
                <a:tab pos="0" algn="l"/>
              </a:tabLst>
            </a:pPr>
            <a:r>
              <a:rPr lang="nl-NL" sz="900" b="1" u="none" spc="-6" strike="noStrike">
                <a:solidFill>
                  <a:schemeClr val="dk1"/>
                </a:solidFill>
                <a:effectLst/>
                <a:uFillTx/>
                <a:latin typeface="Arial MT"/>
                <a:ea typeface="SRH"/>
              </a:rPr>
              <a:t>SRH Hochschule Heidelberg</a:t>
            </a:r>
            <a:endParaRPr lang="en-US" sz="900" b="0" u="none" strike="noStrike">
              <a:solidFill>
                <a:srgbClr val="000000"/>
              </a:solidFill>
              <a:effectLst/>
              <a:uFillTx/>
              <a:latin typeface="Times New Roman"/>
            </a:endParaRPr>
          </a:p>
        </p:txBody>
      </p:sp>
      <p:sp>
        <p:nvSpPr>
          <p:cNvPr id="341" name="PlaceHolder 5"/>
          <p:cNvSpPr>
            <a:spLocks noGrp="1"/>
          </p:cNvSpPr>
          <p:nvPr>
            <p:ph type="sldNum" idx="144"/>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BD968E71-C5C4-4321-9F8F-A65F4E692699}"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2" name="PlaceHolder 1"/>
          <p:cNvSpPr>
            <a:spLocks noGrp="1"/>
          </p:cNvSpPr>
          <p:nvPr>
            <p:ph type="title"/>
          </p:nvPr>
        </p:nvSpPr>
        <p:spPr>
          <a:xfrm>
            <a:off x="191880" y="-147600"/>
            <a:ext cx="9156240" cy="833400"/>
          </a:xfrm>
          <a:prstGeom prst="rect">
            <a:avLst/>
          </a:prstGeom>
          <a:noFill/>
          <a:ln w="0">
            <a:noFill/>
          </a:ln>
        </p:spPr>
        <p:txBody>
          <a:bodyPr numCol="1" spcCol="216000" lIns="0" tIns="0" rIns="0" bIns="0" anchor="b">
            <a:noAutofit/>
          </a:bodyPr>
          <a:p>
            <a:pPr marL="285840" indent="0" algn="l" defTabSz="914400">
              <a:lnSpc>
                <a:spcPct val="150000"/>
              </a:lnSpc>
              <a:spcBef>
                <a:spcPts val="1191"/>
              </a:spcBef>
              <a:spcAft>
                <a:spcPts val="992"/>
              </a:spcAft>
              <a:buNone/>
              <a:tabLst>
                <a:tab pos="0" algn="l"/>
              </a:tabLst>
            </a:pPr>
            <a:r>
              <a:rPr lang="en-US" sz="1300" b="1" u="none" strike="noStrike">
                <a:solidFill>
                  <a:srgbClr val="BF0041"/>
                </a:solidFill>
                <a:effectLst/>
                <a:uFillTx/>
                <a:latin typeface="SRH Text"/>
                <a:ea typeface="SRH Text"/>
              </a:rPr>
              <a:t>Selective Prediction Framework</a:t>
            </a:r>
            <a:endParaRPr lang="de-DE" sz="1300" b="1" u="none" strike="noStrike">
              <a:solidFill>
                <a:srgbClr val="BF0041"/>
              </a:solidFill>
              <a:effectLst/>
              <a:uFillTx/>
              <a:latin typeface="SRH Headline"/>
            </a:endParaRPr>
          </a:p>
        </p:txBody>
      </p:sp>
      <p:sp>
        <p:nvSpPr>
          <p:cNvPr id="343" name="PlaceHolder 2"/>
          <p:cNvSpPr>
            <a:spLocks noGrp="1"/>
          </p:cNvSpPr>
          <p:nvPr>
            <p:ph/>
          </p:nvPr>
        </p:nvSpPr>
        <p:spPr>
          <a:xfrm>
            <a:off x="228600" y="696600"/>
            <a:ext cx="5486400" cy="7075800"/>
          </a:xfrm>
          <a:prstGeom prst="rect">
            <a:avLst/>
          </a:prstGeom>
          <a:noFill/>
          <a:ln w="0">
            <a:noFill/>
          </a:ln>
        </p:spPr>
        <p:txBody>
          <a:bodyPr numCol="1" spcCol="216000" lIns="0" tIns="0" rIns="0" bIns="0" anchor="t">
            <a:noAutofit/>
          </a:bodyPr>
          <a:p>
            <a:pPr marL="285840" indent="0" algn="l" defTabSz="914400">
              <a:lnSpc>
                <a:spcPct val="150000"/>
              </a:lnSpc>
              <a:spcBef>
                <a:spcPts val="1191"/>
              </a:spcBef>
              <a:spcAft>
                <a:spcPts val="992"/>
              </a:spcAft>
              <a:buNone/>
              <a:tabLst>
                <a:tab pos="0" algn="l"/>
              </a:tabLst>
            </a:pPr>
            <a:endParaRPr lang="de-DE" sz="1300" b="1"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Selective prediction allows the model to abstain from uncertain cases and refer them to human loan officers.</a:t>
            </a:r>
            <a:endParaRPr lang="de-DE" sz="13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Two-Threshold Decision Policy</a:t>
            </a:r>
            <a:endParaRPr lang="de-DE" sz="1300" b="1"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Probability of Default</a:t>
            </a:r>
            <a:endParaRPr lang="de-DE" sz="13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0 ─────── 0.20 ───────────── 0.60 ─────── 1</a:t>
            </a:r>
            <a:endParaRPr lang="de-DE" sz="13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 AUTO APPROVE</a:t>
            </a:r>
            <a:endParaRPr lang="de-DE" sz="13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p(default) &lt; 0.20</a:t>
            </a:r>
            <a:endParaRPr lang="de-DE" sz="13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 MANUAL REVIEW</a:t>
            </a:r>
            <a:endParaRPr lang="de-DE" sz="13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0.20 ≤ p(default) ≤ 0.60</a:t>
            </a:r>
            <a:endParaRPr lang="de-DE" sz="1300" b="0"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 AUTO REJECT</a:t>
            </a:r>
            <a:endParaRPr lang="de-DE" sz="1300" b="0" u="none" strike="noStrike">
              <a:solidFill>
                <a:srgbClr val="333333"/>
              </a:solidFill>
              <a:effectLst/>
              <a:uFillTx/>
              <a:latin typeface="SRH Text"/>
            </a:endParaRPr>
          </a:p>
        </p:txBody>
      </p:sp>
      <p:sp>
        <p:nvSpPr>
          <p:cNvPr id="344" name="PlaceHolder 3"/>
          <p:cNvSpPr>
            <a:spLocks noGrp="1"/>
          </p:cNvSpPr>
          <p:nvPr>
            <p:ph type="dt" idx="145"/>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76385CEA-C650-40C8-945F-4E7303DFE501}" type="datetime1">
              <a:rPr lang="en-CA" sz="900" b="1" u="none" strike="noStrike">
                <a:solidFill>
                  <a:srgbClr val="6D7373"/>
                </a:solidFill>
                <a:effectLst/>
                <a:uFillTx/>
                <a:latin typeface="SRH Text"/>
                <a:ea typeface="SRH"/>
              </a:rPr>
              <a:t>2026-08-09</a:t>
            </a:fld>
            <a:endParaRPr lang="en-US" sz="900" b="0" u="none" strike="noStrike">
              <a:solidFill>
                <a:srgbClr val="000000"/>
              </a:solidFill>
              <a:effectLst/>
              <a:uFillTx/>
              <a:latin typeface="Times New Roman"/>
            </a:endParaRPr>
          </a:p>
        </p:txBody>
      </p:sp>
      <p:sp>
        <p:nvSpPr>
          <p:cNvPr id="345" name="PlaceHolder 4"/>
          <p:cNvSpPr>
            <a:spLocks noGrp="1"/>
          </p:cNvSpPr>
          <p:nvPr>
            <p:ph type="ftr" idx="146"/>
          </p:nvPr>
        </p:nvSpPr>
        <p:spPr>
          <a:xfrm>
            <a:off x="1242000" y="636660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nl-NL" sz="900" b="1" u="none" spc="-6" strike="noStrike">
                <a:solidFill>
                  <a:schemeClr val="dk1"/>
                </a:solidFill>
                <a:effectLst/>
                <a:uFillTx/>
                <a:latin typeface="Arial MT"/>
                <a:ea typeface="SRH"/>
              </a:defRPr>
            </a:lvl1pPr>
          </a:lstStyle>
          <a:p>
            <a:pPr indent="0" algn="l" defTabSz="914400">
              <a:lnSpc>
                <a:spcPct val="100000"/>
              </a:lnSpc>
              <a:buNone/>
              <a:tabLst>
                <a:tab pos="0" algn="l"/>
              </a:tabLst>
            </a:pPr>
            <a:r>
              <a:rPr lang="nl-NL" sz="900" b="1" u="none" spc="-6" strike="noStrike">
                <a:solidFill>
                  <a:schemeClr val="dk1"/>
                </a:solidFill>
                <a:effectLst/>
                <a:uFillTx/>
                <a:latin typeface="Arial MT"/>
                <a:ea typeface="SRH"/>
              </a:rPr>
              <a:t>SRH Hochschule Heidelberg</a:t>
            </a:r>
            <a:endParaRPr lang="en-US" sz="900" b="0" u="none" strike="noStrike">
              <a:solidFill>
                <a:srgbClr val="000000"/>
              </a:solidFill>
              <a:effectLst/>
              <a:uFillTx/>
              <a:latin typeface="Times New Roman"/>
            </a:endParaRPr>
          </a:p>
        </p:txBody>
      </p:sp>
      <p:sp>
        <p:nvSpPr>
          <p:cNvPr id="346" name="PlaceHolder 5"/>
          <p:cNvSpPr>
            <a:spLocks noGrp="1"/>
          </p:cNvSpPr>
          <p:nvPr>
            <p:ph type="sldNum" idx="147"/>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AC24C9B2-4277-458D-AB9F-EFD5028F13DD}"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
        <p:nvSpPr>
          <p:cNvPr id="347" name="PlaceHolder 130"/>
          <p:cNvSpPr txBox="1"/>
          <p:nvPr/>
        </p:nvSpPr>
        <p:spPr>
          <a:xfrm>
            <a:off x="5952600" y="696960"/>
            <a:ext cx="5486400" cy="7075800"/>
          </a:xfrm>
          <a:prstGeom prst="rect">
            <a:avLst/>
          </a:prstGeom>
          <a:noFill/>
          <a:ln w="0">
            <a:noFill/>
          </a:ln>
        </p:spPr>
        <p:txBody>
          <a:bodyPr numCol="1" spcCol="216000" lIns="0" tIns="0" rIns="0" bIns="0" anchor="t">
            <a:noAutofit/>
          </a:bodyPr>
          <a:p>
            <a:pPr marL="285840" indent="-285840" defTabSz="914400">
              <a:lnSpc>
                <a:spcPct val="150000"/>
              </a:lnSpc>
              <a:spcBef>
                <a:spcPts val="1191"/>
              </a:spcBef>
              <a:spcAft>
                <a:spcPts val="992"/>
              </a:spcAft>
              <a:buClr>
                <a:srgbClr val="575756"/>
              </a:buClr>
              <a:buFont typeface="Wingdings" charset="2"/>
              <a:buChar char=""/>
              <a:tabLst>
                <a:tab pos="0" algn="l"/>
              </a:tabLst>
            </a:pPr>
            <a:endParaRPr lang="de-DE" sz="1300" b="1" u="none" strike="noStrike">
              <a:solidFill>
                <a:srgbClr val="333333"/>
              </a:solidFill>
              <a:effectLst/>
              <a:uFillTx/>
              <a:latin typeface="SRH Text"/>
            </a:endParaRPr>
          </a:p>
          <a:p>
            <a:pPr marL="285840" indent="-285840"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p(default) &gt; 0.60</a:t>
            </a:r>
            <a:endParaRPr lang="de-DE" sz="1300" b="0" u="none" strike="noStrike">
              <a:solidFill>
                <a:srgbClr val="333333"/>
              </a:solidFill>
              <a:effectLst/>
              <a:uFillTx/>
              <a:latin typeface="SRH Text"/>
            </a:endParaRPr>
          </a:p>
          <a:p>
            <a:pPr marL="285840" indent="-285840"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The thresholds t₁ = 0.20 and t₂ = 0.60 were optimized using grid search with a cost-sensitive objective and a maximum manual-review rate of 20%.</a:t>
            </a:r>
            <a:endParaRPr lang="de-DE" sz="1300" b="0" u="none" strike="noStrike">
              <a:solidFill>
                <a:srgbClr val="333333"/>
              </a:solidFill>
              <a:effectLst/>
              <a:uFillTx/>
              <a:latin typeface="SRH Text"/>
            </a:endParaRPr>
          </a:p>
          <a:p>
            <a:pPr marL="285840" indent="-285840"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Core Idea</a:t>
            </a:r>
            <a:endParaRPr lang="de-DE" sz="1300" b="1" u="none" strike="noStrike">
              <a:solidFill>
                <a:srgbClr val="333333"/>
              </a:solidFill>
              <a:effectLst/>
              <a:uFillTx/>
              <a:latin typeface="SRH Text"/>
            </a:endParaRPr>
          </a:p>
          <a:p>
            <a:pPr marL="285840" indent="-285840"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High confidence → Automation</a:t>
            </a:r>
            <a:endParaRPr lang="de-DE" sz="1300" b="0" u="none" strike="noStrike">
              <a:solidFill>
                <a:srgbClr val="333333"/>
              </a:solidFill>
              <a:effectLst/>
              <a:uFillTx/>
              <a:latin typeface="SRH Text"/>
            </a:endParaRPr>
          </a:p>
          <a:p>
            <a:pPr marL="285840" indent="-285840"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Low confidence → Human expertise</a:t>
            </a:r>
            <a:endParaRPr lang="de-DE" sz="1300" b="0" u="none" strike="noStrike">
              <a:solidFill>
                <a:srgbClr val="333333"/>
              </a:solidFill>
              <a:effectLst/>
              <a:uFillTx/>
              <a:latin typeface="SRH Text"/>
            </a:endParaRPr>
          </a:p>
          <a:p>
            <a:pPr marL="285840" indent="-285840" defTabSz="914400">
              <a:lnSpc>
                <a:spcPct val="150000"/>
              </a:lnSpc>
              <a:spcBef>
                <a:spcPts val="1191"/>
              </a:spcBef>
              <a:spcAft>
                <a:spcPts val="992"/>
              </a:spcAft>
              <a:buClr>
                <a:srgbClr val="575756"/>
              </a:buClr>
              <a:buFont typeface="Wingdings" charset="2"/>
              <a:buChar char=""/>
              <a:tabLst>
                <a:tab pos="0" algn="l"/>
              </a:tabLst>
            </a:pPr>
            <a:r>
              <a:rPr lang="en-US" sz="1300" b="1" u="none" strike="noStrike">
                <a:solidFill>
                  <a:srgbClr val="1C1C1C"/>
                </a:solidFill>
                <a:effectLst/>
                <a:uFillTx/>
                <a:latin typeface="SRH Text"/>
                <a:ea typeface="SRH Text"/>
              </a:rPr>
              <a:t>This creates a decision system that explicitly manages prediction uncertainty.</a:t>
            </a:r>
            <a:endParaRPr lang="de-DE" sz="1300" b="0" u="none" strike="noStrike">
              <a:solidFill>
                <a:srgbClr val="333333"/>
              </a:solidFill>
              <a:effectLst/>
              <a:uFillTx/>
              <a:latin typeface="SRH Text"/>
            </a:endParaRPr>
          </a:p>
          <a:p>
            <a:pPr marL="285840" indent="-285840" defTabSz="914400">
              <a:lnSpc>
                <a:spcPct val="150000"/>
              </a:lnSpc>
              <a:spcBef>
                <a:spcPts val="1191"/>
              </a:spcBef>
              <a:spcAft>
                <a:spcPts val="992"/>
              </a:spcAft>
              <a:buClr>
                <a:srgbClr val="575756"/>
              </a:buClr>
              <a:buFont typeface="Wingdings" charset="2"/>
              <a:buChar char=""/>
              <a:tabLst>
                <a:tab pos="0" algn="l"/>
              </a:tabLst>
            </a:pPr>
            <a:endParaRPr lang="de-DE" sz="1300" b="0" u="none" strike="noStrike">
              <a:solidFill>
                <a:srgbClr val="333333"/>
              </a:solidFill>
              <a:effectLst/>
              <a:uFillTx/>
              <a:latin typeface="SRH Text"/>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8" name="PlaceHolder 1"/>
          <p:cNvSpPr>
            <a:spLocks noGrp="1"/>
          </p:cNvSpPr>
          <p:nvPr>
            <p:ph type="title"/>
          </p:nvPr>
        </p:nvSpPr>
        <p:spPr>
          <a:xfrm>
            <a:off x="191880" y="-147600"/>
            <a:ext cx="9156240" cy="833400"/>
          </a:xfrm>
          <a:prstGeom prst="rect">
            <a:avLst/>
          </a:prstGeom>
          <a:noFill/>
          <a:ln w="0">
            <a:noFill/>
          </a:ln>
        </p:spPr>
        <p:txBody>
          <a:bodyPr numCol="1" spcCol="216000" lIns="0" tIns="0" rIns="0" bIns="0" anchor="b">
            <a:noAutofit/>
          </a:bodyPr>
          <a:p>
            <a:pPr marL="285840" indent="0" algn="l" defTabSz="914400">
              <a:lnSpc>
                <a:spcPct val="150000"/>
              </a:lnSpc>
              <a:spcBef>
                <a:spcPts val="1191"/>
              </a:spcBef>
              <a:spcAft>
                <a:spcPts val="992"/>
              </a:spcAft>
              <a:buNone/>
              <a:tabLst>
                <a:tab pos="0" algn="l"/>
              </a:tabLst>
            </a:pPr>
            <a:r>
              <a:rPr lang="en-US" sz="1300" b="1" u="none" strike="noStrike">
                <a:solidFill>
                  <a:srgbClr val="BF0041"/>
                </a:solidFill>
                <a:effectLst/>
                <a:uFillTx/>
                <a:latin typeface="SRH Text"/>
                <a:ea typeface="SRH Text"/>
              </a:rPr>
              <a:t>Selective Prediction Framework</a:t>
            </a:r>
            <a:endParaRPr lang="de-DE" sz="1300" b="1" u="none" strike="noStrike">
              <a:solidFill>
                <a:srgbClr val="BF0041"/>
              </a:solidFill>
              <a:effectLst/>
              <a:uFillTx/>
              <a:latin typeface="SRH Headline"/>
            </a:endParaRPr>
          </a:p>
        </p:txBody>
      </p:sp>
      <p:sp>
        <p:nvSpPr>
          <p:cNvPr id="349" name="PlaceHolder 2"/>
          <p:cNvSpPr>
            <a:spLocks noGrp="1"/>
          </p:cNvSpPr>
          <p:nvPr>
            <p:ph/>
          </p:nvPr>
        </p:nvSpPr>
        <p:spPr>
          <a:xfrm>
            <a:off x="228600" y="696600"/>
            <a:ext cx="8229600" cy="7075800"/>
          </a:xfrm>
          <a:prstGeom prst="rect">
            <a:avLst/>
          </a:prstGeom>
          <a:noFill/>
          <a:ln w="0">
            <a:noFill/>
          </a:ln>
        </p:spPr>
        <p:txBody>
          <a:bodyPr numCol="1" spcCol="216000" lIns="0" tIns="0" rIns="0" bIns="0" anchor="t">
            <a:noAutofit/>
          </a:bodyPr>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1" u="none" strike="noStrike">
                <a:solidFill>
                  <a:srgbClr val="1C1C1C"/>
                </a:solidFill>
                <a:effectLst/>
                <a:uFillTx/>
                <a:latin typeface="SRH Text"/>
                <a:ea typeface="SRH Text"/>
              </a:rPr>
              <a:t>ALERT &amp; ACTION</a:t>
            </a:r>
            <a:endParaRPr lang="de-DE" sz="1100" b="1"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1" u="none" strike="noStrike">
                <a:solidFill>
                  <a:srgbClr val="1C1C1C"/>
                </a:solidFill>
                <a:effectLst/>
                <a:uFillTx/>
                <a:latin typeface="SRH Text"/>
                <a:ea typeface="SRH Text"/>
              </a:rPr>
              <a:t>Stable → Continue Monitoring</a:t>
            </a:r>
            <a:endParaRPr lang="de-DE" sz="1100" b="1"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1" u="none" strike="noStrike">
                <a:solidFill>
                  <a:srgbClr val="1C1C1C"/>
                </a:solidFill>
                <a:effectLst/>
                <a:uFillTx/>
                <a:latin typeface="SRH Text"/>
                <a:ea typeface="SRH Text"/>
              </a:rPr>
              <a:t>Drift / Degradation → Alert → Investigation</a:t>
            </a:r>
            <a:endParaRPr lang="de-DE" sz="1100" b="1"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1" u="none" strike="noStrike">
                <a:solidFill>
                  <a:srgbClr val="1C1C1C"/>
                </a:solidFill>
                <a:effectLst/>
                <a:uFillTx/>
                <a:latin typeface="SRH Text"/>
                <a:ea typeface="SRH Text"/>
              </a:rPr>
              <a:t>Persistent degradation → Retraining Trigger</a:t>
            </a:r>
            <a:endParaRPr lang="de-DE" sz="1100" b="1"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1" u="none" strike="noStrike">
                <a:solidFill>
                  <a:srgbClr val="1C1C1C"/>
                </a:solidFill>
                <a:effectLst/>
                <a:uFillTx/>
                <a:latin typeface="SRH Text"/>
                <a:ea typeface="SRH Text"/>
              </a:rPr>
              <a:t>Production-Oriented Features</a:t>
            </a:r>
            <a:endParaRPr lang="de-DE" sz="1100" b="1"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1" u="none" strike="noStrike">
                <a:solidFill>
                  <a:srgbClr val="1C1C1C"/>
                </a:solidFill>
                <a:effectLst/>
                <a:uFillTx/>
                <a:latin typeface="SRH Text"/>
                <a:ea typeface="SRH Text"/>
              </a:rPr>
              <a:t>Persistent reference baseline</a:t>
            </a:r>
            <a:endParaRPr lang="de-DE" sz="1100" b="1"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1" u="none" strike="noStrike">
                <a:solidFill>
                  <a:srgbClr val="1C1C1C"/>
                </a:solidFill>
                <a:effectLst/>
                <a:uFillTx/>
                <a:latin typeface="SRH Text"/>
                <a:ea typeface="SRH Text"/>
              </a:rPr>
              <a:t>Timestamped monitoring history</a:t>
            </a:r>
            <a:endParaRPr lang="de-DE" sz="1100" b="1"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1" u="none" strike="noStrike">
                <a:solidFill>
                  <a:srgbClr val="1C1C1C"/>
                </a:solidFill>
                <a:effectLst/>
                <a:uFillTx/>
                <a:latin typeface="SRH Text"/>
                <a:ea typeface="SRH Text"/>
              </a:rPr>
              <a:t>Batch-level monitoring</a:t>
            </a:r>
            <a:endParaRPr lang="de-DE" sz="1100" b="1"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1" u="none" strike="noStrike">
                <a:solidFill>
                  <a:srgbClr val="1C1C1C"/>
                </a:solidFill>
                <a:effectLst/>
                <a:uFillTx/>
                <a:latin typeface="SRH Text"/>
                <a:ea typeface="SRH Text"/>
              </a:rPr>
              <a:t>Automated alerts</a:t>
            </a:r>
            <a:endParaRPr lang="de-DE" sz="1100" b="1"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1" u="none" strike="noStrike">
                <a:solidFill>
                  <a:srgbClr val="1C1C1C"/>
                </a:solidFill>
                <a:effectLst/>
                <a:uFillTx/>
                <a:latin typeface="SRH Text"/>
                <a:ea typeface="SRH Text"/>
              </a:rPr>
              <a:t>Retraining trigger based on repeated degradation</a:t>
            </a:r>
            <a:endParaRPr lang="de-DE" sz="1100" b="1"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1" u="none" strike="noStrike">
                <a:solidFill>
                  <a:srgbClr val="1C1C1C"/>
                </a:solidFill>
                <a:effectLst/>
                <a:uFillTx/>
                <a:latin typeface="SRH Text"/>
                <a:ea typeface="SRH Text"/>
              </a:rPr>
              <a:t>Key Contribution</a:t>
            </a:r>
            <a:endParaRPr lang="de-DE" sz="1100" b="1" u="none" strike="noStrike">
              <a:solidFill>
                <a:srgbClr val="333333"/>
              </a:solidFill>
              <a:effectLst/>
              <a:uFillTx/>
              <a:latin typeface="SRH Text"/>
            </a:endParaRPr>
          </a:p>
          <a:p>
            <a:pPr marL="285840" indent="-285840" algn="l" defTabSz="914400">
              <a:lnSpc>
                <a:spcPct val="150000"/>
              </a:lnSpc>
              <a:spcBef>
                <a:spcPts val="1191"/>
              </a:spcBef>
              <a:spcAft>
                <a:spcPts val="992"/>
              </a:spcAft>
              <a:buClr>
                <a:srgbClr val="575756"/>
              </a:buClr>
              <a:buFont typeface="Wingdings" charset="2"/>
              <a:buChar char=""/>
              <a:tabLst>
                <a:tab pos="0" algn="l"/>
              </a:tabLst>
            </a:pPr>
            <a:r>
              <a:rPr lang="en-US" sz="1100" b="1" u="none" strike="noStrike">
                <a:solidFill>
                  <a:srgbClr val="1C1C1C"/>
                </a:solidFill>
                <a:effectLst/>
                <a:uFillTx/>
                <a:latin typeface="SRH Text"/>
                <a:ea typeface="SRH Text"/>
              </a:rPr>
              <a:t>Predict → Select → Monitor → Adapt</a:t>
            </a:r>
            <a:endParaRPr lang="de-DE" sz="1100" b="1" u="none" strike="noStrike">
              <a:solidFill>
                <a:srgbClr val="333333"/>
              </a:solidFill>
              <a:effectLst/>
              <a:uFillTx/>
              <a:latin typeface="SRH Text"/>
            </a:endParaRPr>
          </a:p>
        </p:txBody>
      </p:sp>
      <p:sp>
        <p:nvSpPr>
          <p:cNvPr id="350" name="PlaceHolder 3"/>
          <p:cNvSpPr>
            <a:spLocks noGrp="1"/>
          </p:cNvSpPr>
          <p:nvPr>
            <p:ph type="dt" idx="148"/>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2100EE4D-CBF3-4FA1-A799-ABA008A00D3D}" type="datetime1">
              <a:rPr lang="en-CA" sz="900" b="1" u="none" strike="noStrike">
                <a:solidFill>
                  <a:srgbClr val="6D7373"/>
                </a:solidFill>
                <a:effectLst/>
                <a:uFillTx/>
                <a:latin typeface="SRH Text"/>
                <a:ea typeface="SRH"/>
              </a:rPr>
              <a:t>2026-08-09</a:t>
            </a:fld>
            <a:endParaRPr lang="en-US" sz="900" b="0" u="none" strike="noStrike">
              <a:solidFill>
                <a:srgbClr val="000000"/>
              </a:solidFill>
              <a:effectLst/>
              <a:uFillTx/>
              <a:latin typeface="Times New Roman"/>
            </a:endParaRPr>
          </a:p>
        </p:txBody>
      </p:sp>
      <p:sp>
        <p:nvSpPr>
          <p:cNvPr id="351" name="PlaceHolder 4"/>
          <p:cNvSpPr>
            <a:spLocks noGrp="1"/>
          </p:cNvSpPr>
          <p:nvPr>
            <p:ph type="ftr" idx="149"/>
          </p:nvPr>
        </p:nvSpPr>
        <p:spPr>
          <a:xfrm>
            <a:off x="1242000" y="636660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nl-NL" sz="900" b="1" u="none" spc="-6" strike="noStrike">
                <a:solidFill>
                  <a:schemeClr val="dk1"/>
                </a:solidFill>
                <a:effectLst/>
                <a:uFillTx/>
                <a:latin typeface="Arial MT"/>
                <a:ea typeface="SRH"/>
              </a:defRPr>
            </a:lvl1pPr>
          </a:lstStyle>
          <a:p>
            <a:pPr indent="0" algn="l" defTabSz="914400">
              <a:lnSpc>
                <a:spcPct val="100000"/>
              </a:lnSpc>
              <a:buNone/>
              <a:tabLst>
                <a:tab pos="0" algn="l"/>
              </a:tabLst>
            </a:pPr>
            <a:r>
              <a:rPr lang="nl-NL" sz="900" b="1" u="none" spc="-6" strike="noStrike">
                <a:solidFill>
                  <a:schemeClr val="dk1"/>
                </a:solidFill>
                <a:effectLst/>
                <a:uFillTx/>
                <a:latin typeface="Arial MT"/>
                <a:ea typeface="SRH"/>
              </a:rPr>
              <a:t>SRH Hochschule Heidelberg</a:t>
            </a:r>
            <a:endParaRPr lang="en-US" sz="900" b="0" u="none" strike="noStrike">
              <a:solidFill>
                <a:srgbClr val="000000"/>
              </a:solidFill>
              <a:effectLst/>
              <a:uFillTx/>
              <a:latin typeface="Times New Roman"/>
            </a:endParaRPr>
          </a:p>
        </p:txBody>
      </p:sp>
      <p:sp>
        <p:nvSpPr>
          <p:cNvPr id="352" name="PlaceHolder 5"/>
          <p:cNvSpPr>
            <a:spLocks noGrp="1"/>
          </p:cNvSpPr>
          <p:nvPr>
            <p:ph type="sldNum" idx="150"/>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E9669D7F-F918-41D0-A043-94CA0B4D2914}"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3" name="PlaceHolder 1"/>
          <p:cNvSpPr>
            <a:spLocks noGrp="1"/>
          </p:cNvSpPr>
          <p:nvPr>
            <p:ph type="title"/>
          </p:nvPr>
        </p:nvSpPr>
        <p:spPr>
          <a:xfrm>
            <a:off x="191880" y="-147600"/>
            <a:ext cx="9156240" cy="833400"/>
          </a:xfrm>
          <a:prstGeom prst="rect">
            <a:avLst/>
          </a:prstGeom>
          <a:noFill/>
          <a:ln w="0">
            <a:noFill/>
          </a:ln>
        </p:spPr>
        <p:txBody>
          <a:bodyPr numCol="1" spcCol="216000" lIns="0" tIns="0" rIns="0" bIns="0" anchor="b">
            <a:noAutofit/>
          </a:bodyPr>
          <a:p>
            <a:pPr marL="285840" indent="0" algn="l" defTabSz="914400">
              <a:lnSpc>
                <a:spcPct val="150000"/>
              </a:lnSpc>
              <a:spcBef>
                <a:spcPts val="1191"/>
              </a:spcBef>
              <a:spcAft>
                <a:spcPts val="992"/>
              </a:spcAft>
              <a:buNone/>
              <a:tabLst>
                <a:tab pos="0" algn="l"/>
              </a:tabLst>
            </a:pPr>
            <a:r>
              <a:rPr lang="en-US" sz="1400" b="1" u="none" strike="noStrike">
                <a:solidFill>
                  <a:srgbClr val="BF0041"/>
                </a:solidFill>
                <a:effectLst/>
                <a:uFillTx/>
                <a:latin typeface="SRH Text"/>
                <a:ea typeface="SRH Text"/>
              </a:rPr>
              <a:t>Selective Prediction — Test Set Results </a:t>
            </a:r>
            <a:endParaRPr lang="de-DE" sz="1400" b="1" u="none" strike="noStrike">
              <a:solidFill>
                <a:srgbClr val="BF0041"/>
              </a:solidFill>
              <a:effectLst/>
              <a:uFillTx/>
              <a:latin typeface="SRH Headline"/>
            </a:endParaRPr>
          </a:p>
        </p:txBody>
      </p:sp>
      <p:sp>
        <p:nvSpPr>
          <p:cNvPr id="354" name="PlaceHolder 2"/>
          <p:cNvSpPr>
            <a:spLocks noGrp="1"/>
          </p:cNvSpPr>
          <p:nvPr>
            <p:ph/>
          </p:nvPr>
        </p:nvSpPr>
        <p:spPr>
          <a:xfrm>
            <a:off x="228600" y="696600"/>
            <a:ext cx="3657600" cy="5247000"/>
          </a:xfrm>
          <a:prstGeom prst="rect">
            <a:avLst/>
          </a:prstGeom>
          <a:noFill/>
          <a:ln w="0">
            <a:noFill/>
          </a:ln>
        </p:spPr>
        <p:txBody>
          <a:bodyPr numCol="1" spcCol="216000" lIns="0" tIns="0" rIns="0" bIns="0" anchor="t">
            <a:noAutofit/>
          </a:bodyPr>
          <a:p>
            <a:pPr indent="0" algn="l" defTabSz="914400">
              <a:lnSpc>
                <a:spcPct val="110000"/>
              </a:lnSpc>
              <a:spcBef>
                <a:spcPts val="1199"/>
              </a:spcBef>
              <a:buNone/>
              <a:tabLst>
                <a:tab pos="0" algn="l"/>
              </a:tabLst>
            </a:pPr>
            <a:endParaRPr lang="de-DE" sz="1800" b="0" u="none" strike="noStrike">
              <a:solidFill>
                <a:schemeClr val="dk1"/>
              </a:solidFill>
              <a:effectLst/>
              <a:uFillTx/>
              <a:latin typeface="SRH Text"/>
            </a:endParaRPr>
          </a:p>
          <a:p>
            <a:pPr indent="0" algn="l" defTabSz="914400">
              <a:lnSpc>
                <a:spcPct val="110000"/>
              </a:lnSpc>
              <a:spcBef>
                <a:spcPts val="1191"/>
              </a:spcBef>
              <a:spcAft>
                <a:spcPts val="992"/>
              </a:spcAft>
              <a:buNone/>
              <a:tabLst>
                <a:tab pos="0" algn="l"/>
              </a:tabLst>
            </a:pPr>
            <a:r>
              <a:rPr lang="de-DE" sz="1200" b="1" u="none" strike="noStrike">
                <a:solidFill>
                  <a:schemeClr val="dk1"/>
                </a:solidFill>
                <a:effectLst/>
                <a:uFillTx/>
                <a:latin typeface="SRH Text"/>
              </a:rPr>
              <a:t>Test-Set Decision Distribution</a:t>
            </a:r>
            <a:endParaRPr lang="de-DE" sz="1200" b="0" u="none" strike="noStrike">
              <a:solidFill>
                <a:schemeClr val="dk1"/>
              </a:solidFill>
              <a:effectLst/>
              <a:uFillTx/>
              <a:latin typeface="SRH Text"/>
            </a:endParaRPr>
          </a:p>
          <a:p>
            <a:pPr indent="0" algn="l" defTabSz="914400">
              <a:lnSpc>
                <a:spcPct val="110000"/>
              </a:lnSpc>
              <a:spcBef>
                <a:spcPts val="1191"/>
              </a:spcBef>
              <a:spcAft>
                <a:spcPts val="992"/>
              </a:spcAft>
              <a:buNone/>
              <a:tabLst>
                <a:tab pos="0" algn="l"/>
              </a:tabLst>
            </a:pPr>
            <a:r>
              <a:rPr lang="de-DE" sz="1000" b="0" u="none" strike="noStrike">
                <a:solidFill>
                  <a:schemeClr val="dk1"/>
                </a:solidFill>
                <a:effectLst/>
                <a:uFillTx/>
                <a:latin typeface="SRH Text"/>
              </a:rPr>
              <a:t>Auto Accept: 1,780 (35.60%)</a:t>
            </a:r>
            <a:endParaRPr lang="de-DE" sz="1000" b="0" u="none" strike="noStrike">
              <a:solidFill>
                <a:schemeClr val="dk1"/>
              </a:solidFill>
              <a:effectLst/>
              <a:uFillTx/>
              <a:latin typeface="SRH Text"/>
            </a:endParaRPr>
          </a:p>
          <a:p>
            <a:pPr indent="0" algn="l" defTabSz="914400">
              <a:lnSpc>
                <a:spcPct val="110000"/>
              </a:lnSpc>
              <a:spcBef>
                <a:spcPts val="1191"/>
              </a:spcBef>
              <a:spcAft>
                <a:spcPts val="992"/>
              </a:spcAft>
              <a:buNone/>
              <a:tabLst>
                <a:tab pos="0" algn="l"/>
              </a:tabLst>
            </a:pPr>
            <a:r>
              <a:rPr lang="de-DE" sz="1000" b="0" u="none" strike="noStrike">
                <a:solidFill>
                  <a:schemeClr val="dk1"/>
                </a:solidFill>
                <a:effectLst/>
                <a:uFillTx/>
                <a:latin typeface="SRH Text"/>
              </a:rPr>
              <a:t>Auto Reject: 2,604 (52.08%)</a:t>
            </a:r>
            <a:endParaRPr lang="de-DE" sz="1000" b="0" u="none" strike="noStrike">
              <a:solidFill>
                <a:schemeClr val="dk1"/>
              </a:solidFill>
              <a:effectLst/>
              <a:uFillTx/>
              <a:latin typeface="SRH Text"/>
            </a:endParaRPr>
          </a:p>
          <a:p>
            <a:pPr indent="0" algn="l" defTabSz="914400">
              <a:lnSpc>
                <a:spcPct val="110000"/>
              </a:lnSpc>
              <a:spcBef>
                <a:spcPts val="1191"/>
              </a:spcBef>
              <a:spcAft>
                <a:spcPts val="992"/>
              </a:spcAft>
              <a:buNone/>
              <a:tabLst>
                <a:tab pos="0" algn="l"/>
              </a:tabLst>
            </a:pPr>
            <a:r>
              <a:rPr lang="de-DE" sz="1000" b="0" u="none" strike="noStrike">
                <a:solidFill>
                  <a:schemeClr val="dk1"/>
                </a:solidFill>
                <a:effectLst/>
                <a:uFillTx/>
                <a:latin typeface="SRH Text"/>
              </a:rPr>
              <a:t>Manual Review: 616 (12.32%)</a:t>
            </a:r>
            <a:endParaRPr lang="de-DE" sz="1000" b="0" u="none" strike="noStrike">
              <a:solidFill>
                <a:schemeClr val="dk1"/>
              </a:solidFill>
              <a:effectLst/>
              <a:uFillTx/>
              <a:latin typeface="SRH Text"/>
            </a:endParaRPr>
          </a:p>
          <a:p>
            <a:pPr indent="0" algn="l" defTabSz="914400">
              <a:lnSpc>
                <a:spcPct val="110000"/>
              </a:lnSpc>
              <a:spcBef>
                <a:spcPts val="1199"/>
              </a:spcBef>
              <a:buNone/>
              <a:tabLst>
                <a:tab pos="0" algn="l"/>
              </a:tabLst>
            </a:pPr>
            <a:endParaRPr lang="de-DE" sz="1800" b="0" u="none" strike="noStrike">
              <a:solidFill>
                <a:schemeClr val="dk1"/>
              </a:solidFill>
              <a:effectLst/>
              <a:uFillTx/>
              <a:latin typeface="SRH Text"/>
            </a:endParaRPr>
          </a:p>
          <a:p>
            <a:pPr indent="0" algn="l" defTabSz="914400">
              <a:lnSpc>
                <a:spcPct val="110000"/>
              </a:lnSpc>
              <a:spcBef>
                <a:spcPts val="1199"/>
              </a:spcBef>
              <a:buNone/>
              <a:tabLst>
                <a:tab pos="0" algn="l"/>
              </a:tabLst>
            </a:pPr>
            <a:endParaRPr lang="de-DE" sz="1800" b="0" u="none" strike="noStrike">
              <a:solidFill>
                <a:schemeClr val="dk1"/>
              </a:solidFill>
              <a:effectLst/>
              <a:uFillTx/>
              <a:latin typeface="SRH Text"/>
            </a:endParaRPr>
          </a:p>
          <a:p>
            <a:pPr indent="0" algn="l" defTabSz="914400">
              <a:lnSpc>
                <a:spcPct val="110000"/>
              </a:lnSpc>
              <a:spcBef>
                <a:spcPts val="1199"/>
              </a:spcBef>
              <a:buNone/>
              <a:tabLst>
                <a:tab pos="0" algn="l"/>
              </a:tabLst>
            </a:pPr>
            <a:endParaRPr lang="de-DE" sz="1800" b="0" u="none" strike="noStrike">
              <a:solidFill>
                <a:schemeClr val="dk1"/>
              </a:solidFill>
              <a:effectLst/>
              <a:uFillTx/>
              <a:latin typeface="SRH Text"/>
            </a:endParaRPr>
          </a:p>
          <a:p>
            <a:pPr indent="0" algn="l" defTabSz="914400">
              <a:lnSpc>
                <a:spcPct val="110000"/>
              </a:lnSpc>
              <a:spcBef>
                <a:spcPts val="1199"/>
              </a:spcBef>
              <a:buNone/>
              <a:tabLst>
                <a:tab pos="0" algn="l"/>
              </a:tabLst>
            </a:pPr>
            <a:endParaRPr lang="de-DE" sz="1800" b="0" u="none" strike="noStrike">
              <a:solidFill>
                <a:schemeClr val="dk1"/>
              </a:solidFill>
              <a:effectLst/>
              <a:uFillTx/>
              <a:latin typeface="SRH Text"/>
            </a:endParaRPr>
          </a:p>
          <a:p>
            <a:pPr indent="0" algn="l" defTabSz="914400">
              <a:lnSpc>
                <a:spcPct val="110000"/>
              </a:lnSpc>
              <a:spcBef>
                <a:spcPts val="1199"/>
              </a:spcBef>
              <a:buNone/>
              <a:tabLst>
                <a:tab pos="0" algn="l"/>
              </a:tabLst>
            </a:pPr>
            <a:endParaRPr lang="de-DE" sz="1800" b="0" u="none" strike="noStrike">
              <a:solidFill>
                <a:schemeClr val="dk1"/>
              </a:solidFill>
              <a:effectLst/>
              <a:uFillTx/>
              <a:latin typeface="SRH Text"/>
            </a:endParaRPr>
          </a:p>
          <a:p>
            <a:pPr indent="0" algn="l" defTabSz="914400">
              <a:lnSpc>
                <a:spcPct val="110000"/>
              </a:lnSpc>
              <a:spcBef>
                <a:spcPts val="1199"/>
              </a:spcBef>
              <a:buNone/>
              <a:tabLst>
                <a:tab pos="0" algn="l"/>
              </a:tabLst>
            </a:pPr>
            <a:endParaRPr lang="de-DE" sz="1800" b="0" u="none" strike="noStrike">
              <a:solidFill>
                <a:schemeClr val="dk1"/>
              </a:solidFill>
              <a:effectLst/>
              <a:uFillTx/>
              <a:latin typeface="SRH Text"/>
            </a:endParaRPr>
          </a:p>
          <a:p>
            <a:pPr indent="0" algn="l" defTabSz="914400">
              <a:lnSpc>
                <a:spcPct val="110000"/>
              </a:lnSpc>
              <a:spcBef>
                <a:spcPts val="1191"/>
              </a:spcBef>
              <a:spcAft>
                <a:spcPts val="992"/>
              </a:spcAft>
              <a:buNone/>
              <a:tabLst>
                <a:tab pos="0" algn="l"/>
              </a:tabLst>
            </a:pPr>
            <a:endParaRPr lang="de-DE" sz="1200" b="1" u="none" strike="noStrike">
              <a:solidFill>
                <a:schemeClr val="dk1"/>
              </a:solidFill>
              <a:effectLst/>
              <a:uFillTx/>
              <a:latin typeface="SRH Text"/>
            </a:endParaRPr>
          </a:p>
          <a:p>
            <a:pPr indent="0" algn="l" defTabSz="914400">
              <a:lnSpc>
                <a:spcPct val="110000"/>
              </a:lnSpc>
              <a:spcBef>
                <a:spcPts val="1191"/>
              </a:spcBef>
              <a:spcAft>
                <a:spcPts val="992"/>
              </a:spcAft>
              <a:buNone/>
              <a:tabLst>
                <a:tab pos="0" algn="l"/>
              </a:tabLst>
            </a:pPr>
            <a:endParaRPr lang="de-DE" sz="1200" b="1" u="none" strike="noStrike">
              <a:solidFill>
                <a:schemeClr val="dk1"/>
              </a:solidFill>
              <a:effectLst/>
              <a:uFillTx/>
              <a:latin typeface="SRH Text"/>
            </a:endParaRPr>
          </a:p>
          <a:p>
            <a:pPr indent="0" algn="l" defTabSz="914400">
              <a:lnSpc>
                <a:spcPct val="110000"/>
              </a:lnSpc>
              <a:spcBef>
                <a:spcPts val="1191"/>
              </a:spcBef>
              <a:spcAft>
                <a:spcPts val="992"/>
              </a:spcAft>
              <a:buNone/>
              <a:tabLst>
                <a:tab pos="0" algn="l"/>
              </a:tabLst>
            </a:pPr>
            <a:endParaRPr lang="de-DE" sz="1000" b="0" u="none" strike="noStrike">
              <a:solidFill>
                <a:schemeClr val="dk1"/>
              </a:solidFill>
              <a:effectLst/>
              <a:uFillTx/>
              <a:latin typeface="SRH Text"/>
            </a:endParaRPr>
          </a:p>
        </p:txBody>
      </p:sp>
      <p:sp>
        <p:nvSpPr>
          <p:cNvPr id="355" name="PlaceHolder 3"/>
          <p:cNvSpPr>
            <a:spLocks noGrp="1"/>
          </p:cNvSpPr>
          <p:nvPr>
            <p:ph type="dt" idx="151"/>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8199FEE6-6426-4614-BAC0-CDFA10DE2A38}" type="datetime1">
              <a:rPr lang="en-CA" sz="900" b="1" u="none" strike="noStrike">
                <a:solidFill>
                  <a:srgbClr val="6D7373"/>
                </a:solidFill>
                <a:effectLst/>
                <a:uFillTx/>
                <a:latin typeface="SRH Text"/>
                <a:ea typeface="SRH"/>
              </a:rPr>
              <a:t>2026-08-09</a:t>
            </a:fld>
            <a:endParaRPr lang="en-US" sz="900" b="0" u="none" strike="noStrike">
              <a:solidFill>
                <a:srgbClr val="000000"/>
              </a:solidFill>
              <a:effectLst/>
              <a:uFillTx/>
              <a:latin typeface="Times New Roman"/>
            </a:endParaRPr>
          </a:p>
        </p:txBody>
      </p:sp>
      <p:sp>
        <p:nvSpPr>
          <p:cNvPr id="356" name="PlaceHolder 4"/>
          <p:cNvSpPr>
            <a:spLocks noGrp="1"/>
          </p:cNvSpPr>
          <p:nvPr>
            <p:ph type="ftr" idx="152"/>
          </p:nvPr>
        </p:nvSpPr>
        <p:spPr>
          <a:xfrm>
            <a:off x="1242000" y="636660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nl-NL" sz="900" b="1" u="none" spc="-6" strike="noStrike">
                <a:solidFill>
                  <a:schemeClr val="dk1"/>
                </a:solidFill>
                <a:effectLst/>
                <a:uFillTx/>
                <a:latin typeface="Arial MT"/>
                <a:ea typeface="SRH"/>
              </a:defRPr>
            </a:lvl1pPr>
          </a:lstStyle>
          <a:p>
            <a:pPr indent="0" algn="l" defTabSz="914400">
              <a:lnSpc>
                <a:spcPct val="100000"/>
              </a:lnSpc>
              <a:buNone/>
              <a:tabLst>
                <a:tab pos="0" algn="l"/>
              </a:tabLst>
            </a:pPr>
            <a:r>
              <a:rPr lang="nl-NL" sz="900" b="1" u="none" spc="-6" strike="noStrike">
                <a:solidFill>
                  <a:schemeClr val="dk1"/>
                </a:solidFill>
                <a:effectLst/>
                <a:uFillTx/>
                <a:latin typeface="Arial MT"/>
                <a:ea typeface="SRH"/>
              </a:rPr>
              <a:t>SRH Hochschule Heidelberg</a:t>
            </a:r>
            <a:endParaRPr lang="en-US" sz="900" b="0" u="none" strike="noStrike">
              <a:solidFill>
                <a:srgbClr val="000000"/>
              </a:solidFill>
              <a:effectLst/>
              <a:uFillTx/>
              <a:latin typeface="Times New Roman"/>
            </a:endParaRPr>
          </a:p>
        </p:txBody>
      </p:sp>
      <p:sp>
        <p:nvSpPr>
          <p:cNvPr id="357" name="PlaceHolder 5"/>
          <p:cNvSpPr>
            <a:spLocks noGrp="1"/>
          </p:cNvSpPr>
          <p:nvPr>
            <p:ph type="sldNum" idx="153"/>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98F04924-B29F-4635-B507-FD4B6A452262}"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pic>
        <p:nvPicPr>
          <p:cNvPr id="358" name=""/>
          <p:cNvPicPr/>
          <p:nvPr/>
        </p:nvPicPr>
        <p:blipFill>
          <a:blip r:embed="rId1"/>
          <a:stretch/>
        </p:blipFill>
        <p:spPr>
          <a:xfrm>
            <a:off x="4212000" y="1143000"/>
            <a:ext cx="6989400" cy="5257800"/>
          </a:xfrm>
          <a:prstGeom prst="rect">
            <a:avLst/>
          </a:prstGeom>
          <a:noFill/>
          <a:ln w="0">
            <a:noFill/>
          </a:ln>
        </p:spPr>
      </p:pic>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9" name="PlaceHolder 1"/>
          <p:cNvSpPr>
            <a:spLocks noGrp="1"/>
          </p:cNvSpPr>
          <p:nvPr>
            <p:ph type="title"/>
          </p:nvPr>
        </p:nvSpPr>
        <p:spPr>
          <a:xfrm>
            <a:off x="191880" y="-147600"/>
            <a:ext cx="9156240" cy="833400"/>
          </a:xfrm>
          <a:prstGeom prst="rect">
            <a:avLst/>
          </a:prstGeom>
          <a:noFill/>
          <a:ln w="0">
            <a:noFill/>
          </a:ln>
        </p:spPr>
        <p:txBody>
          <a:bodyPr numCol="1" spcCol="216000" lIns="0" tIns="0" rIns="0" bIns="0" anchor="b">
            <a:noAutofit/>
          </a:bodyPr>
          <a:p>
            <a:pPr marL="285840" indent="0" algn="l" defTabSz="914400">
              <a:lnSpc>
                <a:spcPct val="150000"/>
              </a:lnSpc>
              <a:spcBef>
                <a:spcPts val="1191"/>
              </a:spcBef>
              <a:spcAft>
                <a:spcPts val="992"/>
              </a:spcAft>
              <a:buNone/>
              <a:tabLst>
                <a:tab pos="0" algn="l"/>
              </a:tabLst>
            </a:pPr>
            <a:r>
              <a:rPr lang="en-US" sz="1300" b="1" u="none" strike="noStrike">
                <a:solidFill>
                  <a:srgbClr val="BF0041"/>
                </a:solidFill>
                <a:effectLst/>
                <a:uFillTx/>
                <a:latin typeface="SRH Text"/>
                <a:ea typeface="SRH Text"/>
              </a:rPr>
              <a:t>Nightly Automated Model Monitoring</a:t>
            </a:r>
            <a:endParaRPr lang="de-DE" sz="1300" b="1" u="none" strike="noStrike">
              <a:solidFill>
                <a:srgbClr val="BF0041"/>
              </a:solidFill>
              <a:effectLst/>
              <a:uFillTx/>
              <a:latin typeface="SRH Headline"/>
            </a:endParaRPr>
          </a:p>
        </p:txBody>
      </p:sp>
      <p:sp>
        <p:nvSpPr>
          <p:cNvPr id="360" name="PlaceHolder 2"/>
          <p:cNvSpPr>
            <a:spLocks noGrp="1"/>
          </p:cNvSpPr>
          <p:nvPr>
            <p:ph/>
          </p:nvPr>
        </p:nvSpPr>
        <p:spPr>
          <a:xfrm>
            <a:off x="228600" y="696600"/>
            <a:ext cx="5943600" cy="5670000"/>
          </a:xfrm>
          <a:prstGeom prst="rect">
            <a:avLst/>
          </a:prstGeom>
          <a:noFill/>
          <a:ln w="0">
            <a:noFill/>
          </a:ln>
        </p:spPr>
        <p:txBody>
          <a:bodyPr numCol="1" spcCol="216000" lIns="0" tIns="0" rIns="0" bIns="0" anchor="t">
            <a:noAutofit/>
          </a:bodyPr>
          <a:p>
            <a:pPr indent="0" algn="l" defTabSz="914400">
              <a:lnSpc>
                <a:spcPct val="110000"/>
              </a:lnSpc>
              <a:spcBef>
                <a:spcPts val="1191"/>
              </a:spcBef>
              <a:spcAft>
                <a:spcPts val="992"/>
              </a:spcAft>
              <a:tabLst>
                <a:tab pos="0" algn="l"/>
              </a:tabLst>
            </a:pPr>
            <a:r>
              <a:rPr lang="de-DE" sz="1000" b="0" u="none" strike="noStrike">
                <a:solidFill>
                  <a:schemeClr val="dk1"/>
                </a:solidFill>
                <a:effectLst/>
                <a:uFillTx/>
                <a:latin typeface="SRH Text"/>
              </a:rPr>
              <a:t>Purpose: Continuously monitor the deployed credit-risk model for data and prediction changes.</a:t>
            </a:r>
            <a:endParaRPr lang="de-DE" sz="1000" b="0" u="none" strike="noStrike">
              <a:solidFill>
                <a:schemeClr val="dk1"/>
              </a:solidFill>
              <a:effectLst/>
              <a:uFillTx/>
              <a:latin typeface="SRH Text"/>
            </a:endParaRPr>
          </a:p>
          <a:p>
            <a:pPr indent="0" algn="l" defTabSz="914400">
              <a:lnSpc>
                <a:spcPct val="110000"/>
              </a:lnSpc>
              <a:spcBef>
                <a:spcPts val="1191"/>
              </a:spcBef>
              <a:spcAft>
                <a:spcPts val="992"/>
              </a:spcAft>
              <a:tabLst>
                <a:tab pos="0" algn="l"/>
              </a:tabLst>
            </a:pPr>
            <a:r>
              <a:rPr lang="de-DE" sz="1000" b="0" u="none" strike="noStrike">
                <a:solidFill>
                  <a:schemeClr val="dk1"/>
                </a:solidFill>
                <a:effectLst/>
                <a:uFillTx/>
                <a:latin typeface="SRH Text"/>
              </a:rPr>
              <a:t>Monitoring Pipeline</a:t>
            </a:r>
            <a:endParaRPr lang="de-DE" sz="1000" b="0" u="none" strike="noStrike">
              <a:solidFill>
                <a:schemeClr val="dk1"/>
              </a:solidFill>
              <a:effectLst/>
              <a:uFillTx/>
              <a:latin typeface="SRH Text"/>
            </a:endParaRPr>
          </a:p>
          <a:p>
            <a:pPr indent="0" algn="l" defTabSz="914400">
              <a:lnSpc>
                <a:spcPct val="110000"/>
              </a:lnSpc>
              <a:spcBef>
                <a:spcPts val="1191"/>
              </a:spcBef>
              <a:spcAft>
                <a:spcPts val="992"/>
              </a:spcAft>
              <a:tabLst>
                <a:tab pos="0" algn="l"/>
              </a:tabLst>
            </a:pPr>
            <a:r>
              <a:rPr lang="de-DE" sz="1000" b="0" u="none" strike="noStrike">
                <a:solidFill>
                  <a:schemeClr val="dk1"/>
                </a:solidFill>
                <a:effectLst/>
                <a:uFillTx/>
                <a:latin typeface="SRH Text"/>
              </a:rPr>
              <a:t>Collect new data</a:t>
            </a:r>
            <a:endParaRPr lang="de-DE" sz="1000" b="0" u="none" strike="noStrike">
              <a:solidFill>
                <a:schemeClr val="dk1"/>
              </a:solidFill>
              <a:effectLst/>
              <a:uFillTx/>
              <a:latin typeface="SRH Text"/>
            </a:endParaRPr>
          </a:p>
          <a:p>
            <a:pPr indent="0" algn="l" defTabSz="914400">
              <a:lnSpc>
                <a:spcPct val="110000"/>
              </a:lnSpc>
              <a:spcBef>
                <a:spcPts val="1191"/>
              </a:spcBef>
              <a:spcAft>
                <a:spcPts val="992"/>
              </a:spcAft>
              <a:tabLst>
                <a:tab pos="0" algn="l"/>
              </a:tabLst>
            </a:pPr>
            <a:r>
              <a:rPr lang="de-DE" sz="1000" b="0" u="none" strike="noStrike">
                <a:solidFill>
                  <a:schemeClr val="dk1"/>
                </a:solidFill>
                <a:effectLst/>
                <a:uFillTx/>
                <a:latin typeface="SRH Text"/>
              </a:rPr>
              <a:t>→ Latest scored loan applications </a:t>
            </a:r>
            <a:endParaRPr lang="de-DE" sz="1000" b="0" u="none" strike="noStrike">
              <a:solidFill>
                <a:schemeClr val="dk1"/>
              </a:solidFill>
              <a:effectLst/>
              <a:uFillTx/>
              <a:latin typeface="SRH Text"/>
            </a:endParaRPr>
          </a:p>
          <a:p>
            <a:pPr indent="0" algn="l" defTabSz="914400">
              <a:lnSpc>
                <a:spcPct val="110000"/>
              </a:lnSpc>
              <a:spcBef>
                <a:spcPts val="1191"/>
              </a:spcBef>
              <a:spcAft>
                <a:spcPts val="992"/>
              </a:spcAft>
              <a:tabLst>
                <a:tab pos="0" algn="l"/>
              </a:tabLst>
            </a:pPr>
            <a:r>
              <a:rPr lang="de-DE" sz="1000" b="0" u="none" strike="noStrike">
                <a:solidFill>
                  <a:schemeClr val="dk1"/>
                </a:solidFill>
                <a:effectLst/>
                <a:uFillTx/>
                <a:latin typeface="SRH Text"/>
              </a:rPr>
              <a:t>Data Drift Detection</a:t>
            </a:r>
            <a:endParaRPr lang="de-DE" sz="1000" b="0" u="none" strike="noStrike">
              <a:solidFill>
                <a:schemeClr val="dk1"/>
              </a:solidFill>
              <a:effectLst/>
              <a:uFillTx/>
              <a:latin typeface="SRH Text"/>
            </a:endParaRPr>
          </a:p>
          <a:p>
            <a:pPr indent="0" algn="l" defTabSz="914400">
              <a:lnSpc>
                <a:spcPct val="110000"/>
              </a:lnSpc>
              <a:spcBef>
                <a:spcPts val="1191"/>
              </a:spcBef>
              <a:spcAft>
                <a:spcPts val="992"/>
              </a:spcAft>
              <a:tabLst>
                <a:tab pos="0" algn="l"/>
              </a:tabLst>
            </a:pPr>
            <a:r>
              <a:rPr lang="de-DE" sz="1000" b="0" u="none" strike="noStrike">
                <a:solidFill>
                  <a:schemeClr val="dk1"/>
                </a:solidFill>
                <a:effectLst/>
                <a:uFillTx/>
                <a:latin typeface="SRH Text"/>
              </a:rPr>
              <a:t>→ Compare current features with reference data</a:t>
            </a:r>
            <a:endParaRPr lang="de-DE" sz="1000" b="0" u="none" strike="noStrike">
              <a:solidFill>
                <a:schemeClr val="dk1"/>
              </a:solidFill>
              <a:effectLst/>
              <a:uFillTx/>
              <a:latin typeface="SRH Text"/>
            </a:endParaRPr>
          </a:p>
          <a:p>
            <a:pPr indent="0" algn="l" defTabSz="914400">
              <a:lnSpc>
                <a:spcPct val="110000"/>
              </a:lnSpc>
              <a:spcBef>
                <a:spcPts val="1191"/>
              </a:spcBef>
              <a:spcAft>
                <a:spcPts val="992"/>
              </a:spcAft>
              <a:tabLst>
                <a:tab pos="0" algn="l"/>
              </a:tabLst>
            </a:pPr>
            <a:r>
              <a:rPr lang="de-DE" sz="1000" b="0" u="none" strike="noStrike">
                <a:solidFill>
                  <a:schemeClr val="dk1"/>
                </a:solidFill>
                <a:effectLst/>
                <a:uFillTx/>
                <a:latin typeface="SRH Text"/>
              </a:rPr>
              <a:t>→ Identify MODERATE / SEVERE drift </a:t>
            </a:r>
            <a:endParaRPr lang="de-DE" sz="1000" b="0" u="none" strike="noStrike">
              <a:solidFill>
                <a:schemeClr val="dk1"/>
              </a:solidFill>
              <a:effectLst/>
              <a:uFillTx/>
              <a:latin typeface="SRH Text"/>
            </a:endParaRPr>
          </a:p>
          <a:p>
            <a:pPr indent="0" algn="l" defTabSz="914400">
              <a:lnSpc>
                <a:spcPct val="110000"/>
              </a:lnSpc>
              <a:spcBef>
                <a:spcPts val="1191"/>
              </a:spcBef>
              <a:spcAft>
                <a:spcPts val="992"/>
              </a:spcAft>
              <a:tabLst>
                <a:tab pos="0" algn="l"/>
              </a:tabLst>
            </a:pPr>
            <a:r>
              <a:rPr lang="de-DE" sz="1000" b="0" u="none" strike="noStrike">
                <a:solidFill>
                  <a:schemeClr val="dk1"/>
                </a:solidFill>
                <a:effectLst/>
                <a:uFillTx/>
                <a:latin typeface="SRH Text"/>
              </a:rPr>
              <a:t>Prediction Drift</a:t>
            </a:r>
            <a:endParaRPr lang="de-DE" sz="1000" b="0" u="none" strike="noStrike">
              <a:solidFill>
                <a:schemeClr val="dk1"/>
              </a:solidFill>
              <a:effectLst/>
              <a:uFillTx/>
              <a:latin typeface="SRH Text"/>
            </a:endParaRPr>
          </a:p>
          <a:p>
            <a:pPr indent="0" algn="l" defTabSz="914400">
              <a:lnSpc>
                <a:spcPct val="110000"/>
              </a:lnSpc>
              <a:spcBef>
                <a:spcPts val="1191"/>
              </a:spcBef>
              <a:spcAft>
                <a:spcPts val="992"/>
              </a:spcAft>
              <a:tabLst>
                <a:tab pos="0" algn="l"/>
              </a:tabLst>
            </a:pPr>
            <a:r>
              <a:rPr lang="de-DE" sz="1000" b="0" u="none" strike="noStrike">
                <a:solidFill>
                  <a:schemeClr val="dk1"/>
                </a:solidFill>
                <a:effectLst/>
                <a:uFillTx/>
                <a:latin typeface="SRH Text"/>
              </a:rPr>
              <a:t>→ Monitor predicted probabilities</a:t>
            </a:r>
            <a:endParaRPr lang="de-DE" sz="1000" b="0" u="none" strike="noStrike">
              <a:solidFill>
                <a:schemeClr val="dk1"/>
              </a:solidFill>
              <a:effectLst/>
              <a:uFillTx/>
              <a:latin typeface="SRH Text"/>
            </a:endParaRPr>
          </a:p>
          <a:p>
            <a:pPr indent="0" algn="l" defTabSz="914400">
              <a:lnSpc>
                <a:spcPct val="110000"/>
              </a:lnSpc>
              <a:spcBef>
                <a:spcPts val="1191"/>
              </a:spcBef>
              <a:spcAft>
                <a:spcPts val="992"/>
              </a:spcAft>
              <a:tabLst>
                <a:tab pos="0" algn="l"/>
              </a:tabLst>
            </a:pPr>
            <a:r>
              <a:rPr lang="de-DE" sz="1000" b="0" u="none" strike="noStrike">
                <a:solidFill>
                  <a:schemeClr val="dk1"/>
                </a:solidFill>
                <a:effectLst/>
                <a:uFillTx/>
                <a:latin typeface="SRH Text"/>
              </a:rPr>
              <a:t>→ Calculate Population Stability Index (PSI) </a:t>
            </a:r>
            <a:endParaRPr lang="de-DE" sz="1000" b="0" u="none" strike="noStrike">
              <a:solidFill>
                <a:schemeClr val="dk1"/>
              </a:solidFill>
              <a:effectLst/>
              <a:uFillTx/>
              <a:latin typeface="SRH Text"/>
            </a:endParaRPr>
          </a:p>
          <a:p>
            <a:pPr indent="0" algn="l" defTabSz="914400">
              <a:lnSpc>
                <a:spcPct val="110000"/>
              </a:lnSpc>
              <a:spcBef>
                <a:spcPts val="1191"/>
              </a:spcBef>
              <a:spcAft>
                <a:spcPts val="992"/>
              </a:spcAft>
              <a:buNone/>
              <a:tabLst>
                <a:tab pos="0" algn="l"/>
              </a:tabLst>
            </a:pPr>
            <a:r>
              <a:rPr lang="de-DE" sz="1000" b="0" u="none" strike="noStrike">
                <a:solidFill>
                  <a:schemeClr val="dk1"/>
                </a:solidFill>
                <a:effectLst/>
                <a:uFillTx/>
                <a:latin typeface="SRH Text"/>
              </a:rPr>
              <a:t> </a:t>
            </a:r>
            <a:endParaRPr lang="de-DE" sz="1000" b="0" u="none" strike="noStrike">
              <a:solidFill>
                <a:schemeClr val="dk1"/>
              </a:solidFill>
              <a:effectLst/>
              <a:uFillTx/>
              <a:latin typeface="SRH Text"/>
            </a:endParaRPr>
          </a:p>
        </p:txBody>
      </p:sp>
      <p:sp>
        <p:nvSpPr>
          <p:cNvPr id="361" name="PlaceHolder 3"/>
          <p:cNvSpPr>
            <a:spLocks noGrp="1"/>
          </p:cNvSpPr>
          <p:nvPr>
            <p:ph type="dt" idx="154"/>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26835A88-267A-4D49-BF20-E7B3E0A6F308}" type="datetime1">
              <a:rPr lang="en-CA" sz="900" b="1" u="none" strike="noStrike">
                <a:solidFill>
                  <a:srgbClr val="6D7373"/>
                </a:solidFill>
                <a:effectLst/>
                <a:uFillTx/>
                <a:latin typeface="SRH Text"/>
                <a:ea typeface="SRH"/>
              </a:rPr>
              <a:t>2026-08-09</a:t>
            </a:fld>
            <a:endParaRPr lang="en-US" sz="900" b="0" u="none" strike="noStrike">
              <a:solidFill>
                <a:srgbClr val="000000"/>
              </a:solidFill>
              <a:effectLst/>
              <a:uFillTx/>
              <a:latin typeface="Times New Roman"/>
            </a:endParaRPr>
          </a:p>
        </p:txBody>
      </p:sp>
      <p:sp>
        <p:nvSpPr>
          <p:cNvPr id="362" name="PlaceHolder 4"/>
          <p:cNvSpPr>
            <a:spLocks noGrp="1"/>
          </p:cNvSpPr>
          <p:nvPr>
            <p:ph type="ftr" idx="155"/>
          </p:nvPr>
        </p:nvSpPr>
        <p:spPr>
          <a:xfrm>
            <a:off x="1242000" y="636660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nl-NL" sz="900" b="1" u="none" spc="-6" strike="noStrike">
                <a:solidFill>
                  <a:schemeClr val="dk1"/>
                </a:solidFill>
                <a:effectLst/>
                <a:uFillTx/>
                <a:latin typeface="Arial MT"/>
                <a:ea typeface="SRH"/>
              </a:defRPr>
            </a:lvl1pPr>
          </a:lstStyle>
          <a:p>
            <a:pPr indent="0" algn="l" defTabSz="914400">
              <a:lnSpc>
                <a:spcPct val="100000"/>
              </a:lnSpc>
              <a:buNone/>
              <a:tabLst>
                <a:tab pos="0" algn="l"/>
              </a:tabLst>
            </a:pPr>
            <a:r>
              <a:rPr lang="nl-NL" sz="900" b="1" u="none" spc="-6" strike="noStrike">
                <a:solidFill>
                  <a:schemeClr val="dk1"/>
                </a:solidFill>
                <a:effectLst/>
                <a:uFillTx/>
                <a:latin typeface="Arial MT"/>
                <a:ea typeface="SRH"/>
              </a:rPr>
              <a:t>SRH Hochschule Heidelberg</a:t>
            </a:r>
            <a:endParaRPr lang="en-US" sz="900" b="0" u="none" strike="noStrike">
              <a:solidFill>
                <a:srgbClr val="000000"/>
              </a:solidFill>
              <a:effectLst/>
              <a:uFillTx/>
              <a:latin typeface="Times New Roman"/>
            </a:endParaRPr>
          </a:p>
        </p:txBody>
      </p:sp>
      <p:sp>
        <p:nvSpPr>
          <p:cNvPr id="363" name="PlaceHolder 5"/>
          <p:cNvSpPr>
            <a:spLocks noGrp="1"/>
          </p:cNvSpPr>
          <p:nvPr>
            <p:ph type="sldNum" idx="156"/>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B29C9C7B-FCB4-423E-A61A-10B888627CEE}"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
        <p:nvSpPr>
          <p:cNvPr id="364" name="PlaceHolder 150"/>
          <p:cNvSpPr txBox="1"/>
          <p:nvPr/>
        </p:nvSpPr>
        <p:spPr>
          <a:xfrm>
            <a:off x="6172200" y="696960"/>
            <a:ext cx="5616000" cy="7075800"/>
          </a:xfrm>
          <a:prstGeom prst="rect">
            <a:avLst/>
          </a:prstGeom>
          <a:noFill/>
          <a:ln w="0">
            <a:noFill/>
          </a:ln>
        </p:spPr>
        <p:txBody>
          <a:bodyPr numCol="1" spcCol="216000" lIns="0" tIns="0" rIns="0" bIns="0" anchor="t">
            <a:noAutofit/>
          </a:bodyPr>
          <a:p>
            <a:pPr indent="-324000" defTabSz="914400">
              <a:lnSpc>
                <a:spcPct val="110000"/>
              </a:lnSpc>
              <a:spcBef>
                <a:spcPts val="1191"/>
              </a:spcBef>
              <a:spcAft>
                <a:spcPts val="992"/>
              </a:spcAft>
              <a:tabLst>
                <a:tab pos="0" algn="l"/>
              </a:tabLst>
            </a:pPr>
            <a:r>
              <a:rPr lang="de-DE" sz="1000" b="0" u="none" strike="noStrike">
                <a:solidFill>
                  <a:schemeClr val="dk1"/>
                </a:solidFill>
                <a:effectLst/>
                <a:uFillTx/>
                <a:latin typeface="SRH Text"/>
              </a:rPr>
              <a:t>Performance Monitoring</a:t>
            </a:r>
            <a:endParaRPr lang="de-DE" sz="1000" b="0" u="none" strike="noStrike">
              <a:solidFill>
                <a:schemeClr val="dk1"/>
              </a:solidFill>
              <a:effectLst/>
              <a:uFillTx/>
              <a:latin typeface="SRH Text"/>
            </a:endParaRPr>
          </a:p>
          <a:p>
            <a:pPr indent="-324000" defTabSz="914400">
              <a:lnSpc>
                <a:spcPct val="110000"/>
              </a:lnSpc>
              <a:spcBef>
                <a:spcPts val="1191"/>
              </a:spcBef>
              <a:spcAft>
                <a:spcPts val="992"/>
              </a:spcAft>
              <a:tabLst>
                <a:tab pos="0" algn="l"/>
              </a:tabLst>
            </a:pPr>
            <a:r>
              <a:rPr lang="de-DE" sz="1000" b="0" u="none" strike="noStrike">
                <a:solidFill>
                  <a:schemeClr val="dk1"/>
                </a:solidFill>
                <a:effectLst/>
                <a:uFillTx/>
                <a:latin typeface="SRH Text"/>
              </a:rPr>
              <a:t>→ AUC, False Negatives (FN), False Positives (FP)</a:t>
            </a:r>
            <a:endParaRPr lang="de-DE" sz="1000" b="0" u="none" strike="noStrike">
              <a:solidFill>
                <a:schemeClr val="dk1"/>
              </a:solidFill>
              <a:effectLst/>
              <a:uFillTx/>
              <a:latin typeface="SRH Text"/>
            </a:endParaRPr>
          </a:p>
          <a:p>
            <a:pPr indent="-324000" defTabSz="914400">
              <a:lnSpc>
                <a:spcPct val="110000"/>
              </a:lnSpc>
              <a:spcBef>
                <a:spcPts val="1191"/>
              </a:spcBef>
              <a:spcAft>
                <a:spcPts val="992"/>
              </a:spcAft>
              <a:tabLst>
                <a:tab pos="0" algn="l"/>
              </a:tabLst>
            </a:pPr>
            <a:r>
              <a:rPr lang="de-DE" sz="1000" b="0" u="none" strike="noStrike">
                <a:solidFill>
                  <a:schemeClr val="dk1"/>
                </a:solidFill>
                <a:effectLst/>
                <a:uFillTx/>
                <a:latin typeface="SRH Text"/>
              </a:rPr>
              <a:t>→ Cost-sensitive performance </a:t>
            </a:r>
            <a:endParaRPr lang="de-DE" sz="1000" b="0" u="none" strike="noStrike">
              <a:solidFill>
                <a:schemeClr val="dk1"/>
              </a:solidFill>
              <a:effectLst/>
              <a:uFillTx/>
              <a:latin typeface="SRH Text"/>
            </a:endParaRPr>
          </a:p>
          <a:p>
            <a:pPr indent="-324000" defTabSz="914400">
              <a:lnSpc>
                <a:spcPct val="110000"/>
              </a:lnSpc>
              <a:spcBef>
                <a:spcPts val="1191"/>
              </a:spcBef>
              <a:spcAft>
                <a:spcPts val="992"/>
              </a:spcAft>
              <a:tabLst>
                <a:tab pos="0" algn="l"/>
              </a:tabLst>
            </a:pPr>
            <a:r>
              <a:rPr lang="de-DE" sz="1000" b="0" u="none" strike="noStrike">
                <a:solidFill>
                  <a:schemeClr val="dk1"/>
                </a:solidFill>
                <a:effectLst/>
                <a:uFillTx/>
                <a:latin typeface="SRH Text"/>
              </a:rPr>
              <a:t>Automated Alerting</a:t>
            </a:r>
            <a:endParaRPr lang="de-DE" sz="1000" b="0" u="none" strike="noStrike">
              <a:solidFill>
                <a:schemeClr val="dk1"/>
              </a:solidFill>
              <a:effectLst/>
              <a:uFillTx/>
              <a:latin typeface="SRH Text"/>
            </a:endParaRPr>
          </a:p>
          <a:p>
            <a:pPr indent="-324000" defTabSz="914400">
              <a:lnSpc>
                <a:spcPct val="110000"/>
              </a:lnSpc>
              <a:spcBef>
                <a:spcPts val="1191"/>
              </a:spcBef>
              <a:spcAft>
                <a:spcPts val="992"/>
              </a:spcAft>
              <a:tabLst>
                <a:tab pos="0" algn="l"/>
              </a:tabLst>
            </a:pPr>
            <a:r>
              <a:rPr lang="de-DE" sz="1000" b="0" u="none" strike="noStrike">
                <a:solidFill>
                  <a:schemeClr val="dk1"/>
                </a:solidFill>
                <a:effectLst/>
                <a:uFillTx/>
                <a:latin typeface="SRH Text"/>
              </a:rPr>
              <a:t>→ Trigger alert when severe drift, prediction drift, or performance degradation is detected </a:t>
            </a:r>
            <a:endParaRPr lang="de-DE" sz="1000" b="0" u="none" strike="noStrike">
              <a:solidFill>
                <a:schemeClr val="dk1"/>
              </a:solidFill>
              <a:effectLst/>
              <a:uFillTx/>
              <a:latin typeface="SRH Text"/>
            </a:endParaRPr>
          </a:p>
          <a:p>
            <a:pPr indent="-324000" defTabSz="914400">
              <a:lnSpc>
                <a:spcPct val="110000"/>
              </a:lnSpc>
              <a:spcBef>
                <a:spcPts val="1191"/>
              </a:spcBef>
              <a:spcAft>
                <a:spcPts val="992"/>
              </a:spcAft>
              <a:tabLst>
                <a:tab pos="0" algn="l"/>
              </a:tabLst>
            </a:pPr>
            <a:r>
              <a:rPr lang="de-DE" sz="1000" b="0" u="none" strike="noStrike">
                <a:solidFill>
                  <a:schemeClr val="dk1"/>
                </a:solidFill>
                <a:effectLst/>
                <a:uFillTx/>
                <a:latin typeface="SRH Text"/>
              </a:rPr>
              <a:t>Schedule: Daily at 02:00 AM</a:t>
            </a:r>
            <a:endParaRPr lang="de-DE" sz="1000" b="0" u="none" strike="noStrike">
              <a:solidFill>
                <a:schemeClr val="dk1"/>
              </a:solidFill>
              <a:effectLst/>
              <a:uFillTx/>
              <a:latin typeface="SRH Text"/>
            </a:endParaRPr>
          </a:p>
          <a:p>
            <a:pPr indent="-324000" defTabSz="914400">
              <a:lnSpc>
                <a:spcPct val="110000"/>
              </a:lnSpc>
              <a:spcBef>
                <a:spcPts val="1191"/>
              </a:spcBef>
              <a:spcAft>
                <a:spcPts val="992"/>
              </a:spcAft>
              <a:tabLst>
                <a:tab pos="0" algn="l"/>
              </a:tabLst>
            </a:pPr>
            <a:r>
              <a:rPr lang="de-DE" sz="1000" b="0" u="none" strike="noStrike">
                <a:solidFill>
                  <a:schemeClr val="dk1"/>
                </a:solidFill>
                <a:effectLst/>
                <a:uFillTx/>
                <a:latin typeface="SRH Text"/>
              </a:rPr>
              <a:t> </a:t>
            </a:r>
            <a:endParaRPr lang="de-DE" sz="1000" b="0" u="none" strike="noStrike">
              <a:solidFill>
                <a:schemeClr val="dk1"/>
              </a:solidFill>
              <a:effectLst/>
              <a:uFillTx/>
              <a:latin typeface="SRH Text"/>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5" name="PlaceHolder 1"/>
          <p:cNvSpPr>
            <a:spLocks noGrp="1"/>
          </p:cNvSpPr>
          <p:nvPr>
            <p:ph type="title"/>
          </p:nvPr>
        </p:nvSpPr>
        <p:spPr>
          <a:xfrm>
            <a:off x="191880" y="-147600"/>
            <a:ext cx="9156240" cy="833400"/>
          </a:xfrm>
          <a:prstGeom prst="rect">
            <a:avLst/>
          </a:prstGeom>
          <a:noFill/>
          <a:ln w="0">
            <a:noFill/>
          </a:ln>
        </p:spPr>
        <p:txBody>
          <a:bodyPr numCol="1" spcCol="216000" lIns="0" tIns="0" rIns="0" bIns="0" anchor="b">
            <a:noAutofit/>
          </a:bodyPr>
          <a:p>
            <a:pPr marL="285840" indent="0" algn="l" defTabSz="914400">
              <a:lnSpc>
                <a:spcPct val="150000"/>
              </a:lnSpc>
              <a:spcBef>
                <a:spcPts val="1191"/>
              </a:spcBef>
              <a:spcAft>
                <a:spcPts val="992"/>
              </a:spcAft>
              <a:buNone/>
              <a:tabLst>
                <a:tab pos="0" algn="l"/>
              </a:tabLst>
            </a:pPr>
            <a:r>
              <a:rPr lang="en-US" sz="1400" b="1" u="none" strike="noStrike">
                <a:solidFill>
                  <a:srgbClr val="BF0041"/>
                </a:solidFill>
                <a:effectLst/>
                <a:uFillTx/>
                <a:latin typeface="SRH Text"/>
                <a:ea typeface="SRH Text"/>
              </a:rPr>
              <a:t>Selective Prediction — Test Set Results </a:t>
            </a:r>
            <a:endParaRPr lang="de-DE" sz="1400" b="1" u="none" strike="noStrike">
              <a:solidFill>
                <a:srgbClr val="BF0041"/>
              </a:solidFill>
              <a:effectLst/>
              <a:uFillTx/>
              <a:latin typeface="SRH Headline"/>
            </a:endParaRPr>
          </a:p>
        </p:txBody>
      </p:sp>
      <p:sp>
        <p:nvSpPr>
          <p:cNvPr id="366" name="PlaceHolder 2"/>
          <p:cNvSpPr>
            <a:spLocks noGrp="1"/>
          </p:cNvSpPr>
          <p:nvPr>
            <p:ph type="dt" idx="157"/>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430165CE-0C3E-4958-A9BA-92507B928572}" type="datetime1">
              <a:rPr lang="en-CA" sz="900" b="1" u="none" strike="noStrike">
                <a:solidFill>
                  <a:srgbClr val="6D7373"/>
                </a:solidFill>
                <a:effectLst/>
                <a:uFillTx/>
                <a:latin typeface="SRH Text"/>
                <a:ea typeface="SRH"/>
              </a:rPr>
              <a:t>2026-08-09</a:t>
            </a:fld>
            <a:endParaRPr lang="en-US" sz="900" b="0" u="none" strike="noStrike">
              <a:solidFill>
                <a:srgbClr val="000000"/>
              </a:solidFill>
              <a:effectLst/>
              <a:uFillTx/>
              <a:latin typeface="Times New Roman"/>
            </a:endParaRPr>
          </a:p>
        </p:txBody>
      </p:sp>
      <p:sp>
        <p:nvSpPr>
          <p:cNvPr id="367" name="PlaceHolder 3"/>
          <p:cNvSpPr>
            <a:spLocks noGrp="1"/>
          </p:cNvSpPr>
          <p:nvPr>
            <p:ph type="ftr" idx="158"/>
          </p:nvPr>
        </p:nvSpPr>
        <p:spPr>
          <a:xfrm>
            <a:off x="1242000" y="636660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nl-NL" sz="900" b="1" u="none" spc="-6" strike="noStrike">
                <a:solidFill>
                  <a:schemeClr val="dk1"/>
                </a:solidFill>
                <a:effectLst/>
                <a:uFillTx/>
                <a:latin typeface="Arial MT"/>
                <a:ea typeface="SRH"/>
              </a:defRPr>
            </a:lvl1pPr>
          </a:lstStyle>
          <a:p>
            <a:pPr indent="0" algn="l" defTabSz="914400">
              <a:lnSpc>
                <a:spcPct val="100000"/>
              </a:lnSpc>
              <a:buNone/>
              <a:tabLst>
                <a:tab pos="0" algn="l"/>
              </a:tabLst>
            </a:pPr>
            <a:r>
              <a:rPr lang="nl-NL" sz="900" b="1" u="none" spc="-6" strike="noStrike">
                <a:solidFill>
                  <a:schemeClr val="dk1"/>
                </a:solidFill>
                <a:effectLst/>
                <a:uFillTx/>
                <a:latin typeface="Arial MT"/>
                <a:ea typeface="SRH"/>
              </a:rPr>
              <a:t>SRH Hochschule Heidelberg</a:t>
            </a:r>
            <a:endParaRPr lang="en-US" sz="900" b="0" u="none" strike="noStrike">
              <a:solidFill>
                <a:srgbClr val="000000"/>
              </a:solidFill>
              <a:effectLst/>
              <a:uFillTx/>
              <a:latin typeface="Times New Roman"/>
            </a:endParaRPr>
          </a:p>
        </p:txBody>
      </p:sp>
      <p:sp>
        <p:nvSpPr>
          <p:cNvPr id="368" name="PlaceHolder 4"/>
          <p:cNvSpPr>
            <a:spLocks noGrp="1"/>
          </p:cNvSpPr>
          <p:nvPr>
            <p:ph type="sldNum" idx="159"/>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5ED6CCA9-0B40-4101-AD51-67446CAAB647}"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pic>
        <p:nvPicPr>
          <p:cNvPr id="369" name=""/>
          <p:cNvPicPr/>
          <p:nvPr/>
        </p:nvPicPr>
        <p:blipFill>
          <a:blip r:embed="rId1"/>
          <a:stretch/>
        </p:blipFill>
        <p:spPr>
          <a:xfrm>
            <a:off x="479520" y="1242360"/>
            <a:ext cx="10721880" cy="4472640"/>
          </a:xfrm>
          <a:prstGeom prst="rect">
            <a:avLst/>
          </a:prstGeom>
          <a:noFill/>
          <a:ln w="0">
            <a:noFill/>
          </a:ln>
        </p:spPr>
      </p:pic>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0" name="PlaceHolder 1"/>
          <p:cNvSpPr>
            <a:spLocks noGrp="1"/>
          </p:cNvSpPr>
          <p:nvPr>
            <p:ph type="title"/>
          </p:nvPr>
        </p:nvSpPr>
        <p:spPr>
          <a:xfrm>
            <a:off x="367560" y="136440"/>
            <a:ext cx="9155520" cy="585720"/>
          </a:xfrm>
          <a:prstGeom prst="rect">
            <a:avLst/>
          </a:prstGeom>
          <a:noFill/>
          <a:ln w="0">
            <a:noFill/>
          </a:ln>
        </p:spPr>
        <p:txBody>
          <a:bodyPr numCol="1" spcCol="216000" lIns="0" tIns="0" rIns="0" bIns="0" anchor="b">
            <a:noAutofit/>
          </a:bodyPr>
          <a:p>
            <a:pPr indent="0" algn="l" defTabSz="914400">
              <a:lnSpc>
                <a:spcPct val="100000"/>
              </a:lnSpc>
              <a:buNone/>
              <a:tabLst>
                <a:tab pos="0" algn="l"/>
              </a:tabLst>
            </a:pPr>
            <a:r>
              <a:rPr lang="en-IN" sz="3000" b="1" u="none" strike="noStrike">
                <a:solidFill>
                  <a:srgbClr val="C00000"/>
                </a:solidFill>
                <a:effectLst/>
                <a:uFillTx/>
                <a:latin typeface="SRH Headline"/>
                <a:ea typeface="SRH Headline"/>
              </a:rPr>
              <a:t>Novelty</a:t>
            </a:r>
            <a:endParaRPr lang="de-DE" sz="3000" b="1" u="none" strike="noStrike">
              <a:solidFill>
                <a:schemeClr val="dk1"/>
              </a:solidFill>
              <a:effectLst/>
              <a:uFillTx/>
              <a:latin typeface="SRH Headline"/>
            </a:endParaRPr>
          </a:p>
        </p:txBody>
      </p:sp>
      <p:sp>
        <p:nvSpPr>
          <p:cNvPr id="371" name="PlaceHolder 2"/>
          <p:cNvSpPr>
            <a:spLocks noGrp="1"/>
          </p:cNvSpPr>
          <p:nvPr>
            <p:ph/>
          </p:nvPr>
        </p:nvSpPr>
        <p:spPr>
          <a:xfrm>
            <a:off x="367200" y="895320"/>
            <a:ext cx="10189440" cy="4601160"/>
          </a:xfrm>
          <a:prstGeom prst="rect">
            <a:avLst/>
          </a:prstGeom>
          <a:noFill/>
          <a:ln w="0">
            <a:noFill/>
          </a:ln>
        </p:spPr>
        <p:txBody>
          <a:bodyPr numCol="1" spcCol="216000" lIns="0" tIns="0" rIns="0" bIns="0" anchor="t">
            <a:noAutofit/>
          </a:bodyPr>
          <a:p>
            <a:pPr marL="360000" indent="-360000" algn="just" defTabSz="914400">
              <a:lnSpc>
                <a:spcPct val="150000"/>
              </a:lnSpc>
              <a:spcBef>
                <a:spcPts val="1199"/>
              </a:spcBef>
              <a:buClr>
                <a:srgbClr val="DF4807"/>
              </a:buClr>
              <a:buFont typeface="Symbol" charset="2"/>
              <a:buChar char=""/>
              <a:tabLst>
                <a:tab pos="0" algn="l"/>
              </a:tabLst>
            </a:pPr>
            <a:r>
              <a:rPr lang="de-DE" sz="1800" b="0" u="none" strike="noStrike">
                <a:solidFill>
                  <a:srgbClr val="FF0000"/>
                </a:solidFill>
                <a:effectLst/>
                <a:uFillTx/>
                <a:latin typeface="SRH Text"/>
                <a:ea typeface="SRH Text"/>
              </a:rPr>
              <a:t>Old approach: </a:t>
            </a:r>
            <a:r>
              <a:rPr lang="de-DE" sz="1800" b="0" u="none" strike="noStrike">
                <a:solidFill>
                  <a:schemeClr val="hlink"/>
                </a:solidFill>
                <a:effectLst/>
                <a:uFillTx/>
                <a:latin typeface="SRH Text"/>
                <a:ea typeface="SRH Text"/>
              </a:rPr>
              <a:t>Maximize AUC only</a:t>
            </a:r>
            <a:endParaRPr lang="de-DE" sz="1800" b="0" u="none" strike="noStrike">
              <a:solidFill>
                <a:schemeClr val="dk1"/>
              </a:solidFill>
              <a:effectLst/>
              <a:uFillTx/>
              <a:latin typeface="SRH Text"/>
            </a:endParaRPr>
          </a:p>
          <a:p>
            <a:pPr marL="360000" lvl="1" indent="-360000" algn="just" defTabSz="914400">
              <a:lnSpc>
                <a:spcPct val="150000"/>
              </a:lnSpc>
              <a:spcBef>
                <a:spcPts val="1199"/>
              </a:spcBef>
              <a:buClr>
                <a:srgbClr val="DF4807"/>
              </a:buClr>
              <a:buFont typeface="Arial"/>
              <a:buChar char="•"/>
              <a:tabLst>
                <a:tab pos="0" algn="l"/>
              </a:tabLst>
            </a:pPr>
            <a:r>
              <a:rPr lang="en-US" sz="1800" b="1" u="none" strike="noStrike">
                <a:solidFill>
                  <a:srgbClr val="FF0000"/>
                </a:solidFill>
                <a:effectLst/>
                <a:uFillTx/>
                <a:latin typeface="SRH Text"/>
                <a:ea typeface="SRH Text"/>
              </a:rPr>
              <a:t>Multi-objective learning:</a:t>
            </a:r>
            <a:endParaRPr lang="de-DE" sz="18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800" b="1" u="none" strike="noStrike">
                <a:solidFill>
                  <a:srgbClr val="000000"/>
                </a:solidFill>
                <a:effectLst/>
                <a:uFillTx/>
                <a:latin typeface="SRH Text"/>
                <a:ea typeface="SRH Text"/>
              </a:rPr>
              <a:t>In</a:t>
            </a:r>
            <a:r>
              <a:rPr lang="en-US" sz="1800" b="1" u="none" strike="noStrike">
                <a:solidFill>
                  <a:schemeClr val="folHlink"/>
                </a:solidFill>
                <a:effectLst/>
                <a:uFillTx/>
                <a:latin typeface="SRH Text"/>
                <a:ea typeface="SRH Text"/>
              </a:rPr>
              <a:t>stead of optimizing only AUC:</a:t>
            </a:r>
            <a:endParaRPr lang="de-DE" sz="18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800" b="1" u="none" strike="noStrike">
                <a:solidFill>
                  <a:schemeClr val="folHlink"/>
                </a:solidFill>
                <a:effectLst/>
                <a:uFillTx/>
                <a:latin typeface="SRH Text"/>
                <a:ea typeface="SRH Text"/>
              </a:rPr>
              <a:t>Multiple factors are considered:</a:t>
            </a:r>
            <a:endParaRPr lang="de-DE" sz="18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800" b="1" u="none" strike="noStrike">
                <a:solidFill>
                  <a:schemeClr val="folHlink"/>
                </a:solidFill>
                <a:effectLst/>
                <a:uFillTx/>
                <a:latin typeface="SRH Text"/>
                <a:ea typeface="SRH Text"/>
              </a:rPr>
              <a:t>AUC score</a:t>
            </a:r>
            <a:endParaRPr lang="de-DE" sz="18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800" b="1" u="none" strike="noStrike">
                <a:solidFill>
                  <a:schemeClr val="folHlink"/>
                </a:solidFill>
                <a:effectLst/>
                <a:uFillTx/>
                <a:latin typeface="SRH Text"/>
                <a:ea typeface="SRH Text"/>
              </a:rPr>
              <a:t>False Negatives (FN)</a:t>
            </a:r>
            <a:endParaRPr lang="de-DE" sz="18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800" b="1" u="none" strike="noStrike">
                <a:solidFill>
                  <a:schemeClr val="folHlink"/>
                </a:solidFill>
                <a:effectLst/>
                <a:uFillTx/>
                <a:latin typeface="SRH Text"/>
                <a:ea typeface="SRH Text"/>
              </a:rPr>
              <a:t>False Positives (FP)</a:t>
            </a:r>
            <a:endParaRPr lang="de-DE" sz="18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800" b="1" u="none" strike="noStrike">
                <a:solidFill>
                  <a:schemeClr val="folHlink"/>
                </a:solidFill>
                <a:effectLst/>
                <a:uFillTx/>
                <a:latin typeface="SRH Text"/>
                <a:ea typeface="SRH Text"/>
              </a:rPr>
              <a:t>FP/FN balance(Ratio)</a:t>
            </a:r>
            <a:endParaRPr lang="de-DE" sz="1800" b="0" u="none" strike="noStrike">
              <a:solidFill>
                <a:schemeClr val="dk1"/>
              </a:solidFill>
              <a:effectLst/>
              <a:uFillTx/>
              <a:latin typeface="SRH Text"/>
            </a:endParaRPr>
          </a:p>
          <a:p>
            <a:pPr marL="360000" lvl="1" indent="-360000" algn="just" defTabSz="914400">
              <a:lnSpc>
                <a:spcPct val="150000"/>
              </a:lnSpc>
              <a:spcBef>
                <a:spcPts val="1199"/>
              </a:spcBef>
              <a:buClr>
                <a:srgbClr val="DF4807"/>
              </a:buClr>
              <a:buFont typeface="Arial"/>
              <a:buChar char="•"/>
              <a:tabLst>
                <a:tab pos="0" algn="l"/>
              </a:tabLst>
            </a:pPr>
            <a:r>
              <a:rPr lang="en-US" sz="1800" b="1" u="none" strike="noStrike">
                <a:solidFill>
                  <a:schemeClr val="folHlink"/>
                </a:solidFill>
                <a:effectLst/>
                <a:uFillTx/>
                <a:latin typeface="SRH Text"/>
                <a:ea typeface="SRH Text"/>
              </a:rPr>
              <a:t>Class balance</a:t>
            </a:r>
            <a:endParaRPr lang="de-DE" sz="1800" b="0" u="none" strike="noStrike">
              <a:solidFill>
                <a:schemeClr val="dk1"/>
              </a:solidFill>
              <a:effectLst/>
              <a:uFillTx/>
              <a:latin typeface="SRH Text"/>
            </a:endParaRPr>
          </a:p>
          <a:p>
            <a:pPr marL="360000" lvl="1" indent="-360000" algn="just" defTabSz="914400">
              <a:lnSpc>
                <a:spcPct val="150000"/>
              </a:lnSpc>
              <a:spcBef>
                <a:spcPts val="1199"/>
              </a:spcBef>
              <a:buClr>
                <a:srgbClr val="DF4807"/>
              </a:buClr>
              <a:buFont typeface="Arial"/>
              <a:buChar char="•"/>
              <a:tabLst>
                <a:tab pos="0" algn="l"/>
              </a:tabLst>
            </a:pPr>
            <a:r>
              <a:rPr lang="en-US" sz="1800" b="1" u="none" strike="noStrike">
                <a:solidFill>
                  <a:schemeClr val="folHlink"/>
                </a:solidFill>
                <a:effectLst/>
                <a:uFillTx/>
                <a:latin typeface="SRH Text"/>
                <a:ea typeface="SRH Text"/>
              </a:rPr>
              <a:t>The goal is to optimize real-world performance, not just accuracy</a:t>
            </a:r>
            <a:endParaRPr lang="de-DE" sz="1800" b="0" u="none" strike="noStrike">
              <a:solidFill>
                <a:schemeClr val="dk1"/>
              </a:solidFill>
              <a:effectLst/>
              <a:uFillTx/>
              <a:latin typeface="SRH Text"/>
            </a:endParaRPr>
          </a:p>
        </p:txBody>
      </p:sp>
      <p:sp>
        <p:nvSpPr>
          <p:cNvPr id="372" name="PlaceHolder 3"/>
          <p:cNvSpPr>
            <a:spLocks noGrp="1"/>
          </p:cNvSpPr>
          <p:nvPr>
            <p:ph type="sldNum" idx="160"/>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0A8504AC-42A7-416F-8C7A-558038FBBF55}"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
        <p:nvSpPr>
          <p:cNvPr id="373" name="PlaceHolder 4"/>
          <p:cNvSpPr>
            <a:spLocks noGrp="1"/>
          </p:cNvSpPr>
          <p:nvPr>
            <p:ph type="dt" idx="161"/>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11581DFF-6702-4B53-BE91-63BA6E7FD85B}" type="datetime1">
              <a:rPr lang="en-CA" sz="900" b="1" u="none" strike="noStrike">
                <a:solidFill>
                  <a:srgbClr val="6D7373"/>
                </a:solidFill>
                <a:effectLst/>
                <a:uFillTx/>
                <a:latin typeface="SRH Text"/>
                <a:ea typeface="SRH"/>
              </a:rPr>
              <a:t>2026-08-09</a:t>
            </a:fld>
            <a:endParaRPr lang="en-US" sz="900" b="0" u="none" strike="noStrike">
              <a:solidFill>
                <a:srgbClr val="000000"/>
              </a:solidFill>
              <a:effectLst/>
              <a:uFillTx/>
              <a:latin typeface="Times New Roman"/>
            </a:endParaRPr>
          </a:p>
        </p:txBody>
      </p:sp>
      <p:sp>
        <p:nvSpPr>
          <p:cNvPr id="374" name="PlaceHolder 5"/>
          <p:cNvSpPr>
            <a:spLocks noGrp="1"/>
          </p:cNvSpPr>
          <p:nvPr>
            <p:ph type="ftr" idx="162"/>
          </p:nvPr>
        </p:nvSpPr>
        <p:spPr>
          <a:xfrm>
            <a:off x="1319400" y="635652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SRH Hochschule Heidelberg</a:t>
            </a:r>
            <a:endParaRPr lang="en-US" sz="9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5" name="PlaceHolder 1"/>
          <p:cNvSpPr>
            <a:spLocks noGrp="1"/>
          </p:cNvSpPr>
          <p:nvPr>
            <p:ph/>
          </p:nvPr>
        </p:nvSpPr>
        <p:spPr>
          <a:xfrm>
            <a:off x="348120" y="311760"/>
            <a:ext cx="10189440" cy="4299120"/>
          </a:xfrm>
          <a:prstGeom prst="rect">
            <a:avLst/>
          </a:prstGeom>
          <a:noFill/>
          <a:ln w="0">
            <a:noFill/>
          </a:ln>
        </p:spPr>
        <p:txBody>
          <a:bodyPr numCol="1" spcCol="216000" lIns="0" tIns="0" rIns="0" bIns="0" anchor="t">
            <a:noAutofit/>
          </a:bodyPr>
          <a:p>
            <a:pPr marL="360000" indent="-360000" algn="just" defTabSz="914400">
              <a:lnSpc>
                <a:spcPct val="150000"/>
              </a:lnSpc>
              <a:spcBef>
                <a:spcPts val="1199"/>
              </a:spcBef>
              <a:buClr>
                <a:srgbClr val="DF4807"/>
              </a:buClr>
              <a:buFont typeface="Symbol" charset="2"/>
              <a:buChar char=""/>
              <a:tabLst>
                <a:tab pos="0" algn="l"/>
              </a:tabLst>
            </a:pPr>
            <a:r>
              <a:rPr lang="en-US" sz="1600" b="1" u="none" strike="noStrike">
                <a:solidFill>
                  <a:schemeClr val="accent1"/>
                </a:solidFill>
                <a:effectLst/>
                <a:uFillTx/>
                <a:latin typeface="SRH Text"/>
                <a:ea typeface="SRH Text"/>
              </a:rPr>
              <a:t>selective prediction</a:t>
            </a:r>
            <a:r>
              <a:rPr lang="en-US" sz="1600" b="1" u="none" strike="noStrike">
                <a:solidFill>
                  <a:schemeClr val="hlink"/>
                </a:solidFill>
                <a:effectLst/>
                <a:uFillTx/>
                <a:latin typeface="SRH Text"/>
                <a:ea typeface="SRH Text"/>
              </a:rPr>
              <a:t>:</a:t>
            </a:r>
            <a:endParaRPr lang="de-DE" sz="16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600" b="1" u="none" strike="noStrike">
                <a:solidFill>
                  <a:schemeClr val="hlink"/>
                </a:solidFill>
                <a:effectLst/>
                <a:uFillTx/>
                <a:latin typeface="SRH Text"/>
                <a:ea typeface="SRH Text"/>
              </a:rPr>
              <a:t>Instead of 1 threshold, you use 2 thresholds:</a:t>
            </a:r>
            <a:endParaRPr lang="de-DE" sz="16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600" b="1" u="none" strike="noStrike">
                <a:solidFill>
                  <a:schemeClr val="accent1"/>
                </a:solidFill>
                <a:effectLst/>
                <a:uFillTx/>
                <a:latin typeface="SRH Text"/>
                <a:ea typeface="SRH Text"/>
              </a:rPr>
              <a:t>t1 &lt; t2</a:t>
            </a:r>
            <a:endParaRPr lang="de-DE" sz="1600" b="0" u="none" strike="noStrike">
              <a:solidFill>
                <a:schemeClr val="dk1"/>
              </a:solidFill>
              <a:effectLst/>
              <a:uFillTx/>
              <a:latin typeface="SRH Text"/>
            </a:endParaRPr>
          </a:p>
          <a:p>
            <a:pPr marL="360000" indent="-360000" algn="just" defTabSz="914400">
              <a:lnSpc>
                <a:spcPct val="150000"/>
              </a:lnSpc>
              <a:spcBef>
                <a:spcPts val="1199"/>
              </a:spcBef>
              <a:buClr>
                <a:srgbClr val="000000"/>
              </a:buClr>
              <a:buFont typeface="Symbol" charset="2"/>
              <a:buChar char=""/>
              <a:tabLst>
                <a:tab pos="0" algn="l"/>
              </a:tabLst>
            </a:pPr>
            <a:r>
              <a:rPr lang="en-US" sz="1600" b="1" u="none" strike="noStrike">
                <a:solidFill>
                  <a:schemeClr val="hlink"/>
                </a:solidFill>
                <a:effectLst/>
                <a:uFillTx/>
                <a:latin typeface="SRH Text"/>
                <a:ea typeface="SRH Text"/>
              </a:rPr>
              <a:t>t1 (Accept threshold): 0.20</a:t>
            </a:r>
            <a:endParaRPr lang="de-DE" sz="1600" b="0" u="none" strike="noStrike">
              <a:solidFill>
                <a:schemeClr val="dk1"/>
              </a:solidFill>
              <a:effectLst/>
              <a:uFillTx/>
              <a:latin typeface="SRH Text"/>
            </a:endParaRPr>
          </a:p>
          <a:p>
            <a:pPr marL="360000" indent="-360000" algn="just" defTabSz="914400">
              <a:lnSpc>
                <a:spcPct val="150000"/>
              </a:lnSpc>
              <a:spcBef>
                <a:spcPts val="1199"/>
              </a:spcBef>
              <a:buClr>
                <a:srgbClr val="000000"/>
              </a:buClr>
              <a:buFont typeface="Symbol" charset="2"/>
              <a:buChar char=""/>
              <a:tabLst>
                <a:tab pos="0" algn="l"/>
              </a:tabLst>
            </a:pPr>
            <a:r>
              <a:rPr lang="en-US" sz="1600" b="1" u="none" strike="noStrike">
                <a:solidFill>
                  <a:schemeClr val="hlink"/>
                </a:solidFill>
                <a:effectLst/>
                <a:uFillTx/>
                <a:latin typeface="SRH Text"/>
                <a:ea typeface="SRH Text"/>
              </a:rPr>
              <a:t>t2 (Reject threshold): 0.60</a:t>
            </a:r>
            <a:endParaRPr lang="de-DE" sz="16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600" b="1" u="none" strike="noStrike">
                <a:solidFill>
                  <a:schemeClr val="hlink"/>
                </a:solidFill>
                <a:effectLst/>
                <a:uFillTx/>
                <a:latin typeface="SRH Text"/>
                <a:ea typeface="SRH Text"/>
              </a:rPr>
              <a:t>So the probability space is split into 3 zones:</a:t>
            </a:r>
            <a:endParaRPr lang="de-DE" sz="16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600" b="1" u="none" strike="noStrike">
                <a:solidFill>
                  <a:schemeClr val="accent1"/>
                </a:solidFill>
                <a:effectLst/>
                <a:uFillTx/>
                <a:latin typeface="SRH Text"/>
                <a:ea typeface="SRH Text"/>
              </a:rPr>
              <a:t>Zone 1:</a:t>
            </a:r>
            <a:r>
              <a:rPr lang="en-US" sz="1600" b="1" u="none" strike="noStrike">
                <a:solidFill>
                  <a:schemeClr val="hlink"/>
                </a:solidFill>
                <a:effectLst/>
                <a:uFillTx/>
                <a:latin typeface="SRH Text"/>
                <a:ea typeface="SRH Text"/>
              </a:rPr>
              <a:t> Low risk → Automatic Accept--&gt;p(default)&lt;t1</a:t>
            </a:r>
            <a:endParaRPr lang="de-DE" sz="1600" b="0" u="none" strike="noStrike">
              <a:solidFill>
                <a:schemeClr val="dk1"/>
              </a:solidFill>
              <a:effectLst/>
              <a:uFillTx/>
              <a:latin typeface="SRH Text"/>
            </a:endParaRPr>
          </a:p>
          <a:p>
            <a:pPr marL="360000" indent="-360000" algn="just" defTabSz="914400">
              <a:lnSpc>
                <a:spcPct val="150000"/>
              </a:lnSpc>
              <a:spcBef>
                <a:spcPts val="1199"/>
              </a:spcBef>
              <a:buClr>
                <a:srgbClr val="000000"/>
              </a:buClr>
              <a:buFont typeface="Symbol" charset="2"/>
              <a:buChar char=""/>
              <a:tabLst>
                <a:tab pos="0" algn="l"/>
              </a:tabLst>
            </a:pPr>
            <a:r>
              <a:rPr lang="en-US" sz="1600" b="1" u="none" strike="noStrike">
                <a:solidFill>
                  <a:schemeClr val="hlink"/>
                </a:solidFill>
                <a:effectLst/>
                <a:uFillTx/>
                <a:latin typeface="SRH Text"/>
                <a:ea typeface="SRH Text"/>
              </a:rPr>
              <a:t>Predicted probabilities of default</a:t>
            </a:r>
            <a:endParaRPr lang="de-DE" sz="16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600" b="1" u="none" strike="noStrike">
                <a:solidFill>
                  <a:schemeClr val="hlink"/>
                </a:solidFill>
                <a:effectLst/>
                <a:uFillTx/>
                <a:latin typeface="SRH Text"/>
                <a:ea typeface="SRH Text"/>
              </a:rPr>
              <a:t>Model is confident customer is safe</a:t>
            </a:r>
            <a:endParaRPr lang="de-DE" sz="16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600" b="1" u="none" strike="noStrike">
                <a:solidFill>
                  <a:schemeClr val="accent1"/>
                </a:solidFill>
                <a:effectLst/>
                <a:uFillTx/>
                <a:latin typeface="SRH Text"/>
                <a:ea typeface="SRH Text"/>
              </a:rPr>
              <a:t> Zone 2:</a:t>
            </a:r>
            <a:r>
              <a:rPr lang="en-US" sz="1600" b="1" u="none" strike="noStrike">
                <a:solidFill>
                  <a:schemeClr val="hlink"/>
                </a:solidFill>
                <a:effectLst/>
                <a:uFillTx/>
                <a:latin typeface="SRH Text"/>
                <a:ea typeface="SRH Text"/>
              </a:rPr>
              <a:t> Uncertain region → Manual review:t1≤p(default)≤t2--&gt;Model is NOT confident</a:t>
            </a:r>
            <a:endParaRPr lang="de-DE" sz="16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600" b="1" u="none" strike="noStrike">
                <a:solidFill>
                  <a:schemeClr val="hlink"/>
                </a:solidFill>
                <a:effectLst/>
                <a:uFillTx/>
                <a:latin typeface="SRH Text"/>
                <a:ea typeface="SRH Text"/>
              </a:rPr>
              <a:t>Send to human expert (bank officer)</a:t>
            </a:r>
            <a:endParaRPr lang="de-DE" sz="16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600" b="1" u="none" strike="noStrike">
                <a:solidFill>
                  <a:schemeClr val="accent1"/>
                </a:solidFill>
                <a:effectLst/>
                <a:uFillTx/>
                <a:latin typeface="SRH Text"/>
                <a:ea typeface="SRH Text"/>
              </a:rPr>
              <a:t>Zone 3:</a:t>
            </a:r>
            <a:r>
              <a:rPr lang="en-US" sz="1600" b="1" u="none" strike="noStrike">
                <a:solidFill>
                  <a:schemeClr val="hlink"/>
                </a:solidFill>
                <a:effectLst/>
                <a:uFillTx/>
                <a:latin typeface="SRH Text"/>
                <a:ea typeface="SRH Text"/>
              </a:rPr>
              <a:t> High risk → Automatic Reject:p(default)&gt;t2</a:t>
            </a:r>
            <a:endParaRPr lang="de-DE" sz="16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600" b="1" u="none" strike="noStrike">
                <a:solidFill>
                  <a:schemeClr val="hlink"/>
                </a:solidFill>
                <a:effectLst/>
                <a:uFillTx/>
                <a:latin typeface="SRH Text"/>
                <a:ea typeface="SRH Text"/>
              </a:rPr>
              <a:t>Model is confident customer will default</a:t>
            </a:r>
            <a:endParaRPr lang="de-DE" sz="1600" b="0" u="none" strike="noStrike">
              <a:solidFill>
                <a:schemeClr val="dk1"/>
              </a:solidFill>
              <a:effectLst/>
              <a:uFillTx/>
              <a:latin typeface="SRH Text"/>
            </a:endParaRPr>
          </a:p>
        </p:txBody>
      </p:sp>
      <p:sp>
        <p:nvSpPr>
          <p:cNvPr id="376" name="PlaceHolder 2"/>
          <p:cNvSpPr>
            <a:spLocks noGrp="1"/>
          </p:cNvSpPr>
          <p:nvPr>
            <p:ph type="sldNum" idx="163"/>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99C69B1C-3260-4F3B-8CF8-E69FD7F60CFD}"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
        <p:nvSpPr>
          <p:cNvPr id="377" name="PlaceHolder 3"/>
          <p:cNvSpPr>
            <a:spLocks noGrp="1"/>
          </p:cNvSpPr>
          <p:nvPr>
            <p:ph type="dt" idx="164"/>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DF13A45D-0293-4BD3-9757-B0147263F4F6}" type="datetime1">
              <a:rPr lang="en-CA" sz="900" b="1" u="none" strike="noStrike">
                <a:solidFill>
                  <a:srgbClr val="6D7373"/>
                </a:solidFill>
                <a:effectLst/>
                <a:uFillTx/>
                <a:latin typeface="SRH Text"/>
                <a:ea typeface="SRH"/>
              </a:rPr>
              <a:t>2026-08-09</a:t>
            </a:fld>
            <a:endParaRPr lang="en-US" sz="900" b="0" u="none" strike="noStrike">
              <a:solidFill>
                <a:srgbClr val="000000"/>
              </a:solidFill>
              <a:effectLst/>
              <a:uFillTx/>
              <a:latin typeface="Times New Roman"/>
            </a:endParaRPr>
          </a:p>
        </p:txBody>
      </p:sp>
      <p:sp>
        <p:nvSpPr>
          <p:cNvPr id="378" name="PlaceHolder 4"/>
          <p:cNvSpPr>
            <a:spLocks noGrp="1"/>
          </p:cNvSpPr>
          <p:nvPr>
            <p:ph type="ftr" idx="165"/>
          </p:nvPr>
        </p:nvSpPr>
        <p:spPr>
          <a:xfrm>
            <a:off x="1319400" y="635652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SRH Hochschule Heidelberg</a:t>
            </a:r>
            <a:endParaRPr lang="en-US" sz="9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9" name="PlaceHolder 1"/>
          <p:cNvSpPr>
            <a:spLocks noGrp="1"/>
          </p:cNvSpPr>
          <p:nvPr>
            <p:ph type="title"/>
          </p:nvPr>
        </p:nvSpPr>
        <p:spPr>
          <a:xfrm>
            <a:off x="367560" y="136440"/>
            <a:ext cx="9155520" cy="833400"/>
          </a:xfrm>
          <a:prstGeom prst="rect">
            <a:avLst/>
          </a:prstGeom>
          <a:noFill/>
          <a:ln w="0">
            <a:noFill/>
          </a:ln>
        </p:spPr>
        <p:txBody>
          <a:bodyPr numCol="1" spcCol="216000" lIns="0" tIns="0" rIns="0" bIns="0" anchor="b">
            <a:noAutofit/>
          </a:bodyPr>
          <a:p>
            <a:pPr indent="0" algn="l" defTabSz="914400">
              <a:lnSpc>
                <a:spcPct val="100000"/>
              </a:lnSpc>
              <a:buNone/>
              <a:tabLst>
                <a:tab pos="0" algn="l"/>
              </a:tabLst>
            </a:pPr>
            <a:r>
              <a:rPr lang="en-IN" sz="3000" b="1" u="none" strike="noStrike">
                <a:solidFill>
                  <a:srgbClr val="C00000"/>
                </a:solidFill>
                <a:effectLst/>
                <a:uFillTx/>
                <a:latin typeface="SRH Headline"/>
                <a:ea typeface="SRH Headline"/>
              </a:rPr>
              <a:t>Selective prediction</a:t>
            </a:r>
            <a:endParaRPr lang="de-DE" sz="3000" b="1" u="none" strike="noStrike">
              <a:solidFill>
                <a:schemeClr val="dk1"/>
              </a:solidFill>
              <a:effectLst/>
              <a:uFillTx/>
              <a:latin typeface="SRH Headline"/>
            </a:endParaRPr>
          </a:p>
        </p:txBody>
      </p:sp>
      <p:sp>
        <p:nvSpPr>
          <p:cNvPr id="380" name="PlaceHolder 2"/>
          <p:cNvSpPr>
            <a:spLocks noGrp="1"/>
          </p:cNvSpPr>
          <p:nvPr>
            <p:ph/>
          </p:nvPr>
        </p:nvSpPr>
        <p:spPr>
          <a:xfrm>
            <a:off x="367200" y="1197720"/>
            <a:ext cx="10189440" cy="4299120"/>
          </a:xfrm>
          <a:prstGeom prst="rect">
            <a:avLst/>
          </a:prstGeom>
          <a:noFill/>
          <a:ln w="0">
            <a:noFill/>
          </a:ln>
        </p:spPr>
        <p:txBody>
          <a:bodyPr numCol="1" spcCol="216000" lIns="0" tIns="0" rIns="0" bIns="0" anchor="t">
            <a:noAutofit/>
          </a:bodyPr>
          <a:p>
            <a:pPr indent="0" algn="just" defTabSz="914400">
              <a:lnSpc>
                <a:spcPct val="150000"/>
              </a:lnSpc>
              <a:spcBef>
                <a:spcPts val="1199"/>
              </a:spcBef>
              <a:buNone/>
              <a:tabLst>
                <a:tab pos="0" algn="l"/>
              </a:tabLst>
            </a:pPr>
            <a:endParaRPr lang="de-DE" sz="1800" b="0" u="none" strike="noStrike">
              <a:solidFill>
                <a:schemeClr val="dk1"/>
              </a:solidFill>
              <a:effectLst/>
              <a:uFillTx/>
              <a:latin typeface="SRH Text"/>
            </a:endParaRPr>
          </a:p>
          <a:p>
            <a:pPr marL="360000" lvl="1" indent="-360000" algn="just" defTabSz="914400">
              <a:lnSpc>
                <a:spcPct val="150000"/>
              </a:lnSpc>
              <a:spcBef>
                <a:spcPts val="1199"/>
              </a:spcBef>
              <a:buClr>
                <a:srgbClr val="DF4807"/>
              </a:buClr>
              <a:buFont typeface="Arial"/>
              <a:buChar char="•"/>
              <a:tabLst>
                <a:tab pos="0" algn="l"/>
              </a:tabLst>
            </a:pPr>
            <a:r>
              <a:rPr lang="en-US" sz="1800" b="1" u="none" strike="noStrike">
                <a:solidFill>
                  <a:schemeClr val="hlink"/>
                </a:solidFill>
                <a:effectLst/>
                <a:uFillTx/>
                <a:latin typeface="SRH Text"/>
                <a:ea typeface="SRH Text"/>
              </a:rPr>
              <a:t>Selective prediction extends traditional binary classification by introducing a tri-state decision system. Instead of forcing all predictions into accept or reject categories, the model defines an uncertainty region where predictions are deferred to human experts. This improves reliability and reduces critical errors in high-risk financial decisions.</a:t>
            </a:r>
            <a:endParaRPr lang="de-DE" sz="1800" b="0" u="none" strike="noStrike">
              <a:solidFill>
                <a:schemeClr val="dk1"/>
              </a:solidFill>
              <a:effectLst/>
              <a:uFillTx/>
              <a:latin typeface="SRH Text"/>
            </a:endParaRPr>
          </a:p>
        </p:txBody>
      </p:sp>
      <p:sp>
        <p:nvSpPr>
          <p:cNvPr id="381" name="PlaceHolder 3"/>
          <p:cNvSpPr>
            <a:spLocks noGrp="1"/>
          </p:cNvSpPr>
          <p:nvPr>
            <p:ph type="sldNum" idx="166"/>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AF8D22FD-4C9F-4F25-8136-7F56612E291F}"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
        <p:nvSpPr>
          <p:cNvPr id="382" name="PlaceHolder 4"/>
          <p:cNvSpPr>
            <a:spLocks noGrp="1"/>
          </p:cNvSpPr>
          <p:nvPr>
            <p:ph type="dt" idx="167"/>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FD98A073-4287-418A-BF54-6D392A5E4808}" type="datetime1">
              <a:rPr lang="en-CA" sz="900" b="1" u="none" strike="noStrike">
                <a:solidFill>
                  <a:srgbClr val="6D7373"/>
                </a:solidFill>
                <a:effectLst/>
                <a:uFillTx/>
                <a:latin typeface="SRH Text"/>
                <a:ea typeface="SRH"/>
              </a:rPr>
              <a:t>2026-08-09</a:t>
            </a:fld>
            <a:endParaRPr lang="en-US" sz="900" b="0" u="none" strike="noStrike">
              <a:solidFill>
                <a:srgbClr val="000000"/>
              </a:solidFill>
              <a:effectLst/>
              <a:uFillTx/>
              <a:latin typeface="Times New Roman"/>
            </a:endParaRPr>
          </a:p>
        </p:txBody>
      </p:sp>
      <p:sp>
        <p:nvSpPr>
          <p:cNvPr id="383" name="PlaceHolder 5"/>
          <p:cNvSpPr>
            <a:spLocks noGrp="1"/>
          </p:cNvSpPr>
          <p:nvPr>
            <p:ph type="ftr" idx="168"/>
          </p:nvPr>
        </p:nvSpPr>
        <p:spPr>
          <a:xfrm>
            <a:off x="1319400" y="635652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SRH Hochschule Heidelberg</a:t>
            </a:r>
            <a:endParaRPr lang="en-US" sz="9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4" name="PlaceHolder 1"/>
          <p:cNvSpPr>
            <a:spLocks noGrp="1"/>
          </p:cNvSpPr>
          <p:nvPr>
            <p:ph type="title"/>
          </p:nvPr>
        </p:nvSpPr>
        <p:spPr>
          <a:xfrm>
            <a:off x="375840" y="0"/>
            <a:ext cx="9155520" cy="833400"/>
          </a:xfrm>
          <a:prstGeom prst="rect">
            <a:avLst/>
          </a:prstGeom>
          <a:noFill/>
          <a:ln w="0">
            <a:noFill/>
          </a:ln>
        </p:spPr>
        <p:txBody>
          <a:bodyPr numCol="1" spcCol="216000" lIns="0" tIns="0" rIns="0" bIns="0" anchor="b">
            <a:noAutofit/>
          </a:bodyPr>
          <a:p>
            <a:pPr indent="0" algn="l" defTabSz="914400">
              <a:lnSpc>
                <a:spcPct val="100000"/>
              </a:lnSpc>
              <a:buNone/>
              <a:tabLst>
                <a:tab pos="0" algn="l"/>
              </a:tabLst>
            </a:pPr>
            <a:r>
              <a:rPr lang="en-IN" sz="3000" b="1" u="none" strike="noStrike">
                <a:solidFill>
                  <a:srgbClr val="C00000"/>
                </a:solidFill>
                <a:effectLst/>
                <a:uFillTx/>
                <a:latin typeface="SRH Headline"/>
                <a:ea typeface="SRH Headline"/>
              </a:rPr>
              <a:t>Reliability &amp; monitoring system</a:t>
            </a:r>
            <a:endParaRPr lang="de-DE" sz="3000" b="1" u="none" strike="noStrike">
              <a:solidFill>
                <a:schemeClr val="dk1"/>
              </a:solidFill>
              <a:effectLst/>
              <a:uFillTx/>
              <a:latin typeface="SRH Headline"/>
            </a:endParaRPr>
          </a:p>
        </p:txBody>
      </p:sp>
      <p:sp>
        <p:nvSpPr>
          <p:cNvPr id="385" name="PlaceHolder 2"/>
          <p:cNvSpPr>
            <a:spLocks noGrp="1"/>
          </p:cNvSpPr>
          <p:nvPr>
            <p:ph/>
          </p:nvPr>
        </p:nvSpPr>
        <p:spPr>
          <a:xfrm>
            <a:off x="338400" y="1016640"/>
            <a:ext cx="10189440" cy="4299120"/>
          </a:xfrm>
          <a:prstGeom prst="rect">
            <a:avLst/>
          </a:prstGeom>
          <a:noFill/>
          <a:ln w="0">
            <a:noFill/>
          </a:ln>
        </p:spPr>
        <p:txBody>
          <a:bodyPr numCol="1" spcCol="216000" lIns="0" tIns="0" rIns="0" bIns="0" anchor="t">
            <a:noAutofit/>
          </a:bodyPr>
          <a:p>
            <a:pPr marL="360000" indent="-360000" algn="just" defTabSz="914400">
              <a:lnSpc>
                <a:spcPct val="150000"/>
              </a:lnSpc>
              <a:spcBef>
                <a:spcPts val="1199"/>
              </a:spcBef>
              <a:buClr>
                <a:srgbClr val="DF4807"/>
              </a:buClr>
              <a:buFont typeface="Symbol" charset="2"/>
              <a:buChar char=""/>
              <a:tabLst>
                <a:tab pos="0" algn="l"/>
              </a:tabLst>
            </a:pPr>
            <a:r>
              <a:rPr lang="en-US" sz="1400" b="1" u="none" strike="noStrike">
                <a:solidFill>
                  <a:schemeClr val="hlink"/>
                </a:solidFill>
                <a:effectLst/>
                <a:uFillTx/>
                <a:latin typeface="SRH Text"/>
                <a:ea typeface="SRH Text"/>
              </a:rPr>
              <a:t>I built a production-style monitoring system, including:</a:t>
            </a:r>
            <a:endParaRPr lang="de-DE" sz="14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400" b="1" u="none" strike="noStrike">
                <a:solidFill>
                  <a:schemeClr val="accent1"/>
                </a:solidFill>
                <a:effectLst/>
                <a:uFillTx/>
                <a:latin typeface="SRH Text"/>
                <a:ea typeface="SRH Text"/>
              </a:rPr>
              <a:t>1. Data drift detection</a:t>
            </a:r>
            <a:endParaRPr lang="de-DE" sz="14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400" b="1" u="none" strike="noStrike">
                <a:solidFill>
                  <a:schemeClr val="hlink"/>
                </a:solidFill>
                <a:effectLst/>
                <a:uFillTx/>
                <a:latin typeface="SRH Text"/>
                <a:ea typeface="SRH Text"/>
              </a:rPr>
              <a:t>PSI (Population Stability Index):has the distribution of the new data changed compared with the training data?</a:t>
            </a:r>
            <a:endParaRPr lang="de-DE" sz="14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400" b="1" u="none" strike="noStrike">
                <a:solidFill>
                  <a:schemeClr val="hlink"/>
                </a:solidFill>
                <a:effectLst/>
                <a:uFillTx/>
                <a:latin typeface="SRH Text"/>
                <a:ea typeface="SRH Text"/>
              </a:rPr>
              <a:t>KS test:Are the two statistical distributions different from each other?</a:t>
            </a:r>
            <a:endParaRPr lang="de-DE" sz="14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400" b="1" u="none" strike="noStrike">
                <a:solidFill>
                  <a:schemeClr val="accent1"/>
                </a:solidFill>
                <a:effectLst/>
                <a:uFillTx/>
                <a:latin typeface="SRH Text"/>
                <a:ea typeface="SRH Text"/>
              </a:rPr>
              <a:t>2. Prediction drift monitoring:</a:t>
            </a:r>
            <a:endParaRPr lang="de-DE" sz="14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400" b="1" u="none" strike="noStrike">
                <a:solidFill>
                  <a:schemeClr val="hlink"/>
                </a:solidFill>
                <a:effectLst/>
                <a:uFillTx/>
                <a:latin typeface="SRH Text"/>
                <a:ea typeface="SRH Text"/>
              </a:rPr>
              <a:t>probability shift</a:t>
            </a:r>
            <a:endParaRPr lang="de-DE" sz="14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400" b="1" u="none" strike="noStrike">
                <a:solidFill>
                  <a:schemeClr val="hlink"/>
                </a:solidFill>
                <a:effectLst/>
                <a:uFillTx/>
                <a:latin typeface="SRH Text"/>
                <a:ea typeface="SRH Text"/>
              </a:rPr>
              <a:t>approval rate change</a:t>
            </a:r>
            <a:endParaRPr lang="de-DE" sz="14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400" b="1" u="none" strike="noStrike">
                <a:solidFill>
                  <a:schemeClr val="hlink"/>
                </a:solidFill>
                <a:effectLst/>
                <a:uFillTx/>
                <a:latin typeface="SRH Text"/>
                <a:ea typeface="SRH Text"/>
              </a:rPr>
              <a:t>distribution change</a:t>
            </a:r>
            <a:endParaRPr lang="de-DE" sz="14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400" b="1" u="none" strike="noStrike">
                <a:solidFill>
                  <a:schemeClr val="accent1"/>
                </a:solidFill>
                <a:effectLst/>
                <a:uFillTx/>
                <a:latin typeface="SRH Text"/>
                <a:ea typeface="SRH Text"/>
              </a:rPr>
              <a:t>3. Performance monitoring</a:t>
            </a:r>
            <a:endParaRPr lang="de-DE" sz="14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400" b="1" u="none" strike="noStrike">
                <a:solidFill>
                  <a:schemeClr val="hlink"/>
                </a:solidFill>
                <a:effectLst/>
                <a:uFillTx/>
                <a:latin typeface="SRH Text"/>
                <a:ea typeface="SRH Text"/>
              </a:rPr>
              <a:t>AUC drop detection</a:t>
            </a:r>
            <a:endParaRPr lang="de-DE" sz="14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400" b="1" u="none" strike="noStrike">
                <a:solidFill>
                  <a:schemeClr val="hlink"/>
                </a:solidFill>
                <a:effectLst/>
                <a:uFillTx/>
                <a:latin typeface="SRH Text"/>
                <a:ea typeface="SRH Text"/>
              </a:rPr>
              <a:t>FN increase detection</a:t>
            </a:r>
            <a:endParaRPr lang="de-DE" sz="1400" b="0" u="none" strike="noStrike">
              <a:solidFill>
                <a:schemeClr val="dk1"/>
              </a:solidFill>
              <a:effectLst/>
              <a:uFillTx/>
              <a:latin typeface="SRH Text"/>
            </a:endParaRPr>
          </a:p>
          <a:p>
            <a:pPr marL="360000" lvl="1" indent="-360000" algn="just" defTabSz="914400">
              <a:lnSpc>
                <a:spcPct val="150000"/>
              </a:lnSpc>
              <a:spcBef>
                <a:spcPts val="1199"/>
              </a:spcBef>
              <a:buClr>
                <a:srgbClr val="DF4807"/>
              </a:buClr>
              <a:buFont typeface="Arial"/>
              <a:buChar char="•"/>
              <a:tabLst>
                <a:tab pos="0" algn="l"/>
              </a:tabLst>
            </a:pPr>
            <a:r>
              <a:rPr lang="en-US" sz="1400" b="1" u="none" strike="noStrike">
                <a:solidFill>
                  <a:schemeClr val="hlink"/>
                </a:solidFill>
                <a:effectLst/>
                <a:uFillTx/>
                <a:latin typeface="SRH Text"/>
                <a:ea typeface="SRH Text"/>
              </a:rPr>
              <a:t>cost increase tracking</a:t>
            </a:r>
            <a:endParaRPr lang="de-DE" sz="1400" b="0" u="none" strike="noStrike">
              <a:solidFill>
                <a:schemeClr val="dk1"/>
              </a:solidFill>
              <a:effectLst/>
              <a:uFillTx/>
              <a:latin typeface="SRH Text"/>
            </a:endParaRPr>
          </a:p>
        </p:txBody>
      </p:sp>
      <p:sp>
        <p:nvSpPr>
          <p:cNvPr id="386" name="PlaceHolder 3"/>
          <p:cNvSpPr>
            <a:spLocks noGrp="1"/>
          </p:cNvSpPr>
          <p:nvPr>
            <p:ph type="sldNum" idx="169"/>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6C005150-61A5-4753-9AF7-3B33957640CD}"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
        <p:nvSpPr>
          <p:cNvPr id="387" name="PlaceHolder 4"/>
          <p:cNvSpPr>
            <a:spLocks noGrp="1"/>
          </p:cNvSpPr>
          <p:nvPr>
            <p:ph type="dt" idx="170"/>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5F1C2AC8-7228-401D-8136-FD3185945D5A}" type="datetime1">
              <a:rPr lang="en-CA" sz="900" b="1" u="none" strike="noStrike">
                <a:solidFill>
                  <a:srgbClr val="6D7373"/>
                </a:solidFill>
                <a:effectLst/>
                <a:uFillTx/>
                <a:latin typeface="SRH Text"/>
                <a:ea typeface="SRH"/>
              </a:rPr>
              <a:t>2026-08-09</a:t>
            </a:fld>
            <a:endParaRPr lang="en-US" sz="900" b="0" u="none" strike="noStrike">
              <a:solidFill>
                <a:srgbClr val="000000"/>
              </a:solidFill>
              <a:effectLst/>
              <a:uFillTx/>
              <a:latin typeface="Times New Roman"/>
            </a:endParaRPr>
          </a:p>
        </p:txBody>
      </p:sp>
      <p:sp>
        <p:nvSpPr>
          <p:cNvPr id="388" name="PlaceHolder 5"/>
          <p:cNvSpPr>
            <a:spLocks noGrp="1"/>
          </p:cNvSpPr>
          <p:nvPr>
            <p:ph type="ftr" idx="171"/>
          </p:nvPr>
        </p:nvSpPr>
        <p:spPr>
          <a:xfrm>
            <a:off x="1319400" y="635652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SRH Hochschule Heidelberg</a:t>
            </a:r>
            <a:endParaRPr lang="en-US" sz="9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9" name="PlaceHolder 1"/>
          <p:cNvSpPr>
            <a:spLocks noGrp="1"/>
          </p:cNvSpPr>
          <p:nvPr>
            <p:ph/>
          </p:nvPr>
        </p:nvSpPr>
        <p:spPr>
          <a:xfrm>
            <a:off x="281160" y="340200"/>
            <a:ext cx="10189440" cy="4299120"/>
          </a:xfrm>
          <a:prstGeom prst="rect">
            <a:avLst/>
          </a:prstGeom>
          <a:noFill/>
          <a:ln w="0">
            <a:noFill/>
          </a:ln>
        </p:spPr>
        <p:txBody>
          <a:bodyPr numCol="1" spcCol="216000" lIns="0" tIns="0" rIns="0" bIns="0" anchor="t">
            <a:noAutofit/>
          </a:bodyPr>
          <a:p>
            <a:pPr marL="360000" indent="-360000" algn="just" defTabSz="914400">
              <a:lnSpc>
                <a:spcPct val="150000"/>
              </a:lnSpc>
              <a:spcBef>
                <a:spcPts val="1199"/>
              </a:spcBef>
              <a:buClr>
                <a:srgbClr val="DF4807"/>
              </a:buClr>
              <a:buFont typeface="Symbol" charset="2"/>
              <a:buChar char=""/>
              <a:tabLst>
                <a:tab pos="0" algn="l"/>
              </a:tabLst>
            </a:pPr>
            <a:r>
              <a:rPr lang="en-US" sz="1200" b="1" u="none" strike="noStrike">
                <a:solidFill>
                  <a:schemeClr val="hlink"/>
                </a:solidFill>
                <a:effectLst/>
                <a:uFillTx/>
                <a:latin typeface="SRH Text"/>
                <a:ea typeface="SRH Text"/>
              </a:rPr>
              <a:t>In real-world credit risk systems, a model is not stable forever.</a:t>
            </a:r>
            <a:endParaRPr lang="de-DE" sz="12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200" b="1" u="none" strike="noStrike">
                <a:solidFill>
                  <a:schemeClr val="hlink"/>
                </a:solidFill>
                <a:effectLst/>
                <a:uFillTx/>
                <a:latin typeface="SRH Text"/>
                <a:ea typeface="SRH Text"/>
              </a:rPr>
              <a:t>customer behavior changes</a:t>
            </a:r>
            <a:endParaRPr lang="de-DE" sz="12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200" b="1" u="none" strike="noStrike">
                <a:solidFill>
                  <a:schemeClr val="hlink"/>
                </a:solidFill>
                <a:effectLst/>
                <a:uFillTx/>
                <a:latin typeface="SRH Text"/>
                <a:ea typeface="SRH Text"/>
              </a:rPr>
              <a:t>economic conditions change</a:t>
            </a:r>
            <a:endParaRPr lang="de-DE" sz="12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200" b="1" u="none" strike="noStrike">
                <a:solidFill>
                  <a:schemeClr val="hlink"/>
                </a:solidFill>
                <a:effectLst/>
                <a:uFillTx/>
                <a:latin typeface="SRH Text"/>
                <a:ea typeface="SRH Text"/>
              </a:rPr>
              <a:t>loan policies change</a:t>
            </a:r>
            <a:endParaRPr lang="de-DE" sz="12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200" b="1" u="none" strike="noStrike">
                <a:solidFill>
                  <a:schemeClr val="hlink"/>
                </a:solidFill>
                <a:effectLst/>
                <a:uFillTx/>
                <a:latin typeface="SRH Text"/>
                <a:ea typeface="SRH Text"/>
              </a:rPr>
              <a:t>data sources shift</a:t>
            </a:r>
            <a:endParaRPr lang="de-DE" sz="12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200" b="1" u="none" strike="noStrike">
                <a:solidFill>
                  <a:schemeClr val="accent1"/>
                </a:solidFill>
                <a:effectLst/>
                <a:uFillTx/>
                <a:latin typeface="SRH Text"/>
                <a:ea typeface="SRH Text"/>
              </a:rPr>
              <a:t>Data Drift Detection:</a:t>
            </a:r>
            <a:endParaRPr lang="de-DE" sz="12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200" b="1" u="none" strike="noStrike">
                <a:solidFill>
                  <a:schemeClr val="accent1"/>
                </a:solidFill>
                <a:effectLst/>
                <a:uFillTx/>
                <a:latin typeface="SRH Text"/>
                <a:ea typeface="SRH Text"/>
              </a:rPr>
              <a:t>1-Population Stability Index (PSI)</a:t>
            </a:r>
            <a:endParaRPr lang="de-DE" sz="1200" b="0" u="none" strike="noStrike">
              <a:solidFill>
                <a:schemeClr val="dk1"/>
              </a:solidFill>
              <a:effectLst/>
              <a:uFillTx/>
              <a:latin typeface="SRH Text"/>
            </a:endParaRPr>
          </a:p>
          <a:p>
            <a:pPr marL="360000" indent="-360000" algn="just" defTabSz="914400">
              <a:lnSpc>
                <a:spcPct val="150000"/>
              </a:lnSpc>
              <a:spcBef>
                <a:spcPts val="1199"/>
              </a:spcBef>
              <a:buClr>
                <a:srgbClr val="000000"/>
              </a:buClr>
              <a:buFont typeface="Symbol" charset="2"/>
              <a:buChar char=""/>
              <a:tabLst>
                <a:tab pos="0" algn="l"/>
              </a:tabLst>
            </a:pPr>
            <a:r>
              <a:rPr lang="en-US" sz="1200" b="1" u="none" strike="noStrike">
                <a:solidFill>
                  <a:schemeClr val="hlink"/>
                </a:solidFill>
                <a:effectLst/>
                <a:uFillTx/>
                <a:latin typeface="SRH Text"/>
                <a:ea typeface="SRH Text"/>
              </a:rPr>
              <a:t>PSI measures how much a feature distribution has changed.</a:t>
            </a:r>
            <a:endParaRPr lang="de-DE" sz="1200" b="0" u="none" strike="noStrike">
              <a:solidFill>
                <a:schemeClr val="dk1"/>
              </a:solidFill>
              <a:effectLst/>
              <a:uFillTx/>
              <a:latin typeface="SRH Text"/>
            </a:endParaRPr>
          </a:p>
          <a:p>
            <a:pPr marL="360000" indent="-360000" algn="just" defTabSz="914400">
              <a:lnSpc>
                <a:spcPct val="150000"/>
              </a:lnSpc>
              <a:spcBef>
                <a:spcPts val="1199"/>
              </a:spcBef>
              <a:buClr>
                <a:srgbClr val="000000"/>
              </a:buClr>
              <a:buFont typeface="Symbol" charset="2"/>
              <a:buChar char=""/>
              <a:tabLst>
                <a:tab pos="0" algn="l"/>
              </a:tabLst>
            </a:pPr>
            <a:r>
              <a:rPr lang="en-US" sz="1200" b="1" u="none" strike="noStrike">
                <a:solidFill>
                  <a:schemeClr val="hlink"/>
                </a:solidFill>
                <a:effectLst/>
                <a:uFillTx/>
                <a:latin typeface="SRH Text"/>
                <a:ea typeface="SRH Text"/>
              </a:rPr>
              <a:t>Compare:</a:t>
            </a:r>
            <a:endParaRPr lang="de-DE" sz="1200" b="0" u="none" strike="noStrike">
              <a:solidFill>
                <a:schemeClr val="dk1"/>
              </a:solidFill>
              <a:effectLst/>
              <a:uFillTx/>
              <a:latin typeface="SRH Text"/>
            </a:endParaRPr>
          </a:p>
          <a:p>
            <a:pPr marL="360000" indent="-360000" algn="just" defTabSz="914400">
              <a:lnSpc>
                <a:spcPct val="150000"/>
              </a:lnSpc>
              <a:spcBef>
                <a:spcPts val="1199"/>
              </a:spcBef>
              <a:buClr>
                <a:srgbClr val="000000"/>
              </a:buClr>
              <a:buFont typeface="Symbol" charset="2"/>
              <a:buChar char=""/>
              <a:tabLst>
                <a:tab pos="0" algn="l"/>
              </a:tabLst>
            </a:pPr>
            <a:r>
              <a:rPr lang="en-US" sz="1200" b="1" u="none" strike="noStrike">
                <a:solidFill>
                  <a:schemeClr val="hlink"/>
                </a:solidFill>
                <a:effectLst/>
                <a:uFillTx/>
                <a:latin typeface="SRH Text"/>
                <a:ea typeface="SRH Text"/>
              </a:rPr>
              <a:t>reference data (training/validation)</a:t>
            </a:r>
            <a:endParaRPr lang="de-DE" sz="1200" b="0" u="none" strike="noStrike">
              <a:solidFill>
                <a:schemeClr val="dk1"/>
              </a:solidFill>
              <a:effectLst/>
              <a:uFillTx/>
              <a:latin typeface="SRH Text"/>
            </a:endParaRPr>
          </a:p>
          <a:p>
            <a:pPr marL="360000" indent="-360000" algn="just" defTabSz="914400">
              <a:lnSpc>
                <a:spcPct val="150000"/>
              </a:lnSpc>
              <a:spcBef>
                <a:spcPts val="1199"/>
              </a:spcBef>
              <a:buClr>
                <a:srgbClr val="000000"/>
              </a:buClr>
              <a:buFont typeface="Symbol" charset="2"/>
              <a:buChar char=""/>
              <a:tabLst>
                <a:tab pos="0" algn="l"/>
              </a:tabLst>
            </a:pPr>
            <a:r>
              <a:rPr lang="en-US" sz="1200" b="1" u="none" strike="noStrike">
                <a:solidFill>
                  <a:schemeClr val="hlink"/>
                </a:solidFill>
                <a:effectLst/>
                <a:uFillTx/>
                <a:latin typeface="SRH Text"/>
                <a:ea typeface="SRH Text"/>
              </a:rPr>
              <a:t>new data (incoming/test/live data)</a:t>
            </a:r>
            <a:endParaRPr lang="de-DE" sz="1200" b="0" u="none" strike="noStrike">
              <a:solidFill>
                <a:schemeClr val="dk1"/>
              </a:solidFill>
              <a:effectLst/>
              <a:uFillTx/>
              <a:latin typeface="SRH Text"/>
            </a:endParaRPr>
          </a:p>
          <a:p>
            <a:pPr marL="360000" indent="-360000" algn="just" defTabSz="914400">
              <a:lnSpc>
                <a:spcPct val="150000"/>
              </a:lnSpc>
              <a:spcBef>
                <a:spcPts val="1199"/>
              </a:spcBef>
              <a:buClr>
                <a:srgbClr val="000000"/>
              </a:buClr>
              <a:buFont typeface="Symbol" charset="2"/>
              <a:buChar char=""/>
              <a:tabLst>
                <a:tab pos="0" algn="l"/>
              </a:tabLst>
            </a:pPr>
            <a:r>
              <a:rPr lang="en-US" sz="1200" b="1" u="none" strike="noStrike">
                <a:solidFill>
                  <a:schemeClr val="hlink"/>
                </a:solidFill>
                <a:effectLst/>
                <a:uFillTx/>
                <a:latin typeface="SRH Text"/>
                <a:ea typeface="SRH Text"/>
              </a:rPr>
              <a:t>PSI &lt; 0.1: No significant change</a:t>
            </a:r>
            <a:endParaRPr lang="de-DE" sz="1200" b="0" u="none" strike="noStrike">
              <a:solidFill>
                <a:schemeClr val="dk1"/>
              </a:solidFill>
              <a:effectLst/>
              <a:uFillTx/>
              <a:latin typeface="SRH Text"/>
            </a:endParaRPr>
          </a:p>
          <a:p>
            <a:pPr marL="360000" indent="-360000" algn="just" defTabSz="914400">
              <a:lnSpc>
                <a:spcPct val="150000"/>
              </a:lnSpc>
              <a:spcBef>
                <a:spcPts val="1199"/>
              </a:spcBef>
              <a:buClr>
                <a:srgbClr val="000000"/>
              </a:buClr>
              <a:buFont typeface="Symbol" charset="2"/>
              <a:buChar char=""/>
              <a:tabLst>
                <a:tab pos="0" algn="l"/>
              </a:tabLst>
            </a:pPr>
            <a:r>
              <a:rPr lang="en-US" sz="1200" b="1" u="none" strike="noStrike">
                <a:solidFill>
                  <a:schemeClr val="hlink"/>
                </a:solidFill>
                <a:effectLst/>
                <a:uFillTx/>
                <a:latin typeface="SRH Text"/>
                <a:ea typeface="SRH Text"/>
              </a:rPr>
              <a:t>    0.1 &lt;= PSI &lt; 0.2: Moderate change (monitor)</a:t>
            </a:r>
            <a:endParaRPr lang="de-DE" sz="1200" b="0" u="none" strike="noStrike">
              <a:solidFill>
                <a:schemeClr val="dk1"/>
              </a:solidFill>
              <a:effectLst/>
              <a:uFillTx/>
              <a:latin typeface="SRH Text"/>
            </a:endParaRPr>
          </a:p>
          <a:p>
            <a:pPr marL="360000" indent="-360000" algn="just" defTabSz="914400">
              <a:lnSpc>
                <a:spcPct val="150000"/>
              </a:lnSpc>
              <a:spcBef>
                <a:spcPts val="1199"/>
              </a:spcBef>
              <a:buClr>
                <a:srgbClr val="000000"/>
              </a:buClr>
              <a:buFont typeface="Symbol" charset="2"/>
              <a:buChar char=""/>
              <a:tabLst>
                <a:tab pos="0" algn="l"/>
              </a:tabLst>
            </a:pPr>
            <a:r>
              <a:rPr lang="en-US" sz="1200" b="1" u="none" strike="noStrike">
                <a:solidFill>
                  <a:schemeClr val="hlink"/>
                </a:solidFill>
                <a:effectLst/>
                <a:uFillTx/>
                <a:latin typeface="SRH Text"/>
                <a:ea typeface="SRH Text"/>
              </a:rPr>
              <a:t>    PSI &gt;= 0.2: significant change</a:t>
            </a:r>
            <a:endParaRPr lang="de-DE" sz="1200" b="0" u="none" strike="noStrike">
              <a:solidFill>
                <a:schemeClr val="dk1"/>
              </a:solidFill>
              <a:effectLst/>
              <a:uFillTx/>
              <a:latin typeface="SRH Text"/>
            </a:endParaRPr>
          </a:p>
          <a:p>
            <a:pPr indent="0" algn="just" defTabSz="914400">
              <a:lnSpc>
                <a:spcPct val="150000"/>
              </a:lnSpc>
              <a:spcBef>
                <a:spcPts val="1199"/>
              </a:spcBef>
              <a:buNone/>
              <a:tabLst>
                <a:tab pos="0" algn="l"/>
              </a:tabLst>
            </a:pPr>
            <a:endParaRPr lang="de-DE" sz="1200" b="0" u="none" strike="noStrike">
              <a:solidFill>
                <a:schemeClr val="dk1"/>
              </a:solidFill>
              <a:effectLst/>
              <a:uFillTx/>
              <a:latin typeface="SRH Text"/>
            </a:endParaRPr>
          </a:p>
        </p:txBody>
      </p:sp>
      <p:sp>
        <p:nvSpPr>
          <p:cNvPr id="390" name="PlaceHolder 2"/>
          <p:cNvSpPr>
            <a:spLocks noGrp="1"/>
          </p:cNvSpPr>
          <p:nvPr>
            <p:ph type="sldNum" idx="172"/>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4D5557D4-FDF4-4E89-9989-2245B8A38E45}"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
        <p:nvSpPr>
          <p:cNvPr id="391" name="PlaceHolder 3"/>
          <p:cNvSpPr>
            <a:spLocks noGrp="1"/>
          </p:cNvSpPr>
          <p:nvPr>
            <p:ph type="dt" idx="173"/>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BCE419EF-A4FD-4EBC-B413-247645ABE4C7}" type="datetime1">
              <a:rPr lang="de-DE" sz="900" b="1" u="none" strike="noStrike">
                <a:solidFill>
                  <a:srgbClr val="6D7373"/>
                </a:solidFill>
                <a:effectLst/>
                <a:uFillTx/>
                <a:latin typeface="SRH Text"/>
                <a:ea typeface="SRH"/>
              </a:rPr>
              <a:t>09.08.2026</a:t>
            </a:fld>
            <a:endParaRPr lang="en-US" sz="900" b="0" u="none" strike="noStrike">
              <a:solidFill>
                <a:srgbClr val="000000"/>
              </a:solidFill>
              <a:effectLst/>
              <a:uFillTx/>
              <a:latin typeface="Times New Roman"/>
            </a:endParaRPr>
          </a:p>
        </p:txBody>
      </p:sp>
      <p:sp>
        <p:nvSpPr>
          <p:cNvPr id="392" name="PlaceHolder 4"/>
          <p:cNvSpPr>
            <a:spLocks noGrp="1"/>
          </p:cNvSpPr>
          <p:nvPr>
            <p:ph type="ftr" idx="174"/>
          </p:nvPr>
        </p:nvSpPr>
        <p:spPr>
          <a:xfrm>
            <a:off x="1319400" y="635652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SRH Hochschule Heidelberg</a:t>
            </a:r>
            <a:endParaRPr lang="en-US" sz="9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3" name="PlaceHolder 1"/>
          <p:cNvSpPr>
            <a:spLocks noGrp="1"/>
          </p:cNvSpPr>
          <p:nvPr>
            <p:ph/>
          </p:nvPr>
        </p:nvSpPr>
        <p:spPr>
          <a:xfrm>
            <a:off x="281160" y="340200"/>
            <a:ext cx="10189440" cy="4299120"/>
          </a:xfrm>
          <a:prstGeom prst="rect">
            <a:avLst/>
          </a:prstGeom>
          <a:noFill/>
          <a:ln w="0">
            <a:noFill/>
          </a:ln>
        </p:spPr>
        <p:txBody>
          <a:bodyPr numCol="1" spcCol="216000" lIns="0" tIns="0" rIns="0" bIns="0" anchor="t">
            <a:noAutofit/>
          </a:bodyPr>
          <a:p>
            <a:pPr marL="360000" indent="-360000" algn="just" defTabSz="914400">
              <a:lnSpc>
                <a:spcPct val="150000"/>
              </a:lnSpc>
              <a:spcBef>
                <a:spcPts val="1199"/>
              </a:spcBef>
              <a:buClr>
                <a:srgbClr val="DF4807"/>
              </a:buClr>
              <a:buFont typeface="Symbol" charset="2"/>
              <a:buChar char=""/>
              <a:tabLst>
                <a:tab pos="0" algn="l"/>
              </a:tabLst>
            </a:pPr>
            <a:r>
              <a:rPr lang="en-US" sz="1200" b="1" u="none" strike="noStrike">
                <a:solidFill>
                  <a:schemeClr val="accent1"/>
                </a:solidFill>
                <a:effectLst/>
                <a:uFillTx/>
                <a:latin typeface="SRH Text"/>
                <a:ea typeface="SRH Text"/>
              </a:rPr>
              <a:t>KS Test (Kolmogorov–Smirnov):</a:t>
            </a:r>
            <a:endParaRPr lang="de-DE" sz="12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200" b="1" u="none" strike="noStrike">
                <a:solidFill>
                  <a:schemeClr val="hlink"/>
                </a:solidFill>
                <a:effectLst/>
                <a:uFillTx/>
                <a:latin typeface="SRH Text"/>
                <a:ea typeface="SRH Text"/>
              </a:rPr>
              <a:t>“Are two distributions statistically different?”</a:t>
            </a:r>
            <a:endParaRPr lang="de-DE" sz="12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200" b="1" u="none" strike="noStrike">
                <a:solidFill>
                  <a:schemeClr val="hlink"/>
                </a:solidFill>
                <a:effectLst/>
                <a:uFillTx/>
                <a:latin typeface="SRH Text"/>
                <a:ea typeface="SRH Text"/>
              </a:rPr>
              <a:t>It compares full cumulative distributions (not just mean/variance).</a:t>
            </a:r>
            <a:endParaRPr lang="de-DE" sz="12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200" b="1" u="none" strike="noStrike">
                <a:solidFill>
                  <a:schemeClr val="hlink"/>
                </a:solidFill>
                <a:effectLst/>
                <a:uFillTx/>
                <a:latin typeface="SRH Text"/>
                <a:ea typeface="SRH Text"/>
              </a:rPr>
              <a:t>KS statistic (distance between distributions)</a:t>
            </a:r>
            <a:endParaRPr lang="de-DE" sz="12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200" b="1" u="none" strike="noStrike">
                <a:solidFill>
                  <a:schemeClr val="hlink"/>
                </a:solidFill>
                <a:effectLst/>
                <a:uFillTx/>
                <a:latin typeface="SRH Text"/>
                <a:ea typeface="SRH Text"/>
              </a:rPr>
              <a:t>p-value (significance)</a:t>
            </a:r>
            <a:endParaRPr lang="de-DE" sz="12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200" b="1" u="none" strike="noStrike">
                <a:solidFill>
                  <a:schemeClr val="hlink"/>
                </a:solidFill>
                <a:effectLst/>
                <a:uFillTx/>
                <a:latin typeface="SRH Text"/>
                <a:ea typeface="SRH Text"/>
              </a:rPr>
              <a:t>Interpretation:</a:t>
            </a:r>
            <a:endParaRPr lang="de-DE" sz="1200" b="0" u="none" strike="noStrike">
              <a:solidFill>
                <a:schemeClr val="dk1"/>
              </a:solidFill>
              <a:effectLst/>
              <a:uFillTx/>
              <a:latin typeface="SRH Text"/>
            </a:endParaRPr>
          </a:p>
          <a:p>
            <a:pPr marL="360000" indent="-360000" algn="just" defTabSz="914400">
              <a:lnSpc>
                <a:spcPct val="150000"/>
              </a:lnSpc>
              <a:spcBef>
                <a:spcPts val="1199"/>
              </a:spcBef>
              <a:buClr>
                <a:srgbClr val="000000"/>
              </a:buClr>
              <a:buFont typeface="Symbol" charset="2"/>
              <a:buChar char=""/>
              <a:tabLst>
                <a:tab pos="0" algn="l"/>
              </a:tabLst>
            </a:pPr>
            <a:r>
              <a:rPr lang="en-US" sz="1200" b="1" u="none" strike="noStrike">
                <a:solidFill>
                  <a:schemeClr val="hlink"/>
                </a:solidFill>
                <a:effectLst/>
                <a:uFillTx/>
                <a:latin typeface="SRH Text"/>
                <a:ea typeface="SRH Text"/>
              </a:rPr>
              <a:t>KS &lt; 0.05: No significant difference</a:t>
            </a:r>
            <a:endParaRPr lang="de-DE" sz="1200" b="0" u="none" strike="noStrike">
              <a:solidFill>
                <a:schemeClr val="dk1"/>
              </a:solidFill>
              <a:effectLst/>
              <a:uFillTx/>
              <a:latin typeface="SRH Text"/>
            </a:endParaRPr>
          </a:p>
          <a:p>
            <a:pPr marL="360000" indent="-360000" algn="just" defTabSz="914400">
              <a:lnSpc>
                <a:spcPct val="150000"/>
              </a:lnSpc>
              <a:spcBef>
                <a:spcPts val="1199"/>
              </a:spcBef>
              <a:buClr>
                <a:srgbClr val="000000"/>
              </a:buClr>
              <a:buFont typeface="Symbol" charset="2"/>
              <a:buChar char=""/>
              <a:tabLst>
                <a:tab pos="0" algn="l"/>
              </a:tabLst>
            </a:pPr>
            <a:r>
              <a:rPr lang="en-US" sz="1200" b="1" u="none" strike="noStrike">
                <a:solidFill>
                  <a:schemeClr val="hlink"/>
                </a:solidFill>
                <a:effectLst/>
                <a:uFillTx/>
                <a:latin typeface="SRH Text"/>
                <a:ea typeface="SRH Text"/>
              </a:rPr>
              <a:t>    0.05 &lt;= KS &lt; 0.1: Moderate difference</a:t>
            </a:r>
            <a:endParaRPr lang="de-DE" sz="12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200" b="1" u="none" strike="noStrike">
                <a:solidFill>
                  <a:schemeClr val="hlink"/>
                </a:solidFill>
                <a:effectLst/>
                <a:uFillTx/>
                <a:latin typeface="SRH Text"/>
                <a:ea typeface="SRH Text"/>
              </a:rPr>
              <a:t>    KS &gt;= 0.1: Significant difference</a:t>
            </a:r>
            <a:endParaRPr lang="de-DE" sz="12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200" b="1" u="none" strike="noStrike">
                <a:solidFill>
                  <a:schemeClr val="accent1"/>
                </a:solidFill>
                <a:effectLst/>
                <a:uFillTx/>
                <a:latin typeface="SRH Text"/>
                <a:ea typeface="SRH Text"/>
              </a:rPr>
              <a:t>Prediction Drift Monitoring</a:t>
            </a:r>
            <a:endParaRPr lang="de-DE" sz="12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200" b="1" u="none" strike="noStrike">
                <a:solidFill>
                  <a:schemeClr val="hlink"/>
                </a:solidFill>
                <a:effectLst/>
                <a:uFillTx/>
                <a:latin typeface="SRH Text"/>
                <a:ea typeface="SRH Text"/>
              </a:rPr>
              <a:t>Even if inputs look stable, model behavior can still drift</a:t>
            </a:r>
            <a:endParaRPr lang="de-DE" sz="12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200" b="1" u="none" strike="noStrike">
                <a:solidFill>
                  <a:schemeClr val="hlink"/>
                </a:solidFill>
                <a:effectLst/>
                <a:uFillTx/>
                <a:latin typeface="SRH Text"/>
                <a:ea typeface="SRH Text"/>
              </a:rPr>
              <a:t>“Are model outputs changing over time?”</a:t>
            </a:r>
            <a:endParaRPr lang="de-DE" sz="1200" b="0" u="none" strike="noStrike">
              <a:solidFill>
                <a:schemeClr val="dk1"/>
              </a:solidFill>
              <a:effectLst/>
              <a:uFillTx/>
              <a:latin typeface="SRH Text"/>
            </a:endParaRPr>
          </a:p>
          <a:p>
            <a:pPr marL="360000" indent="-360000" algn="just" defTabSz="914400">
              <a:lnSpc>
                <a:spcPct val="150000"/>
              </a:lnSpc>
              <a:spcBef>
                <a:spcPts val="1199"/>
              </a:spcBef>
              <a:buClr>
                <a:srgbClr val="DF4807"/>
              </a:buClr>
              <a:buFont typeface="Symbol" charset="2"/>
              <a:buChar char=""/>
              <a:tabLst>
                <a:tab pos="0" algn="l"/>
              </a:tabLst>
            </a:pPr>
            <a:r>
              <a:rPr lang="en-US" sz="1200" b="1" u="none" strike="noStrike">
                <a:solidFill>
                  <a:schemeClr val="hlink"/>
                </a:solidFill>
                <a:effectLst/>
                <a:uFillTx/>
                <a:latin typeface="SRH Text"/>
                <a:ea typeface="SRH Text"/>
              </a:rPr>
              <a:t>I developed a production-style monitoring framework that continuously evaluates model reliability through data drift, prediction drift, and cost-sensitive performance monitoring, ensuring that the credit risk model remains stable and business-aligned after deployment.</a:t>
            </a:r>
            <a:endParaRPr lang="de-DE" sz="1200" b="0" u="none" strike="noStrike">
              <a:solidFill>
                <a:schemeClr val="dk1"/>
              </a:solidFill>
              <a:effectLst/>
              <a:uFillTx/>
              <a:latin typeface="SRH Text"/>
            </a:endParaRPr>
          </a:p>
        </p:txBody>
      </p:sp>
      <p:sp>
        <p:nvSpPr>
          <p:cNvPr id="394" name="PlaceHolder 2"/>
          <p:cNvSpPr>
            <a:spLocks noGrp="1"/>
          </p:cNvSpPr>
          <p:nvPr>
            <p:ph type="sldNum" idx="175"/>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F7603A56-BAA8-4CCE-850F-DE4D2057EFB4}"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
        <p:nvSpPr>
          <p:cNvPr id="395" name="PlaceHolder 3"/>
          <p:cNvSpPr>
            <a:spLocks noGrp="1"/>
          </p:cNvSpPr>
          <p:nvPr>
            <p:ph type="dt" idx="176"/>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303142DF-50A8-4160-8F58-6738518C58BE}" type="datetime1">
              <a:rPr lang="de-DE" sz="900" b="1" u="none" strike="noStrike">
                <a:solidFill>
                  <a:srgbClr val="6D7373"/>
                </a:solidFill>
                <a:effectLst/>
                <a:uFillTx/>
                <a:latin typeface="SRH Text"/>
                <a:ea typeface="SRH"/>
              </a:rPr>
              <a:t>09.08.2026</a:t>
            </a:fld>
            <a:endParaRPr lang="en-US" sz="900" b="0" u="none" strike="noStrike">
              <a:solidFill>
                <a:srgbClr val="000000"/>
              </a:solidFill>
              <a:effectLst/>
              <a:uFillTx/>
              <a:latin typeface="Times New Roman"/>
            </a:endParaRPr>
          </a:p>
        </p:txBody>
      </p:sp>
      <p:sp>
        <p:nvSpPr>
          <p:cNvPr id="396" name="PlaceHolder 4"/>
          <p:cNvSpPr>
            <a:spLocks noGrp="1"/>
          </p:cNvSpPr>
          <p:nvPr>
            <p:ph type="ftr" idx="177"/>
          </p:nvPr>
        </p:nvSpPr>
        <p:spPr>
          <a:xfrm>
            <a:off x="1319400" y="635652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SRH Hochschule Heidelberg</a:t>
            </a:r>
            <a:endParaRPr lang="en-US" sz="9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7" name="PlaceHolder 1"/>
          <p:cNvSpPr>
            <a:spLocks noGrp="1"/>
          </p:cNvSpPr>
          <p:nvPr>
            <p:ph type="title"/>
          </p:nvPr>
        </p:nvSpPr>
        <p:spPr>
          <a:xfrm>
            <a:off x="367560" y="136440"/>
            <a:ext cx="9155520" cy="382320"/>
          </a:xfrm>
          <a:prstGeom prst="rect">
            <a:avLst/>
          </a:prstGeom>
          <a:noFill/>
          <a:ln w="0">
            <a:noFill/>
          </a:ln>
        </p:spPr>
        <p:txBody>
          <a:bodyPr numCol="1" spcCol="216000" lIns="0" tIns="0" rIns="0" bIns="0" anchor="b">
            <a:noAutofit/>
          </a:bodyPr>
          <a:p>
            <a:pPr indent="0" algn="l" defTabSz="914400">
              <a:lnSpc>
                <a:spcPct val="100000"/>
              </a:lnSpc>
              <a:buNone/>
              <a:tabLst>
                <a:tab pos="0" algn="l"/>
              </a:tabLst>
            </a:pPr>
            <a:r>
              <a:rPr lang="en-IN" sz="3000" b="1" u="none" strike="noStrike">
                <a:solidFill>
                  <a:srgbClr val="C00000"/>
                </a:solidFill>
                <a:effectLst/>
                <a:uFillTx/>
                <a:latin typeface="SRH Headline"/>
                <a:ea typeface="SRH Headline"/>
              </a:rPr>
              <a:t>Result</a:t>
            </a:r>
            <a:endParaRPr lang="de-DE" sz="3000" b="1" u="none" strike="noStrike">
              <a:solidFill>
                <a:schemeClr val="dk1"/>
              </a:solidFill>
              <a:effectLst/>
              <a:uFillTx/>
              <a:latin typeface="SRH Headline"/>
            </a:endParaRPr>
          </a:p>
        </p:txBody>
      </p:sp>
      <p:sp>
        <p:nvSpPr>
          <p:cNvPr id="398" name="PlaceHolder 2"/>
          <p:cNvSpPr>
            <a:spLocks noGrp="1"/>
          </p:cNvSpPr>
          <p:nvPr>
            <p:ph/>
          </p:nvPr>
        </p:nvSpPr>
        <p:spPr>
          <a:xfrm>
            <a:off x="367200" y="718920"/>
            <a:ext cx="10348200" cy="5009760"/>
          </a:xfrm>
          <a:prstGeom prst="rect">
            <a:avLst/>
          </a:prstGeom>
          <a:noFill/>
          <a:ln w="0">
            <a:noFill/>
          </a:ln>
        </p:spPr>
        <p:txBody>
          <a:bodyPr numCol="1" spcCol="216000" lIns="0" tIns="0" rIns="0" bIns="0" anchor="t">
            <a:noAutofit/>
          </a:bodyPr>
          <a:p>
            <a:pPr indent="0" algn="just" defTabSz="914400">
              <a:lnSpc>
                <a:spcPct val="200000"/>
              </a:lnSpc>
              <a:spcBef>
                <a:spcPts val="1199"/>
              </a:spcBef>
              <a:buNone/>
              <a:tabLst>
                <a:tab pos="0" algn="l"/>
              </a:tabLst>
            </a:pPr>
            <a:r>
              <a:rPr lang="en-US" sz="1100" b="1" u="none" strike="noStrike">
                <a:solidFill>
                  <a:schemeClr val="accent1"/>
                </a:solidFill>
                <a:effectLst/>
                <a:uFillTx/>
                <a:latin typeface="SRH Text"/>
                <a:ea typeface="SRH Text"/>
              </a:rPr>
              <a:t>A) Baseline model performance</a:t>
            </a:r>
            <a:endParaRPr lang="de-DE" sz="1100" b="0" u="none" strike="noStrike">
              <a:solidFill>
                <a:schemeClr val="dk1"/>
              </a:solidFill>
              <a:effectLst/>
              <a:uFillTx/>
              <a:latin typeface="SRH Text"/>
            </a:endParaRPr>
          </a:p>
          <a:p>
            <a:pPr indent="0" algn="just" defTabSz="914400">
              <a:lnSpc>
                <a:spcPct val="200000"/>
              </a:lnSpc>
              <a:spcBef>
                <a:spcPts val="1199"/>
              </a:spcBef>
              <a:buNone/>
              <a:tabLst>
                <a:tab pos="0" algn="l"/>
              </a:tabLst>
            </a:pPr>
            <a:r>
              <a:rPr lang="en-US" sz="1100" b="1" u="none" strike="noStrike">
                <a:solidFill>
                  <a:schemeClr val="hlink"/>
                </a:solidFill>
                <a:effectLst/>
                <a:uFillTx/>
                <a:latin typeface="SRH Text"/>
                <a:ea typeface="SRH Text"/>
              </a:rPr>
              <a:t>AUC: 0.9718 (very strong predictive performance)</a:t>
            </a:r>
            <a:endParaRPr lang="de-DE" sz="1100" b="0" u="none" strike="noStrike">
              <a:solidFill>
                <a:schemeClr val="dk1"/>
              </a:solidFill>
              <a:effectLst/>
              <a:uFillTx/>
              <a:latin typeface="SRH Text"/>
            </a:endParaRPr>
          </a:p>
          <a:p>
            <a:pPr indent="0" algn="just" defTabSz="914400">
              <a:lnSpc>
                <a:spcPct val="200000"/>
              </a:lnSpc>
              <a:spcBef>
                <a:spcPts val="1199"/>
              </a:spcBef>
              <a:buNone/>
              <a:tabLst>
                <a:tab pos="0" algn="l"/>
              </a:tabLst>
            </a:pPr>
            <a:r>
              <a:rPr lang="en-US" sz="1100" b="1" u="none" strike="noStrike">
                <a:solidFill>
                  <a:schemeClr val="hlink"/>
                </a:solidFill>
                <a:effectLst/>
                <a:uFillTx/>
                <a:latin typeface="SRH Text"/>
                <a:ea typeface="SRH Text"/>
              </a:rPr>
              <a:t>Reference cost: 624</a:t>
            </a:r>
            <a:endParaRPr lang="de-DE" sz="1100" b="0" u="none" strike="noStrike">
              <a:solidFill>
                <a:schemeClr val="dk1"/>
              </a:solidFill>
              <a:effectLst/>
              <a:uFillTx/>
              <a:latin typeface="SRH Text"/>
            </a:endParaRPr>
          </a:p>
          <a:p>
            <a:pPr indent="0" algn="just" defTabSz="914400">
              <a:lnSpc>
                <a:spcPct val="200000"/>
              </a:lnSpc>
              <a:spcBef>
                <a:spcPts val="1199"/>
              </a:spcBef>
              <a:buNone/>
              <a:tabLst>
                <a:tab pos="0" algn="l"/>
              </a:tabLst>
            </a:pPr>
            <a:r>
              <a:rPr lang="en-US" sz="1100" b="1" u="none" strike="noStrike">
                <a:solidFill>
                  <a:schemeClr val="hlink"/>
                </a:solidFill>
                <a:effectLst/>
                <a:uFillTx/>
                <a:latin typeface="SRH Text"/>
                <a:ea typeface="SRH Text"/>
              </a:rPr>
              <a:t>FN: 88, FP: 404</a:t>
            </a:r>
            <a:endParaRPr lang="de-DE" sz="1100" b="0" u="none" strike="noStrike">
              <a:solidFill>
                <a:schemeClr val="dk1"/>
              </a:solidFill>
              <a:effectLst/>
              <a:uFillTx/>
              <a:latin typeface="SRH Text"/>
            </a:endParaRPr>
          </a:p>
          <a:p>
            <a:pPr indent="0" algn="just" defTabSz="914400">
              <a:lnSpc>
                <a:spcPct val="200000"/>
              </a:lnSpc>
              <a:spcBef>
                <a:spcPts val="1199"/>
              </a:spcBef>
              <a:buNone/>
              <a:tabLst>
                <a:tab pos="0" algn="l"/>
              </a:tabLst>
            </a:pPr>
            <a:r>
              <a:rPr lang="en-US" sz="1100" b="1" u="none" strike="noStrike">
                <a:solidFill>
                  <a:schemeClr val="hlink"/>
                </a:solidFill>
                <a:effectLst/>
                <a:uFillTx/>
                <a:latin typeface="SRH Text"/>
                <a:ea typeface="SRH Text"/>
              </a:rPr>
              <a:t>FP/FN ratio: 4.59</a:t>
            </a:r>
            <a:endParaRPr lang="de-DE" sz="1100" b="0" u="none" strike="noStrike">
              <a:solidFill>
                <a:schemeClr val="dk1"/>
              </a:solidFill>
              <a:effectLst/>
              <a:uFillTx/>
              <a:latin typeface="SRH Text"/>
            </a:endParaRPr>
          </a:p>
          <a:p>
            <a:pPr indent="0" algn="just" defTabSz="914400">
              <a:lnSpc>
                <a:spcPct val="200000"/>
              </a:lnSpc>
              <a:spcBef>
                <a:spcPts val="1199"/>
              </a:spcBef>
              <a:buNone/>
              <a:tabLst>
                <a:tab pos="0" algn="l"/>
              </a:tabLst>
            </a:pPr>
            <a:r>
              <a:rPr lang="en-US" sz="1100" b="1" u="none" strike="noStrike">
                <a:solidFill>
                  <a:schemeClr val="accent1"/>
                </a:solidFill>
                <a:effectLst/>
                <a:uFillTx/>
                <a:latin typeface="SRH Text"/>
                <a:ea typeface="SRH Text"/>
              </a:rPr>
              <a:t>B) Selective prediction improvement </a:t>
            </a:r>
            <a:endParaRPr lang="de-DE" sz="1100" b="0" u="none" strike="noStrike">
              <a:solidFill>
                <a:schemeClr val="dk1"/>
              </a:solidFill>
              <a:effectLst/>
              <a:uFillTx/>
              <a:latin typeface="SRH Text"/>
            </a:endParaRPr>
          </a:p>
          <a:p>
            <a:pPr indent="0" algn="just" defTabSz="914400">
              <a:lnSpc>
                <a:spcPct val="200000"/>
              </a:lnSpc>
              <a:spcBef>
                <a:spcPts val="1199"/>
              </a:spcBef>
              <a:buNone/>
              <a:tabLst>
                <a:tab pos="0" algn="l"/>
              </a:tabLst>
            </a:pPr>
            <a:r>
              <a:rPr lang="en-US" sz="1100" b="1" u="none" strike="noStrike">
                <a:solidFill>
                  <a:schemeClr val="hlink"/>
                </a:solidFill>
                <a:effectLst/>
                <a:uFillTx/>
                <a:latin typeface="SRH Text"/>
                <a:ea typeface="SRH Text"/>
              </a:rPr>
              <a:t>After introducing t1/t2 zones + optimization:</a:t>
            </a:r>
            <a:endParaRPr lang="de-DE" sz="1100" b="0" u="none" strike="noStrike">
              <a:solidFill>
                <a:schemeClr val="dk1"/>
              </a:solidFill>
              <a:effectLst/>
              <a:uFillTx/>
              <a:latin typeface="SRH Text"/>
            </a:endParaRPr>
          </a:p>
          <a:p>
            <a:pPr indent="0" algn="just" defTabSz="914400">
              <a:lnSpc>
                <a:spcPct val="200000"/>
              </a:lnSpc>
              <a:spcBef>
                <a:spcPts val="1199"/>
              </a:spcBef>
              <a:buNone/>
              <a:tabLst>
                <a:tab pos="0" algn="l"/>
              </a:tabLst>
            </a:pPr>
            <a:r>
              <a:rPr lang="en-US" sz="1100" b="1" u="none" strike="noStrike">
                <a:solidFill>
                  <a:schemeClr val="hlink"/>
                </a:solidFill>
                <a:effectLst/>
                <a:uFillTx/>
                <a:latin typeface="SRH Text"/>
                <a:ea typeface="SRH Text"/>
              </a:rPr>
              <a:t>FN reduced from 88 → 31</a:t>
            </a:r>
            <a:endParaRPr lang="de-DE" sz="1100" b="0" u="none" strike="noStrike">
              <a:solidFill>
                <a:schemeClr val="dk1"/>
              </a:solidFill>
              <a:effectLst/>
              <a:uFillTx/>
              <a:latin typeface="SRH Text"/>
            </a:endParaRPr>
          </a:p>
          <a:p>
            <a:pPr indent="0" algn="just" defTabSz="914400">
              <a:lnSpc>
                <a:spcPct val="200000"/>
              </a:lnSpc>
              <a:spcBef>
                <a:spcPts val="1199"/>
              </a:spcBef>
              <a:buNone/>
              <a:tabLst>
                <a:tab pos="0" algn="l"/>
              </a:tabLst>
            </a:pPr>
            <a:r>
              <a:rPr lang="en-US" sz="1100" b="1" u="none" strike="noStrike">
                <a:solidFill>
                  <a:schemeClr val="hlink"/>
                </a:solidFill>
                <a:effectLst/>
                <a:uFillTx/>
                <a:latin typeface="SRH Text"/>
                <a:ea typeface="SRH Text"/>
              </a:rPr>
              <a:t>FP reduced from 404 → 159</a:t>
            </a:r>
            <a:endParaRPr lang="de-DE" sz="1100" b="0" u="none" strike="noStrike">
              <a:solidFill>
                <a:schemeClr val="dk1"/>
              </a:solidFill>
              <a:effectLst/>
              <a:uFillTx/>
              <a:latin typeface="SRH Text"/>
            </a:endParaRPr>
          </a:p>
          <a:p>
            <a:pPr indent="0" algn="just" defTabSz="914400">
              <a:lnSpc>
                <a:spcPct val="200000"/>
              </a:lnSpc>
              <a:spcBef>
                <a:spcPts val="1199"/>
              </a:spcBef>
              <a:buNone/>
              <a:tabLst>
                <a:tab pos="0" algn="l"/>
              </a:tabLst>
            </a:pPr>
            <a:r>
              <a:rPr lang="en-US" sz="1100" b="1" u="none" strike="noStrike">
                <a:solidFill>
                  <a:schemeClr val="hlink"/>
                </a:solidFill>
                <a:effectLst/>
                <a:uFillTx/>
                <a:latin typeface="SRH Text"/>
                <a:ea typeface="SRH Text"/>
              </a:rPr>
              <a:t>Cost reduced from 624 → 236.5</a:t>
            </a:r>
            <a:endParaRPr lang="de-DE" sz="1100" b="0" u="none" strike="noStrike">
              <a:solidFill>
                <a:schemeClr val="dk1"/>
              </a:solidFill>
              <a:effectLst/>
              <a:uFillTx/>
              <a:latin typeface="SRH Text"/>
            </a:endParaRPr>
          </a:p>
          <a:p>
            <a:pPr indent="0" algn="just" defTabSz="914400">
              <a:lnSpc>
                <a:spcPct val="200000"/>
              </a:lnSpc>
              <a:spcBef>
                <a:spcPts val="1199"/>
              </a:spcBef>
              <a:buNone/>
              <a:tabLst>
                <a:tab pos="0" algn="l"/>
              </a:tabLst>
            </a:pPr>
            <a:r>
              <a:rPr lang="en-US" sz="1100" b="1" u="none" strike="noStrike">
                <a:solidFill>
                  <a:schemeClr val="hlink"/>
                </a:solidFill>
                <a:effectLst/>
                <a:uFillTx/>
                <a:latin typeface="SRH Text"/>
                <a:ea typeface="SRH Text"/>
              </a:rPr>
              <a:t>✔ Cost reduction:</a:t>
            </a:r>
            <a:endParaRPr lang="de-DE" sz="1100" b="0" u="none" strike="noStrike">
              <a:solidFill>
                <a:schemeClr val="dk1"/>
              </a:solidFill>
              <a:effectLst/>
              <a:uFillTx/>
              <a:latin typeface="SRH Text"/>
            </a:endParaRPr>
          </a:p>
          <a:p>
            <a:pPr indent="0" algn="just" defTabSz="914400">
              <a:lnSpc>
                <a:spcPct val="200000"/>
              </a:lnSpc>
              <a:spcBef>
                <a:spcPts val="1199"/>
              </a:spcBef>
              <a:buNone/>
              <a:tabLst>
                <a:tab pos="0" algn="l"/>
              </a:tabLst>
            </a:pPr>
            <a:r>
              <a:rPr lang="en-US" sz="1100" b="1" u="none" strike="noStrike">
                <a:solidFill>
                  <a:schemeClr val="hlink"/>
                </a:solidFill>
                <a:effectLst/>
                <a:uFillTx/>
                <a:latin typeface="SRH Text"/>
                <a:ea typeface="SRH Text"/>
              </a:rPr>
              <a:t>~62% reduction in decision cost</a:t>
            </a:r>
            <a:endParaRPr lang="de-DE" sz="1100" b="0" u="none" strike="noStrike">
              <a:solidFill>
                <a:schemeClr val="dk1"/>
              </a:solidFill>
              <a:effectLst/>
              <a:uFillTx/>
              <a:latin typeface="SRH Text"/>
            </a:endParaRPr>
          </a:p>
          <a:p>
            <a:pPr indent="0" algn="just" defTabSz="914400">
              <a:lnSpc>
                <a:spcPct val="200000"/>
              </a:lnSpc>
              <a:spcBef>
                <a:spcPts val="1199"/>
              </a:spcBef>
              <a:buNone/>
              <a:tabLst>
                <a:tab pos="0" algn="l"/>
              </a:tabLst>
            </a:pPr>
            <a:r>
              <a:rPr lang="en-US" sz="1100" b="1" u="none" strike="noStrike">
                <a:solidFill>
                  <a:schemeClr val="hlink"/>
                </a:solidFill>
                <a:effectLst/>
                <a:uFillTx/>
                <a:latin typeface="SRH Text"/>
                <a:ea typeface="SRH Text"/>
              </a:rPr>
              <a:t>(important thesis achievement)</a:t>
            </a:r>
            <a:endParaRPr lang="de-DE" sz="1100" b="0" u="none" strike="noStrike">
              <a:solidFill>
                <a:schemeClr val="dk1"/>
              </a:solidFill>
              <a:effectLst/>
              <a:uFillTx/>
              <a:latin typeface="SRH Text"/>
            </a:endParaRPr>
          </a:p>
        </p:txBody>
      </p:sp>
      <p:sp>
        <p:nvSpPr>
          <p:cNvPr id="399" name="PlaceHolder 3"/>
          <p:cNvSpPr>
            <a:spLocks noGrp="1"/>
          </p:cNvSpPr>
          <p:nvPr>
            <p:ph type="sldNum" idx="178"/>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6BC131D0-3599-440D-8C3C-48E00DE3DC5C}"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
        <p:nvSpPr>
          <p:cNvPr id="400" name="PlaceHolder 4"/>
          <p:cNvSpPr>
            <a:spLocks noGrp="1"/>
          </p:cNvSpPr>
          <p:nvPr>
            <p:ph type="dt" idx="179"/>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9C557F3C-98D6-420C-813C-AB2ED342FA22}" type="datetime1">
              <a:rPr lang="en-CA" sz="900" b="1" u="none" strike="noStrike">
                <a:solidFill>
                  <a:srgbClr val="6D7373"/>
                </a:solidFill>
                <a:effectLst/>
                <a:uFillTx/>
                <a:latin typeface="SRH Text"/>
                <a:ea typeface="SRH"/>
              </a:rPr>
              <a:t>2026-08-09</a:t>
            </a:fld>
            <a:endParaRPr lang="en-US" sz="900" b="0" u="none" strike="noStrike">
              <a:solidFill>
                <a:srgbClr val="000000"/>
              </a:solidFill>
              <a:effectLst/>
              <a:uFillTx/>
              <a:latin typeface="Times New Roman"/>
            </a:endParaRPr>
          </a:p>
        </p:txBody>
      </p:sp>
      <p:sp>
        <p:nvSpPr>
          <p:cNvPr id="401" name="PlaceHolder 5"/>
          <p:cNvSpPr>
            <a:spLocks noGrp="1"/>
          </p:cNvSpPr>
          <p:nvPr>
            <p:ph type="ftr" idx="180"/>
          </p:nvPr>
        </p:nvSpPr>
        <p:spPr>
          <a:xfrm>
            <a:off x="1319400" y="635652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SRH Hochschule Heidelberg</a:t>
            </a:r>
            <a:endParaRPr lang="en-US" sz="9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2" name="PlaceHolder 1"/>
          <p:cNvSpPr>
            <a:spLocks noGrp="1"/>
          </p:cNvSpPr>
          <p:nvPr>
            <p:ph type="title"/>
          </p:nvPr>
        </p:nvSpPr>
        <p:spPr>
          <a:xfrm>
            <a:off x="367560" y="136440"/>
            <a:ext cx="9155520" cy="382320"/>
          </a:xfrm>
          <a:prstGeom prst="rect">
            <a:avLst/>
          </a:prstGeom>
          <a:noFill/>
          <a:ln w="0">
            <a:noFill/>
          </a:ln>
        </p:spPr>
        <p:txBody>
          <a:bodyPr numCol="1" spcCol="216000" lIns="0" tIns="0" rIns="0" bIns="0" anchor="b">
            <a:noAutofit/>
          </a:bodyPr>
          <a:p>
            <a:pPr indent="0" algn="l" defTabSz="914400">
              <a:lnSpc>
                <a:spcPct val="100000"/>
              </a:lnSpc>
              <a:buNone/>
              <a:tabLst>
                <a:tab pos="0" algn="l"/>
              </a:tabLst>
            </a:pPr>
            <a:r>
              <a:rPr lang="en-IN" sz="3000" b="1" u="none" strike="noStrike">
                <a:solidFill>
                  <a:srgbClr val="C00000"/>
                </a:solidFill>
                <a:effectLst/>
                <a:uFillTx/>
                <a:latin typeface="SRH Headline"/>
                <a:ea typeface="SRH Headline"/>
              </a:rPr>
              <a:t>Result</a:t>
            </a:r>
            <a:endParaRPr lang="de-DE" sz="3000" b="1" u="none" strike="noStrike">
              <a:solidFill>
                <a:schemeClr val="dk1"/>
              </a:solidFill>
              <a:effectLst/>
              <a:uFillTx/>
              <a:latin typeface="SRH Headline"/>
            </a:endParaRPr>
          </a:p>
        </p:txBody>
      </p:sp>
      <p:sp>
        <p:nvSpPr>
          <p:cNvPr id="403" name="PlaceHolder 2"/>
          <p:cNvSpPr>
            <a:spLocks noGrp="1"/>
          </p:cNvSpPr>
          <p:nvPr>
            <p:ph/>
          </p:nvPr>
        </p:nvSpPr>
        <p:spPr>
          <a:xfrm>
            <a:off x="367200" y="718920"/>
            <a:ext cx="10348200" cy="5009760"/>
          </a:xfrm>
          <a:prstGeom prst="rect">
            <a:avLst/>
          </a:prstGeom>
          <a:noFill/>
          <a:ln w="0">
            <a:noFill/>
          </a:ln>
        </p:spPr>
        <p:txBody>
          <a:bodyPr numCol="1" spcCol="216000" lIns="0" tIns="0" rIns="0" bIns="0" anchor="t">
            <a:noAutofit/>
          </a:bodyPr>
          <a:p>
            <a:pPr indent="0" algn="just" defTabSz="914400">
              <a:lnSpc>
                <a:spcPct val="200000"/>
              </a:lnSpc>
              <a:spcBef>
                <a:spcPts val="1199"/>
              </a:spcBef>
              <a:buNone/>
              <a:tabLst>
                <a:tab pos="0" algn="l"/>
              </a:tabLst>
            </a:pPr>
            <a:r>
              <a:rPr lang="en-US" sz="1200" b="1" u="none" strike="noStrike">
                <a:solidFill>
                  <a:schemeClr val="accent1"/>
                </a:solidFill>
                <a:effectLst/>
                <a:uFillTx/>
                <a:latin typeface="SRH Text"/>
                <a:ea typeface="SRH Text"/>
              </a:rPr>
              <a:t>E) Stability / reliability result (VERY IMPORTANT)</a:t>
            </a:r>
            <a:endParaRPr lang="de-DE" sz="1200" b="0" u="none" strike="noStrike">
              <a:solidFill>
                <a:schemeClr val="dk1"/>
              </a:solidFill>
              <a:effectLst/>
              <a:uFillTx/>
              <a:latin typeface="SRH Text"/>
            </a:endParaRPr>
          </a:p>
          <a:p>
            <a:pPr indent="0" algn="just" defTabSz="914400">
              <a:lnSpc>
                <a:spcPct val="200000"/>
              </a:lnSpc>
              <a:spcBef>
                <a:spcPts val="1199"/>
              </a:spcBef>
              <a:buNone/>
              <a:tabLst>
                <a:tab pos="0" algn="l"/>
              </a:tabLst>
            </a:pPr>
            <a:r>
              <a:rPr lang="en-US" sz="1200" b="1" u="none" strike="noStrike">
                <a:solidFill>
                  <a:srgbClr val="000000"/>
                </a:solidFill>
                <a:effectLst/>
                <a:uFillTx/>
                <a:latin typeface="SRH Text"/>
                <a:ea typeface="SRH Text"/>
              </a:rPr>
              <a:t>Prediction PSI: 0.005</a:t>
            </a:r>
            <a:endParaRPr lang="de-DE" sz="1200" b="0" u="none" strike="noStrike">
              <a:solidFill>
                <a:schemeClr val="dk1"/>
              </a:solidFill>
              <a:effectLst/>
              <a:uFillTx/>
              <a:latin typeface="SRH Text"/>
            </a:endParaRPr>
          </a:p>
          <a:p>
            <a:pPr indent="0" algn="just" defTabSz="914400">
              <a:lnSpc>
                <a:spcPct val="200000"/>
              </a:lnSpc>
              <a:spcBef>
                <a:spcPts val="1199"/>
              </a:spcBef>
              <a:buNone/>
              <a:tabLst>
                <a:tab pos="0" algn="l"/>
              </a:tabLst>
            </a:pPr>
            <a:r>
              <a:rPr lang="en-US" sz="1200" b="1" u="none" strike="noStrike">
                <a:solidFill>
                  <a:srgbClr val="000000"/>
                </a:solidFill>
                <a:effectLst/>
                <a:uFillTx/>
                <a:latin typeface="SRH Text"/>
                <a:ea typeface="SRH Text"/>
              </a:rPr>
              <a:t>Mean probability shift: 0.001</a:t>
            </a:r>
            <a:endParaRPr lang="de-DE" sz="1200" b="0" u="none" strike="noStrike">
              <a:solidFill>
                <a:schemeClr val="dk1"/>
              </a:solidFill>
              <a:effectLst/>
              <a:uFillTx/>
              <a:latin typeface="SRH Text"/>
            </a:endParaRPr>
          </a:p>
          <a:p>
            <a:pPr indent="0" algn="just" defTabSz="914400">
              <a:lnSpc>
                <a:spcPct val="200000"/>
              </a:lnSpc>
              <a:spcBef>
                <a:spcPts val="1199"/>
              </a:spcBef>
              <a:buNone/>
              <a:tabLst>
                <a:tab pos="0" algn="l"/>
              </a:tabLst>
            </a:pPr>
            <a:r>
              <a:rPr lang="en-US" sz="1200" b="1" u="none" strike="noStrike">
                <a:solidFill>
                  <a:srgbClr val="000000"/>
                </a:solidFill>
                <a:effectLst/>
                <a:uFillTx/>
                <a:latin typeface="SRH Text"/>
                <a:ea typeface="SRH Text"/>
              </a:rPr>
              <a:t>   Interpretation:</a:t>
            </a:r>
            <a:endParaRPr lang="de-DE" sz="1200" b="0" u="none" strike="noStrike">
              <a:solidFill>
                <a:schemeClr val="dk1"/>
              </a:solidFill>
              <a:effectLst/>
              <a:uFillTx/>
              <a:latin typeface="SRH Text"/>
            </a:endParaRPr>
          </a:p>
          <a:p>
            <a:pPr indent="0" algn="just" defTabSz="914400">
              <a:lnSpc>
                <a:spcPct val="200000"/>
              </a:lnSpc>
              <a:spcBef>
                <a:spcPts val="1199"/>
              </a:spcBef>
              <a:buNone/>
              <a:tabLst>
                <a:tab pos="0" algn="l"/>
              </a:tabLst>
            </a:pPr>
            <a:r>
              <a:rPr lang="en-US" sz="1200" b="1" u="none" strike="noStrike">
                <a:solidFill>
                  <a:srgbClr val="000000"/>
                </a:solidFill>
                <a:effectLst/>
                <a:uFillTx/>
                <a:latin typeface="SRH Text"/>
                <a:ea typeface="SRH Text"/>
              </a:rPr>
              <a:t>PSI &lt; 0.1 = no drift</a:t>
            </a:r>
            <a:endParaRPr lang="de-DE" sz="1200" b="0" u="none" strike="noStrike">
              <a:solidFill>
                <a:schemeClr val="dk1"/>
              </a:solidFill>
              <a:effectLst/>
              <a:uFillTx/>
              <a:latin typeface="SRH Text"/>
            </a:endParaRPr>
          </a:p>
          <a:p>
            <a:pPr indent="0" algn="just" defTabSz="914400">
              <a:lnSpc>
                <a:spcPct val="200000"/>
              </a:lnSpc>
              <a:spcBef>
                <a:spcPts val="1199"/>
              </a:spcBef>
              <a:buNone/>
              <a:tabLst>
                <a:tab pos="0" algn="l"/>
              </a:tabLst>
            </a:pPr>
            <a:r>
              <a:rPr lang="en-US" sz="1200" b="1" u="none" strike="noStrike">
                <a:solidFill>
                  <a:srgbClr val="000000"/>
                </a:solidFill>
                <a:effectLst/>
                <a:uFillTx/>
                <a:latin typeface="SRH Text"/>
                <a:ea typeface="SRH Text"/>
              </a:rPr>
              <a:t>Your model is fully stable in new data</a:t>
            </a:r>
            <a:endParaRPr lang="de-DE" sz="1200" b="0" u="none" strike="noStrike">
              <a:solidFill>
                <a:schemeClr val="dk1"/>
              </a:solidFill>
              <a:effectLst/>
              <a:uFillTx/>
              <a:latin typeface="SRH Text"/>
            </a:endParaRPr>
          </a:p>
          <a:p>
            <a:pPr indent="0" algn="just" defTabSz="914400">
              <a:lnSpc>
                <a:spcPct val="200000"/>
              </a:lnSpc>
              <a:spcBef>
                <a:spcPts val="1199"/>
              </a:spcBef>
              <a:buNone/>
              <a:tabLst>
                <a:tab pos="0" algn="l"/>
              </a:tabLst>
            </a:pPr>
            <a:r>
              <a:rPr lang="en-US" sz="1200" b="1" u="none" strike="noStrike">
                <a:solidFill>
                  <a:srgbClr val="000000"/>
                </a:solidFill>
                <a:effectLst/>
                <a:uFillTx/>
                <a:latin typeface="SRH Text"/>
                <a:ea typeface="SRH Text"/>
              </a:rPr>
              <a:t>✔ No retraining needed</a:t>
            </a:r>
            <a:endParaRPr lang="de-DE" sz="1200" b="0" u="none" strike="noStrike">
              <a:solidFill>
                <a:schemeClr val="dk1"/>
              </a:solidFill>
              <a:effectLst/>
              <a:uFillTx/>
              <a:latin typeface="SRH Text"/>
            </a:endParaRPr>
          </a:p>
          <a:p>
            <a:pPr indent="0" algn="just" defTabSz="914400">
              <a:lnSpc>
                <a:spcPct val="200000"/>
              </a:lnSpc>
              <a:spcBef>
                <a:spcPts val="1199"/>
              </a:spcBef>
              <a:buNone/>
              <a:tabLst>
                <a:tab pos="0" algn="l"/>
              </a:tabLst>
            </a:pPr>
            <a:r>
              <a:rPr lang="en-US" sz="1200" b="1" u="none" strike="noStrike">
                <a:solidFill>
                  <a:srgbClr val="000000"/>
                </a:solidFill>
                <a:effectLst/>
                <a:uFillTx/>
                <a:latin typeface="SRH Text"/>
                <a:ea typeface="SRH Text"/>
              </a:rPr>
              <a:t>✔ No degradation detected</a:t>
            </a:r>
            <a:endParaRPr lang="de-DE" sz="1200" b="0" u="none" strike="noStrike">
              <a:solidFill>
                <a:schemeClr val="dk1"/>
              </a:solidFill>
              <a:effectLst/>
              <a:uFillTx/>
              <a:latin typeface="SRH Text"/>
            </a:endParaRPr>
          </a:p>
        </p:txBody>
      </p:sp>
      <p:sp>
        <p:nvSpPr>
          <p:cNvPr id="404" name="PlaceHolder 3"/>
          <p:cNvSpPr>
            <a:spLocks noGrp="1"/>
          </p:cNvSpPr>
          <p:nvPr>
            <p:ph type="sldNum" idx="181"/>
          </p:nvPr>
        </p:nvSpPr>
        <p:spPr>
          <a:xfrm>
            <a:off x="11146680" y="6365160"/>
            <a:ext cx="678240" cy="363240"/>
          </a:xfrm>
          <a:prstGeom prst="rect">
            <a:avLst/>
          </a:prstGeom>
          <a:noFill/>
          <a:ln w="0">
            <a:noFill/>
          </a:ln>
        </p:spPr>
        <p:txBody>
          <a:bodyPr numCol="1" spcCol="216000" lIns="0" tIns="0" rIns="0" bIns="0" anchor="ctr">
            <a:noAutofit/>
          </a:bodyPr>
          <a:lstStyle>
            <a:lvl1pPr indent="0" algn="r" defTabSz="914400">
              <a:lnSpc>
                <a:spcPct val="100000"/>
              </a:lnSpc>
              <a:buNone/>
              <a:tabLst>
                <a:tab pos="0" algn="l"/>
              </a:tabLst>
              <a:defRPr lang="de-DE" sz="1550" b="1" u="none" strike="noStrike">
                <a:solidFill>
                  <a:srgbClr val="6D7373"/>
                </a:solidFill>
                <a:effectLst/>
                <a:uFillTx/>
                <a:latin typeface="SRH Text"/>
                <a:ea typeface="SRH"/>
              </a:defRPr>
            </a:lvl1pPr>
          </a:lstStyle>
          <a:p>
            <a:pPr indent="0" algn="r" defTabSz="914400">
              <a:lnSpc>
                <a:spcPct val="100000"/>
              </a:lnSpc>
              <a:buNone/>
              <a:tabLst>
                <a:tab pos="0" algn="l"/>
              </a:tabLst>
            </a:pPr>
            <a:fld id="{3FA4D795-FEF7-43CC-9827-6DACD2085724}" type="slidenum">
              <a:rPr lang="de-DE" sz="1550" b="1" u="none" strike="noStrike">
                <a:solidFill>
                  <a:srgbClr val="6D7373"/>
                </a:solidFill>
                <a:effectLst/>
                <a:uFillTx/>
                <a:latin typeface="SRH Text"/>
                <a:ea typeface="SRH"/>
              </a:rPr>
              <a:t>&lt;number&gt;</a:t>
            </a:fld>
            <a:endParaRPr lang="en-US" sz="1550" b="0" u="none" strike="noStrike">
              <a:solidFill>
                <a:srgbClr val="000000"/>
              </a:solidFill>
              <a:effectLst/>
              <a:uFillTx/>
              <a:latin typeface="Times New Roman"/>
            </a:endParaRPr>
          </a:p>
        </p:txBody>
      </p:sp>
      <p:sp>
        <p:nvSpPr>
          <p:cNvPr id="405" name="PlaceHolder 4"/>
          <p:cNvSpPr>
            <a:spLocks noGrp="1"/>
          </p:cNvSpPr>
          <p:nvPr>
            <p:ph type="dt" idx="182"/>
          </p:nvPr>
        </p:nvSpPr>
        <p:spPr>
          <a:xfrm>
            <a:off x="367560" y="6356520"/>
            <a:ext cx="87264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en-CA" sz="900" b="1" u="none" strike="noStrike">
                <a:solidFill>
                  <a:srgbClr val="6D7373"/>
                </a:solidFill>
                <a:effectLst/>
                <a:uFillTx/>
                <a:latin typeface="SRH Text"/>
                <a:ea typeface="SRH"/>
              </a:defRPr>
            </a:lvl1pPr>
          </a:lstStyle>
          <a:p>
            <a:pPr indent="0" algn="l" defTabSz="914400">
              <a:lnSpc>
                <a:spcPct val="100000"/>
              </a:lnSpc>
              <a:buNone/>
              <a:tabLst>
                <a:tab pos="0" algn="l"/>
              </a:tabLst>
            </a:pPr>
            <a:fld id="{39E57D6D-C171-4E3C-B2F8-A6143CC81EF7}" type="datetime1">
              <a:rPr lang="en-CA" sz="900" b="1" u="none" strike="noStrike">
                <a:solidFill>
                  <a:srgbClr val="6D7373"/>
                </a:solidFill>
                <a:effectLst/>
                <a:uFillTx/>
                <a:latin typeface="SRH Text"/>
                <a:ea typeface="SRH"/>
              </a:rPr>
              <a:t>2026-08-09</a:t>
            </a:fld>
            <a:endParaRPr lang="en-US" sz="900" b="0" u="none" strike="noStrike">
              <a:solidFill>
                <a:srgbClr val="000000"/>
              </a:solidFill>
              <a:effectLst/>
              <a:uFillTx/>
              <a:latin typeface="Times New Roman"/>
            </a:endParaRPr>
          </a:p>
        </p:txBody>
      </p:sp>
      <p:sp>
        <p:nvSpPr>
          <p:cNvPr id="406" name="PlaceHolder 5"/>
          <p:cNvSpPr>
            <a:spLocks noGrp="1"/>
          </p:cNvSpPr>
          <p:nvPr>
            <p:ph type="ftr" idx="183"/>
          </p:nvPr>
        </p:nvSpPr>
        <p:spPr>
          <a:xfrm>
            <a:off x="1319400" y="6356520"/>
            <a:ext cx="6494400" cy="363240"/>
          </a:xfrm>
          <a:prstGeom prst="rect">
            <a:avLst/>
          </a:prstGeom>
          <a:noFill/>
          <a:ln w="0">
            <a:noFill/>
          </a:ln>
        </p:spPr>
        <p:txBody>
          <a:bodyPr numCol="1" spcCol="216000" lIns="0" tIns="0" rIns="0" bIns="0" anchor="ctr">
            <a:noAutofit/>
          </a:bodyPr>
          <a:lstStyle>
            <a:lvl1pPr indent="0" algn="l" defTabSz="914400">
              <a:lnSpc>
                <a:spcPct val="100000"/>
              </a:lnSpc>
              <a:buNone/>
              <a:tabLst>
                <a:tab pos="0" algn="l"/>
              </a:tabLst>
              <a:defRPr lang="de-DE" sz="900" b="1" u="none" strike="noStrike">
                <a:solidFill>
                  <a:srgbClr val="6D7373"/>
                </a:solidFill>
                <a:effectLst/>
                <a:uFillTx/>
                <a:latin typeface="SRH Text"/>
                <a:ea typeface="SRH"/>
              </a:defRPr>
            </a:lvl1pPr>
          </a:lstStyle>
          <a:p>
            <a:pPr indent="0" algn="l" defTabSz="914400">
              <a:lnSpc>
                <a:spcPct val="100000"/>
              </a:lnSpc>
              <a:buNone/>
              <a:tabLst>
                <a:tab pos="0" algn="l"/>
              </a:tabLst>
            </a:pPr>
            <a:r>
              <a:rPr lang="de-DE" sz="900" b="1" u="none" strike="noStrike">
                <a:solidFill>
                  <a:srgbClr val="6D7373"/>
                </a:solidFill>
                <a:effectLst/>
                <a:uFillTx/>
                <a:latin typeface="SRH Text"/>
                <a:ea typeface="SRH"/>
              </a:rPr>
              <a:t>SRH Hochschule Heidelberg</a:t>
            </a:r>
            <a:endParaRPr lang="en-US" sz="9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07" name="Picture 10"/>
          <p:cNvPicPr/>
          <p:nvPr/>
        </p:nvPicPr>
        <p:blipFill>
          <a:blip r:embed="rId1"/>
          <a:stretch/>
        </p:blipFill>
        <p:spPr>
          <a:xfrm>
            <a:off x="101520" y="1472400"/>
            <a:ext cx="9449640" cy="1731240"/>
          </a:xfrm>
          <a:prstGeom prst="rect">
            <a:avLst/>
          </a:prstGeom>
          <a:noFill/>
          <a:ln w="0">
            <a:noFill/>
          </a:ln>
        </p:spPr>
      </p:pic>
      <p:pic>
        <p:nvPicPr>
          <p:cNvPr id="408" name="Picture 11"/>
          <p:cNvPicPr/>
          <p:nvPr/>
        </p:nvPicPr>
        <p:blipFill>
          <a:blip r:embed="rId2"/>
          <a:stretch/>
        </p:blipFill>
        <p:spPr>
          <a:xfrm>
            <a:off x="1456200" y="2779920"/>
            <a:ext cx="7669080" cy="84924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Presentation">
  <a:themeElements>
    <a:clrScheme name="Presentation 1">
      <a:dk1>
        <a:srgbClr val="575756"/>
      </a:dk1>
      <a:lt1>
        <a:srgbClr val="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fontScheme name="Presentation">
      <a:majorFont>
        <a:latin typeface="SRH Headline" pitchFamily="0" charset="1"/>
        <a:ea typeface="SRH Headline" pitchFamily="0" charset="1"/>
        <a:cs typeface="SRH Headline" pitchFamily="0" charset="1"/>
      </a:majorFont>
      <a:minorFont>
        <a:latin typeface="SRH Text" pitchFamily="0" charset="1"/>
        <a:ea typeface="SRH Text" pitchFamily="0" charset="1"/>
        <a:cs typeface="SRH Text"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2829</TotalTime>
  <Application>LibreOffice/26.2.5.2$Windows_X86_64 LibreOffice_project/cd7284b4cbbfeb507e630c1aac019f4157393acb</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2020-06-05T16:20:53Z</dcterms:created>
  <dc:creator>Henrike Voelker</dc:creator>
  <dc:description/>
  <dc:language>en-US</dc:language>
  <cp:lastModifiedBy/>
  <dcterms:modified xsi:type="dcterms:W3CDTF">2026-08-09T14:39:07Z</dcterms:modified>
  <cp:revision>60</cp:revision>
  <dc:subject/>
  <dc:title>PowerPoint-Präsentation</dc:title>
</cp:coreProperties>
</file>

<file path=docProps/custom.xml><?xml version="1.0" encoding="utf-8"?>
<Properties xmlns="http://schemas.openxmlformats.org/officeDocument/2006/custom-properties" xmlns:vt="http://schemas.openxmlformats.org/officeDocument/2006/docPropsVTypes"/>
</file>