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4.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media/image2.svg" ContentType="image/svg"/>
  <Override PartName="/ppt/media/image6.emf" ContentType="image/x-emf"/>
  <Override PartName="/ppt/media/image4.svg" ContentType="image/svg"/>
  <Override PartName="/ppt/media/image7.emf" ContentType="image/x-emf"/>
  <Override PartName="/ppt/slideMasters/slideMaster1.xml" ContentType="application/vnd.openxmlformats-officedocument.presentationml.slideMaster+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7559675" cy="10691813"/>
  <p:embeddedFontLst>
    <p:embeddedFont>
      <p:font typeface="SRH Headline"/>
    </p:embeddedFont>
    <p:embeddedFont>
      <p:font typeface="SRH Text"/>
    </p:embeddedFont>
    <p:embeddedFont>
      <p:font typeface="SRH"/>
    </p:embeddedFont>
    <p:embeddedFont>
      <p:font typeface="Arial MT"/>
    </p:embeddedFont>
    <p:embeddedFont>
      <p:font typeface="Lucida Sans"/>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defTabSz="914400">
              <a:lnSpc>
                <a:spcPct val="98000"/>
              </a:lnSpc>
              <a:tabLst>
                <a:tab pos="0" algn="l"/>
              </a:tabLst>
            </a:pPr>
            <a:r>
              <a:rPr lang="de-DE" sz="4800" b="1" u="none" strike="noStrike">
                <a:solidFill>
                  <a:schemeClr val="lt1"/>
                </a:solidFill>
                <a:effectLst/>
                <a:uFillTx/>
                <a:latin typeface="SRH Headline"/>
              </a:rPr>
              <a:t>Click to move the slide</a:t>
            </a:r>
            <a:endParaRPr lang="de-DE" sz="4800" b="1" u="none" strike="noStrike">
              <a:solidFill>
                <a:schemeClr val="lt1"/>
              </a:solidFill>
              <a:effectLst/>
              <a:uFillTx/>
              <a:latin typeface="SRH Headline"/>
            </a:endParaRPr>
          </a:p>
        </p:txBody>
      </p:sp>
      <p:sp>
        <p:nvSpPr>
          <p:cNvPr id="18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8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87" name="PlaceHolder 4"/>
          <p:cNvSpPr>
            <a:spLocks noGrp="1"/>
          </p:cNvSpPr>
          <p:nvPr>
            <p:ph type="dt" idx="58"/>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88" name="PlaceHolder 5"/>
          <p:cNvSpPr>
            <a:spLocks noGrp="1"/>
          </p:cNvSpPr>
          <p:nvPr>
            <p:ph type="ftr" idx="59"/>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89" name="PlaceHolder 6"/>
          <p:cNvSpPr>
            <a:spLocks noGrp="1"/>
          </p:cNvSpPr>
          <p:nvPr>
            <p:ph type="sldNum" idx="60"/>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AC59821-CC57-4ED3-A017-2D357FC76510}"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685800" y="1143000"/>
            <a:ext cx="5486040" cy="3085920"/>
          </a:xfrm>
          <a:prstGeom prst="rect">
            <a:avLst/>
          </a:prstGeom>
          <a:ln w="0">
            <a:noFill/>
          </a:ln>
        </p:spPr>
      </p:sp>
      <p:sp>
        <p:nvSpPr>
          <p:cNvPr id="269" name="PlaceHolder 2"/>
          <p:cNvSpPr>
            <a:spLocks noGrp="1"/>
          </p:cNvSpPr>
          <p:nvPr>
            <p:ph type="body"/>
          </p:nvPr>
        </p:nvSpPr>
        <p:spPr>
          <a:xfrm>
            <a:off x="685800" y="4400640"/>
            <a:ext cx="5486040" cy="3600000"/>
          </a:xfrm>
          <a:prstGeom prst="rect">
            <a:avLst/>
          </a:prstGeom>
          <a:noFill/>
          <a:ln w="0">
            <a:noFill/>
          </a:ln>
        </p:spPr>
        <p:txBody>
          <a:bodyPr numCol="1" spcCol="216000" lIns="91440" tIns="45720" rIns="91440" bIns="45720" anchor="t">
            <a:noAutofit/>
          </a:bodyPr>
          <a:p>
            <a:pPr indent="0" algn="l">
              <a:buNone/>
            </a:pPr>
            <a:endParaRPr lang="de-DE" sz="1800" b="0" u="none" strike="noStrike">
              <a:solidFill>
                <a:srgbClr val="000000"/>
              </a:solidFill>
              <a:effectLst/>
              <a:uFillTx/>
              <a:latin typeface="Arial"/>
            </a:endParaRPr>
          </a:p>
        </p:txBody>
      </p:sp>
      <p:sp>
        <p:nvSpPr>
          <p:cNvPr id="270" name="PlaceHolder 3"/>
          <p:cNvSpPr>
            <a:spLocks noGrp="1"/>
          </p:cNvSpPr>
          <p:nvPr>
            <p:ph type="sldNum" idx="109"/>
          </p:nvPr>
        </p:nvSpPr>
        <p:spPr>
          <a:xfrm>
            <a:off x="3884760" y="8685360"/>
            <a:ext cx="2971440" cy="458280"/>
          </a:xfrm>
          <a:prstGeom prst="rect">
            <a:avLst/>
          </a:prstGeom>
          <a:noFill/>
          <a:ln w="0">
            <a:noFill/>
          </a:ln>
        </p:spPr>
        <p:txBody>
          <a:bodyPr numCol="1" spcCol="216000" lIns="91440" tIns="45720" rIns="91440" bIns="45720" anchor="b">
            <a:noAutofit/>
          </a:bodyPr>
          <a:lstStyle>
            <a:lvl1pPr indent="0" algn="r">
              <a:lnSpc>
                <a:spcPct val="100000"/>
              </a:lnSpc>
              <a:buNone/>
              <a:defRPr lang="de-DE" sz="1200" b="0" u="none" strike="noStrike">
                <a:solidFill>
                  <a:srgbClr val="000000"/>
                </a:solidFill>
                <a:effectLst/>
                <a:uFillTx/>
                <a:latin typeface="Times New Roman"/>
              </a:defRPr>
            </a:lvl1pPr>
          </a:lstStyle>
          <a:p>
            <a:pPr indent="0" algn="r">
              <a:lnSpc>
                <a:spcPct val="100000"/>
              </a:lnSpc>
              <a:buNone/>
            </a:pPr>
            <a:fld id="{F56B3BE4-4FAD-4E90-AE7E-7A1833E758EC}" type="slidenum">
              <a:rPr lang="de-DE"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685800" y="1143000"/>
            <a:ext cx="5486040" cy="3085920"/>
          </a:xfrm>
          <a:prstGeom prst="rect">
            <a:avLst/>
          </a:prstGeom>
          <a:ln w="0">
            <a:noFill/>
          </a:ln>
        </p:spPr>
      </p:sp>
      <p:sp>
        <p:nvSpPr>
          <p:cNvPr id="272" name="PlaceHolder 2"/>
          <p:cNvSpPr>
            <a:spLocks noGrp="1"/>
          </p:cNvSpPr>
          <p:nvPr>
            <p:ph type="body"/>
          </p:nvPr>
        </p:nvSpPr>
        <p:spPr>
          <a:xfrm>
            <a:off x="685800" y="4400640"/>
            <a:ext cx="5486040" cy="3600000"/>
          </a:xfrm>
          <a:prstGeom prst="rect">
            <a:avLst/>
          </a:prstGeom>
          <a:noFill/>
          <a:ln w="0">
            <a:noFill/>
          </a:ln>
        </p:spPr>
        <p:txBody>
          <a:bodyPr numCol="1" spcCol="216000" lIns="91440" tIns="45720" rIns="91440" bIns="45720" anchor="t">
            <a:noAutofit/>
          </a:bodyPr>
          <a:p>
            <a:pPr indent="0" algn="l">
              <a:buNone/>
            </a:pPr>
            <a:endParaRPr lang="de-DE" sz="1800" b="0" u="none" strike="noStrike">
              <a:solidFill>
                <a:srgbClr val="000000"/>
              </a:solidFill>
              <a:effectLst/>
              <a:uFillTx/>
              <a:latin typeface="Arial"/>
            </a:endParaRPr>
          </a:p>
        </p:txBody>
      </p:sp>
      <p:sp>
        <p:nvSpPr>
          <p:cNvPr id="273" name="PlaceHolder 3"/>
          <p:cNvSpPr>
            <a:spLocks noGrp="1"/>
          </p:cNvSpPr>
          <p:nvPr>
            <p:ph type="sldNum" idx="110"/>
          </p:nvPr>
        </p:nvSpPr>
        <p:spPr>
          <a:xfrm>
            <a:off x="3884760" y="8685360"/>
            <a:ext cx="2971440" cy="458280"/>
          </a:xfrm>
          <a:prstGeom prst="rect">
            <a:avLst/>
          </a:prstGeom>
          <a:noFill/>
          <a:ln w="0">
            <a:noFill/>
          </a:ln>
        </p:spPr>
        <p:txBody>
          <a:bodyPr numCol="1" spcCol="216000" lIns="91440" tIns="45720" rIns="91440" bIns="45720" anchor="b">
            <a:noAutofit/>
          </a:bodyPr>
          <a:lstStyle>
            <a:lvl1pPr indent="0" algn="r">
              <a:lnSpc>
                <a:spcPct val="100000"/>
              </a:lnSpc>
              <a:buNone/>
              <a:defRPr lang="de-DE" sz="1200" b="0" u="none" strike="noStrike">
                <a:solidFill>
                  <a:srgbClr val="000000"/>
                </a:solidFill>
                <a:effectLst/>
                <a:uFillTx/>
                <a:latin typeface="Times New Roman"/>
              </a:defRPr>
            </a:lvl1pPr>
          </a:lstStyle>
          <a:p>
            <a:pPr indent="0" algn="r">
              <a:lnSpc>
                <a:spcPct val="100000"/>
              </a:lnSpc>
              <a:buNone/>
            </a:pPr>
            <a:fld id="{64C7CD29-8EF1-4625-8F6B-DB388CEA2868}" type="slidenum">
              <a:rPr lang="de-DE"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685800" y="1143000"/>
            <a:ext cx="5486040" cy="3085920"/>
          </a:xfrm>
          <a:prstGeom prst="rect">
            <a:avLst/>
          </a:prstGeom>
          <a:ln w="0">
            <a:noFill/>
          </a:ln>
        </p:spPr>
      </p:sp>
      <p:sp>
        <p:nvSpPr>
          <p:cNvPr id="275" name="PlaceHolder 2"/>
          <p:cNvSpPr>
            <a:spLocks noGrp="1"/>
          </p:cNvSpPr>
          <p:nvPr>
            <p:ph type="body"/>
          </p:nvPr>
        </p:nvSpPr>
        <p:spPr>
          <a:xfrm>
            <a:off x="685800" y="4400640"/>
            <a:ext cx="5486040" cy="3600000"/>
          </a:xfrm>
          <a:prstGeom prst="rect">
            <a:avLst/>
          </a:prstGeom>
          <a:noFill/>
          <a:ln w="0">
            <a:noFill/>
          </a:ln>
        </p:spPr>
        <p:txBody>
          <a:bodyPr numCol="1" spcCol="216000" lIns="91440" tIns="45720" rIns="91440" bIns="45720" anchor="t">
            <a:noAutofit/>
          </a:bodyPr>
          <a:p>
            <a:pPr indent="0" algn="l">
              <a:buNone/>
            </a:pPr>
            <a:endParaRPr lang="de-DE" sz="1800" b="0" u="none" strike="noStrike">
              <a:solidFill>
                <a:srgbClr val="000000"/>
              </a:solidFill>
              <a:effectLst/>
              <a:uFillTx/>
              <a:latin typeface="Arial"/>
            </a:endParaRPr>
          </a:p>
        </p:txBody>
      </p:sp>
      <p:sp>
        <p:nvSpPr>
          <p:cNvPr id="276" name="PlaceHolder 3"/>
          <p:cNvSpPr>
            <a:spLocks noGrp="1"/>
          </p:cNvSpPr>
          <p:nvPr>
            <p:ph type="sldNum" idx="111"/>
          </p:nvPr>
        </p:nvSpPr>
        <p:spPr>
          <a:xfrm>
            <a:off x="3884760" y="8685360"/>
            <a:ext cx="2971440" cy="458280"/>
          </a:xfrm>
          <a:prstGeom prst="rect">
            <a:avLst/>
          </a:prstGeom>
          <a:noFill/>
          <a:ln w="0">
            <a:noFill/>
          </a:ln>
        </p:spPr>
        <p:txBody>
          <a:bodyPr numCol="1" spcCol="216000" lIns="91440" tIns="45720" rIns="91440" bIns="45720" anchor="b">
            <a:noAutofit/>
          </a:bodyPr>
          <a:lstStyle>
            <a:lvl1pPr indent="0" algn="r">
              <a:lnSpc>
                <a:spcPct val="100000"/>
              </a:lnSpc>
              <a:buNone/>
              <a:defRPr lang="de-DE" sz="1200" b="0" u="none" strike="noStrike">
                <a:solidFill>
                  <a:srgbClr val="000000"/>
                </a:solidFill>
                <a:effectLst/>
                <a:uFillTx/>
                <a:latin typeface="Times New Roman"/>
              </a:defRPr>
            </a:lvl1pPr>
          </a:lstStyle>
          <a:p>
            <a:pPr indent="0" algn="r">
              <a:lnSpc>
                <a:spcPct val="100000"/>
              </a:lnSpc>
              <a:buNone/>
            </a:pPr>
            <a:fld id="{3414C110-E7EA-4B86-BA5A-0FB44C905B40}" type="slidenum">
              <a:rPr lang="de-DE"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Logo Farbe">
    <p:bg>
      <p:bgPr>
        <a:solidFill>
          <a:schemeClr val="lt1"/>
        </a:solidFill>
      </p:bgPr>
    </p:bg>
    <p:spTree>
      <p:nvGrpSpPr>
        <p:cNvPr id="1" name=""/>
        <p:cNvGrpSpPr/>
        <p:nvPr/>
      </p:nvGrpSpPr>
      <p:grpSpPr>
        <a:xfrm>
          <a:off x="0" y="0"/>
          <a:ext cx="0" cy="0"/>
          <a:chOff x="0" y="0"/>
          <a:chExt cx="0" cy="0"/>
        </a:xfrm>
      </p:grpSpPr>
      <p:sp>
        <p:nvSpPr>
          <p:cNvPr id="2" name="Freihandform: Form 11" hidden="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3" name="PlaceHolder 1"/>
          <p:cNvSpPr>
            <a:spLocks noGrp="1"/>
          </p:cNvSpPr>
          <p:nvPr>
            <p:ph type="body"/>
          </p:nvPr>
        </p:nvSpPr>
        <p:spPr>
          <a:xfrm>
            <a:off x="0" y="0"/>
            <a:ext cx="12191760" cy="6857640"/>
          </a:xfrm>
          <a:prstGeom prst="rect">
            <a:avLst/>
          </a:prstGeom>
          <a:solidFill>
            <a:srgbClr val="FED9C9"/>
          </a:solidFill>
          <a:ln w="0">
            <a:noFill/>
          </a:ln>
        </p:spPr>
        <p:txBody>
          <a:bodyPr lIns="90000" tIns="45000" rIns="90000" bIns="45000" anchor="t">
            <a:noAutofit/>
          </a:bodyPr>
          <a:lstStyle>
            <a:lvl1pPr indent="0" algn="l" defTabSz="914400">
              <a:lnSpc>
                <a:spcPct val="94000"/>
              </a:lnSpc>
              <a:tabLst>
                <a:tab pos="0" algn="l"/>
              </a:tabLst>
              <a:defRPr lang="de-DE" sz="1800" b="1" u="none" strike="noStrike">
                <a:solidFill>
                  <a:schemeClr val="lt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94000"/>
              </a:lnSpc>
              <a:tabLst>
                <a:tab pos="0" algn="l"/>
              </a:tabLst>
            </a:pPr>
            <a:r>
              <a:rPr lang="de-DE" sz="1800" b="1" u="none" strike="noStrike">
                <a:solidFill>
                  <a:schemeClr val="lt1"/>
                </a:solidFill>
                <a:effectLst/>
                <a:uFillTx/>
                <a:latin typeface="SRH Text"/>
              </a:rPr>
              <a:t>Click to edit the outline text format</a:t>
            </a:r>
            <a:endParaRPr lang="de-DE" sz="1800" b="1" u="none" strike="noStrike">
              <a:solidFill>
                <a:schemeClr val="lt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4" name="PlaceHolder 2"/>
          <p:cNvSpPr>
            <a:spLocks noGrp="1"/>
          </p:cNvSpPr>
          <p:nvPr>
            <p:ph type="title"/>
          </p:nvPr>
        </p:nvSpPr>
        <p:spPr>
          <a:xfrm>
            <a:off x="630000" y="1079640"/>
            <a:ext cx="7401240" cy="301788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4000" b="1" u="none" strike="noStrike">
                <a:solidFill>
                  <a:schemeClr val="lt1"/>
                </a:solidFill>
                <a:effectLst/>
                <a:uFillTx/>
                <a:latin typeface="SRH Headline"/>
                <a:ea typeface="SRH Headline"/>
              </a:defRPr>
            </a:lvl1pPr>
          </a:lstStyle>
          <a:p>
            <a:pPr indent="0" algn="l" defTabSz="914400">
              <a:lnSpc>
                <a:spcPct val="100000"/>
              </a:lnSpc>
              <a:buNone/>
              <a:tabLst>
                <a:tab pos="0" algn="l"/>
              </a:tabLst>
            </a:pPr>
            <a:r>
              <a:rPr lang="de-DE" sz="4000" b="1" u="none" strike="noStrike">
                <a:solidFill>
                  <a:schemeClr val="lt1"/>
                </a:solidFill>
                <a:effectLst/>
                <a:uFillTx/>
                <a:latin typeface="SRH Headline"/>
                <a:ea typeface="SRH Headline"/>
              </a:rPr>
              <a:t>Mastertitelformat bearbeiten</a:t>
            </a:r>
            <a:endParaRPr lang="de-DE" sz="4000" b="1" u="none" strike="noStrike">
              <a:solidFill>
                <a:schemeClr val="lt1"/>
              </a:solidFill>
              <a:effectLst/>
              <a:uFillTx/>
              <a:latin typeface="SRH Headline"/>
            </a:endParaRPr>
          </a:p>
        </p:txBody>
      </p:sp>
      <p:sp>
        <p:nvSpPr>
          <p:cNvPr id="5" name="PlaceHolder 3"/>
          <p:cNvSpPr>
            <a:spLocks noGrp="1"/>
          </p:cNvSpPr>
          <p:nvPr>
            <p:ph type="body"/>
          </p:nvPr>
        </p:nvSpPr>
        <p:spPr>
          <a:xfrm>
            <a:off x="9652680" y="622440"/>
            <a:ext cx="1985760" cy="5526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1550" b="1" u="none" strike="noStrike">
                <a:solidFill>
                  <a:schemeClr val="lt1"/>
                </a:solidFill>
                <a:effectLst/>
                <a:uFillTx/>
                <a:latin typeface="SRH Text"/>
                <a:ea typeface="SRH Text"/>
              </a:defRPr>
            </a:lvl1pPr>
          </a:lstStyle>
          <a:p>
            <a:pPr indent="0" algn="l" defTabSz="914400">
              <a:lnSpc>
                <a:spcPct val="94000"/>
              </a:lnSpc>
              <a:buNone/>
              <a:tabLst>
                <a:tab pos="0" algn="l"/>
              </a:tabLst>
            </a:pPr>
            <a:r>
              <a:rPr lang="de-DE" sz="1550" b="1" u="none" strike="noStrike">
                <a:solidFill>
                  <a:schemeClr val="lt1"/>
                </a:solidFill>
                <a:effectLst/>
                <a:uFillTx/>
                <a:latin typeface="SRH Text"/>
                <a:ea typeface="SRH Text"/>
              </a:rPr>
              <a:t>Mastertextformat bearbeiten</a:t>
            </a:r>
            <a:endParaRPr lang="de-DE" sz="1550" b="1" u="none" strike="noStrike">
              <a:solidFill>
                <a:schemeClr val="lt1"/>
              </a:solidFill>
              <a:effectLst/>
              <a:uFillTx/>
              <a:latin typeface="SRH Text"/>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Zwischenfolie Statements, Farbe">
    <p:bg>
      <p:bgPr>
        <a:solidFill>
          <a:schemeClr val="accent1"/>
        </a:solidFill>
      </p:bgPr>
    </p:bg>
    <p:spTree>
      <p:nvGrpSpPr>
        <p:cNvPr id="1" name=""/>
        <p:cNvGrpSpPr/>
        <p:nvPr/>
      </p:nvGrpSpPr>
      <p:grpSpPr>
        <a:xfrm>
          <a:off x="0" y="0"/>
          <a:ext cx="0" cy="0"/>
          <a:chOff x="0" y="0"/>
          <a:chExt cx="0" cy="0"/>
        </a:xfrm>
      </p:grpSpPr>
      <p:sp>
        <p:nvSpPr>
          <p:cNvPr id="6" name="Freihandform: Form 11" hidden="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7" name="Freihandform: Form 10"/>
          <p:cNvSpPr/>
          <p:nvPr/>
        </p:nvSpPr>
        <p:spPr>
          <a:xfrm>
            <a:off x="8211960" y="2802240"/>
            <a:ext cx="3989520" cy="4055400"/>
          </a:xfrm>
          <a:custGeom>
            <a:avLst/>
            <a:gdLst>
              <a:gd name="textAreaLeft" fmla="*/ 0 w 3989520"/>
              <a:gd name="textAreaRight" fmla="*/ 1436293800 w 3989520"/>
              <a:gd name="textAreaTop" fmla="*/ 0 h 4055400"/>
              <a:gd name="textAreaBottom" fmla="*/ 1460068200 h 4055400"/>
            </a:gdLst>
            <a:ahLst/>
            <a:cxnLst/>
            <a:rect l="textAreaLeft" t="textAreaTop" r="textAreaRight" b="textAreaBottom"/>
            <a:pathLst>
              <a:path w="3989705" h="4055745">
                <a:moveTo>
                  <a:pt x="3989705" y="0"/>
                </a:moveTo>
                <a:lnTo>
                  <a:pt x="3989705" y="2389210"/>
                </a:lnTo>
                <a:lnTo>
                  <a:pt x="3859000" y="2411148"/>
                </a:lnTo>
                <a:cubicBezTo>
                  <a:pt x="2993767" y="2575305"/>
                  <a:pt x="2648265" y="3036008"/>
                  <a:pt x="2529591" y="3871779"/>
                </a:cubicBezTo>
                <a:lnTo>
                  <a:pt x="2508283" y="4055745"/>
                </a:lnTo>
                <a:lnTo>
                  <a:pt x="0" y="4055745"/>
                </a:lnTo>
                <a:lnTo>
                  <a:pt x="22944" y="3788838"/>
                </a:lnTo>
                <a:cubicBezTo>
                  <a:pt x="290771" y="1521853"/>
                  <a:pt x="1510519" y="126892"/>
                  <a:pt x="3885553" y="4661"/>
                </a:cubicBezTo>
                <a:cubicBezTo>
                  <a:pt x="3907463" y="3232"/>
                  <a:pt x="3931933" y="1982"/>
                  <a:pt x="3958371" y="932"/>
                </a:cubicBezTo>
                <a:close/>
              </a:path>
            </a:pathLst>
          </a:custGeom>
          <a:solidFill>
            <a:srgbClr val="EEEDEC">
              <a:alpha val="19000"/>
            </a:srgbClr>
          </a:solidFill>
          <a:ln w="0">
            <a:noFill/>
          </a:ln>
        </p:spPr>
        <p:style>
          <a:lnRef idx="0"/>
          <a:fillRef idx="0"/>
          <a:effectRef idx="0"/>
          <a:fontRef idx="minor"/>
        </p:style>
        <p:txBody>
          <a:bodyPr numCol="1" spcCol="216000" lIns="0" tIns="2802240" rIns="3989520" bIns="6858000" anchor="ctr">
            <a:noAutofit/>
          </a:bodyPr>
          <a:p>
            <a:endParaRPr lang="de-DE" sz="1800" b="0" u="none" strike="noStrike">
              <a:solidFill>
                <a:schemeClr val="dk1"/>
              </a:solidFill>
              <a:effectLst/>
              <a:uFillTx/>
              <a:latin typeface="SRH"/>
            </a:endParaRPr>
          </a:p>
        </p:txBody>
      </p:sp>
      <p:sp>
        <p:nvSpPr>
          <p:cNvPr id="8" name="PlaceHolder 1"/>
          <p:cNvSpPr>
            <a:spLocks noGrp="1"/>
          </p:cNvSpPr>
          <p:nvPr>
            <p:ph type="title"/>
          </p:nvPr>
        </p:nvSpPr>
        <p:spPr>
          <a:xfrm>
            <a:off x="360000" y="2329200"/>
            <a:ext cx="11472840" cy="398052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4800" b="1" u="none" strike="noStrike">
                <a:solidFill>
                  <a:schemeClr val="lt1"/>
                </a:solidFill>
                <a:effectLst/>
                <a:uFillTx/>
                <a:latin typeface="SRH Headline"/>
                <a:ea typeface="SRH Headline"/>
              </a:defRPr>
            </a:lvl1pPr>
          </a:lstStyle>
          <a:p>
            <a:pPr indent="0" algn="l" defTabSz="914400">
              <a:lnSpc>
                <a:spcPct val="98000"/>
              </a:lnSpc>
              <a:buNone/>
              <a:tabLst>
                <a:tab pos="0" algn="l"/>
              </a:tabLst>
            </a:pPr>
            <a:r>
              <a:rPr lang="de-DE" sz="4800" b="1" u="none" strike="noStrike">
                <a:solidFill>
                  <a:schemeClr val="lt1"/>
                </a:solidFill>
                <a:effectLst/>
                <a:uFillTx/>
                <a:latin typeface="SRH Headline"/>
                <a:ea typeface="SRH Headline"/>
              </a:rPr>
              <a:t>Mastertitelformat bearbeiten</a:t>
            </a:r>
            <a:endParaRPr lang="de-DE" sz="4800" b="1" u="none" strike="noStrike">
              <a:solidFill>
                <a:schemeClr val="lt1"/>
              </a:solidFill>
              <a:effectLst/>
              <a:uFillTx/>
              <a:latin typeface="SRH Headline"/>
            </a:endParaRPr>
          </a:p>
        </p:txBody>
      </p:sp>
      <p:sp>
        <p:nvSpPr>
          <p:cNvPr id="9" name="PlaceHolder 2"/>
          <p:cNvSpPr>
            <a:spLocks noGrp="1"/>
          </p:cNvSpPr>
          <p:nvPr>
            <p:ph type="dt" idx="1"/>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en-CA" sz="900" b="1" u="none" strike="noStrike">
                <a:solidFill>
                  <a:schemeClr val="lt1"/>
                </a:solidFill>
                <a:effectLst/>
                <a:uFillTx/>
                <a:latin typeface="SRH Text"/>
                <a:ea typeface="SRH"/>
              </a:rPr>
              <a:t>&lt;date/time&gt;</a:t>
            </a:r>
            <a:endParaRPr lang="en-US" sz="900" b="0" u="none" strike="noStrike">
              <a:solidFill>
                <a:srgbClr val="FFFFFF"/>
              </a:solidFill>
              <a:effectLst/>
              <a:uFillTx/>
              <a:latin typeface="Times New Roman"/>
            </a:endParaRPr>
          </a:p>
        </p:txBody>
      </p:sp>
      <p:sp>
        <p:nvSpPr>
          <p:cNvPr id="10" name="PlaceHolder 3"/>
          <p:cNvSpPr>
            <a:spLocks noGrp="1"/>
          </p:cNvSpPr>
          <p:nvPr>
            <p:ph type="ftr" idx="2"/>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de-DE" sz="900" b="1" u="none" strike="noStrike">
                <a:solidFill>
                  <a:schemeClr val="lt1"/>
                </a:solidFill>
                <a:effectLst/>
                <a:uFillTx/>
                <a:latin typeface="SRH Text"/>
                <a:ea typeface="SRH"/>
              </a:rPr>
              <a:t>&lt;footer&gt;</a:t>
            </a:r>
            <a:endParaRPr lang="en-US" sz="900" b="0" u="none" strike="noStrike">
              <a:solidFill>
                <a:srgbClr val="FFFFFF"/>
              </a:solidFill>
              <a:effectLst/>
              <a:uFillTx/>
              <a:latin typeface="Times New Roman"/>
            </a:endParaRPr>
          </a:p>
        </p:txBody>
      </p:sp>
      <p:sp>
        <p:nvSpPr>
          <p:cNvPr id="11" name="PlaceHolder 4"/>
          <p:cNvSpPr>
            <a:spLocks noGrp="1"/>
          </p:cNvSpPr>
          <p:nvPr>
            <p:ph type="sldNum" idx="3"/>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chemeClr val="lt1"/>
                </a:solidFill>
                <a:effectLst/>
                <a:uFillTx/>
                <a:latin typeface="SRH Text"/>
                <a:ea typeface="SRH"/>
              </a:defRPr>
            </a:lvl1pPr>
          </a:lstStyle>
          <a:p>
            <a:pPr indent="0" algn="r" defTabSz="914400">
              <a:lnSpc>
                <a:spcPct val="100000"/>
              </a:lnSpc>
              <a:buNone/>
              <a:tabLst>
                <a:tab pos="0" algn="l"/>
              </a:tabLst>
            </a:pPr>
            <a:fld id="{F8130932-A025-4EF1-B2D6-D6C425A9769D}" type="slidenum">
              <a:rPr lang="de-DE" sz="1550" b="1" u="none" strike="noStrike">
                <a:solidFill>
                  <a:schemeClr val="lt1"/>
                </a:solidFill>
                <a:effectLst/>
                <a:uFillTx/>
                <a:latin typeface="SRH Text"/>
                <a:ea typeface="SRH"/>
              </a:rPr>
              <a:t>&lt;number&gt;</a:t>
            </a:fld>
            <a:endParaRPr lang="en-US" sz="1550" b="0" u="none" strike="noStrike">
              <a:solidFill>
                <a:srgbClr val="FFFFFF"/>
              </a:solidFill>
              <a:effectLst/>
              <a:uFillTx/>
              <a:latin typeface="Times New Roman"/>
            </a:endParaRPr>
          </a:p>
        </p:txBody>
      </p:sp>
      <p:pic>
        <p:nvPicPr>
          <p:cNvPr id="12" name="Grafik 6"/>
          <p:cNvPicPr/>
          <p:nvPr/>
        </p:nvPicPr>
        <p:blipFill>
          <a:blip r:embed="rId2">
            <a:extLst>
              <a:ext uri="{96DAC541-7B7A-43D3-8B79-37D633B846F1}">
                <asvg:svgBlip xmlns:asvg="http://schemas.microsoft.com/office/drawing/2016/SVG/main" r:embed="rId3"/>
              </a:ext>
            </a:extLst>
          </a:blip>
          <a:stretch/>
        </p:blipFill>
        <p:spPr>
          <a:xfrm>
            <a:off x="10877400" y="358920"/>
            <a:ext cx="950400" cy="736920"/>
          </a:xfrm>
          <a:prstGeom prst="rect">
            <a:avLst/>
          </a:prstGeom>
          <a:noFill/>
          <a:ln w="0">
            <a:noFill/>
          </a:ln>
        </p:spPr>
      </p:pic>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2 Text, 1/2 Bild">
    <p:bg>
      <p:bgPr>
        <a:solidFill>
          <a:schemeClr val="lt1"/>
        </a:solidFill>
      </p:bgPr>
    </p:bg>
    <p:spTree>
      <p:nvGrpSpPr>
        <p:cNvPr id="1" name=""/>
        <p:cNvGrpSpPr/>
        <p:nvPr/>
      </p:nvGrpSpPr>
      <p:grpSpPr>
        <a:xfrm>
          <a:off x="0" y="0"/>
          <a:ext cx="0" cy="0"/>
          <a:chOff x="0" y="0"/>
          <a:chExt cx="0" cy="0"/>
        </a:xfrm>
      </p:grpSpPr>
      <p:sp>
        <p:nvSpPr>
          <p:cNvPr id="13"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14" name="PlaceHolder 1"/>
          <p:cNvSpPr>
            <a:spLocks noGrp="1"/>
          </p:cNvSpPr>
          <p:nvPr>
            <p:ph type="body"/>
          </p:nvPr>
        </p:nvSpPr>
        <p:spPr>
          <a:xfrm>
            <a:off x="6095880" y="0"/>
            <a:ext cx="6095520" cy="6857640"/>
          </a:xfrm>
          <a:prstGeom prst="rect">
            <a:avLst/>
          </a:prstGeom>
          <a:solidFill>
            <a:srgbClr val="FED9C9"/>
          </a:solidFill>
          <a:ln w="0">
            <a:noFill/>
          </a:ln>
        </p:spPr>
        <p:txBody>
          <a:bodyPr lIns="90000" tIns="45000" rIns="90000" bIns="45000" anchor="t">
            <a:noAutofit/>
          </a:bodyPr>
          <a:lstStyle>
            <a:lvl1pPr indent="0" algn="l" defTabSz="914400">
              <a:lnSpc>
                <a:spcPct val="110000"/>
              </a:lnSpc>
              <a:spcBef>
                <a:spcPts val="1199"/>
              </a:spcBef>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15" name="Zeichen" hidden="1"/>
          <p:cNvSpPr/>
          <p:nvPr/>
        </p:nvSpPr>
        <p:spPr>
          <a:xfrm>
            <a:off x="8202960" y="2802240"/>
            <a:ext cx="3988800" cy="4055400"/>
          </a:xfrm>
          <a:custGeom>
            <a:avLst/>
            <a:gdLst>
              <a:gd name="textAreaLeft" fmla="*/ 0 w 3988800"/>
              <a:gd name="textAreaRight" fmla="*/ 1436065200 w 3988800"/>
              <a:gd name="textAreaTop" fmla="*/ 0 h 4055400"/>
              <a:gd name="textAreaBottom" fmla="*/ 1460068200 h 405540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9160" bIns="6858000" anchor="ctr">
            <a:noAutofit/>
          </a:bodyPr>
          <a:p>
            <a:endParaRPr lang="de-DE" sz="1800" b="0" u="none" strike="noStrike">
              <a:solidFill>
                <a:schemeClr val="dk1"/>
              </a:solidFill>
              <a:effectLst/>
              <a:uFillTx/>
              <a:latin typeface="SRH"/>
            </a:endParaRPr>
          </a:p>
        </p:txBody>
      </p:sp>
      <p:sp>
        <p:nvSpPr>
          <p:cNvPr id="16" name="PlaceHolder 2"/>
          <p:cNvSpPr>
            <a:spLocks noGrp="1"/>
          </p:cNvSpPr>
          <p:nvPr>
            <p:ph type="title"/>
          </p:nvPr>
        </p:nvSpPr>
        <p:spPr>
          <a:xfrm>
            <a:off x="360000" y="358920"/>
            <a:ext cx="5367240" cy="8348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17" name="PlaceHolder 3"/>
          <p:cNvSpPr>
            <a:spLocks noGrp="1"/>
          </p:cNvSpPr>
          <p:nvPr>
            <p:ph type="body"/>
          </p:nvPr>
        </p:nvSpPr>
        <p:spPr>
          <a:xfrm>
            <a:off x="367560" y="1728000"/>
            <a:ext cx="5367240" cy="423000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
        <p:nvSpPr>
          <p:cNvPr id="18" name="PlaceHolder 4"/>
          <p:cNvSpPr>
            <a:spLocks noGrp="1"/>
          </p:cNvSpPr>
          <p:nvPr>
            <p:ph type="dt" idx="4"/>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9" name="PlaceHolder 5"/>
          <p:cNvSpPr>
            <a:spLocks noGrp="1"/>
          </p:cNvSpPr>
          <p:nvPr>
            <p:ph type="ftr" idx="5"/>
          </p:nvPr>
        </p:nvSpPr>
        <p:spPr>
          <a:xfrm>
            <a:off x="1319400" y="6356520"/>
            <a:ext cx="441540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20" name="PlaceHolder 6"/>
          <p:cNvSpPr>
            <a:spLocks noGrp="1"/>
          </p:cNvSpPr>
          <p:nvPr>
            <p:ph type="sldNum" idx="6"/>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4FB5E3A9-1D80-4BE4-85C5-291E80531F99}"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1" name="PlaceHolder 7"/>
          <p:cNvSpPr>
            <a:spLocks noGrp="1"/>
          </p:cNvSpPr>
          <p:nvPr>
            <p:ph type="body"/>
          </p:nvPr>
        </p:nvSpPr>
        <p:spPr>
          <a:xfrm>
            <a:off x="10877400" y="358920"/>
            <a:ext cx="950400" cy="736920"/>
          </a:xfrm>
          <a:prstGeom prst="rect">
            <a:avLst/>
          </a:prstGeom>
          <a:blipFill rotWithShape="0">
            <a:blip r:embed="rId2">
              <a:extLst>
                <a:ext uri="{96DAC541-7B7A-43D3-8B79-37D633B846F1}">
                  <asvg:svgBlip xmlns:asvg="http://schemas.microsoft.com/office/drawing/2016/SVG/main" r:embed="rId3"/>
                </a:ext>
              </a:extLst>
            </a:blip>
            <a:stretch/>
          </a:blipFill>
          <a:ln w="0">
            <a:noFill/>
          </a:ln>
        </p:spPr>
        <p:txBody>
          <a:bodyPr numCol="1" spcCol="216000" lIns="0" tIns="0" rIns="0" bIns="0" anchor="ctr">
            <a:noAutofit/>
          </a:bodyPr>
          <a:lstStyle>
            <a:lvl1pPr indent="0" algn="l" defTabSz="914400">
              <a:lnSpc>
                <a:spcPct val="110000"/>
              </a:lnSpc>
              <a:spcBef>
                <a:spcPts val="1199"/>
              </a:spcBef>
              <a:tabLst>
                <a:tab pos="0" algn="l"/>
              </a:tabLst>
              <a:defRPr lang="de-DE" sz="1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00" b="1" u="none" strike="noStrike">
                <a:solidFill>
                  <a:schemeClr val="accent1"/>
                </a:solidFill>
                <a:effectLst/>
                <a:uFillTx/>
                <a:latin typeface="SRH Headline"/>
              </a:defRPr>
            </a:lvl7pPr>
          </a:lstStyle>
          <a:p>
            <a:pPr indent="0" algn="l" defTabSz="914400">
              <a:lnSpc>
                <a:spcPct val="110000"/>
              </a:lnSpc>
              <a:spcBef>
                <a:spcPts val="1199"/>
              </a:spcBef>
              <a:tabLst>
                <a:tab pos="0" algn="l"/>
              </a:tabLst>
            </a:pPr>
            <a:r>
              <a:rPr lang="de-DE" sz="100" b="0" u="none" strike="noStrike">
                <a:solidFill>
                  <a:schemeClr val="dk1"/>
                </a:solidFill>
                <a:effectLst/>
                <a:uFillTx/>
                <a:latin typeface="SRH Text"/>
              </a:rPr>
              <a:t>Click to edit the outline text format</a:t>
            </a:r>
            <a:endParaRPr lang="de-DE" sz="1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00" b="0" u="none" strike="noStrike">
                <a:solidFill>
                  <a:schemeClr val="dk1"/>
                </a:solidFill>
                <a:effectLst/>
                <a:uFillTx/>
                <a:latin typeface="SRH Text"/>
              </a:rPr>
              <a:t>Second Outline Level</a:t>
            </a:r>
            <a:endParaRPr lang="de-DE" sz="1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00" b="0" u="none" strike="noStrike">
                <a:solidFill>
                  <a:schemeClr val="dk1"/>
                </a:solidFill>
                <a:effectLst/>
                <a:uFillTx/>
                <a:latin typeface="SRH Text"/>
              </a:rPr>
              <a:t>Third Outline Level</a:t>
            </a:r>
            <a:endParaRPr lang="de-DE" sz="1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00" b="1" u="none" strike="noStrike">
                <a:solidFill>
                  <a:schemeClr val="accent1"/>
                </a:solidFill>
                <a:effectLst/>
                <a:uFillTx/>
                <a:latin typeface="SRH Text"/>
              </a:rPr>
              <a:t>Fourth Outline Level</a:t>
            </a:r>
            <a:endParaRPr lang="de-DE" sz="1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00" b="1" u="none" strike="noStrike">
                <a:solidFill>
                  <a:schemeClr val="dk1"/>
                </a:solidFill>
                <a:effectLst/>
                <a:uFillTx/>
                <a:latin typeface="SRH Headline"/>
              </a:rPr>
              <a:t>Fifth Outline Level</a:t>
            </a:r>
            <a:endParaRPr lang="de-DE" sz="1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00" b="0" u="none" strike="noStrike">
                <a:solidFill>
                  <a:schemeClr val="dk1"/>
                </a:solidFill>
                <a:effectLst/>
                <a:uFillTx/>
                <a:latin typeface="SRH Headline"/>
              </a:rPr>
              <a:t>Sixth Outline Level</a:t>
            </a:r>
            <a:endParaRPr lang="de-DE" sz="1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00" b="1" u="none" strike="noStrike">
                <a:solidFill>
                  <a:schemeClr val="accent1"/>
                </a:solidFill>
                <a:effectLst/>
                <a:uFillTx/>
                <a:latin typeface="SRH Headline"/>
              </a:rPr>
              <a:t>Seventh Outline Level</a:t>
            </a:r>
            <a:endParaRPr lang="de-DE" sz="100" b="1" u="none" strike="noStrike">
              <a:solidFill>
                <a:schemeClr val="accent1"/>
              </a:solidFill>
              <a:effectLst/>
              <a:uFillTx/>
              <a:latin typeface="SRH Headline"/>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3 Text, 1/3 Bild">
    <p:bg>
      <p:bgPr>
        <a:solidFill>
          <a:schemeClr val="lt1"/>
        </a:solidFill>
      </p:bgPr>
    </p:bg>
    <p:spTree>
      <p:nvGrpSpPr>
        <p:cNvPr id="1" name=""/>
        <p:cNvGrpSpPr/>
        <p:nvPr/>
      </p:nvGrpSpPr>
      <p:grpSpPr>
        <a:xfrm>
          <a:off x="0" y="0"/>
          <a:ext cx="0" cy="0"/>
          <a:chOff x="0" y="0"/>
          <a:chExt cx="0" cy="0"/>
        </a:xfrm>
      </p:grpSpPr>
      <p:sp>
        <p:nvSpPr>
          <p:cNvPr id="22"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23" name="Zeichen" hidden="1"/>
          <p:cNvSpPr/>
          <p:nvPr/>
        </p:nvSpPr>
        <p:spPr>
          <a:xfrm>
            <a:off x="8202960" y="2802240"/>
            <a:ext cx="3988800" cy="4055400"/>
          </a:xfrm>
          <a:custGeom>
            <a:avLst/>
            <a:gdLst>
              <a:gd name="textAreaLeft" fmla="*/ 0 w 3988800"/>
              <a:gd name="textAreaRight" fmla="*/ 1436065200 w 3988800"/>
              <a:gd name="textAreaTop" fmla="*/ 0 h 4055400"/>
              <a:gd name="textAreaBottom" fmla="*/ 1460068200 h 405540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9160" bIns="6858000" anchor="ctr">
            <a:noAutofit/>
          </a:bodyPr>
          <a:p>
            <a:endParaRPr lang="de-DE" sz="1800" b="0" u="none" strike="noStrike">
              <a:solidFill>
                <a:schemeClr val="dk1"/>
              </a:solidFill>
              <a:effectLst/>
              <a:uFillTx/>
              <a:latin typeface="SRH"/>
            </a:endParaRPr>
          </a:p>
        </p:txBody>
      </p:sp>
      <p:sp>
        <p:nvSpPr>
          <p:cNvPr id="24" name="PlaceHolder 1"/>
          <p:cNvSpPr>
            <a:spLocks noGrp="1"/>
          </p:cNvSpPr>
          <p:nvPr>
            <p:ph type="title"/>
          </p:nvPr>
        </p:nvSpPr>
        <p:spPr>
          <a:xfrm>
            <a:off x="360000" y="358920"/>
            <a:ext cx="9165240" cy="8348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25" name="PlaceHolder 2"/>
          <p:cNvSpPr>
            <a:spLocks noGrp="1"/>
          </p:cNvSpPr>
          <p:nvPr>
            <p:ph type="body"/>
          </p:nvPr>
        </p:nvSpPr>
        <p:spPr>
          <a:xfrm>
            <a:off x="367560" y="1728000"/>
            <a:ext cx="7520040" cy="423000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
        <p:nvSpPr>
          <p:cNvPr id="26" name="PlaceHolder 3"/>
          <p:cNvSpPr>
            <a:spLocks noGrp="1"/>
          </p:cNvSpPr>
          <p:nvPr>
            <p:ph type="dt" idx="7"/>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27" name="PlaceHolder 4"/>
          <p:cNvSpPr>
            <a:spLocks noGrp="1"/>
          </p:cNvSpPr>
          <p:nvPr>
            <p:ph type="ftr" idx="8"/>
          </p:nvPr>
        </p:nvSpPr>
        <p:spPr>
          <a:xfrm>
            <a:off x="1319400" y="6356520"/>
            <a:ext cx="441540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28" name="PlaceHolder 5"/>
          <p:cNvSpPr>
            <a:spLocks noGrp="1"/>
          </p:cNvSpPr>
          <p:nvPr>
            <p:ph type="sldNum" idx="9"/>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1DA9FCDB-3970-495C-8EB6-FB63A984E0F2}"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9" name="PlaceHolder 6"/>
          <p:cNvSpPr>
            <a:spLocks noGrp="1"/>
          </p:cNvSpPr>
          <p:nvPr>
            <p:ph type="body"/>
          </p:nvPr>
        </p:nvSpPr>
        <p:spPr>
          <a:xfrm>
            <a:off x="8247960" y="1728000"/>
            <a:ext cx="3584160" cy="4230000"/>
          </a:xfrm>
          <a:prstGeom prst="rect">
            <a:avLst/>
          </a:prstGeom>
          <a:solidFill>
            <a:srgbClr val="FED9C9"/>
          </a:solidFill>
          <a:ln w="0">
            <a:noFill/>
          </a:ln>
        </p:spPr>
        <p:txBody>
          <a:bodyPr lIns="90000" tIns="45000" rIns="90000" bIns="45000" anchor="t">
            <a:noAutofit/>
          </a:bodyPr>
          <a:lstStyle>
            <a:lvl1pPr indent="0" algn="l" defTabSz="914400">
              <a:lnSpc>
                <a:spcPct val="110000"/>
              </a:lnSpc>
              <a:spcBef>
                <a:spcPts val="1199"/>
              </a:spcBef>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2/3 Text, 1/3 Bild im Anschnitt">
    <p:bg>
      <p:bgPr>
        <a:solidFill>
          <a:schemeClr val="lt1"/>
        </a:solidFill>
      </p:bgPr>
    </p:bg>
    <p:spTree>
      <p:nvGrpSpPr>
        <p:cNvPr id="1" name=""/>
        <p:cNvGrpSpPr/>
        <p:nvPr/>
      </p:nvGrpSpPr>
      <p:grpSpPr>
        <a:xfrm>
          <a:off x="0" y="0"/>
          <a:ext cx="0" cy="0"/>
          <a:chOff x="0" y="0"/>
          <a:chExt cx="0" cy="0"/>
        </a:xfrm>
      </p:grpSpPr>
      <p:sp>
        <p:nvSpPr>
          <p:cNvPr id="30"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31" name="Zeichen" hidden="1"/>
          <p:cNvSpPr/>
          <p:nvPr/>
        </p:nvSpPr>
        <p:spPr>
          <a:xfrm>
            <a:off x="8202960" y="2802240"/>
            <a:ext cx="3988800" cy="4055400"/>
          </a:xfrm>
          <a:custGeom>
            <a:avLst/>
            <a:gdLst>
              <a:gd name="textAreaLeft" fmla="*/ 0 w 3988800"/>
              <a:gd name="textAreaRight" fmla="*/ 1436065200 w 3988800"/>
              <a:gd name="textAreaTop" fmla="*/ 0 h 4055400"/>
              <a:gd name="textAreaBottom" fmla="*/ 1460068200 h 405540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9160" bIns="6858000" anchor="ctr">
            <a:noAutofit/>
          </a:bodyPr>
          <a:p>
            <a:endParaRPr lang="de-DE" sz="1800" b="0" u="none" strike="noStrike">
              <a:solidFill>
                <a:schemeClr val="dk1"/>
              </a:solidFill>
              <a:effectLst/>
              <a:uFillTx/>
              <a:latin typeface="SRH"/>
            </a:endParaRPr>
          </a:p>
        </p:txBody>
      </p:sp>
      <p:sp>
        <p:nvSpPr>
          <p:cNvPr id="32" name="PlaceHolder 1"/>
          <p:cNvSpPr>
            <a:spLocks noGrp="1"/>
          </p:cNvSpPr>
          <p:nvPr>
            <p:ph type="title"/>
          </p:nvPr>
        </p:nvSpPr>
        <p:spPr>
          <a:xfrm>
            <a:off x="360000" y="358920"/>
            <a:ext cx="9165240" cy="8348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33" name="PlaceHolder 2"/>
          <p:cNvSpPr>
            <a:spLocks noGrp="1"/>
          </p:cNvSpPr>
          <p:nvPr>
            <p:ph type="body"/>
          </p:nvPr>
        </p:nvSpPr>
        <p:spPr>
          <a:xfrm>
            <a:off x="367560" y="1728000"/>
            <a:ext cx="7520040" cy="423000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
        <p:nvSpPr>
          <p:cNvPr id="34" name="PlaceHolder 3"/>
          <p:cNvSpPr>
            <a:spLocks noGrp="1"/>
          </p:cNvSpPr>
          <p:nvPr>
            <p:ph type="dt" idx="10"/>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35" name="PlaceHolder 4"/>
          <p:cNvSpPr>
            <a:spLocks noGrp="1"/>
          </p:cNvSpPr>
          <p:nvPr>
            <p:ph type="ftr" idx="11"/>
          </p:nvPr>
        </p:nvSpPr>
        <p:spPr>
          <a:xfrm>
            <a:off x="1319400" y="6356520"/>
            <a:ext cx="441540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36" name="PlaceHolder 5"/>
          <p:cNvSpPr>
            <a:spLocks noGrp="1"/>
          </p:cNvSpPr>
          <p:nvPr>
            <p:ph type="sldNum" idx="12"/>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0BEC4C4A-D9CB-4E7E-921F-F188251A40FC}"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37" name="PlaceHolder 6"/>
          <p:cNvSpPr>
            <a:spLocks noGrp="1"/>
          </p:cNvSpPr>
          <p:nvPr>
            <p:ph type="body"/>
          </p:nvPr>
        </p:nvSpPr>
        <p:spPr>
          <a:xfrm>
            <a:off x="8247960" y="1728000"/>
            <a:ext cx="3943800" cy="4230000"/>
          </a:xfrm>
          <a:prstGeom prst="rect">
            <a:avLst/>
          </a:prstGeom>
          <a:solidFill>
            <a:srgbClr val="FED9C9"/>
          </a:solidFill>
          <a:ln w="0">
            <a:noFill/>
          </a:ln>
        </p:spPr>
        <p:txBody>
          <a:bodyPr lIns="90000" tIns="45000" rIns="90000" bIns="45000" anchor="t">
            <a:noAutofit/>
          </a:bodyPr>
          <a:lstStyle>
            <a:lvl1pPr indent="0" algn="l" defTabSz="914400">
              <a:lnSpc>
                <a:spcPct val="110000"/>
              </a:lnSpc>
              <a:spcBef>
                <a:spcPts val="1199"/>
              </a:spcBef>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1 Inhalt auf warm grey">
    <p:bg>
      <p:bgPr>
        <a:solidFill>
          <a:schemeClr val="lt1"/>
        </a:solidFill>
      </p:bgPr>
    </p:bg>
    <p:spTree>
      <p:nvGrpSpPr>
        <p:cNvPr id="1" name=""/>
        <p:cNvGrpSpPr/>
        <p:nvPr/>
      </p:nvGrpSpPr>
      <p:grpSpPr>
        <a:xfrm>
          <a:off x="0" y="0"/>
          <a:ext cx="0" cy="0"/>
          <a:chOff x="0" y="0"/>
          <a:chExt cx="0" cy="0"/>
        </a:xfrm>
      </p:grpSpPr>
      <p:sp>
        <p:nvSpPr>
          <p:cNvPr id="38"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39" name="Rechteck 9"/>
          <p:cNvSpPr/>
          <p:nvPr/>
        </p:nvSpPr>
        <p:spPr>
          <a:xfrm>
            <a:off x="0" y="1405800"/>
            <a:ext cx="12191760" cy="5451840"/>
          </a:xfrm>
          <a:prstGeom prst="rect">
            <a:avLst/>
          </a:prstGeom>
          <a:solidFill>
            <a:srgbClr val="EEEDEC"/>
          </a:solidFill>
          <a:ln w="0">
            <a:noFill/>
          </a:ln>
        </p:spPr>
        <p:style>
          <a:lnRef idx="0"/>
          <a:fillRef idx="0"/>
          <a:effectRef idx="0"/>
          <a:fontRef idx="minor"/>
        </p:style>
        <p:txBody>
          <a:bodyPr numCol="1" spcCol="216000" anchor="ctr">
            <a:noAutofit/>
          </a:bodyPr>
          <a:p>
            <a:endParaRPr lang="de-DE" sz="1800" b="0" u="none" strike="noStrike">
              <a:solidFill>
                <a:srgbClr val="FFFFFF"/>
              </a:solidFill>
              <a:effectLst/>
              <a:uFillTx/>
              <a:latin typeface="SRH"/>
            </a:endParaRPr>
          </a:p>
        </p:txBody>
      </p:sp>
      <p:sp>
        <p:nvSpPr>
          <p:cNvPr id="40" name="Freihandform: Form 28"/>
          <p:cNvSpPr/>
          <p:nvPr/>
        </p:nvSpPr>
        <p:spPr>
          <a:xfrm>
            <a:off x="8202960" y="2802240"/>
            <a:ext cx="3988800" cy="4055400"/>
          </a:xfrm>
          <a:custGeom>
            <a:avLst/>
            <a:gdLst>
              <a:gd name="textAreaLeft" fmla="*/ 0 w 3988800"/>
              <a:gd name="textAreaRight" fmla="*/ 1436065200 w 3988800"/>
              <a:gd name="textAreaTop" fmla="*/ 0 h 4055400"/>
              <a:gd name="textAreaBottom" fmla="*/ 1460068200 h 405540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6E3E2"/>
          </a:solidFill>
          <a:ln w="0">
            <a:noFill/>
          </a:ln>
        </p:spPr>
        <p:style>
          <a:lnRef idx="0"/>
          <a:fillRef idx="0"/>
          <a:effectRef idx="0"/>
          <a:fontRef idx="minor"/>
        </p:style>
        <p:txBody>
          <a:bodyPr numCol="1" spcCol="216000" lIns="0" tIns="2802240" rIns="3989160" bIns="6858000" anchor="ctr">
            <a:noAutofit/>
          </a:bodyPr>
          <a:p>
            <a:endParaRPr lang="de-DE" sz="1800" b="0" u="none" strike="noStrike">
              <a:solidFill>
                <a:schemeClr val="dk1"/>
              </a:solidFill>
              <a:effectLst/>
              <a:uFillTx/>
              <a:latin typeface="SRH"/>
            </a:endParaRPr>
          </a:p>
        </p:txBody>
      </p:sp>
      <p:sp>
        <p:nvSpPr>
          <p:cNvPr id="41" name="PlaceHolder 1"/>
          <p:cNvSpPr>
            <a:spLocks noGrp="1"/>
          </p:cNvSpPr>
          <p:nvPr>
            <p:ph type="title"/>
          </p:nvPr>
        </p:nvSpPr>
        <p:spPr>
          <a:xfrm>
            <a:off x="360000" y="358920"/>
            <a:ext cx="9158400" cy="8348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42" name="PlaceHolder 2"/>
          <p:cNvSpPr>
            <a:spLocks noGrp="1"/>
          </p:cNvSpPr>
          <p:nvPr>
            <p:ph type="body"/>
          </p:nvPr>
        </p:nvSpPr>
        <p:spPr>
          <a:xfrm>
            <a:off x="359280" y="1728000"/>
            <a:ext cx="9158400" cy="423000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
        <p:nvSpPr>
          <p:cNvPr id="43" name="PlaceHolder 3"/>
          <p:cNvSpPr>
            <a:spLocks noGrp="1"/>
          </p:cNvSpPr>
          <p:nvPr>
            <p:ph type="dt" idx="13"/>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44" name="PlaceHolder 4"/>
          <p:cNvSpPr>
            <a:spLocks noGrp="1"/>
          </p:cNvSpPr>
          <p:nvPr>
            <p:ph type="ftr" idx="14"/>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45" name="PlaceHolder 5"/>
          <p:cNvSpPr>
            <a:spLocks noGrp="1"/>
          </p:cNvSpPr>
          <p:nvPr>
            <p:ph type="sldNum" idx="15"/>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245E5766-8660-4003-899D-4EF8D4E12AAB}"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agramme auf warm grey">
    <p:bg>
      <p:bgPr>
        <a:solidFill>
          <a:schemeClr val="lt1"/>
        </a:solidFill>
      </p:bgPr>
    </p:bg>
    <p:spTree>
      <p:nvGrpSpPr>
        <p:cNvPr id="1" name=""/>
        <p:cNvGrpSpPr/>
        <p:nvPr/>
      </p:nvGrpSpPr>
      <p:grpSpPr>
        <a:xfrm>
          <a:off x="0" y="0"/>
          <a:ext cx="0" cy="0"/>
          <a:chOff x="0" y="0"/>
          <a:chExt cx="0" cy="0"/>
        </a:xfrm>
      </p:grpSpPr>
      <p:sp>
        <p:nvSpPr>
          <p:cNvPr id="46"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47" name="Rechteck 13"/>
          <p:cNvSpPr/>
          <p:nvPr/>
        </p:nvSpPr>
        <p:spPr>
          <a:xfrm>
            <a:off x="0" y="1405800"/>
            <a:ext cx="12191760" cy="5451840"/>
          </a:xfrm>
          <a:prstGeom prst="rect">
            <a:avLst/>
          </a:prstGeom>
          <a:solidFill>
            <a:srgbClr val="EEEDEC"/>
          </a:solidFill>
          <a:ln w="0">
            <a:noFill/>
          </a:ln>
        </p:spPr>
        <p:style>
          <a:lnRef idx="0"/>
          <a:fillRef idx="0"/>
          <a:effectRef idx="0"/>
          <a:fontRef idx="minor"/>
        </p:style>
        <p:txBody>
          <a:bodyPr numCol="1" spcCol="216000" anchor="ctr">
            <a:noAutofit/>
          </a:bodyPr>
          <a:p>
            <a:endParaRPr lang="de-DE" sz="1800" b="0" u="none" strike="noStrike">
              <a:solidFill>
                <a:srgbClr val="FFFFFF"/>
              </a:solidFill>
              <a:effectLst/>
              <a:uFillTx/>
              <a:latin typeface="SRH"/>
            </a:endParaRPr>
          </a:p>
        </p:txBody>
      </p:sp>
      <p:sp>
        <p:nvSpPr>
          <p:cNvPr id="48" name="PlaceHolder 1"/>
          <p:cNvSpPr>
            <a:spLocks noGrp="1"/>
          </p:cNvSpPr>
          <p:nvPr>
            <p:ph type="title"/>
          </p:nvPr>
        </p:nvSpPr>
        <p:spPr>
          <a:xfrm>
            <a:off x="360000" y="358920"/>
            <a:ext cx="9156960" cy="8348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49" name="PlaceHolder 2"/>
          <p:cNvSpPr>
            <a:spLocks noGrp="1"/>
          </p:cNvSpPr>
          <p:nvPr>
            <p:ph type="body"/>
          </p:nvPr>
        </p:nvSpPr>
        <p:spPr>
          <a:xfrm>
            <a:off x="2048040" y="1943640"/>
            <a:ext cx="3868200" cy="3204000"/>
          </a:xfrm>
          <a:prstGeom prst="rect">
            <a:avLst/>
          </a:prstGeom>
          <a:noFill/>
          <a:ln w="0">
            <a:noFill/>
          </a:ln>
        </p:spPr>
        <p:txBody>
          <a:bodyPr numCol="1" spcCol="216000" lIns="0" tIns="0" rIns="0" bIns="0" anchor="ctr">
            <a:noAutofit/>
          </a:bodyPr>
          <a:lstStyle>
            <a:lvl1pPr indent="0" algn="l" defTabSz="914400">
              <a:lnSpc>
                <a:spcPct val="110000"/>
              </a:lnSpc>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50" name="PlaceHolder 3"/>
          <p:cNvSpPr>
            <a:spLocks noGrp="1"/>
          </p:cNvSpPr>
          <p:nvPr>
            <p:ph type="dt" idx="16"/>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51" name="PlaceHolder 4"/>
          <p:cNvSpPr>
            <a:spLocks noGrp="1"/>
          </p:cNvSpPr>
          <p:nvPr>
            <p:ph type="ftr" idx="17"/>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52" name="PlaceHolder 5"/>
          <p:cNvSpPr>
            <a:spLocks noGrp="1"/>
          </p:cNvSpPr>
          <p:nvPr>
            <p:ph type="sldNum" idx="18"/>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19ADED64-CBA7-4293-A6BE-4BA053F2D674}"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53" name="PlaceHolder 6"/>
          <p:cNvSpPr>
            <a:spLocks noGrp="1"/>
          </p:cNvSpPr>
          <p:nvPr>
            <p:ph type="body"/>
          </p:nvPr>
        </p:nvSpPr>
        <p:spPr>
          <a:xfrm>
            <a:off x="2048040" y="5212800"/>
            <a:ext cx="3868200" cy="738720"/>
          </a:xfrm>
          <a:prstGeom prst="rect">
            <a:avLst/>
          </a:prstGeom>
          <a:noFill/>
          <a:ln w="0">
            <a:noFill/>
          </a:ln>
        </p:spPr>
        <p:txBody>
          <a:bodyPr numCol="1" spcCol="216000" lIns="0" tIns="0" rIns="0" bIns="0" anchor="t">
            <a:noAutofit/>
          </a:bodyPr>
          <a:lstStyle>
            <a:lvl1pPr indent="0" algn="ctr" defTabSz="914400">
              <a:lnSpc>
                <a:spcPct val="110000"/>
              </a:lnSpc>
              <a:buNone/>
              <a:tabLst>
                <a:tab pos="0" algn="l"/>
              </a:tabLst>
              <a:defRPr lang="de-DE" sz="1400" b="0" u="none" strike="noStrike">
                <a:solidFill>
                  <a:schemeClr val="dk1"/>
                </a:solidFill>
                <a:effectLst/>
                <a:uFillTx/>
                <a:latin typeface="SRH Text"/>
                <a:ea typeface="SRH Text"/>
              </a:defRPr>
            </a:lvl1pPr>
          </a:lstStyle>
          <a:p>
            <a:pPr indent="0" algn="ctr" defTabSz="914400">
              <a:lnSpc>
                <a:spcPct val="110000"/>
              </a:lnSpc>
              <a:buNone/>
              <a:tabLst>
                <a:tab pos="0" algn="l"/>
              </a:tabLst>
            </a:pPr>
            <a:r>
              <a:rPr lang="de-DE" sz="1400" b="0" u="none" strike="noStrike">
                <a:solidFill>
                  <a:schemeClr val="dk1"/>
                </a:solidFill>
                <a:effectLst/>
                <a:uFillTx/>
                <a:latin typeface="SRH Text"/>
                <a:ea typeface="SRH Text"/>
              </a:rPr>
              <a:t>Mastertextformat bearbeiten</a:t>
            </a:r>
            <a:endParaRPr lang="de-DE" sz="1400" b="0" u="none" strike="noStrike">
              <a:solidFill>
                <a:schemeClr val="dk1"/>
              </a:solidFill>
              <a:effectLst/>
              <a:uFillTx/>
              <a:latin typeface="SRH Text"/>
            </a:endParaRPr>
          </a:p>
        </p:txBody>
      </p:sp>
      <p:sp>
        <p:nvSpPr>
          <p:cNvPr id="54" name="PlaceHolder 7"/>
          <p:cNvSpPr>
            <a:spLocks noGrp="1"/>
          </p:cNvSpPr>
          <p:nvPr>
            <p:ph type="body"/>
          </p:nvPr>
        </p:nvSpPr>
        <p:spPr>
          <a:xfrm>
            <a:off x="6275880" y="5212800"/>
            <a:ext cx="3868200" cy="738720"/>
          </a:xfrm>
          <a:prstGeom prst="rect">
            <a:avLst/>
          </a:prstGeom>
          <a:noFill/>
          <a:ln w="0">
            <a:noFill/>
          </a:ln>
        </p:spPr>
        <p:txBody>
          <a:bodyPr numCol="1" spcCol="216000" lIns="0" tIns="0" rIns="0" bIns="0" anchor="t">
            <a:noAutofit/>
          </a:bodyPr>
          <a:lstStyle>
            <a:lvl1pPr indent="0" algn="ctr" defTabSz="914400">
              <a:lnSpc>
                <a:spcPct val="110000"/>
              </a:lnSpc>
              <a:buNone/>
              <a:tabLst>
                <a:tab pos="0" algn="l"/>
              </a:tabLst>
              <a:defRPr lang="de-DE" sz="1400" b="0" u="none" strike="noStrike">
                <a:solidFill>
                  <a:schemeClr val="dk1"/>
                </a:solidFill>
                <a:effectLst/>
                <a:uFillTx/>
                <a:latin typeface="SRH Text"/>
                <a:ea typeface="SRH Text"/>
              </a:defRPr>
            </a:lvl1pPr>
          </a:lstStyle>
          <a:p>
            <a:pPr indent="0" algn="ctr" defTabSz="914400">
              <a:lnSpc>
                <a:spcPct val="110000"/>
              </a:lnSpc>
              <a:buNone/>
              <a:tabLst>
                <a:tab pos="0" algn="l"/>
              </a:tabLst>
            </a:pPr>
            <a:r>
              <a:rPr lang="de-DE" sz="1400" b="0" u="none" strike="noStrike">
                <a:solidFill>
                  <a:schemeClr val="dk1"/>
                </a:solidFill>
                <a:effectLst/>
                <a:uFillTx/>
                <a:latin typeface="SRH Text"/>
                <a:ea typeface="SRH Text"/>
              </a:rPr>
              <a:t>Mastertextformat bearbeiten</a:t>
            </a:r>
            <a:endParaRPr lang="de-DE" sz="1400" b="0" u="none" strike="noStrike">
              <a:solidFill>
                <a:schemeClr val="dk1"/>
              </a:solidFill>
              <a:effectLst/>
              <a:uFillTx/>
              <a:latin typeface="SRH Text"/>
            </a:endParaRPr>
          </a:p>
        </p:txBody>
      </p:sp>
      <p:sp>
        <p:nvSpPr>
          <p:cNvPr id="55" name="PlaceHolder 8"/>
          <p:cNvSpPr>
            <a:spLocks noGrp="1"/>
          </p:cNvSpPr>
          <p:nvPr>
            <p:ph type="body"/>
          </p:nvPr>
        </p:nvSpPr>
        <p:spPr>
          <a:xfrm>
            <a:off x="6275880" y="1943640"/>
            <a:ext cx="3868200" cy="3204000"/>
          </a:xfrm>
          <a:prstGeom prst="rect">
            <a:avLst/>
          </a:prstGeom>
          <a:noFill/>
          <a:ln w="0">
            <a:noFill/>
          </a:ln>
        </p:spPr>
        <p:txBody>
          <a:bodyPr numCol="1" spcCol="216000" lIns="0" tIns="0" rIns="0" bIns="0" anchor="ctr">
            <a:noAutofit/>
          </a:bodyPr>
          <a:lstStyle>
            <a:lvl1pPr indent="0" algn="l" defTabSz="914400">
              <a:lnSpc>
                <a:spcPct val="110000"/>
              </a:lnSpc>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belle auf warm grey">
    <p:bg>
      <p:bgPr>
        <a:solidFill>
          <a:schemeClr val="lt1"/>
        </a:solidFill>
      </p:bgPr>
    </p:bg>
    <p:spTree>
      <p:nvGrpSpPr>
        <p:cNvPr id="1" name=""/>
        <p:cNvGrpSpPr/>
        <p:nvPr/>
      </p:nvGrpSpPr>
      <p:grpSpPr>
        <a:xfrm>
          <a:off x="0" y="0"/>
          <a:ext cx="0" cy="0"/>
          <a:chOff x="0" y="0"/>
          <a:chExt cx="0" cy="0"/>
        </a:xfrm>
      </p:grpSpPr>
      <p:sp>
        <p:nvSpPr>
          <p:cNvPr id="56"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57" name="Rechteck 13"/>
          <p:cNvSpPr/>
          <p:nvPr/>
        </p:nvSpPr>
        <p:spPr>
          <a:xfrm>
            <a:off x="0" y="1405800"/>
            <a:ext cx="12191760" cy="5451840"/>
          </a:xfrm>
          <a:prstGeom prst="rect">
            <a:avLst/>
          </a:prstGeom>
          <a:solidFill>
            <a:srgbClr val="EEEDEC"/>
          </a:solidFill>
          <a:ln w="0">
            <a:noFill/>
          </a:ln>
        </p:spPr>
        <p:style>
          <a:lnRef idx="0"/>
          <a:fillRef idx="0"/>
          <a:effectRef idx="0"/>
          <a:fontRef idx="minor"/>
        </p:style>
        <p:txBody>
          <a:bodyPr numCol="1" spcCol="216000" anchor="ctr">
            <a:noAutofit/>
          </a:bodyPr>
          <a:p>
            <a:endParaRPr lang="de-DE" sz="1800" b="0" u="none" strike="noStrike">
              <a:solidFill>
                <a:srgbClr val="FFFFFF"/>
              </a:solidFill>
              <a:effectLst/>
              <a:uFillTx/>
              <a:latin typeface="SRH"/>
            </a:endParaRPr>
          </a:p>
        </p:txBody>
      </p:sp>
      <p:sp>
        <p:nvSpPr>
          <p:cNvPr id="58" name="PlaceHolder 1"/>
          <p:cNvSpPr>
            <a:spLocks noGrp="1"/>
          </p:cNvSpPr>
          <p:nvPr>
            <p:ph type="title"/>
          </p:nvPr>
        </p:nvSpPr>
        <p:spPr>
          <a:xfrm>
            <a:off x="360000" y="358920"/>
            <a:ext cx="9156960" cy="8348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59" name="PlaceHolder 2"/>
          <p:cNvSpPr>
            <a:spLocks noGrp="1"/>
          </p:cNvSpPr>
          <p:nvPr>
            <p:ph type="body"/>
          </p:nvPr>
        </p:nvSpPr>
        <p:spPr>
          <a:xfrm>
            <a:off x="360000" y="2873880"/>
            <a:ext cx="9158400" cy="2325600"/>
          </a:xfrm>
          <a:prstGeom prst="rect">
            <a:avLst/>
          </a:prstGeom>
          <a:noFill/>
          <a:ln w="0">
            <a:noFill/>
          </a:ln>
        </p:spPr>
        <p:txBody>
          <a:bodyPr numCol="1" spcCol="216000" lIns="0" tIns="0" rIns="0" bIns="0" anchor="ctr">
            <a:noAutofit/>
          </a:bodyPr>
          <a:lstStyle>
            <a:lvl1pPr indent="0" algn="l" defTabSz="914400">
              <a:lnSpc>
                <a:spcPct val="110000"/>
              </a:lnSpc>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60" name="PlaceHolder 3"/>
          <p:cNvSpPr>
            <a:spLocks noGrp="1"/>
          </p:cNvSpPr>
          <p:nvPr>
            <p:ph type="dt" idx="19"/>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61" name="PlaceHolder 4"/>
          <p:cNvSpPr>
            <a:spLocks noGrp="1"/>
          </p:cNvSpPr>
          <p:nvPr>
            <p:ph type="ftr" idx="20"/>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62" name="PlaceHolder 5"/>
          <p:cNvSpPr>
            <a:spLocks noGrp="1"/>
          </p:cNvSpPr>
          <p:nvPr>
            <p:ph type="sldNum" idx="21"/>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C5EBE3CB-65F8-498C-B111-5A31B6AD3EBB}"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63" name="PlaceHolder 6"/>
          <p:cNvSpPr>
            <a:spLocks noGrp="1"/>
          </p:cNvSpPr>
          <p:nvPr>
            <p:ph type="body"/>
          </p:nvPr>
        </p:nvSpPr>
        <p:spPr>
          <a:xfrm>
            <a:off x="360000" y="1728000"/>
            <a:ext cx="9158400" cy="780840"/>
          </a:xfrm>
          <a:prstGeom prst="rect">
            <a:avLst/>
          </a:prstGeom>
          <a:noFill/>
          <a:ln w="0">
            <a:noFill/>
          </a:ln>
        </p:spPr>
        <p:txBody>
          <a:bodyPr numCol="1" spcCol="216000" lIns="0" tIns="0" rIns="0" bIns="0" anchor="ctr">
            <a:noAutofit/>
          </a:bodyPr>
          <a:lstStyle>
            <a:lvl1pPr indent="0" algn="l" defTabSz="914400">
              <a:lnSpc>
                <a:spcPct val="110000"/>
              </a:lnSpc>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64" name="PlaceHolder 7"/>
          <p:cNvSpPr>
            <a:spLocks noGrp="1"/>
          </p:cNvSpPr>
          <p:nvPr>
            <p:ph type="body"/>
          </p:nvPr>
        </p:nvSpPr>
        <p:spPr>
          <a:xfrm>
            <a:off x="360000" y="5463720"/>
            <a:ext cx="9158400" cy="494280"/>
          </a:xfrm>
          <a:prstGeom prst="rect">
            <a:avLst/>
          </a:prstGeom>
          <a:noFill/>
          <a:ln w="0">
            <a:noFill/>
          </a:ln>
        </p:spPr>
        <p:txBody>
          <a:bodyPr numCol="1" spcCol="216000" lIns="0" tIns="0" rIns="0" bIns="0" anchor="b">
            <a:noAutofit/>
          </a:bodyPr>
          <a:lstStyle>
            <a:lvl1pPr indent="0" algn="l" defTabSz="914400">
              <a:lnSpc>
                <a:spcPct val="110000"/>
              </a:lnSpc>
              <a:buNone/>
              <a:tabLst>
                <a:tab pos="0" algn="l"/>
              </a:tabLst>
              <a:defRPr lang="de-DE" sz="1200" b="0" u="none" strike="noStrike">
                <a:solidFill>
                  <a:schemeClr val="dk1"/>
                </a:solidFill>
                <a:effectLst/>
                <a:uFillTx/>
                <a:latin typeface="SRH Text"/>
                <a:ea typeface="SRH Text"/>
              </a:defRPr>
            </a:lvl1pPr>
          </a:lstStyle>
          <a:p>
            <a:pPr indent="0" algn="l" defTabSz="914400">
              <a:lnSpc>
                <a:spcPct val="110000"/>
              </a:lnSpc>
              <a:buNone/>
              <a:tabLst>
                <a:tab pos="0" algn="l"/>
              </a:tabLst>
            </a:pPr>
            <a:r>
              <a:rPr lang="de-DE" sz="1200" b="0" u="none" strike="noStrike">
                <a:solidFill>
                  <a:schemeClr val="dk1"/>
                </a:solidFill>
                <a:effectLst/>
                <a:uFillTx/>
                <a:latin typeface="SRH Text"/>
                <a:ea typeface="SRH Text"/>
              </a:rPr>
              <a:t>Mastertextformat bearbeiten</a:t>
            </a:r>
            <a:endParaRPr lang="de-DE" sz="1200" b="0" u="none" strike="noStrike">
              <a:solidFill>
                <a:schemeClr val="dk1"/>
              </a:solidFill>
              <a:effectLst/>
              <a:uFillTx/>
              <a:latin typeface="SRH Text"/>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belle auf weiss">
    <p:bg>
      <p:bgPr>
        <a:solidFill>
          <a:schemeClr val="lt1"/>
        </a:solidFill>
      </p:bgPr>
    </p:bg>
    <p:spTree>
      <p:nvGrpSpPr>
        <p:cNvPr id="1" name=""/>
        <p:cNvGrpSpPr/>
        <p:nvPr/>
      </p:nvGrpSpPr>
      <p:grpSpPr>
        <a:xfrm>
          <a:off x="0" y="0"/>
          <a:ext cx="0" cy="0"/>
          <a:chOff x="0" y="0"/>
          <a:chExt cx="0" cy="0"/>
        </a:xfrm>
      </p:grpSpPr>
      <p:sp>
        <p:nvSpPr>
          <p:cNvPr id="65"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66" name="PlaceHolder 1"/>
          <p:cNvSpPr>
            <a:spLocks noGrp="1"/>
          </p:cNvSpPr>
          <p:nvPr>
            <p:ph type="title"/>
          </p:nvPr>
        </p:nvSpPr>
        <p:spPr>
          <a:xfrm>
            <a:off x="360000" y="358920"/>
            <a:ext cx="9156960" cy="8348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67" name="PlaceHolder 2"/>
          <p:cNvSpPr>
            <a:spLocks noGrp="1"/>
          </p:cNvSpPr>
          <p:nvPr>
            <p:ph type="body"/>
          </p:nvPr>
        </p:nvSpPr>
        <p:spPr>
          <a:xfrm>
            <a:off x="360000" y="2873880"/>
            <a:ext cx="9158400" cy="2325600"/>
          </a:xfrm>
          <a:prstGeom prst="rect">
            <a:avLst/>
          </a:prstGeom>
          <a:noFill/>
          <a:ln w="0">
            <a:noFill/>
          </a:ln>
        </p:spPr>
        <p:txBody>
          <a:bodyPr numCol="1" spcCol="216000" lIns="0" tIns="0" rIns="0" bIns="0" anchor="ctr">
            <a:noAutofit/>
          </a:bodyPr>
          <a:lstStyle>
            <a:lvl1pPr indent="0" algn="l" defTabSz="914400">
              <a:lnSpc>
                <a:spcPct val="110000"/>
              </a:lnSpc>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68" name="PlaceHolder 3"/>
          <p:cNvSpPr>
            <a:spLocks noGrp="1"/>
          </p:cNvSpPr>
          <p:nvPr>
            <p:ph type="dt" idx="22"/>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69" name="PlaceHolder 4"/>
          <p:cNvSpPr>
            <a:spLocks noGrp="1"/>
          </p:cNvSpPr>
          <p:nvPr>
            <p:ph type="ftr" idx="23"/>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70" name="PlaceHolder 5"/>
          <p:cNvSpPr>
            <a:spLocks noGrp="1"/>
          </p:cNvSpPr>
          <p:nvPr>
            <p:ph type="sldNum" idx="24"/>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1FA7212B-E9A4-4F75-9E7A-7B432E8D6EDB}"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71" name="PlaceHolder 6"/>
          <p:cNvSpPr>
            <a:spLocks noGrp="1"/>
          </p:cNvSpPr>
          <p:nvPr>
            <p:ph type="body"/>
          </p:nvPr>
        </p:nvSpPr>
        <p:spPr>
          <a:xfrm>
            <a:off x="360000" y="1728000"/>
            <a:ext cx="9158400" cy="780840"/>
          </a:xfrm>
          <a:prstGeom prst="rect">
            <a:avLst/>
          </a:prstGeom>
          <a:noFill/>
          <a:ln w="0">
            <a:noFill/>
          </a:ln>
        </p:spPr>
        <p:txBody>
          <a:bodyPr numCol="1" spcCol="216000" lIns="0" tIns="0" rIns="0" bIns="0" anchor="ctr">
            <a:noAutofit/>
          </a:bodyPr>
          <a:lstStyle>
            <a:lvl1pPr indent="0" algn="l" defTabSz="914400">
              <a:lnSpc>
                <a:spcPct val="110000"/>
              </a:lnSpc>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72" name="PlaceHolder 7"/>
          <p:cNvSpPr>
            <a:spLocks noGrp="1"/>
          </p:cNvSpPr>
          <p:nvPr>
            <p:ph type="body"/>
          </p:nvPr>
        </p:nvSpPr>
        <p:spPr>
          <a:xfrm>
            <a:off x="360000" y="5463720"/>
            <a:ext cx="9158400" cy="494280"/>
          </a:xfrm>
          <a:prstGeom prst="rect">
            <a:avLst/>
          </a:prstGeom>
          <a:noFill/>
          <a:ln w="0">
            <a:noFill/>
          </a:ln>
        </p:spPr>
        <p:txBody>
          <a:bodyPr numCol="1" spcCol="216000" lIns="0" tIns="0" rIns="0" bIns="0" anchor="b">
            <a:noAutofit/>
          </a:bodyPr>
          <a:lstStyle>
            <a:lvl1pPr indent="0" algn="l" defTabSz="914400">
              <a:lnSpc>
                <a:spcPct val="110000"/>
              </a:lnSpc>
              <a:buNone/>
              <a:tabLst>
                <a:tab pos="0" algn="l"/>
              </a:tabLst>
              <a:defRPr lang="de-DE" sz="1200" b="0" u="none" strike="noStrike">
                <a:solidFill>
                  <a:schemeClr val="dk1"/>
                </a:solidFill>
                <a:effectLst/>
                <a:uFillTx/>
                <a:latin typeface="SRH Text"/>
                <a:ea typeface="SRH Text"/>
              </a:defRPr>
            </a:lvl1pPr>
          </a:lstStyle>
          <a:p>
            <a:pPr indent="0" algn="l" defTabSz="914400">
              <a:lnSpc>
                <a:spcPct val="110000"/>
              </a:lnSpc>
              <a:buNone/>
              <a:tabLst>
                <a:tab pos="0" algn="l"/>
              </a:tabLst>
            </a:pPr>
            <a:r>
              <a:rPr lang="de-DE" sz="1200" b="0" u="none" strike="noStrike">
                <a:solidFill>
                  <a:schemeClr val="dk1"/>
                </a:solidFill>
                <a:effectLst/>
                <a:uFillTx/>
                <a:latin typeface="SRH Text"/>
                <a:ea typeface="SRH Text"/>
              </a:rPr>
              <a:t>Mastertextformat bearbeiten</a:t>
            </a:r>
            <a:endParaRPr lang="de-DE" sz="1200" b="0" u="none" strike="noStrike">
              <a:solidFill>
                <a:schemeClr val="dk1"/>
              </a:solidFill>
              <a:effectLst/>
              <a:uFillTx/>
              <a:latin typeface="SRH Text"/>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belle und Text auf warm grey">
    <p:bg>
      <p:bgPr>
        <a:solidFill>
          <a:schemeClr val="lt1"/>
        </a:solidFill>
      </p:bgPr>
    </p:bg>
    <p:spTree>
      <p:nvGrpSpPr>
        <p:cNvPr id="1" name=""/>
        <p:cNvGrpSpPr/>
        <p:nvPr/>
      </p:nvGrpSpPr>
      <p:grpSpPr>
        <a:xfrm>
          <a:off x="0" y="0"/>
          <a:ext cx="0" cy="0"/>
          <a:chOff x="0" y="0"/>
          <a:chExt cx="0" cy="0"/>
        </a:xfrm>
      </p:grpSpPr>
      <p:sp>
        <p:nvSpPr>
          <p:cNvPr id="73"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74" name="Rechteck 13"/>
          <p:cNvSpPr/>
          <p:nvPr/>
        </p:nvSpPr>
        <p:spPr>
          <a:xfrm>
            <a:off x="0" y="1405800"/>
            <a:ext cx="12191760" cy="5451840"/>
          </a:xfrm>
          <a:prstGeom prst="rect">
            <a:avLst/>
          </a:prstGeom>
          <a:solidFill>
            <a:srgbClr val="EEEDEC"/>
          </a:solidFill>
          <a:ln w="0">
            <a:noFill/>
          </a:ln>
        </p:spPr>
        <p:style>
          <a:lnRef idx="0"/>
          <a:fillRef idx="0"/>
          <a:effectRef idx="0"/>
          <a:fontRef idx="minor"/>
        </p:style>
        <p:txBody>
          <a:bodyPr numCol="1" spcCol="216000" anchor="ctr">
            <a:noAutofit/>
          </a:bodyPr>
          <a:p>
            <a:endParaRPr lang="de-DE" sz="1800" b="0" u="none" strike="noStrike">
              <a:solidFill>
                <a:srgbClr val="FFFFFF"/>
              </a:solidFill>
              <a:effectLst/>
              <a:uFillTx/>
              <a:latin typeface="SRH"/>
            </a:endParaRPr>
          </a:p>
        </p:txBody>
      </p:sp>
      <p:sp>
        <p:nvSpPr>
          <p:cNvPr id="75" name="PlaceHolder 1"/>
          <p:cNvSpPr>
            <a:spLocks noGrp="1"/>
          </p:cNvSpPr>
          <p:nvPr>
            <p:ph type="title"/>
          </p:nvPr>
        </p:nvSpPr>
        <p:spPr>
          <a:xfrm>
            <a:off x="360000" y="358920"/>
            <a:ext cx="9156960" cy="8348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76" name="PlaceHolder 2"/>
          <p:cNvSpPr>
            <a:spLocks noGrp="1"/>
          </p:cNvSpPr>
          <p:nvPr>
            <p:ph type="body"/>
          </p:nvPr>
        </p:nvSpPr>
        <p:spPr>
          <a:xfrm>
            <a:off x="360000" y="2873880"/>
            <a:ext cx="7528320" cy="2325600"/>
          </a:xfrm>
          <a:prstGeom prst="rect">
            <a:avLst/>
          </a:prstGeom>
          <a:noFill/>
          <a:ln w="0">
            <a:noFill/>
          </a:ln>
        </p:spPr>
        <p:txBody>
          <a:bodyPr numCol="1" spcCol="216000" lIns="0" tIns="0" rIns="0" bIns="0" anchor="ctr">
            <a:noAutofit/>
          </a:bodyPr>
          <a:lstStyle>
            <a:lvl1pPr indent="0" algn="l" defTabSz="914400">
              <a:lnSpc>
                <a:spcPct val="110000"/>
              </a:lnSpc>
              <a:spcBef>
                <a:spcPts val="1199"/>
              </a:spcBef>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77" name="PlaceHolder 3"/>
          <p:cNvSpPr>
            <a:spLocks noGrp="1"/>
          </p:cNvSpPr>
          <p:nvPr>
            <p:ph type="dt" idx="25"/>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78" name="PlaceHolder 4"/>
          <p:cNvSpPr>
            <a:spLocks noGrp="1"/>
          </p:cNvSpPr>
          <p:nvPr>
            <p:ph type="ftr" idx="26"/>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79" name="PlaceHolder 5"/>
          <p:cNvSpPr>
            <a:spLocks noGrp="1"/>
          </p:cNvSpPr>
          <p:nvPr>
            <p:ph type="sldNum" idx="27"/>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C61E06C3-379A-42F9-809E-2F93CB4EA9E4}"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80" name="PlaceHolder 6"/>
          <p:cNvSpPr>
            <a:spLocks noGrp="1"/>
          </p:cNvSpPr>
          <p:nvPr>
            <p:ph type="body"/>
          </p:nvPr>
        </p:nvSpPr>
        <p:spPr>
          <a:xfrm>
            <a:off x="360000" y="1728000"/>
            <a:ext cx="7528320" cy="780840"/>
          </a:xfrm>
          <a:prstGeom prst="rect">
            <a:avLst/>
          </a:prstGeom>
          <a:noFill/>
          <a:ln w="0">
            <a:noFill/>
          </a:ln>
        </p:spPr>
        <p:txBody>
          <a:bodyPr numCol="1" spcCol="216000" lIns="0" tIns="0" rIns="0" bIns="0" anchor="ctr">
            <a:noAutofit/>
          </a:bodyPr>
          <a:lstStyle>
            <a:lvl1pPr indent="0" algn="l" defTabSz="914400">
              <a:lnSpc>
                <a:spcPct val="110000"/>
              </a:lnSpc>
              <a:spcBef>
                <a:spcPts val="1199"/>
              </a:spcBef>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81" name="PlaceHolder 7"/>
          <p:cNvSpPr>
            <a:spLocks noGrp="1"/>
          </p:cNvSpPr>
          <p:nvPr>
            <p:ph type="body"/>
          </p:nvPr>
        </p:nvSpPr>
        <p:spPr>
          <a:xfrm>
            <a:off x="360000" y="5463720"/>
            <a:ext cx="7528320" cy="493200"/>
          </a:xfrm>
          <a:prstGeom prst="rect">
            <a:avLst/>
          </a:prstGeom>
          <a:noFill/>
          <a:ln w="0">
            <a:noFill/>
          </a:ln>
        </p:spPr>
        <p:txBody>
          <a:bodyPr numCol="1" spcCol="216000" lIns="0" tIns="0" rIns="0" bIns="0" anchor="b">
            <a:noAutofit/>
          </a:bodyPr>
          <a:lstStyle>
            <a:lvl1pPr indent="0" algn="l" defTabSz="914400">
              <a:lnSpc>
                <a:spcPct val="110000"/>
              </a:lnSpc>
              <a:buNone/>
              <a:tabLst>
                <a:tab pos="0" algn="l"/>
              </a:tabLst>
              <a:defRPr lang="de-DE" sz="1200" b="0" u="none" strike="noStrike">
                <a:solidFill>
                  <a:schemeClr val="dk1"/>
                </a:solidFill>
                <a:effectLst/>
                <a:uFillTx/>
                <a:latin typeface="SRH Text"/>
                <a:ea typeface="SRH Text"/>
              </a:defRPr>
            </a:lvl1pPr>
          </a:lstStyle>
          <a:p>
            <a:pPr indent="0" algn="l" defTabSz="914400">
              <a:lnSpc>
                <a:spcPct val="110000"/>
              </a:lnSpc>
              <a:buNone/>
              <a:tabLst>
                <a:tab pos="0" algn="l"/>
              </a:tabLst>
            </a:pPr>
            <a:r>
              <a:rPr lang="de-DE" sz="1200" b="0" u="none" strike="noStrike">
                <a:solidFill>
                  <a:schemeClr val="dk1"/>
                </a:solidFill>
                <a:effectLst/>
                <a:uFillTx/>
                <a:latin typeface="SRH Text"/>
                <a:ea typeface="SRH Text"/>
              </a:rPr>
              <a:t>Mastertextformat bearbeiten</a:t>
            </a:r>
            <a:endParaRPr lang="de-DE" sz="1200" b="0" u="none" strike="noStrike">
              <a:solidFill>
                <a:schemeClr val="dk1"/>
              </a:solidFill>
              <a:effectLst/>
              <a:uFillTx/>
              <a:latin typeface="SRH Text"/>
            </a:endParaRPr>
          </a:p>
        </p:txBody>
      </p:sp>
      <p:sp>
        <p:nvSpPr>
          <p:cNvPr id="82" name="PlaceHolder 8"/>
          <p:cNvSpPr>
            <a:spLocks noGrp="1"/>
          </p:cNvSpPr>
          <p:nvPr>
            <p:ph type="body"/>
          </p:nvPr>
        </p:nvSpPr>
        <p:spPr>
          <a:xfrm>
            <a:off x="8248680" y="1728000"/>
            <a:ext cx="3584160" cy="423000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belle und Text auf weiss">
    <p:bg>
      <p:bgPr>
        <a:solidFill>
          <a:schemeClr val="lt1"/>
        </a:solidFill>
      </p:bgPr>
    </p:bg>
    <p:spTree>
      <p:nvGrpSpPr>
        <p:cNvPr id="1" name=""/>
        <p:cNvGrpSpPr/>
        <p:nvPr/>
      </p:nvGrpSpPr>
      <p:grpSpPr>
        <a:xfrm>
          <a:off x="0" y="0"/>
          <a:ext cx="0" cy="0"/>
          <a:chOff x="0" y="0"/>
          <a:chExt cx="0" cy="0"/>
        </a:xfrm>
      </p:grpSpPr>
      <p:sp>
        <p:nvSpPr>
          <p:cNvPr id="83"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84" name="PlaceHolder 1"/>
          <p:cNvSpPr>
            <a:spLocks noGrp="1"/>
          </p:cNvSpPr>
          <p:nvPr>
            <p:ph type="title"/>
          </p:nvPr>
        </p:nvSpPr>
        <p:spPr>
          <a:xfrm>
            <a:off x="360000" y="358920"/>
            <a:ext cx="9156960" cy="8348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85" name="PlaceHolder 2"/>
          <p:cNvSpPr>
            <a:spLocks noGrp="1"/>
          </p:cNvSpPr>
          <p:nvPr>
            <p:ph type="body"/>
          </p:nvPr>
        </p:nvSpPr>
        <p:spPr>
          <a:xfrm>
            <a:off x="360000" y="2873880"/>
            <a:ext cx="7528320" cy="2325600"/>
          </a:xfrm>
          <a:prstGeom prst="rect">
            <a:avLst/>
          </a:prstGeom>
          <a:noFill/>
          <a:ln w="0">
            <a:noFill/>
          </a:ln>
        </p:spPr>
        <p:txBody>
          <a:bodyPr numCol="1" spcCol="216000" lIns="0" tIns="0" rIns="0" bIns="0" anchor="ctr">
            <a:noAutofit/>
          </a:bodyPr>
          <a:lstStyle>
            <a:lvl1pPr indent="0" algn="l" defTabSz="914400">
              <a:lnSpc>
                <a:spcPct val="110000"/>
              </a:lnSpc>
              <a:spcBef>
                <a:spcPts val="1199"/>
              </a:spcBef>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86" name="PlaceHolder 3"/>
          <p:cNvSpPr>
            <a:spLocks noGrp="1"/>
          </p:cNvSpPr>
          <p:nvPr>
            <p:ph type="dt" idx="28"/>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87" name="PlaceHolder 4"/>
          <p:cNvSpPr>
            <a:spLocks noGrp="1"/>
          </p:cNvSpPr>
          <p:nvPr>
            <p:ph type="ftr" idx="29"/>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88" name="PlaceHolder 5"/>
          <p:cNvSpPr>
            <a:spLocks noGrp="1"/>
          </p:cNvSpPr>
          <p:nvPr>
            <p:ph type="sldNum" idx="30"/>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CB28AC45-B3BC-44DA-9902-2D5B7BA0F597}"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89" name="PlaceHolder 6"/>
          <p:cNvSpPr>
            <a:spLocks noGrp="1"/>
          </p:cNvSpPr>
          <p:nvPr>
            <p:ph type="body"/>
          </p:nvPr>
        </p:nvSpPr>
        <p:spPr>
          <a:xfrm>
            <a:off x="360000" y="1728000"/>
            <a:ext cx="7528320" cy="780840"/>
          </a:xfrm>
          <a:prstGeom prst="rect">
            <a:avLst/>
          </a:prstGeom>
          <a:noFill/>
          <a:ln w="0">
            <a:noFill/>
          </a:ln>
        </p:spPr>
        <p:txBody>
          <a:bodyPr numCol="1" spcCol="216000" lIns="0" tIns="0" rIns="0" bIns="0" anchor="ctr">
            <a:noAutofit/>
          </a:bodyPr>
          <a:lstStyle>
            <a:lvl1pPr indent="0" algn="l" defTabSz="914400">
              <a:lnSpc>
                <a:spcPct val="110000"/>
              </a:lnSpc>
              <a:spcBef>
                <a:spcPts val="1199"/>
              </a:spcBef>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90" name="PlaceHolder 7"/>
          <p:cNvSpPr>
            <a:spLocks noGrp="1"/>
          </p:cNvSpPr>
          <p:nvPr>
            <p:ph type="body"/>
          </p:nvPr>
        </p:nvSpPr>
        <p:spPr>
          <a:xfrm>
            <a:off x="360000" y="5463720"/>
            <a:ext cx="7528320" cy="493200"/>
          </a:xfrm>
          <a:prstGeom prst="rect">
            <a:avLst/>
          </a:prstGeom>
          <a:noFill/>
          <a:ln w="0">
            <a:noFill/>
          </a:ln>
        </p:spPr>
        <p:txBody>
          <a:bodyPr numCol="1" spcCol="216000" lIns="0" tIns="0" rIns="0" bIns="0" anchor="b">
            <a:noAutofit/>
          </a:bodyPr>
          <a:lstStyle>
            <a:lvl1pPr indent="0" algn="l" defTabSz="914400">
              <a:lnSpc>
                <a:spcPct val="110000"/>
              </a:lnSpc>
              <a:buNone/>
              <a:tabLst>
                <a:tab pos="0" algn="l"/>
              </a:tabLst>
              <a:defRPr lang="de-DE" sz="1200" b="0" u="none" strike="noStrike">
                <a:solidFill>
                  <a:schemeClr val="dk1"/>
                </a:solidFill>
                <a:effectLst/>
                <a:uFillTx/>
                <a:latin typeface="SRH Text"/>
                <a:ea typeface="SRH Text"/>
              </a:defRPr>
            </a:lvl1pPr>
          </a:lstStyle>
          <a:p>
            <a:pPr indent="0" algn="l" defTabSz="914400">
              <a:lnSpc>
                <a:spcPct val="110000"/>
              </a:lnSpc>
              <a:buNone/>
              <a:tabLst>
                <a:tab pos="0" algn="l"/>
              </a:tabLst>
            </a:pPr>
            <a:r>
              <a:rPr lang="de-DE" sz="1200" b="0" u="none" strike="noStrike">
                <a:solidFill>
                  <a:schemeClr val="dk1"/>
                </a:solidFill>
                <a:effectLst/>
                <a:uFillTx/>
                <a:latin typeface="SRH Text"/>
                <a:ea typeface="SRH Text"/>
              </a:rPr>
              <a:t>Mastertextformat bearbeiten</a:t>
            </a:r>
            <a:endParaRPr lang="de-DE" sz="1200" b="0" u="none" strike="noStrike">
              <a:solidFill>
                <a:schemeClr val="dk1"/>
              </a:solidFill>
              <a:effectLst/>
              <a:uFillTx/>
              <a:latin typeface="SRH Text"/>
            </a:endParaRPr>
          </a:p>
        </p:txBody>
      </p:sp>
      <p:sp>
        <p:nvSpPr>
          <p:cNvPr id="91" name="PlaceHolder 8"/>
          <p:cNvSpPr>
            <a:spLocks noGrp="1"/>
          </p:cNvSpPr>
          <p:nvPr>
            <p:ph type="body"/>
          </p:nvPr>
        </p:nvSpPr>
        <p:spPr>
          <a:xfrm>
            <a:off x="8248680" y="1728000"/>
            <a:ext cx="3584160" cy="423000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Logo weiß">
    <p:bg>
      <p:bgPr>
        <a:solidFill>
          <a:schemeClr val="lt1"/>
        </a:solidFill>
      </p:bgPr>
    </p:bg>
    <p:spTree>
      <p:nvGrpSpPr>
        <p:cNvPr id="1" name=""/>
        <p:cNvGrpSpPr/>
        <p:nvPr/>
      </p:nvGrpSpPr>
      <p:grpSpPr>
        <a:xfrm>
          <a:off x="0" y="0"/>
          <a:ext cx="0" cy="0"/>
          <a:chOff x="0" y="0"/>
          <a:chExt cx="0" cy="0"/>
        </a:xfrm>
      </p:grpSpPr>
      <p:sp>
        <p:nvSpPr>
          <p:cNvPr id="92" name="Freihandform: Form 11" hidden="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93" name="PlaceHolder 1"/>
          <p:cNvSpPr>
            <a:spLocks noGrp="1"/>
          </p:cNvSpPr>
          <p:nvPr>
            <p:ph type="body"/>
          </p:nvPr>
        </p:nvSpPr>
        <p:spPr>
          <a:xfrm>
            <a:off x="0" y="0"/>
            <a:ext cx="12191760" cy="6857640"/>
          </a:xfrm>
          <a:prstGeom prst="rect">
            <a:avLst/>
          </a:prstGeom>
          <a:solidFill>
            <a:srgbClr val="FED9C9"/>
          </a:solidFill>
          <a:ln w="0">
            <a:noFill/>
          </a:ln>
        </p:spPr>
        <p:txBody>
          <a:bodyPr lIns="90000" tIns="45000" rIns="90000" bIns="45000" anchor="t">
            <a:noAutofit/>
          </a:bodyPr>
          <a:lstStyle>
            <a:lvl1pPr indent="0" algn="l" defTabSz="914400">
              <a:lnSpc>
                <a:spcPct val="94000"/>
              </a:lnSpc>
              <a:tabLst>
                <a:tab pos="0" algn="l"/>
              </a:tabLst>
              <a:defRPr lang="de-DE" sz="1800" b="1" u="none" strike="noStrike">
                <a:solidFill>
                  <a:schemeClr val="lt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94000"/>
              </a:lnSpc>
              <a:tabLst>
                <a:tab pos="0" algn="l"/>
              </a:tabLst>
            </a:pPr>
            <a:r>
              <a:rPr lang="de-DE" sz="1800" b="1" u="none" strike="noStrike">
                <a:solidFill>
                  <a:schemeClr val="lt1"/>
                </a:solidFill>
                <a:effectLst/>
                <a:uFillTx/>
                <a:latin typeface="SRH Text"/>
              </a:rPr>
              <a:t>Click to edit the outline text format</a:t>
            </a:r>
            <a:endParaRPr lang="de-DE" sz="1800" b="1" u="none" strike="noStrike">
              <a:solidFill>
                <a:schemeClr val="lt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94" name="PlaceHolder 2"/>
          <p:cNvSpPr>
            <a:spLocks noGrp="1"/>
          </p:cNvSpPr>
          <p:nvPr>
            <p:ph type="title"/>
          </p:nvPr>
        </p:nvSpPr>
        <p:spPr>
          <a:xfrm>
            <a:off x="630000" y="1079640"/>
            <a:ext cx="7401240" cy="301788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4000" b="1" u="none" strike="noStrike">
                <a:solidFill>
                  <a:schemeClr val="lt1"/>
                </a:solidFill>
                <a:effectLst/>
                <a:uFillTx/>
                <a:latin typeface="SRH Headline"/>
                <a:ea typeface="SRH Headline"/>
              </a:defRPr>
            </a:lvl1pPr>
          </a:lstStyle>
          <a:p>
            <a:pPr indent="0" algn="l" defTabSz="914400">
              <a:lnSpc>
                <a:spcPct val="100000"/>
              </a:lnSpc>
              <a:buNone/>
              <a:tabLst>
                <a:tab pos="0" algn="l"/>
              </a:tabLst>
            </a:pPr>
            <a:r>
              <a:rPr lang="de-DE" sz="4000" b="1" u="none" strike="noStrike">
                <a:solidFill>
                  <a:schemeClr val="lt1"/>
                </a:solidFill>
                <a:effectLst/>
                <a:uFillTx/>
                <a:latin typeface="SRH Headline"/>
                <a:ea typeface="SRH Headline"/>
              </a:rPr>
              <a:t>Mastertitelformat bearbeiten</a:t>
            </a:r>
            <a:endParaRPr lang="de-DE" sz="4000" b="1" u="none" strike="noStrike">
              <a:solidFill>
                <a:schemeClr val="lt1"/>
              </a:solidFill>
              <a:effectLst/>
              <a:uFillTx/>
              <a:latin typeface="SRH Headline"/>
            </a:endParaRPr>
          </a:p>
        </p:txBody>
      </p:sp>
      <p:sp>
        <p:nvSpPr>
          <p:cNvPr id="95" name="PlaceHolder 3"/>
          <p:cNvSpPr>
            <a:spLocks noGrp="1"/>
          </p:cNvSpPr>
          <p:nvPr>
            <p:ph type="body"/>
          </p:nvPr>
        </p:nvSpPr>
        <p:spPr>
          <a:xfrm>
            <a:off x="9652680" y="622440"/>
            <a:ext cx="1985760" cy="5526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1550" b="1" u="none" strike="noStrike">
                <a:solidFill>
                  <a:schemeClr val="lt1"/>
                </a:solidFill>
                <a:effectLst/>
                <a:uFillTx/>
                <a:latin typeface="SRH Text"/>
                <a:ea typeface="SRH Text"/>
              </a:defRPr>
            </a:lvl1pPr>
          </a:lstStyle>
          <a:p>
            <a:pPr indent="0" algn="l" defTabSz="914400">
              <a:lnSpc>
                <a:spcPct val="94000"/>
              </a:lnSpc>
              <a:buNone/>
              <a:tabLst>
                <a:tab pos="0" algn="l"/>
              </a:tabLst>
            </a:pPr>
            <a:r>
              <a:rPr lang="de-DE" sz="1550" b="1" u="none" strike="noStrike">
                <a:solidFill>
                  <a:schemeClr val="lt1"/>
                </a:solidFill>
                <a:effectLst/>
                <a:uFillTx/>
                <a:latin typeface="SRH Text"/>
                <a:ea typeface="SRH Text"/>
              </a:rPr>
              <a:t>Mastertextformat bearbeiten</a:t>
            </a:r>
            <a:endParaRPr lang="de-DE" sz="1550" b="1" u="none" strike="noStrike">
              <a:solidFill>
                <a:schemeClr val="lt1"/>
              </a:solidFill>
              <a:effectLst/>
              <a:uFillTx/>
              <a:latin typeface="SRH Text"/>
            </a:endParaRPr>
          </a:p>
        </p:txBody>
      </p:sp>
      <p:sp>
        <p:nvSpPr>
          <p:cNvPr id="96" name="PlaceHolder 4"/>
          <p:cNvSpPr>
            <a:spLocks noGrp="1"/>
          </p:cNvSpPr>
          <p:nvPr>
            <p:ph type="body"/>
          </p:nvPr>
        </p:nvSpPr>
        <p:spPr>
          <a:xfrm>
            <a:off x="630000" y="457920"/>
            <a:ext cx="948240" cy="733680"/>
          </a:xfrm>
          <a:prstGeom prst="rect">
            <a:avLst/>
          </a:prstGeom>
          <a:blipFill rotWithShape="0">
            <a:blip r:embed="rId2">
              <a:extLst>
                <a:ext uri="{96DAC541-7B7A-43D3-8B79-37D633B846F1}">
                  <asvg:svgBlip xmlns:asvg="http://schemas.microsoft.com/office/drawing/2016/SVG/main" r:embed="rId3"/>
                </a:ext>
              </a:extLst>
            </a:blip>
            <a:stretch/>
          </a:blipFill>
          <a:ln w="0">
            <a:noFill/>
          </a:ln>
        </p:spPr>
        <p:txBody>
          <a:bodyPr numCol="1" spcCol="216000" lIns="0" tIns="0" rIns="0" bIns="0" anchor="ctr">
            <a:noAutofit/>
          </a:bodyPr>
          <a:lstStyle>
            <a:lvl1pPr indent="0" algn="l" defTabSz="914400">
              <a:lnSpc>
                <a:spcPct val="94000"/>
              </a:lnSpc>
              <a:tabLst>
                <a:tab pos="0" algn="l"/>
              </a:tabLst>
              <a:defRPr lang="de-DE" sz="100" b="1" u="none" strike="noStrike">
                <a:solidFill>
                  <a:schemeClr val="lt1"/>
                </a:solidFill>
                <a:effectLst/>
                <a:uFillTx/>
                <a:latin typeface="SRH Text"/>
              </a:defRPr>
            </a:lvl1pPr>
            <a:lvl2pPr lvl="1" algn="l" defTabSz="914400">
              <a:lnSpc>
                <a:spcPct val="110000"/>
              </a:lnSpc>
              <a:spcBef>
                <a:spcPts val="1199"/>
              </a:spcBef>
              <a:buClr>
                <a:srgbClr val="000000"/>
              </a:buClr>
              <a:buSzPct val="75000"/>
              <a:buFont typeface="Symbol" charset="2"/>
              <a:buChar char=""/>
              <a:defRPr lang="de-DE" sz="1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00" b="1" u="none" strike="noStrike">
                <a:solidFill>
                  <a:schemeClr val="accent1"/>
                </a:solidFill>
                <a:effectLst/>
                <a:uFillTx/>
                <a:latin typeface="SRH Headline"/>
              </a:defRPr>
            </a:lvl7pPr>
          </a:lstStyle>
          <a:p>
            <a:pPr indent="0" algn="l" defTabSz="914400">
              <a:lnSpc>
                <a:spcPct val="94000"/>
              </a:lnSpc>
              <a:tabLst>
                <a:tab pos="0" algn="l"/>
              </a:tabLst>
            </a:pPr>
            <a:r>
              <a:rPr lang="de-DE" sz="100" b="1" u="none" strike="noStrike">
                <a:solidFill>
                  <a:schemeClr val="lt1"/>
                </a:solidFill>
                <a:effectLst/>
                <a:uFillTx/>
                <a:latin typeface="SRH Text"/>
              </a:rPr>
              <a:t>Click to edit the outline text format</a:t>
            </a:r>
            <a:endParaRPr lang="de-DE" sz="100" b="1" u="none" strike="noStrike">
              <a:solidFill>
                <a:schemeClr val="lt1"/>
              </a:solidFill>
              <a:effectLst/>
              <a:uFillTx/>
              <a:latin typeface="SRH Text"/>
            </a:endParaRPr>
          </a:p>
          <a:p>
            <a:pPr marL="457200" lvl="1" algn="l" defTabSz="914400">
              <a:lnSpc>
                <a:spcPct val="110000"/>
              </a:lnSpc>
              <a:spcBef>
                <a:spcPts val="1199"/>
              </a:spcBef>
              <a:buClr>
                <a:srgbClr val="000000"/>
              </a:buClr>
              <a:buSzPct val="75000"/>
              <a:buFont typeface="Symbol" charset="2"/>
              <a:buChar char=""/>
            </a:pPr>
            <a:r>
              <a:rPr lang="de-DE" sz="100" b="0" u="none" strike="noStrike">
                <a:solidFill>
                  <a:schemeClr val="dk1"/>
                </a:solidFill>
                <a:effectLst/>
                <a:uFillTx/>
                <a:latin typeface="SRH Text"/>
              </a:rPr>
              <a:t>Second Outline Level</a:t>
            </a:r>
            <a:endParaRPr lang="de-DE" sz="1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00" b="0" u="none" strike="noStrike">
                <a:solidFill>
                  <a:schemeClr val="dk1"/>
                </a:solidFill>
                <a:effectLst/>
                <a:uFillTx/>
                <a:latin typeface="SRH Text"/>
              </a:rPr>
              <a:t>Third Outline Level</a:t>
            </a:r>
            <a:endParaRPr lang="de-DE" sz="1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00" b="1" u="none" strike="noStrike">
                <a:solidFill>
                  <a:schemeClr val="accent1"/>
                </a:solidFill>
                <a:effectLst/>
                <a:uFillTx/>
                <a:latin typeface="SRH Text"/>
              </a:rPr>
              <a:t>Fourth Outline Level</a:t>
            </a:r>
            <a:endParaRPr lang="de-DE" sz="1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00" b="1" u="none" strike="noStrike">
                <a:solidFill>
                  <a:schemeClr val="dk1"/>
                </a:solidFill>
                <a:effectLst/>
                <a:uFillTx/>
                <a:latin typeface="SRH Headline"/>
              </a:rPr>
              <a:t>Fifth Outline Level</a:t>
            </a:r>
            <a:endParaRPr lang="de-DE" sz="1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00" b="0" u="none" strike="noStrike">
                <a:solidFill>
                  <a:schemeClr val="dk1"/>
                </a:solidFill>
                <a:effectLst/>
                <a:uFillTx/>
                <a:latin typeface="SRH Headline"/>
              </a:rPr>
              <a:t>Sixth Outline Level</a:t>
            </a:r>
            <a:endParaRPr lang="de-DE" sz="1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00" b="1" u="none" strike="noStrike">
                <a:solidFill>
                  <a:schemeClr val="accent1"/>
                </a:solidFill>
                <a:effectLst/>
                <a:uFillTx/>
                <a:latin typeface="SRH Headline"/>
              </a:rPr>
              <a:t>Seventh Outline Level</a:t>
            </a:r>
            <a:endParaRPr lang="de-DE" sz="100" b="1" u="none" strike="noStrike">
              <a:solidFill>
                <a:schemeClr val="accent1"/>
              </a:solidFill>
              <a:effectLst/>
              <a:uFillTx/>
              <a:latin typeface="SRH Headline"/>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bg>
      <p:bgPr>
        <a:solidFill>
          <a:schemeClr val="lt1"/>
        </a:solidFill>
      </p:bgPr>
    </p:bg>
    <p:spTree>
      <p:nvGrpSpPr>
        <p:cNvPr id="1" name=""/>
        <p:cNvGrpSpPr/>
        <p:nvPr/>
      </p:nvGrpSpPr>
      <p:grpSpPr>
        <a:xfrm>
          <a:off x="0" y="0"/>
          <a:ext cx="0" cy="0"/>
          <a:chOff x="0" y="0"/>
          <a:chExt cx="0" cy="0"/>
        </a:xfrm>
      </p:grpSpPr>
      <p:sp>
        <p:nvSpPr>
          <p:cNvPr id="97"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98" name="PlaceHolder 1"/>
          <p:cNvSpPr>
            <a:spLocks noGrp="1"/>
          </p:cNvSpPr>
          <p:nvPr>
            <p:ph type="title"/>
          </p:nvPr>
        </p:nvSpPr>
        <p:spPr>
          <a:xfrm>
            <a:off x="360000" y="358920"/>
            <a:ext cx="9156960" cy="8348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99" name="PlaceHolder 2"/>
          <p:cNvSpPr>
            <a:spLocks noGrp="1"/>
          </p:cNvSpPr>
          <p:nvPr>
            <p:ph type="dt" idx="31"/>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00" name="PlaceHolder 3"/>
          <p:cNvSpPr>
            <a:spLocks noGrp="1"/>
          </p:cNvSpPr>
          <p:nvPr>
            <p:ph type="ftr" idx="32"/>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01" name="PlaceHolder 4"/>
          <p:cNvSpPr>
            <a:spLocks noGrp="1"/>
          </p:cNvSpPr>
          <p:nvPr>
            <p:ph type="sldNum" idx="33"/>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1323B0D3-292C-488B-88B6-D4EFDE2D4070}"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bg>
      <p:bgPr>
        <a:solidFill>
          <a:schemeClr val="lt1"/>
        </a:solidFill>
      </p:bgPr>
    </p:bg>
    <p:spTree>
      <p:nvGrpSpPr>
        <p:cNvPr id="1" name=""/>
        <p:cNvGrpSpPr/>
        <p:nvPr/>
      </p:nvGrpSpPr>
      <p:grpSpPr>
        <a:xfrm>
          <a:off x="0" y="0"/>
          <a:ext cx="0" cy="0"/>
          <a:chOff x="0" y="0"/>
          <a:chExt cx="0" cy="0"/>
        </a:xfrm>
      </p:grpSpPr>
      <p:sp>
        <p:nvSpPr>
          <p:cNvPr id="102"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103" name="PlaceHolder 1"/>
          <p:cNvSpPr>
            <a:spLocks noGrp="1"/>
          </p:cNvSpPr>
          <p:nvPr>
            <p:ph type="dt" idx="34"/>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04" name="PlaceHolder 2"/>
          <p:cNvSpPr>
            <a:spLocks noGrp="1"/>
          </p:cNvSpPr>
          <p:nvPr>
            <p:ph type="ftr" idx="35"/>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05" name="PlaceHolder 3"/>
          <p:cNvSpPr>
            <a:spLocks noGrp="1"/>
          </p:cNvSpPr>
          <p:nvPr>
            <p:ph type="sldNum" idx="36"/>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58722E67-8BA2-4713-8512-8FE16BAF2880}"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weiß">
    <p:bg>
      <p:bgPr>
        <a:solidFill>
          <a:schemeClr val="lt1"/>
        </a:solidFill>
      </p:bgPr>
    </p:bg>
    <p:spTree>
      <p:nvGrpSpPr>
        <p:cNvPr id="1" name=""/>
        <p:cNvGrpSpPr/>
        <p:nvPr/>
      </p:nvGrpSpPr>
      <p:grpSpPr>
        <a:xfrm>
          <a:off x="0" y="0"/>
          <a:ext cx="0" cy="0"/>
          <a:chOff x="0" y="0"/>
          <a:chExt cx="0" cy="0"/>
        </a:xfrm>
      </p:grpSpPr>
      <p:sp>
        <p:nvSpPr>
          <p:cNvPr id="106"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107" name="Freihandform: Form 10"/>
          <p:cNvSpPr/>
          <p:nvPr/>
        </p:nvSpPr>
        <p:spPr>
          <a:xfrm>
            <a:off x="8202960" y="2802240"/>
            <a:ext cx="3988800" cy="4055400"/>
          </a:xfrm>
          <a:custGeom>
            <a:avLst/>
            <a:gdLst>
              <a:gd name="textAreaLeft" fmla="*/ 0 w 3988800"/>
              <a:gd name="textAreaRight" fmla="*/ 1436065200 w 3988800"/>
              <a:gd name="textAreaTop" fmla="*/ 0 h 4055400"/>
              <a:gd name="textAreaBottom" fmla="*/ 1460068200 h 405540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9160" bIns="6858000" anchor="ctr">
            <a:noAutofit/>
          </a:bodyPr>
          <a:p>
            <a:endParaRPr lang="de-DE" sz="1800" b="0" u="none" strike="noStrike">
              <a:solidFill>
                <a:schemeClr val="dk1"/>
              </a:solidFill>
              <a:effectLst/>
              <a:uFillTx/>
              <a:latin typeface="SRH"/>
            </a:endParaRPr>
          </a:p>
        </p:txBody>
      </p:sp>
      <p:sp>
        <p:nvSpPr>
          <p:cNvPr id="108" name="Textfeld 11"/>
          <p:cNvSpPr/>
          <p:nvPr/>
        </p:nvSpPr>
        <p:spPr>
          <a:xfrm>
            <a:off x="360000" y="1891800"/>
            <a:ext cx="7455240" cy="2081160"/>
          </a:xfrm>
          <a:prstGeom prst="rect">
            <a:avLst/>
          </a:prstGeom>
          <a:noFill/>
          <a:ln w="0">
            <a:noFill/>
          </a:ln>
        </p:spPr>
        <p:style>
          <a:lnRef idx="0"/>
          <a:fillRef idx="0"/>
          <a:effectRef idx="0"/>
          <a:fontRef idx="minor"/>
        </p:style>
        <p:txBody>
          <a:bodyPr numCol="1" spcCol="216000" lIns="0" tIns="0" rIns="0" bIns="0" anchor="t">
            <a:noAutofit/>
          </a:bodyPr>
          <a:p>
            <a:pPr defTabSz="914400">
              <a:lnSpc>
                <a:spcPct val="100000"/>
              </a:lnSpc>
              <a:tabLst>
                <a:tab pos="0" algn="l"/>
              </a:tabLst>
            </a:pPr>
            <a:r>
              <a:rPr lang="de-DE" sz="4800" b="1" u="none" strike="noStrike">
                <a:solidFill>
                  <a:schemeClr val="dk1"/>
                </a:solidFill>
                <a:effectLst/>
                <a:uFillTx/>
                <a:latin typeface="SRH Headline"/>
                <a:ea typeface="SRH Headline"/>
              </a:rPr>
              <a:t>Vielen Dank für Ihre </a:t>
            </a:r>
            <a:br>
              <a:rPr sz="1800"/>
            </a:br>
            <a:r>
              <a:rPr lang="de-DE" sz="4800" b="1" u="none" strike="noStrike">
                <a:solidFill>
                  <a:schemeClr val="dk1"/>
                </a:solidFill>
                <a:effectLst/>
                <a:uFillTx/>
                <a:latin typeface="SRH Headline"/>
                <a:ea typeface="SRH Headline"/>
              </a:rPr>
              <a:t>Aufmerksamkeit!</a:t>
            </a:r>
            <a:endParaRPr lang="en-US" sz="4800" b="0" u="none" strike="noStrike">
              <a:solidFill>
                <a:srgbClr val="000000"/>
              </a:solidFill>
              <a:effectLst/>
              <a:uFillTx/>
              <a:latin typeface="Arial"/>
            </a:endParaRPr>
          </a:p>
        </p:txBody>
      </p:sp>
      <p:sp>
        <p:nvSpPr>
          <p:cNvPr id="109" name="PlaceHolder 1"/>
          <p:cNvSpPr>
            <a:spLocks noGrp="1"/>
          </p:cNvSpPr>
          <p:nvPr>
            <p:ph type="body"/>
          </p:nvPr>
        </p:nvSpPr>
        <p:spPr>
          <a:xfrm>
            <a:off x="360000" y="4881240"/>
            <a:ext cx="4630680" cy="1271520"/>
          </a:xfrm>
          <a:prstGeom prst="rect">
            <a:avLst/>
          </a:prstGeom>
          <a:noFill/>
          <a:ln w="0">
            <a:noFill/>
          </a:ln>
        </p:spPr>
        <p:txBody>
          <a:bodyPr numCol="1" spcCol="216000" lIns="0" tIns="0" rIns="0" bIns="0" anchor="t">
            <a:noAutofit/>
          </a:bodyPr>
          <a:lstStyle>
            <a:lvl1pPr indent="0" algn="l" defTabSz="914400">
              <a:lnSpc>
                <a:spcPct val="110000"/>
              </a:lnSpc>
              <a:buNone/>
              <a:tabLst>
                <a:tab pos="0" algn="l"/>
              </a:tabLst>
              <a:defRPr lang="de-DE" sz="1200" b="1" u="none" strike="noStrike">
                <a:solidFill>
                  <a:schemeClr val="dk1"/>
                </a:solidFill>
                <a:effectLst/>
                <a:uFillTx/>
                <a:latin typeface="SRH Text"/>
                <a:ea typeface="SRH Text"/>
              </a:defRPr>
            </a:lvl1pPr>
          </a:lstStyle>
          <a:p>
            <a:pPr indent="0" algn="l" defTabSz="914400">
              <a:lnSpc>
                <a:spcPct val="110000"/>
              </a:lnSpc>
              <a:buNone/>
              <a:tabLst>
                <a:tab pos="0" algn="l"/>
              </a:tabLst>
            </a:pPr>
            <a:r>
              <a:rPr lang="de-DE" sz="1200" b="1" u="none" strike="noStrike">
                <a:solidFill>
                  <a:schemeClr val="dk1"/>
                </a:solidFill>
                <a:effectLst/>
                <a:uFillTx/>
                <a:latin typeface="SRH Text"/>
                <a:ea typeface="SRH Text"/>
              </a:rPr>
              <a:t>Mastertextformat bearbeiten</a:t>
            </a:r>
            <a:endParaRPr lang="de-DE" sz="1200" b="1" u="none" strike="noStrike">
              <a:solidFill>
                <a:schemeClr val="dk1"/>
              </a:solidFill>
              <a:effectLst/>
              <a:uFillTx/>
              <a:latin typeface="SRH Text"/>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Farbe">
    <p:bg>
      <p:bgPr>
        <a:solidFill>
          <a:schemeClr val="accent1"/>
        </a:solidFill>
      </p:bgPr>
    </p:bg>
    <p:spTree>
      <p:nvGrpSpPr>
        <p:cNvPr id="1" name=""/>
        <p:cNvGrpSpPr/>
        <p:nvPr/>
      </p:nvGrpSpPr>
      <p:grpSpPr>
        <a:xfrm>
          <a:off x="0" y="0"/>
          <a:ext cx="0" cy="0"/>
          <a:chOff x="0" y="0"/>
          <a:chExt cx="0" cy="0"/>
        </a:xfrm>
      </p:grpSpPr>
      <p:sp>
        <p:nvSpPr>
          <p:cNvPr id="110" name="Freihandform: Form 11" hidden="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111" name="Textfeld 11"/>
          <p:cNvSpPr/>
          <p:nvPr/>
        </p:nvSpPr>
        <p:spPr>
          <a:xfrm>
            <a:off x="360000" y="1891800"/>
            <a:ext cx="7455240" cy="2081160"/>
          </a:xfrm>
          <a:prstGeom prst="rect">
            <a:avLst/>
          </a:prstGeom>
          <a:noFill/>
          <a:ln w="0">
            <a:noFill/>
          </a:ln>
        </p:spPr>
        <p:style>
          <a:lnRef idx="0"/>
          <a:fillRef idx="0"/>
          <a:effectRef idx="0"/>
          <a:fontRef idx="minor"/>
        </p:style>
        <p:txBody>
          <a:bodyPr numCol="1" spcCol="216000" lIns="0" tIns="0" rIns="0" bIns="0" anchor="t">
            <a:noAutofit/>
          </a:bodyPr>
          <a:p>
            <a:pPr defTabSz="914400">
              <a:lnSpc>
                <a:spcPct val="100000"/>
              </a:lnSpc>
              <a:tabLst>
                <a:tab pos="0" algn="l"/>
              </a:tabLst>
            </a:pPr>
            <a:r>
              <a:rPr lang="de-DE" sz="4800" b="1" u="none" strike="noStrike">
                <a:solidFill>
                  <a:schemeClr val="lt1"/>
                </a:solidFill>
                <a:effectLst/>
                <a:uFillTx/>
                <a:latin typeface="SRH Headline"/>
                <a:ea typeface="SRH Headline"/>
              </a:rPr>
              <a:t>Vielen Dank für deine</a:t>
            </a:r>
            <a:br>
              <a:rPr sz="1800"/>
            </a:br>
            <a:r>
              <a:rPr lang="de-DE" sz="4800" b="1" u="none" strike="noStrike">
                <a:solidFill>
                  <a:schemeClr val="lt1"/>
                </a:solidFill>
                <a:effectLst/>
                <a:uFillTx/>
                <a:latin typeface="SRH Headline"/>
                <a:ea typeface="SRH Headline"/>
              </a:rPr>
              <a:t>Aufmerksamkeit!</a:t>
            </a:r>
            <a:endParaRPr lang="en-US" sz="4800" b="0" u="none" strike="noStrike">
              <a:solidFill>
                <a:srgbClr val="FFFFFF"/>
              </a:solidFill>
              <a:effectLst/>
              <a:uFillTx/>
              <a:latin typeface="Arial"/>
            </a:endParaRPr>
          </a:p>
        </p:txBody>
      </p:sp>
      <p:sp>
        <p:nvSpPr>
          <p:cNvPr id="112" name="PlaceHolder 1"/>
          <p:cNvSpPr>
            <a:spLocks noGrp="1"/>
          </p:cNvSpPr>
          <p:nvPr>
            <p:ph type="body"/>
          </p:nvPr>
        </p:nvSpPr>
        <p:spPr>
          <a:xfrm>
            <a:off x="360000" y="4881240"/>
            <a:ext cx="4630680" cy="1270800"/>
          </a:xfrm>
          <a:prstGeom prst="rect">
            <a:avLst/>
          </a:prstGeom>
          <a:noFill/>
          <a:ln w="0">
            <a:noFill/>
          </a:ln>
        </p:spPr>
        <p:txBody>
          <a:bodyPr numCol="1" spcCol="216000" lIns="0" tIns="0" rIns="0" bIns="0" anchor="t">
            <a:noAutofit/>
          </a:bodyPr>
          <a:lstStyle>
            <a:lvl1pPr indent="0" algn="l" defTabSz="914400">
              <a:lnSpc>
                <a:spcPct val="110000"/>
              </a:lnSpc>
              <a:buNone/>
              <a:tabLst>
                <a:tab pos="0" algn="l"/>
              </a:tabLst>
              <a:defRPr lang="de-DE" sz="1200" b="1" u="none" strike="noStrike">
                <a:solidFill>
                  <a:schemeClr val="lt1"/>
                </a:solidFill>
                <a:effectLst/>
                <a:uFillTx/>
                <a:latin typeface="SRH Text"/>
                <a:ea typeface="SRH Text"/>
              </a:defRPr>
            </a:lvl1pPr>
          </a:lstStyle>
          <a:p>
            <a:pPr indent="0" algn="l" defTabSz="914400">
              <a:lnSpc>
                <a:spcPct val="110000"/>
              </a:lnSpc>
              <a:buNone/>
              <a:tabLst>
                <a:tab pos="0" algn="l"/>
              </a:tabLst>
            </a:pPr>
            <a:r>
              <a:rPr lang="de-DE" sz="1200" b="1" u="none" strike="noStrike">
                <a:solidFill>
                  <a:schemeClr val="lt1"/>
                </a:solidFill>
                <a:effectLst/>
                <a:uFillTx/>
                <a:latin typeface="SRH Text"/>
                <a:ea typeface="SRH Text"/>
              </a:rPr>
              <a:t>Mastertextformat bearbeiten</a:t>
            </a:r>
            <a:endParaRPr lang="de-DE" sz="1200" b="1" u="none" strike="noStrike">
              <a:solidFill>
                <a:schemeClr val="lt1"/>
              </a:solidFill>
              <a:effectLst/>
              <a:uFillTx/>
              <a:latin typeface="SRH Text"/>
            </a:endParaRPr>
          </a:p>
        </p:txBody>
      </p:sp>
      <p:sp>
        <p:nvSpPr>
          <p:cNvPr id="113" name="Freihandform: Form 5"/>
          <p:cNvSpPr/>
          <p:nvPr/>
        </p:nvSpPr>
        <p:spPr>
          <a:xfrm>
            <a:off x="8211960" y="2802240"/>
            <a:ext cx="3989520" cy="4055400"/>
          </a:xfrm>
          <a:custGeom>
            <a:avLst/>
            <a:gdLst>
              <a:gd name="textAreaLeft" fmla="*/ 0 w 3989520"/>
              <a:gd name="textAreaRight" fmla="*/ 1436293800 w 3989520"/>
              <a:gd name="textAreaTop" fmla="*/ 0 h 4055400"/>
              <a:gd name="textAreaBottom" fmla="*/ 1460068200 h 4055400"/>
            </a:gdLst>
            <a:ahLst/>
            <a:cxnLst/>
            <a:rect l="textAreaLeft" t="textAreaTop" r="textAreaRight" b="textAreaBottom"/>
            <a:pathLst>
              <a:path w="3989705" h="4055745">
                <a:moveTo>
                  <a:pt x="3989705" y="0"/>
                </a:moveTo>
                <a:lnTo>
                  <a:pt x="3989705" y="2389210"/>
                </a:lnTo>
                <a:lnTo>
                  <a:pt x="3859000" y="2411148"/>
                </a:lnTo>
                <a:cubicBezTo>
                  <a:pt x="2993767" y="2575305"/>
                  <a:pt x="2648265" y="3036008"/>
                  <a:pt x="2529591" y="3871779"/>
                </a:cubicBezTo>
                <a:lnTo>
                  <a:pt x="2508283" y="4055745"/>
                </a:lnTo>
                <a:lnTo>
                  <a:pt x="0" y="4055745"/>
                </a:lnTo>
                <a:lnTo>
                  <a:pt x="22944" y="3788838"/>
                </a:lnTo>
                <a:cubicBezTo>
                  <a:pt x="290771" y="1521853"/>
                  <a:pt x="1510519" y="126892"/>
                  <a:pt x="3885553" y="4661"/>
                </a:cubicBezTo>
                <a:cubicBezTo>
                  <a:pt x="3907463" y="3232"/>
                  <a:pt x="3931933" y="1982"/>
                  <a:pt x="3958371" y="932"/>
                </a:cubicBezTo>
                <a:close/>
              </a:path>
            </a:pathLst>
          </a:custGeom>
          <a:solidFill>
            <a:srgbClr val="EEEDEC">
              <a:alpha val="19000"/>
            </a:srgbClr>
          </a:solidFill>
          <a:ln w="0">
            <a:noFill/>
          </a:ln>
        </p:spPr>
        <p:style>
          <a:lnRef idx="0"/>
          <a:fillRef idx="0"/>
          <a:effectRef idx="0"/>
          <a:fontRef idx="minor"/>
        </p:style>
        <p:txBody>
          <a:bodyPr numCol="1" spcCol="216000" lIns="0" tIns="2802240" rIns="3989520" bIns="6858000" anchor="ctr">
            <a:noAutofit/>
          </a:bodyPr>
          <a:p>
            <a:endParaRPr lang="de-DE" sz="1800" b="0" u="none" strike="noStrike">
              <a:solidFill>
                <a:schemeClr val="dk1"/>
              </a:solidFill>
              <a:effectLst/>
              <a:uFillTx/>
              <a:latin typeface="SRH"/>
            </a:endParaRPr>
          </a:p>
        </p:txBody>
      </p:sp>
      <p:pic>
        <p:nvPicPr>
          <p:cNvPr id="114" name="Grafik 6"/>
          <p:cNvPicPr/>
          <p:nvPr/>
        </p:nvPicPr>
        <p:blipFill>
          <a:blip r:embed="rId2">
            <a:extLst>
              <a:ext uri="{96DAC541-7B7A-43D3-8B79-37D633B846F1}">
                <asvg:svgBlip xmlns:asvg="http://schemas.microsoft.com/office/drawing/2016/SVG/main" r:embed="rId3"/>
              </a:ext>
            </a:extLst>
          </a:blip>
          <a:stretch/>
        </p:blipFill>
        <p:spPr>
          <a:xfrm>
            <a:off x="10877400" y="358920"/>
            <a:ext cx="950400" cy="736920"/>
          </a:xfrm>
          <a:prstGeom prst="rect">
            <a:avLst/>
          </a:prstGeom>
          <a:noFill/>
          <a:ln w="0">
            <a:noFill/>
          </a:ln>
        </p:spPr>
      </p:pic>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Gliederung">
    <p:bg>
      <p:bgPr>
        <a:solidFill>
          <a:schemeClr val="lt1"/>
        </a:solidFill>
      </p:bgPr>
    </p:bg>
    <p:spTree>
      <p:nvGrpSpPr>
        <p:cNvPr id="1" name=""/>
        <p:cNvGrpSpPr/>
        <p:nvPr/>
      </p:nvGrpSpPr>
      <p:grpSpPr>
        <a:xfrm>
          <a:off x="0" y="0"/>
          <a:ext cx="0" cy="0"/>
          <a:chOff x="0" y="0"/>
          <a:chExt cx="0" cy="0"/>
        </a:xfrm>
      </p:grpSpPr>
      <p:sp>
        <p:nvSpPr>
          <p:cNvPr id="115"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116" name="Logo-Fragment"/>
          <p:cNvSpPr/>
          <p:nvPr/>
        </p:nvSpPr>
        <p:spPr>
          <a:xfrm>
            <a:off x="8202960" y="2802240"/>
            <a:ext cx="3988800" cy="4055400"/>
          </a:xfrm>
          <a:custGeom>
            <a:avLst/>
            <a:gdLst>
              <a:gd name="textAreaLeft" fmla="*/ 0 w 3988800"/>
              <a:gd name="textAreaRight" fmla="*/ 1436065200 w 3988800"/>
              <a:gd name="textAreaTop" fmla="*/ 0 h 4055400"/>
              <a:gd name="textAreaBottom" fmla="*/ 1460068200 h 405540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9160" bIns="6858000" anchor="ctr">
            <a:noAutofit/>
          </a:bodyPr>
          <a:p>
            <a:endParaRPr lang="de-DE" sz="1800" b="0" u="none" strike="noStrike">
              <a:solidFill>
                <a:schemeClr val="dk1"/>
              </a:solidFill>
              <a:effectLst/>
              <a:uFillTx/>
              <a:latin typeface="SRH"/>
            </a:endParaRPr>
          </a:p>
        </p:txBody>
      </p:sp>
      <p:sp>
        <p:nvSpPr>
          <p:cNvPr id="117" name="PlaceHolder 1"/>
          <p:cNvSpPr>
            <a:spLocks noGrp="1"/>
          </p:cNvSpPr>
          <p:nvPr>
            <p:ph type="sldNum" idx="37"/>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FF2E424B-117B-4513-9709-AFF068295A2C}"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118" name="PlaceHolder 2"/>
          <p:cNvSpPr>
            <a:spLocks noGrp="1"/>
          </p:cNvSpPr>
          <p:nvPr>
            <p:ph type="ftr" idx="38"/>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19" name="PlaceHolder 3"/>
          <p:cNvSpPr>
            <a:spLocks noGrp="1"/>
          </p:cNvSpPr>
          <p:nvPr>
            <p:ph type="dt" idx="39"/>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20" name="PlaceHolder 4"/>
          <p:cNvSpPr>
            <a:spLocks noGrp="1"/>
          </p:cNvSpPr>
          <p:nvPr>
            <p:ph type="body"/>
          </p:nvPr>
        </p:nvSpPr>
        <p:spPr>
          <a:xfrm>
            <a:off x="6773400" y="4853880"/>
            <a:ext cx="5052960" cy="7005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121" name="PlaceHolder 5"/>
          <p:cNvSpPr>
            <a:spLocks noGrp="1"/>
          </p:cNvSpPr>
          <p:nvPr>
            <p:ph type="body"/>
          </p:nvPr>
        </p:nvSpPr>
        <p:spPr>
          <a:xfrm>
            <a:off x="6275880" y="4853880"/>
            <a:ext cx="425880" cy="7005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122" name="PlaceHolder 6"/>
          <p:cNvSpPr>
            <a:spLocks noGrp="1"/>
          </p:cNvSpPr>
          <p:nvPr>
            <p:ph type="body"/>
          </p:nvPr>
        </p:nvSpPr>
        <p:spPr>
          <a:xfrm>
            <a:off x="6773400" y="4073040"/>
            <a:ext cx="5052960" cy="7002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123" name="PlaceHolder 7"/>
          <p:cNvSpPr>
            <a:spLocks noGrp="1"/>
          </p:cNvSpPr>
          <p:nvPr>
            <p:ph type="body"/>
          </p:nvPr>
        </p:nvSpPr>
        <p:spPr>
          <a:xfrm>
            <a:off x="6275880" y="4073040"/>
            <a:ext cx="425880" cy="7002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124" name="PlaceHolder 8"/>
          <p:cNvSpPr>
            <a:spLocks noGrp="1"/>
          </p:cNvSpPr>
          <p:nvPr>
            <p:ph type="body"/>
          </p:nvPr>
        </p:nvSpPr>
        <p:spPr>
          <a:xfrm>
            <a:off x="6773400" y="3291120"/>
            <a:ext cx="5052960" cy="7002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125" name="PlaceHolder 9"/>
          <p:cNvSpPr>
            <a:spLocks noGrp="1"/>
          </p:cNvSpPr>
          <p:nvPr>
            <p:ph type="body"/>
          </p:nvPr>
        </p:nvSpPr>
        <p:spPr>
          <a:xfrm>
            <a:off x="6275880" y="3291120"/>
            <a:ext cx="425880" cy="7002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126" name="PlaceHolder 10"/>
          <p:cNvSpPr>
            <a:spLocks noGrp="1"/>
          </p:cNvSpPr>
          <p:nvPr>
            <p:ph type="body"/>
          </p:nvPr>
        </p:nvSpPr>
        <p:spPr>
          <a:xfrm>
            <a:off x="6773400" y="2509560"/>
            <a:ext cx="5052960" cy="7002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127" name="PlaceHolder 11"/>
          <p:cNvSpPr>
            <a:spLocks noGrp="1"/>
          </p:cNvSpPr>
          <p:nvPr>
            <p:ph type="body"/>
          </p:nvPr>
        </p:nvSpPr>
        <p:spPr>
          <a:xfrm>
            <a:off x="6275880" y="2509560"/>
            <a:ext cx="425880" cy="7002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128" name="PlaceHolder 12"/>
          <p:cNvSpPr>
            <a:spLocks noGrp="1"/>
          </p:cNvSpPr>
          <p:nvPr>
            <p:ph type="body"/>
          </p:nvPr>
        </p:nvSpPr>
        <p:spPr>
          <a:xfrm>
            <a:off x="6773400" y="1728000"/>
            <a:ext cx="5052960" cy="7005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129" name="PlaceHolder 13"/>
          <p:cNvSpPr>
            <a:spLocks noGrp="1"/>
          </p:cNvSpPr>
          <p:nvPr>
            <p:ph type="body"/>
          </p:nvPr>
        </p:nvSpPr>
        <p:spPr>
          <a:xfrm>
            <a:off x="6275880" y="1728000"/>
            <a:ext cx="425880" cy="7005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130" name="PlaceHolder 14"/>
          <p:cNvSpPr>
            <a:spLocks noGrp="1"/>
          </p:cNvSpPr>
          <p:nvPr>
            <p:ph type="body"/>
          </p:nvPr>
        </p:nvSpPr>
        <p:spPr>
          <a:xfrm>
            <a:off x="862200" y="4853880"/>
            <a:ext cx="5053680" cy="7005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131" name="PlaceHolder 15"/>
          <p:cNvSpPr>
            <a:spLocks noGrp="1"/>
          </p:cNvSpPr>
          <p:nvPr>
            <p:ph type="body"/>
          </p:nvPr>
        </p:nvSpPr>
        <p:spPr>
          <a:xfrm>
            <a:off x="359280" y="4853880"/>
            <a:ext cx="425160" cy="7005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132" name="PlaceHolder 16"/>
          <p:cNvSpPr>
            <a:spLocks noGrp="1"/>
          </p:cNvSpPr>
          <p:nvPr>
            <p:ph type="body"/>
          </p:nvPr>
        </p:nvSpPr>
        <p:spPr>
          <a:xfrm>
            <a:off x="862200" y="4073040"/>
            <a:ext cx="5053680" cy="7002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133" name="PlaceHolder 17"/>
          <p:cNvSpPr>
            <a:spLocks noGrp="1"/>
          </p:cNvSpPr>
          <p:nvPr>
            <p:ph type="body"/>
          </p:nvPr>
        </p:nvSpPr>
        <p:spPr>
          <a:xfrm>
            <a:off x="359280" y="4073040"/>
            <a:ext cx="425160" cy="7002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134" name="PlaceHolder 18"/>
          <p:cNvSpPr>
            <a:spLocks noGrp="1"/>
          </p:cNvSpPr>
          <p:nvPr>
            <p:ph type="body"/>
          </p:nvPr>
        </p:nvSpPr>
        <p:spPr>
          <a:xfrm>
            <a:off x="862200" y="3291120"/>
            <a:ext cx="5053680" cy="7002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135" name="PlaceHolder 19"/>
          <p:cNvSpPr>
            <a:spLocks noGrp="1"/>
          </p:cNvSpPr>
          <p:nvPr>
            <p:ph type="body"/>
          </p:nvPr>
        </p:nvSpPr>
        <p:spPr>
          <a:xfrm>
            <a:off x="359280" y="3291120"/>
            <a:ext cx="425160" cy="7002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03</a:t>
            </a:r>
            <a:endParaRPr lang="de-DE" sz="2000" b="1" u="none" strike="noStrike">
              <a:solidFill>
                <a:schemeClr val="accent1"/>
              </a:solidFill>
              <a:effectLst/>
              <a:uFillTx/>
              <a:latin typeface="SRH Text"/>
            </a:endParaRPr>
          </a:p>
        </p:txBody>
      </p:sp>
      <p:sp>
        <p:nvSpPr>
          <p:cNvPr id="136" name="PlaceHolder 20"/>
          <p:cNvSpPr>
            <a:spLocks noGrp="1"/>
          </p:cNvSpPr>
          <p:nvPr>
            <p:ph type="body"/>
          </p:nvPr>
        </p:nvSpPr>
        <p:spPr>
          <a:xfrm>
            <a:off x="862200" y="2509560"/>
            <a:ext cx="5053680" cy="7002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137" name="PlaceHolder 21"/>
          <p:cNvSpPr>
            <a:spLocks noGrp="1"/>
          </p:cNvSpPr>
          <p:nvPr>
            <p:ph type="body"/>
          </p:nvPr>
        </p:nvSpPr>
        <p:spPr>
          <a:xfrm>
            <a:off x="359280" y="2509560"/>
            <a:ext cx="425160" cy="70020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02</a:t>
            </a:r>
            <a:endParaRPr lang="de-DE" sz="2000" b="1" u="none" strike="noStrike">
              <a:solidFill>
                <a:schemeClr val="accent1"/>
              </a:solidFill>
              <a:effectLst/>
              <a:uFillTx/>
              <a:latin typeface="SRH Text"/>
            </a:endParaRPr>
          </a:p>
        </p:txBody>
      </p:sp>
      <p:sp>
        <p:nvSpPr>
          <p:cNvPr id="138" name="PlaceHolder 22"/>
          <p:cNvSpPr>
            <a:spLocks noGrp="1"/>
          </p:cNvSpPr>
          <p:nvPr>
            <p:ph type="body"/>
          </p:nvPr>
        </p:nvSpPr>
        <p:spPr>
          <a:xfrm>
            <a:off x="862200" y="1728000"/>
            <a:ext cx="5053680" cy="7005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139" name="PlaceHolder 23"/>
          <p:cNvSpPr>
            <a:spLocks noGrp="1"/>
          </p:cNvSpPr>
          <p:nvPr>
            <p:ph type="body"/>
          </p:nvPr>
        </p:nvSpPr>
        <p:spPr>
          <a:xfrm>
            <a:off x="359280" y="1728000"/>
            <a:ext cx="425160" cy="7005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01</a:t>
            </a:r>
            <a:endParaRPr lang="de-DE" sz="2000" b="1" u="none" strike="noStrike">
              <a:solidFill>
                <a:schemeClr val="accent1"/>
              </a:solidFill>
              <a:effectLst/>
              <a:uFillTx/>
              <a:latin typeface="SRH Text"/>
            </a:endParaRPr>
          </a:p>
        </p:txBody>
      </p:sp>
      <p:sp>
        <p:nvSpPr>
          <p:cNvPr id="140" name="PlaceHolder 24"/>
          <p:cNvSpPr>
            <a:spLocks noGrp="1"/>
          </p:cNvSpPr>
          <p:nvPr>
            <p:ph type="title"/>
          </p:nvPr>
        </p:nvSpPr>
        <p:spPr>
          <a:xfrm>
            <a:off x="360000" y="358920"/>
            <a:ext cx="9156960" cy="8348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Gliederung</a:t>
            </a:r>
            <a:endParaRPr lang="de-DE" sz="3000" b="1" u="none" strike="noStrike">
              <a:solidFill>
                <a:schemeClr val="dk1"/>
              </a:solidFill>
              <a:effectLst/>
              <a:uFillTx/>
              <a:latin typeface="SRH Headline"/>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alt">
    <p:bg>
      <p:bgPr>
        <a:solidFill>
          <a:schemeClr val="lt1"/>
        </a:solidFill>
      </p:bgPr>
    </p:bg>
    <p:spTree>
      <p:nvGrpSpPr>
        <p:cNvPr id="1" name=""/>
        <p:cNvGrpSpPr/>
        <p:nvPr/>
      </p:nvGrpSpPr>
      <p:grpSpPr>
        <a:xfrm>
          <a:off x="0" y="0"/>
          <a:ext cx="0" cy="0"/>
          <a:chOff x="0" y="0"/>
          <a:chExt cx="0" cy="0"/>
        </a:xfrm>
      </p:grpSpPr>
      <p:sp>
        <p:nvSpPr>
          <p:cNvPr id="141"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142" name="Logo-Fragment"/>
          <p:cNvSpPr/>
          <p:nvPr/>
        </p:nvSpPr>
        <p:spPr>
          <a:xfrm>
            <a:off x="8202960" y="2802240"/>
            <a:ext cx="3988800" cy="4055400"/>
          </a:xfrm>
          <a:custGeom>
            <a:avLst/>
            <a:gdLst>
              <a:gd name="textAreaLeft" fmla="*/ 0 w 3988800"/>
              <a:gd name="textAreaRight" fmla="*/ 1436065200 w 3988800"/>
              <a:gd name="textAreaTop" fmla="*/ 0 h 4055400"/>
              <a:gd name="textAreaBottom" fmla="*/ 1460068200 h 405540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9160" bIns="6858000" anchor="ctr">
            <a:noAutofit/>
          </a:bodyPr>
          <a:p>
            <a:endParaRPr lang="de-DE" sz="1800" b="0" u="none" strike="noStrike">
              <a:solidFill>
                <a:schemeClr val="dk1"/>
              </a:solidFill>
              <a:effectLst/>
              <a:uFillTx/>
              <a:latin typeface="SRH"/>
            </a:endParaRPr>
          </a:p>
        </p:txBody>
      </p:sp>
      <p:sp>
        <p:nvSpPr>
          <p:cNvPr id="143" name="PlaceHolder 1"/>
          <p:cNvSpPr>
            <a:spLocks noGrp="1"/>
          </p:cNvSpPr>
          <p:nvPr>
            <p:ph type="title"/>
          </p:nvPr>
        </p:nvSpPr>
        <p:spPr>
          <a:xfrm>
            <a:off x="360000" y="358920"/>
            <a:ext cx="9156960" cy="8348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144" name="PlaceHolder 2"/>
          <p:cNvSpPr>
            <a:spLocks noGrp="1"/>
          </p:cNvSpPr>
          <p:nvPr>
            <p:ph type="body"/>
          </p:nvPr>
        </p:nvSpPr>
        <p:spPr>
          <a:xfrm>
            <a:off x="359280" y="1728000"/>
            <a:ext cx="9158400" cy="423000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
        <p:nvSpPr>
          <p:cNvPr id="145" name="PlaceHolder 3"/>
          <p:cNvSpPr>
            <a:spLocks noGrp="1"/>
          </p:cNvSpPr>
          <p:nvPr>
            <p:ph type="dt" idx="40"/>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46" name="PlaceHolder 4"/>
          <p:cNvSpPr>
            <a:spLocks noGrp="1"/>
          </p:cNvSpPr>
          <p:nvPr>
            <p:ph type="ftr" idx="41"/>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47" name="PlaceHolder 5"/>
          <p:cNvSpPr>
            <a:spLocks noGrp="1"/>
          </p:cNvSpPr>
          <p:nvPr>
            <p:ph type="sldNum" idx="42"/>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2570046D-BD5F-4032-919F-209DC2A5115A}"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Zwischenfolie mit Bild">
    <p:bg>
      <p:bgPr>
        <a:solidFill>
          <a:schemeClr val="lt1"/>
        </a:solidFill>
      </p:bgPr>
    </p:bg>
    <p:spTree>
      <p:nvGrpSpPr>
        <p:cNvPr id="1" name=""/>
        <p:cNvGrpSpPr/>
        <p:nvPr/>
      </p:nvGrpSpPr>
      <p:grpSpPr>
        <a:xfrm>
          <a:off x="0" y="0"/>
          <a:ext cx="0" cy="0"/>
          <a:chOff x="0" y="0"/>
          <a:chExt cx="0" cy="0"/>
        </a:xfrm>
      </p:grpSpPr>
      <p:sp>
        <p:nvSpPr>
          <p:cNvPr id="148" name="Freihandform: Form 11" hidden="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149" name="PlaceHolder 1"/>
          <p:cNvSpPr>
            <a:spLocks noGrp="1"/>
          </p:cNvSpPr>
          <p:nvPr>
            <p:ph type="body"/>
          </p:nvPr>
        </p:nvSpPr>
        <p:spPr>
          <a:xfrm>
            <a:off x="0" y="0"/>
            <a:ext cx="12191760" cy="6857640"/>
          </a:xfrm>
          <a:prstGeom prst="rect">
            <a:avLst/>
          </a:prstGeom>
          <a:solidFill>
            <a:srgbClr val="FED9C9"/>
          </a:solidFill>
          <a:ln w="0">
            <a:noFill/>
          </a:ln>
        </p:spPr>
        <p:txBody>
          <a:bodyPr lIns="90000" tIns="45000" rIns="90000" bIns="45000" anchor="t">
            <a:noAutofit/>
          </a:bodyPr>
          <a:lstStyle>
            <a:lvl1pPr indent="0" algn="l" defTabSz="914400">
              <a:lnSpc>
                <a:spcPct val="98000"/>
              </a:lnSpc>
              <a:tabLst>
                <a:tab pos="0" algn="l"/>
              </a:tabLst>
              <a:defRPr lang="de-DE" sz="1800" b="1" u="none" strike="noStrike">
                <a:solidFill>
                  <a:schemeClr val="lt1"/>
                </a:solidFill>
                <a:effectLst/>
                <a:uFillTx/>
                <a:latin typeface="SRH Headline"/>
              </a:defRPr>
            </a:lvl1pPr>
            <a:lvl2pPr lvl="1" algn="l" defTabSz="914400">
              <a:lnSpc>
                <a:spcPct val="110000"/>
              </a:lnSpc>
              <a:spcBef>
                <a:spcPts val="1199"/>
              </a:spcBef>
              <a:buClr>
                <a:srgbClr val="000000"/>
              </a:buClr>
              <a:buSzPct val="75000"/>
              <a:buFont typeface="Symbol" charset="2"/>
              <a:buChar char=""/>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98000"/>
              </a:lnSpc>
              <a:tabLst>
                <a:tab pos="0" algn="l"/>
              </a:tabLst>
            </a:pPr>
            <a:r>
              <a:rPr lang="de-DE" sz="1800" b="1" u="none" strike="noStrike">
                <a:solidFill>
                  <a:schemeClr val="lt1"/>
                </a:solidFill>
                <a:effectLst/>
                <a:uFillTx/>
                <a:latin typeface="SRH Headline"/>
              </a:rPr>
              <a:t>Click to edit the outline text format</a:t>
            </a:r>
            <a:endParaRPr lang="de-DE" sz="1800" b="1" u="none" strike="noStrike">
              <a:solidFill>
                <a:schemeClr val="lt1"/>
              </a:solidFill>
              <a:effectLst/>
              <a:uFillTx/>
              <a:latin typeface="SRH Headline"/>
            </a:endParaRPr>
          </a:p>
          <a:p>
            <a:pPr marL="457200" lvl="1" algn="l" defTabSz="914400">
              <a:lnSpc>
                <a:spcPct val="110000"/>
              </a:lnSpc>
              <a:spcBef>
                <a:spcPts val="1199"/>
              </a:spcBef>
              <a:buClr>
                <a:srgbClr val="000000"/>
              </a:buClr>
              <a:buSzPct val="75000"/>
              <a:buFont typeface="Symbol" charset="2"/>
              <a:buChar char=""/>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150" name="PlaceHolder 2"/>
          <p:cNvSpPr>
            <a:spLocks noGrp="1"/>
          </p:cNvSpPr>
          <p:nvPr>
            <p:ph type="title"/>
          </p:nvPr>
        </p:nvSpPr>
        <p:spPr>
          <a:xfrm>
            <a:off x="360000" y="616680"/>
            <a:ext cx="7642440" cy="2516760"/>
          </a:xfrm>
          <a:prstGeom prst="rect">
            <a:avLst/>
          </a:prstGeom>
          <a:noFill/>
          <a:ln w="0">
            <a:noFill/>
          </a:ln>
        </p:spPr>
        <p:txBody>
          <a:bodyPr numCol="1" spcCol="216000" lIns="0" tIns="0" rIns="0" bIns="0" anchor="b">
            <a:noAutofit/>
          </a:bodyPr>
          <a:lstStyle>
            <a:lvl1pPr indent="0" algn="l" defTabSz="914400">
              <a:lnSpc>
                <a:spcPct val="98000"/>
              </a:lnSpc>
              <a:buNone/>
              <a:tabLst>
                <a:tab pos="0" algn="l"/>
              </a:tabLst>
              <a:defRPr lang="de-DE" sz="4800" b="1" u="none" strike="noStrike">
                <a:solidFill>
                  <a:schemeClr val="accent1"/>
                </a:solidFill>
                <a:effectLst/>
                <a:uFillTx/>
                <a:latin typeface="SRH Headline"/>
                <a:ea typeface="SRH Headline"/>
              </a:defRPr>
            </a:lvl1pPr>
          </a:lstStyle>
          <a:p>
            <a:pPr indent="0" algn="l" defTabSz="914400">
              <a:lnSpc>
                <a:spcPct val="98000"/>
              </a:lnSpc>
              <a:buNone/>
              <a:tabLst>
                <a:tab pos="0" algn="l"/>
              </a:tabLst>
            </a:pPr>
            <a:r>
              <a:rPr lang="de-DE" sz="4800" b="1" u="none" strike="noStrike">
                <a:solidFill>
                  <a:schemeClr val="accent1"/>
                </a:solidFill>
                <a:effectLst/>
                <a:uFillTx/>
                <a:latin typeface="SRH Headline"/>
                <a:ea typeface="SRH Headline"/>
              </a:rPr>
              <a:t>Mastertitelformat bearbeiten</a:t>
            </a:r>
            <a:endParaRPr lang="de-DE" sz="4800" b="1" u="none" strike="noStrike">
              <a:solidFill>
                <a:schemeClr val="accent1"/>
              </a:solidFill>
              <a:effectLst/>
              <a:uFillTx/>
              <a:latin typeface="SRH Headline"/>
            </a:endParaRPr>
          </a:p>
        </p:txBody>
      </p:sp>
      <p:sp>
        <p:nvSpPr>
          <p:cNvPr id="151" name="PlaceHolder 3"/>
          <p:cNvSpPr>
            <a:spLocks noGrp="1"/>
          </p:cNvSpPr>
          <p:nvPr>
            <p:ph type="body"/>
          </p:nvPr>
        </p:nvSpPr>
        <p:spPr>
          <a:xfrm>
            <a:off x="360000" y="3124800"/>
            <a:ext cx="7642440" cy="251676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4800" b="1" u="none" strike="noStrike">
                <a:solidFill>
                  <a:schemeClr val="lt1"/>
                </a:solidFill>
                <a:effectLst/>
                <a:uFillTx/>
                <a:latin typeface="SRH Headline"/>
                <a:ea typeface="SRH Text"/>
              </a:defRPr>
            </a:lvl1pPr>
          </a:lstStyle>
          <a:p>
            <a:pPr indent="0" algn="l" defTabSz="914400">
              <a:lnSpc>
                <a:spcPct val="98000"/>
              </a:lnSpc>
              <a:buNone/>
              <a:tabLst>
                <a:tab pos="0" algn="l"/>
              </a:tabLst>
            </a:pPr>
            <a:r>
              <a:rPr lang="de-DE" sz="4800" b="1" u="none" strike="noStrike">
                <a:solidFill>
                  <a:schemeClr val="lt1"/>
                </a:solidFill>
                <a:effectLst/>
                <a:uFillTx/>
                <a:latin typeface="SRH Headline"/>
                <a:ea typeface="SRH Text"/>
              </a:rPr>
              <a:t>Mastertextformat bearbeiten</a:t>
            </a:r>
            <a:endParaRPr lang="de-DE" sz="4800" b="1" u="none" strike="noStrike">
              <a:solidFill>
                <a:schemeClr val="lt1"/>
              </a:solidFill>
              <a:effectLst/>
              <a:uFillTx/>
              <a:latin typeface="SRH Headline"/>
            </a:endParaRPr>
          </a:p>
        </p:txBody>
      </p:sp>
      <p:sp>
        <p:nvSpPr>
          <p:cNvPr id="152" name="PlaceHolder 4"/>
          <p:cNvSpPr>
            <a:spLocks noGrp="1"/>
          </p:cNvSpPr>
          <p:nvPr>
            <p:ph type="dt" idx="43"/>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en-CA" sz="900" b="1" u="none" strike="noStrike">
                <a:solidFill>
                  <a:schemeClr val="lt1"/>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53" name="PlaceHolder 5"/>
          <p:cNvSpPr>
            <a:spLocks noGrp="1"/>
          </p:cNvSpPr>
          <p:nvPr>
            <p:ph type="ftr" idx="44"/>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de-DE" sz="900" b="1" u="none" strike="noStrike">
                <a:solidFill>
                  <a:schemeClr val="lt1"/>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54" name="PlaceHolder 6"/>
          <p:cNvSpPr>
            <a:spLocks noGrp="1"/>
          </p:cNvSpPr>
          <p:nvPr>
            <p:ph type="sldNum" idx="45"/>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chemeClr val="lt1"/>
                </a:solidFill>
                <a:effectLst/>
                <a:uFillTx/>
                <a:latin typeface="SRH Text"/>
                <a:ea typeface="SRH"/>
              </a:defRPr>
            </a:lvl1pPr>
          </a:lstStyle>
          <a:p>
            <a:pPr indent="0" algn="r" defTabSz="914400">
              <a:lnSpc>
                <a:spcPct val="100000"/>
              </a:lnSpc>
              <a:buNone/>
              <a:tabLst>
                <a:tab pos="0" algn="l"/>
              </a:tabLst>
            </a:pPr>
            <a:fld id="{24283A82-FADB-4939-9B02-61CC177BFF27}" type="slidenum">
              <a:rPr lang="de-DE" sz="1550" b="1" u="none" strike="noStrike">
                <a:solidFill>
                  <a:schemeClr val="lt1"/>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155" name="PlaceHolder 7"/>
          <p:cNvSpPr>
            <a:spLocks noGrp="1"/>
          </p:cNvSpPr>
          <p:nvPr>
            <p:ph type="body"/>
          </p:nvPr>
        </p:nvSpPr>
        <p:spPr>
          <a:xfrm>
            <a:off x="10877400" y="358920"/>
            <a:ext cx="950400" cy="736920"/>
          </a:xfrm>
          <a:prstGeom prst="rect">
            <a:avLst/>
          </a:prstGeom>
          <a:blipFill rotWithShape="0">
            <a:blip r:embed="rId2">
              <a:extLst>
                <a:ext uri="{96DAC541-7B7A-43D3-8B79-37D633B846F1}">
                  <asvg:svgBlip xmlns:asvg="http://schemas.microsoft.com/office/drawing/2016/SVG/main" r:embed="rId3"/>
                </a:ext>
              </a:extLst>
            </a:blip>
            <a:stretch/>
          </a:blipFill>
          <a:ln w="0">
            <a:noFill/>
          </a:ln>
        </p:spPr>
        <p:txBody>
          <a:bodyPr numCol="1" spcCol="216000" lIns="0" tIns="0" rIns="0" bIns="0" anchor="ctr">
            <a:noAutofit/>
          </a:bodyPr>
          <a:lstStyle>
            <a:lvl1pPr indent="0" algn="l" defTabSz="914400">
              <a:lnSpc>
                <a:spcPct val="98000"/>
              </a:lnSpc>
              <a:tabLst>
                <a:tab pos="0" algn="l"/>
              </a:tabLst>
              <a:defRPr lang="de-DE" sz="100" b="1" u="none" strike="noStrike">
                <a:solidFill>
                  <a:schemeClr val="lt1"/>
                </a:solidFill>
                <a:effectLst/>
                <a:uFillTx/>
                <a:latin typeface="SRH Headline"/>
              </a:defRPr>
            </a:lvl1pPr>
            <a:lvl2pPr lvl="1" algn="l" defTabSz="914400">
              <a:lnSpc>
                <a:spcPct val="110000"/>
              </a:lnSpc>
              <a:spcBef>
                <a:spcPts val="1199"/>
              </a:spcBef>
              <a:buClr>
                <a:srgbClr val="000000"/>
              </a:buClr>
              <a:buSzPct val="75000"/>
              <a:buFont typeface="Symbol" charset="2"/>
              <a:buChar char=""/>
              <a:defRPr lang="de-DE" sz="1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defRPr lang="de-DE" sz="1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00" b="1" u="none" strike="noStrike">
                <a:solidFill>
                  <a:schemeClr val="accent1"/>
                </a:solidFill>
                <a:effectLst/>
                <a:uFillTx/>
                <a:latin typeface="SRH Headline"/>
              </a:defRPr>
            </a:lvl7pPr>
          </a:lstStyle>
          <a:p>
            <a:pPr indent="0" algn="l" defTabSz="914400">
              <a:lnSpc>
                <a:spcPct val="98000"/>
              </a:lnSpc>
              <a:tabLst>
                <a:tab pos="0" algn="l"/>
              </a:tabLst>
            </a:pPr>
            <a:r>
              <a:rPr lang="de-DE" sz="100" b="1" u="none" strike="noStrike">
                <a:solidFill>
                  <a:schemeClr val="lt1"/>
                </a:solidFill>
                <a:effectLst/>
                <a:uFillTx/>
                <a:latin typeface="SRH Headline"/>
              </a:rPr>
              <a:t>Click to edit the outline text format</a:t>
            </a:r>
            <a:endParaRPr lang="de-DE" sz="100" b="1" u="none" strike="noStrike">
              <a:solidFill>
                <a:schemeClr val="lt1"/>
              </a:solidFill>
              <a:effectLst/>
              <a:uFillTx/>
              <a:latin typeface="SRH Headline"/>
            </a:endParaRPr>
          </a:p>
          <a:p>
            <a:pPr marL="457200" lvl="1" algn="l" defTabSz="914400">
              <a:lnSpc>
                <a:spcPct val="110000"/>
              </a:lnSpc>
              <a:spcBef>
                <a:spcPts val="1199"/>
              </a:spcBef>
              <a:buClr>
                <a:srgbClr val="000000"/>
              </a:buClr>
              <a:buSzPct val="75000"/>
              <a:buFont typeface="Symbol" charset="2"/>
              <a:buChar char=""/>
            </a:pPr>
            <a:r>
              <a:rPr lang="de-DE" sz="100" b="0" u="none" strike="noStrike">
                <a:solidFill>
                  <a:schemeClr val="dk1"/>
                </a:solidFill>
                <a:effectLst/>
                <a:uFillTx/>
                <a:latin typeface="SRH Text"/>
              </a:rPr>
              <a:t>Second Outline Level</a:t>
            </a:r>
            <a:endParaRPr lang="de-DE" sz="100" b="0" u="none" strike="noStrike">
              <a:solidFill>
                <a:schemeClr val="dk1"/>
              </a:solidFill>
              <a:effectLst/>
              <a:uFillTx/>
              <a:latin typeface="SRH Text"/>
            </a:endParaRPr>
          </a:p>
          <a:p>
            <a:pPr marL="914400" lvl="2" algn="l" defTabSz="914400">
              <a:lnSpc>
                <a:spcPct val="110000"/>
              </a:lnSpc>
              <a:buClr>
                <a:srgbClr val="000000"/>
              </a:buClr>
              <a:buSzPct val="45000"/>
              <a:buFont typeface="Wingdings" charset="2"/>
              <a:buChar char=""/>
            </a:pPr>
            <a:r>
              <a:rPr lang="de-DE" sz="100" b="0" u="none" strike="noStrike">
                <a:solidFill>
                  <a:schemeClr val="dk1"/>
                </a:solidFill>
                <a:effectLst/>
                <a:uFillTx/>
                <a:latin typeface="SRH Text"/>
              </a:rPr>
              <a:t>Third Outline Level</a:t>
            </a:r>
            <a:endParaRPr lang="de-DE" sz="100" b="0" u="none" strike="noStrike">
              <a:solidFill>
                <a:schemeClr val="dk1"/>
              </a:solidFill>
              <a:effectLst/>
              <a:uFillTx/>
              <a:latin typeface="SRH Text"/>
            </a:endParaRPr>
          </a:p>
          <a:p>
            <a:pPr marL="1371600" lvl="3" algn="l" defTabSz="914400">
              <a:lnSpc>
                <a:spcPct val="110000"/>
              </a:lnSpc>
              <a:spcBef>
                <a:spcPts val="2401"/>
              </a:spcBef>
              <a:buClr>
                <a:srgbClr val="000000"/>
              </a:buClr>
              <a:buSzPct val="75000"/>
              <a:buFont typeface="Symbol" charset="2"/>
              <a:buChar char=""/>
              <a:tabLst>
                <a:tab pos="0" algn="l"/>
              </a:tabLst>
            </a:pPr>
            <a:r>
              <a:rPr lang="de-DE" sz="100" b="1" u="none" strike="noStrike">
                <a:solidFill>
                  <a:schemeClr val="accent1"/>
                </a:solidFill>
                <a:effectLst/>
                <a:uFillTx/>
                <a:latin typeface="SRH Text"/>
              </a:rPr>
              <a:t>Fourth Outline Level</a:t>
            </a:r>
            <a:endParaRPr lang="de-DE" sz="100" b="1" u="none" strike="noStrike">
              <a:solidFill>
                <a:schemeClr val="accent1"/>
              </a:solidFill>
              <a:effectLst/>
              <a:uFillTx/>
              <a:latin typeface="SRH Text"/>
            </a:endParaRPr>
          </a:p>
          <a:p>
            <a:pPr marL="1828800" lvl="4" algn="l" defTabSz="914400">
              <a:lnSpc>
                <a:spcPct val="110000"/>
              </a:lnSpc>
              <a:spcBef>
                <a:spcPts val="1199"/>
              </a:spcBef>
              <a:buClr>
                <a:srgbClr val="000000"/>
              </a:buClr>
              <a:buSzPct val="45000"/>
              <a:buFont typeface="Wingdings" charset="2"/>
              <a:buChar char=""/>
              <a:tabLst>
                <a:tab pos="0" algn="l"/>
              </a:tabLst>
            </a:pPr>
            <a:r>
              <a:rPr lang="de-DE" sz="100" b="1" u="none" strike="noStrike">
                <a:solidFill>
                  <a:schemeClr val="dk1"/>
                </a:solidFill>
                <a:effectLst/>
                <a:uFillTx/>
                <a:latin typeface="SRH Headline"/>
              </a:rPr>
              <a:t>Fifth Outline Level</a:t>
            </a:r>
            <a:endParaRPr lang="de-DE" sz="100" b="1" u="none" strike="noStrike">
              <a:solidFill>
                <a:schemeClr val="dk1"/>
              </a:solidFill>
              <a:effectLst/>
              <a:uFillTx/>
              <a:latin typeface="SRH Headline"/>
            </a:endParaRPr>
          </a:p>
          <a:p>
            <a:pPr marL="2286000" lvl="5" algn="l" defTabSz="914400">
              <a:lnSpc>
                <a:spcPct val="110000"/>
              </a:lnSpc>
              <a:spcBef>
                <a:spcPts val="1199"/>
              </a:spcBef>
              <a:buClr>
                <a:srgbClr val="000000"/>
              </a:buClr>
              <a:buSzPct val="45000"/>
              <a:buFont typeface="Wingdings" charset="2"/>
              <a:buChar char=""/>
              <a:tabLst>
                <a:tab pos="0" algn="l"/>
              </a:tabLst>
            </a:pPr>
            <a:r>
              <a:rPr lang="de-DE" sz="100" b="0" u="none" strike="noStrike">
                <a:solidFill>
                  <a:schemeClr val="dk1"/>
                </a:solidFill>
                <a:effectLst/>
                <a:uFillTx/>
                <a:latin typeface="SRH Headline"/>
              </a:rPr>
              <a:t>Sixth Outline Level</a:t>
            </a:r>
            <a:endParaRPr lang="de-DE" sz="100" b="0" u="none" strike="noStrike">
              <a:solidFill>
                <a:schemeClr val="dk1"/>
              </a:solidFill>
              <a:effectLst/>
              <a:uFillTx/>
              <a:latin typeface="SRH Headline"/>
            </a:endParaRPr>
          </a:p>
          <a:p>
            <a:pPr marL="2743200" lvl="6" algn="l" defTabSz="914400">
              <a:lnSpc>
                <a:spcPct val="98000"/>
              </a:lnSpc>
              <a:spcBef>
                <a:spcPts val="1199"/>
              </a:spcBef>
              <a:buClr>
                <a:srgbClr val="000000"/>
              </a:buClr>
              <a:buSzPct val="45000"/>
              <a:buFont typeface="Wingdings" charset="2"/>
              <a:buChar char=""/>
              <a:tabLst>
                <a:tab pos="0" algn="l"/>
              </a:tabLst>
            </a:pPr>
            <a:r>
              <a:rPr lang="de-DE" sz="100" b="1" u="none" strike="noStrike">
                <a:solidFill>
                  <a:schemeClr val="accent1"/>
                </a:solidFill>
                <a:effectLst/>
                <a:uFillTx/>
                <a:latin typeface="SRH Headline"/>
              </a:rPr>
              <a:t>Seventh Outline Level</a:t>
            </a:r>
            <a:endParaRPr lang="de-DE" sz="100" b="1" u="none" strike="noStrike">
              <a:solidFill>
                <a:schemeClr val="accent1"/>
              </a:solidFill>
              <a:effectLst/>
              <a:uFillTx/>
              <a:latin typeface="SRH Headline"/>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elfolie warm grey">
    <p:bg>
      <p:bgPr>
        <a:solidFill>
          <a:srgbClr val="DDDBD9"/>
        </a:solidFill>
      </p:bgPr>
    </p:bg>
    <p:spTree>
      <p:nvGrpSpPr>
        <p:cNvPr id="1" name=""/>
        <p:cNvGrpSpPr/>
        <p:nvPr/>
      </p:nvGrpSpPr>
      <p:grpSpPr>
        <a:xfrm>
          <a:off x="0" y="0"/>
          <a:ext cx="0" cy="0"/>
          <a:chOff x="0" y="0"/>
          <a:chExt cx="0" cy="0"/>
        </a:xfrm>
      </p:grpSpPr>
      <p:sp>
        <p:nvSpPr>
          <p:cNvPr id="156"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157" name="Freihandform: Form 10"/>
          <p:cNvSpPr/>
          <p:nvPr/>
        </p:nvSpPr>
        <p:spPr>
          <a:xfrm>
            <a:off x="8202960" y="2802240"/>
            <a:ext cx="3988800" cy="4055400"/>
          </a:xfrm>
          <a:custGeom>
            <a:avLst/>
            <a:gdLst>
              <a:gd name="textAreaLeft" fmla="*/ 0 w 3988800"/>
              <a:gd name="textAreaRight" fmla="*/ 1436065200 w 3988800"/>
              <a:gd name="textAreaTop" fmla="*/ 0 h 4055400"/>
              <a:gd name="textAreaBottom" fmla="*/ 1460068200 h 405540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chemeClr val="lt1">
              <a:alpha val="25000"/>
            </a:schemeClr>
          </a:solidFill>
          <a:ln w="0">
            <a:noFill/>
          </a:ln>
        </p:spPr>
        <p:style>
          <a:lnRef idx="0"/>
          <a:fillRef idx="0"/>
          <a:effectRef idx="0"/>
          <a:fontRef idx="minor"/>
        </p:style>
        <p:txBody>
          <a:bodyPr numCol="1" spcCol="216000" lIns="0" tIns="2802240" rIns="3989160" bIns="6858000" anchor="ctr">
            <a:noAutofit/>
          </a:bodyPr>
          <a:p>
            <a:endParaRPr lang="de-DE" sz="1800" b="0" u="none" strike="noStrike">
              <a:solidFill>
                <a:schemeClr val="dk1"/>
              </a:solidFill>
              <a:effectLst/>
              <a:uFillTx/>
              <a:latin typeface="SRH"/>
            </a:endParaRPr>
          </a:p>
        </p:txBody>
      </p:sp>
      <p:sp>
        <p:nvSpPr>
          <p:cNvPr id="158" name="PlaceHolder 1"/>
          <p:cNvSpPr>
            <a:spLocks noGrp="1"/>
          </p:cNvSpPr>
          <p:nvPr>
            <p:ph type="title"/>
          </p:nvPr>
        </p:nvSpPr>
        <p:spPr>
          <a:xfrm>
            <a:off x="360000" y="2191320"/>
            <a:ext cx="9896040" cy="140544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4800" b="1" u="none" strike="noStrike">
                <a:solidFill>
                  <a:schemeClr val="dk1"/>
                </a:solidFill>
                <a:effectLst/>
                <a:uFillTx/>
                <a:latin typeface="SRH Headline"/>
                <a:ea typeface="SRH Headline"/>
              </a:defRPr>
            </a:lvl1pPr>
          </a:lstStyle>
          <a:p>
            <a:pPr indent="0" algn="l" defTabSz="914400">
              <a:lnSpc>
                <a:spcPct val="98000"/>
              </a:lnSpc>
              <a:buNone/>
              <a:tabLst>
                <a:tab pos="0" algn="l"/>
              </a:tabLst>
            </a:pPr>
            <a:r>
              <a:rPr lang="de-DE" sz="4800" b="1" u="none" strike="noStrike">
                <a:solidFill>
                  <a:schemeClr val="dk1"/>
                </a:solidFill>
                <a:effectLst/>
                <a:uFillTx/>
                <a:latin typeface="SRH Headline"/>
                <a:ea typeface="SRH Headline"/>
              </a:rPr>
              <a:t>x</a:t>
            </a:r>
            <a:endParaRPr lang="de-DE" sz="4800" b="1" u="none" strike="noStrike">
              <a:solidFill>
                <a:schemeClr val="dk1"/>
              </a:solidFill>
              <a:effectLst/>
              <a:uFillTx/>
              <a:latin typeface="SRH Headline"/>
            </a:endParaRPr>
          </a:p>
        </p:txBody>
      </p:sp>
      <p:sp>
        <p:nvSpPr>
          <p:cNvPr id="159" name="PlaceHolder 2"/>
          <p:cNvSpPr>
            <a:spLocks noGrp="1"/>
          </p:cNvSpPr>
          <p:nvPr>
            <p:ph type="body"/>
          </p:nvPr>
        </p:nvSpPr>
        <p:spPr>
          <a:xfrm>
            <a:off x="360000" y="3597120"/>
            <a:ext cx="4254840" cy="262224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20000" b="1" u="none" strike="noStrike">
                <a:solidFill>
                  <a:schemeClr val="accent1"/>
                </a:solidFill>
                <a:effectLst/>
                <a:uFillTx/>
                <a:latin typeface="SRH Headline"/>
                <a:ea typeface="SRH Text"/>
              </a:defRPr>
            </a:lvl1pPr>
          </a:lstStyle>
          <a:p>
            <a:pPr indent="0" algn="l" defTabSz="914400">
              <a:lnSpc>
                <a:spcPct val="98000"/>
              </a:lnSpc>
              <a:buNone/>
              <a:tabLst>
                <a:tab pos="0" algn="l"/>
              </a:tabLst>
            </a:pPr>
            <a:r>
              <a:rPr lang="de-DE" sz="20000" b="1" u="none" strike="noStrike">
                <a:solidFill>
                  <a:schemeClr val="accent1"/>
                </a:solidFill>
                <a:effectLst/>
                <a:uFillTx/>
                <a:latin typeface="SRH Headline"/>
                <a:ea typeface="SRH Text"/>
              </a:rPr>
              <a:t>01</a:t>
            </a:r>
            <a:endParaRPr lang="de-DE" sz="20000" b="1" u="none" strike="noStrike">
              <a:solidFill>
                <a:schemeClr val="accent1"/>
              </a:solidFill>
              <a:effectLst/>
              <a:uFillTx/>
              <a:latin typeface="SRH Headline"/>
            </a:endParaRPr>
          </a:p>
        </p:txBody>
      </p:sp>
      <p:sp>
        <p:nvSpPr>
          <p:cNvPr id="160" name="PlaceHolder 3"/>
          <p:cNvSpPr>
            <a:spLocks noGrp="1"/>
          </p:cNvSpPr>
          <p:nvPr>
            <p:ph type="dt" idx="46"/>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61" name="PlaceHolder 4"/>
          <p:cNvSpPr>
            <a:spLocks noGrp="1"/>
          </p:cNvSpPr>
          <p:nvPr>
            <p:ph type="ftr" idx="47"/>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62" name="PlaceHolder 5"/>
          <p:cNvSpPr>
            <a:spLocks noGrp="1"/>
          </p:cNvSpPr>
          <p:nvPr>
            <p:ph type="sldNum" idx="48"/>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F8B75041-0F66-4D57-99A4-88DD7955C6F9}"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elfolie farbig">
    <p:bg>
      <p:bgPr>
        <a:solidFill>
          <a:schemeClr val="accent1"/>
        </a:solidFill>
      </p:bgPr>
    </p:bg>
    <p:spTree>
      <p:nvGrpSpPr>
        <p:cNvPr id="1" name=""/>
        <p:cNvGrpSpPr/>
        <p:nvPr/>
      </p:nvGrpSpPr>
      <p:grpSpPr>
        <a:xfrm>
          <a:off x="0" y="0"/>
          <a:ext cx="0" cy="0"/>
          <a:chOff x="0" y="0"/>
          <a:chExt cx="0" cy="0"/>
        </a:xfrm>
      </p:grpSpPr>
      <p:sp>
        <p:nvSpPr>
          <p:cNvPr id="163" name="Freihandform: Form 11" hidden="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164" name="PlaceHolder 1"/>
          <p:cNvSpPr>
            <a:spLocks noGrp="1"/>
          </p:cNvSpPr>
          <p:nvPr>
            <p:ph type="title"/>
          </p:nvPr>
        </p:nvSpPr>
        <p:spPr>
          <a:xfrm>
            <a:off x="360000" y="2191320"/>
            <a:ext cx="9896040" cy="140544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4800" b="1" u="none" strike="noStrike">
                <a:solidFill>
                  <a:schemeClr val="lt1"/>
                </a:solidFill>
                <a:effectLst/>
                <a:uFillTx/>
                <a:latin typeface="SRH Headline"/>
                <a:ea typeface="SRH Headline"/>
              </a:defRPr>
            </a:lvl1pPr>
          </a:lstStyle>
          <a:p>
            <a:pPr indent="0" algn="l" defTabSz="914400">
              <a:lnSpc>
                <a:spcPct val="98000"/>
              </a:lnSpc>
              <a:buNone/>
              <a:tabLst>
                <a:tab pos="0" algn="l"/>
              </a:tabLst>
            </a:pPr>
            <a:r>
              <a:rPr lang="de-DE" sz="4800" b="1" u="none" strike="noStrike">
                <a:solidFill>
                  <a:schemeClr val="lt1"/>
                </a:solidFill>
                <a:effectLst/>
                <a:uFillTx/>
                <a:latin typeface="SRH Headline"/>
                <a:ea typeface="SRH Headline"/>
              </a:rPr>
              <a:t>Mastertitelformat bearbeiten</a:t>
            </a:r>
            <a:endParaRPr lang="de-DE" sz="4800" b="1" u="none" strike="noStrike">
              <a:solidFill>
                <a:schemeClr val="lt1"/>
              </a:solidFill>
              <a:effectLst/>
              <a:uFillTx/>
              <a:latin typeface="SRH Headline"/>
            </a:endParaRPr>
          </a:p>
        </p:txBody>
      </p:sp>
      <p:sp>
        <p:nvSpPr>
          <p:cNvPr id="165" name="PlaceHolder 2"/>
          <p:cNvSpPr>
            <a:spLocks noGrp="1"/>
          </p:cNvSpPr>
          <p:nvPr>
            <p:ph type="body"/>
          </p:nvPr>
        </p:nvSpPr>
        <p:spPr>
          <a:xfrm>
            <a:off x="360000" y="3597120"/>
            <a:ext cx="4254840" cy="262224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20000" b="1" u="none" strike="noStrike">
                <a:solidFill>
                  <a:schemeClr val="lt1"/>
                </a:solidFill>
                <a:effectLst/>
                <a:uFillTx/>
                <a:latin typeface="SRH Headline"/>
                <a:ea typeface="SRH Text"/>
              </a:defRPr>
            </a:lvl1pPr>
          </a:lstStyle>
          <a:p>
            <a:pPr indent="0" algn="l" defTabSz="914400">
              <a:lnSpc>
                <a:spcPct val="98000"/>
              </a:lnSpc>
              <a:buNone/>
              <a:tabLst>
                <a:tab pos="0" algn="l"/>
              </a:tabLst>
            </a:pPr>
            <a:r>
              <a:rPr lang="de-DE" sz="20000" b="1" u="none" strike="noStrike">
                <a:solidFill>
                  <a:schemeClr val="lt1"/>
                </a:solidFill>
                <a:effectLst/>
                <a:uFillTx/>
                <a:latin typeface="SRH Headline"/>
                <a:ea typeface="SRH Text"/>
              </a:rPr>
              <a:t>01</a:t>
            </a:r>
            <a:endParaRPr lang="de-DE" sz="20000" b="1" u="none" strike="noStrike">
              <a:solidFill>
                <a:schemeClr val="lt1"/>
              </a:solidFill>
              <a:effectLst/>
              <a:uFillTx/>
              <a:latin typeface="SRH Headline"/>
            </a:endParaRPr>
          </a:p>
        </p:txBody>
      </p:sp>
      <p:sp>
        <p:nvSpPr>
          <p:cNvPr id="166" name="PlaceHolder 3"/>
          <p:cNvSpPr>
            <a:spLocks noGrp="1"/>
          </p:cNvSpPr>
          <p:nvPr>
            <p:ph type="dt" idx="49"/>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en-CA" sz="900" b="1" u="none" strike="noStrike">
                <a:solidFill>
                  <a:schemeClr val="lt1"/>
                </a:solidFill>
                <a:effectLst/>
                <a:uFillTx/>
                <a:latin typeface="SRH Text"/>
                <a:ea typeface="SRH"/>
              </a:rPr>
              <a:t>&lt;date/time&gt;</a:t>
            </a:r>
            <a:endParaRPr lang="en-US" sz="900" b="0" u="none" strike="noStrike">
              <a:solidFill>
                <a:srgbClr val="FFFFFF"/>
              </a:solidFill>
              <a:effectLst/>
              <a:uFillTx/>
              <a:latin typeface="Times New Roman"/>
            </a:endParaRPr>
          </a:p>
        </p:txBody>
      </p:sp>
      <p:sp>
        <p:nvSpPr>
          <p:cNvPr id="167" name="PlaceHolder 4"/>
          <p:cNvSpPr>
            <a:spLocks noGrp="1"/>
          </p:cNvSpPr>
          <p:nvPr>
            <p:ph type="ftr" idx="50"/>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de-DE" sz="900" b="1" u="none" strike="noStrike">
                <a:solidFill>
                  <a:schemeClr val="lt1"/>
                </a:solidFill>
                <a:effectLst/>
                <a:uFillTx/>
                <a:latin typeface="SRH Text"/>
                <a:ea typeface="SRH"/>
              </a:rPr>
              <a:t>&lt;footer&gt;</a:t>
            </a:r>
            <a:endParaRPr lang="en-US" sz="900" b="0" u="none" strike="noStrike">
              <a:solidFill>
                <a:srgbClr val="FFFFFF"/>
              </a:solidFill>
              <a:effectLst/>
              <a:uFillTx/>
              <a:latin typeface="Times New Roman"/>
            </a:endParaRPr>
          </a:p>
        </p:txBody>
      </p:sp>
      <p:sp>
        <p:nvSpPr>
          <p:cNvPr id="168" name="PlaceHolder 5"/>
          <p:cNvSpPr>
            <a:spLocks noGrp="1"/>
          </p:cNvSpPr>
          <p:nvPr>
            <p:ph type="sldNum" idx="51"/>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chemeClr val="lt1"/>
                </a:solidFill>
                <a:effectLst/>
                <a:uFillTx/>
                <a:latin typeface="SRH Text"/>
                <a:ea typeface="SRH"/>
              </a:defRPr>
            </a:lvl1pPr>
          </a:lstStyle>
          <a:p>
            <a:pPr indent="0" algn="r" defTabSz="914400">
              <a:lnSpc>
                <a:spcPct val="100000"/>
              </a:lnSpc>
              <a:buNone/>
              <a:tabLst>
                <a:tab pos="0" algn="l"/>
              </a:tabLst>
            </a:pPr>
            <a:fld id="{9BB860A9-6354-45C9-8B23-169D1188C4BC}" type="slidenum">
              <a:rPr lang="de-DE" sz="1550" b="1" u="none" strike="noStrike">
                <a:solidFill>
                  <a:schemeClr val="lt1"/>
                </a:solidFill>
                <a:effectLst/>
                <a:uFillTx/>
                <a:latin typeface="SRH Text"/>
                <a:ea typeface="SRH"/>
              </a:rPr>
              <a:t>&lt;number&gt;</a:t>
            </a:fld>
            <a:endParaRPr lang="en-US" sz="1550" b="0" u="none" strike="noStrike">
              <a:solidFill>
                <a:srgbClr val="FFFFFF"/>
              </a:solidFill>
              <a:effectLst/>
              <a:uFillTx/>
              <a:latin typeface="Times New Roman"/>
            </a:endParaRPr>
          </a:p>
        </p:txBody>
      </p:sp>
      <p:pic>
        <p:nvPicPr>
          <p:cNvPr id="169" name="Grafik 6"/>
          <p:cNvPicPr/>
          <p:nvPr/>
        </p:nvPicPr>
        <p:blipFill>
          <a:blip r:embed="rId2">
            <a:extLst>
              <a:ext uri="{96DAC541-7B7A-43D3-8B79-37D633B846F1}">
                <asvg:svgBlip xmlns:asvg="http://schemas.microsoft.com/office/drawing/2016/SVG/main" r:embed="rId3"/>
              </a:ext>
            </a:extLst>
          </a:blip>
          <a:stretch/>
        </p:blipFill>
        <p:spPr>
          <a:xfrm>
            <a:off x="10877400" y="358920"/>
            <a:ext cx="950400" cy="736920"/>
          </a:xfrm>
          <a:prstGeom prst="rect">
            <a:avLst/>
          </a:prstGeom>
          <a:noFill/>
          <a:ln w="0">
            <a:noFill/>
          </a:ln>
        </p:spPr>
      </p:pic>
      <p:sp>
        <p:nvSpPr>
          <p:cNvPr id="170" name="Freihandform: Form 8"/>
          <p:cNvSpPr/>
          <p:nvPr/>
        </p:nvSpPr>
        <p:spPr>
          <a:xfrm>
            <a:off x="8211960" y="2802240"/>
            <a:ext cx="3989520" cy="4055400"/>
          </a:xfrm>
          <a:custGeom>
            <a:avLst/>
            <a:gdLst>
              <a:gd name="textAreaLeft" fmla="*/ 0 w 3989520"/>
              <a:gd name="textAreaRight" fmla="*/ 1436293800 w 3989520"/>
              <a:gd name="textAreaTop" fmla="*/ 0 h 4055400"/>
              <a:gd name="textAreaBottom" fmla="*/ 1460068200 h 4055400"/>
            </a:gdLst>
            <a:ahLst/>
            <a:cxnLst/>
            <a:rect l="textAreaLeft" t="textAreaTop" r="textAreaRight" b="textAreaBottom"/>
            <a:pathLst>
              <a:path w="3989705" h="4055745">
                <a:moveTo>
                  <a:pt x="3989705" y="0"/>
                </a:moveTo>
                <a:lnTo>
                  <a:pt x="3989705" y="2389210"/>
                </a:lnTo>
                <a:lnTo>
                  <a:pt x="3859000" y="2411148"/>
                </a:lnTo>
                <a:cubicBezTo>
                  <a:pt x="2993767" y="2575305"/>
                  <a:pt x="2648265" y="3036008"/>
                  <a:pt x="2529591" y="3871779"/>
                </a:cubicBezTo>
                <a:lnTo>
                  <a:pt x="2508283" y="4055745"/>
                </a:lnTo>
                <a:lnTo>
                  <a:pt x="0" y="4055745"/>
                </a:lnTo>
                <a:lnTo>
                  <a:pt x="22944" y="3788838"/>
                </a:lnTo>
                <a:cubicBezTo>
                  <a:pt x="290771" y="1521853"/>
                  <a:pt x="1510519" y="126892"/>
                  <a:pt x="3885553" y="4661"/>
                </a:cubicBezTo>
                <a:cubicBezTo>
                  <a:pt x="3907463" y="3232"/>
                  <a:pt x="3931933" y="1982"/>
                  <a:pt x="3958371" y="932"/>
                </a:cubicBezTo>
                <a:close/>
              </a:path>
            </a:pathLst>
          </a:custGeom>
          <a:solidFill>
            <a:srgbClr val="EEEDEC">
              <a:alpha val="19000"/>
            </a:srgbClr>
          </a:solidFill>
          <a:ln w="0">
            <a:noFill/>
          </a:ln>
        </p:spPr>
        <p:style>
          <a:lnRef idx="0"/>
          <a:fillRef idx="0"/>
          <a:effectRef idx="0"/>
          <a:fontRef idx="minor"/>
        </p:style>
        <p:txBody>
          <a:bodyPr numCol="1" spcCol="216000" lIns="0" tIns="2802240" rIns="3989520" bIns="6858000" anchor="ctr">
            <a:noAutofit/>
          </a:bodyPr>
          <a:p>
            <a:endParaRPr lang="de-DE" sz="1800" b="0" u="none" strike="noStrike">
              <a:solidFill>
                <a:schemeClr val="dk1"/>
              </a:solidFill>
              <a:effectLst/>
              <a:uFillTx/>
              <a:latin typeface="SRH"/>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elfolie weiß">
    <p:bg>
      <p:bgPr>
        <a:solidFill>
          <a:schemeClr val="lt1"/>
        </a:solidFill>
      </p:bgPr>
    </p:bg>
    <p:spTree>
      <p:nvGrpSpPr>
        <p:cNvPr id="1" name=""/>
        <p:cNvGrpSpPr/>
        <p:nvPr/>
      </p:nvGrpSpPr>
      <p:grpSpPr>
        <a:xfrm>
          <a:off x="0" y="0"/>
          <a:ext cx="0" cy="0"/>
          <a:chOff x="0" y="0"/>
          <a:chExt cx="0" cy="0"/>
        </a:xfrm>
      </p:grpSpPr>
      <p:sp>
        <p:nvSpPr>
          <p:cNvPr id="171"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172" name="Freihandform: Form 10"/>
          <p:cNvSpPr/>
          <p:nvPr/>
        </p:nvSpPr>
        <p:spPr>
          <a:xfrm>
            <a:off x="8202960" y="2802240"/>
            <a:ext cx="3988800" cy="4055400"/>
          </a:xfrm>
          <a:custGeom>
            <a:avLst/>
            <a:gdLst>
              <a:gd name="textAreaLeft" fmla="*/ 0 w 3988800"/>
              <a:gd name="textAreaRight" fmla="*/ 1436065200 w 3988800"/>
              <a:gd name="textAreaTop" fmla="*/ 0 h 4055400"/>
              <a:gd name="textAreaBottom" fmla="*/ 1460068200 h 405540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9160" bIns="6858000" anchor="ctr">
            <a:noAutofit/>
          </a:bodyPr>
          <a:p>
            <a:endParaRPr lang="de-DE" sz="1800" b="0" u="none" strike="noStrike">
              <a:solidFill>
                <a:schemeClr val="dk1"/>
              </a:solidFill>
              <a:effectLst/>
              <a:uFillTx/>
              <a:latin typeface="SRH"/>
            </a:endParaRPr>
          </a:p>
        </p:txBody>
      </p:sp>
      <p:sp>
        <p:nvSpPr>
          <p:cNvPr id="173" name="PlaceHolder 1"/>
          <p:cNvSpPr>
            <a:spLocks noGrp="1"/>
          </p:cNvSpPr>
          <p:nvPr>
            <p:ph type="title"/>
          </p:nvPr>
        </p:nvSpPr>
        <p:spPr>
          <a:xfrm>
            <a:off x="360000" y="2191320"/>
            <a:ext cx="9896040" cy="140544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4800" b="1" u="none" strike="noStrike">
                <a:solidFill>
                  <a:schemeClr val="dk1"/>
                </a:solidFill>
                <a:effectLst/>
                <a:uFillTx/>
                <a:latin typeface="SRH Headline"/>
                <a:ea typeface="SRH Headline"/>
              </a:defRPr>
            </a:lvl1pPr>
          </a:lstStyle>
          <a:p>
            <a:pPr indent="0" algn="l" defTabSz="914400">
              <a:lnSpc>
                <a:spcPct val="98000"/>
              </a:lnSpc>
              <a:buNone/>
              <a:tabLst>
                <a:tab pos="0" algn="l"/>
              </a:tabLst>
            </a:pPr>
            <a:r>
              <a:rPr lang="de-DE" sz="4800" b="1" u="none" strike="noStrike">
                <a:solidFill>
                  <a:schemeClr val="dk1"/>
                </a:solidFill>
                <a:effectLst/>
                <a:uFillTx/>
                <a:latin typeface="SRH Headline"/>
                <a:ea typeface="SRH Headline"/>
              </a:rPr>
              <a:t>Mastertitelformat bearbeiten</a:t>
            </a:r>
            <a:endParaRPr lang="de-DE" sz="4800" b="1" u="none" strike="noStrike">
              <a:solidFill>
                <a:schemeClr val="dk1"/>
              </a:solidFill>
              <a:effectLst/>
              <a:uFillTx/>
              <a:latin typeface="SRH Headline"/>
            </a:endParaRPr>
          </a:p>
        </p:txBody>
      </p:sp>
      <p:sp>
        <p:nvSpPr>
          <p:cNvPr id="174" name="PlaceHolder 2"/>
          <p:cNvSpPr>
            <a:spLocks noGrp="1"/>
          </p:cNvSpPr>
          <p:nvPr>
            <p:ph type="body"/>
          </p:nvPr>
        </p:nvSpPr>
        <p:spPr>
          <a:xfrm>
            <a:off x="360000" y="3597120"/>
            <a:ext cx="4254840" cy="262224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20000" b="1" u="none" strike="noStrike">
                <a:solidFill>
                  <a:schemeClr val="accent1"/>
                </a:solidFill>
                <a:effectLst/>
                <a:uFillTx/>
                <a:latin typeface="SRH Headline"/>
                <a:ea typeface="SRH Text"/>
              </a:defRPr>
            </a:lvl1pPr>
          </a:lstStyle>
          <a:p>
            <a:pPr indent="0" algn="l" defTabSz="914400">
              <a:lnSpc>
                <a:spcPct val="98000"/>
              </a:lnSpc>
              <a:buNone/>
              <a:tabLst>
                <a:tab pos="0" algn="l"/>
              </a:tabLst>
            </a:pPr>
            <a:r>
              <a:rPr lang="de-DE" sz="20000" b="1" u="none" strike="noStrike">
                <a:solidFill>
                  <a:schemeClr val="accent1"/>
                </a:solidFill>
                <a:effectLst/>
                <a:uFillTx/>
                <a:latin typeface="SRH Headline"/>
                <a:ea typeface="SRH Text"/>
              </a:rPr>
              <a:t>01</a:t>
            </a:r>
            <a:endParaRPr lang="de-DE" sz="20000" b="1" u="none" strike="noStrike">
              <a:solidFill>
                <a:schemeClr val="accent1"/>
              </a:solidFill>
              <a:effectLst/>
              <a:uFillTx/>
              <a:latin typeface="SRH Headline"/>
            </a:endParaRPr>
          </a:p>
        </p:txBody>
      </p:sp>
      <p:sp>
        <p:nvSpPr>
          <p:cNvPr id="175" name="PlaceHolder 3"/>
          <p:cNvSpPr>
            <a:spLocks noGrp="1"/>
          </p:cNvSpPr>
          <p:nvPr>
            <p:ph type="dt" idx="52"/>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76" name="PlaceHolder 4"/>
          <p:cNvSpPr>
            <a:spLocks noGrp="1"/>
          </p:cNvSpPr>
          <p:nvPr>
            <p:ph type="ftr" idx="53"/>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77" name="PlaceHolder 5"/>
          <p:cNvSpPr>
            <a:spLocks noGrp="1"/>
          </p:cNvSpPr>
          <p:nvPr>
            <p:ph type="sldNum" idx="54"/>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20E22BC4-C6E9-4ED1-8032-C498CF6B5446}"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Zwischenfolie Statements, weiß">
    <p:bg>
      <p:bgPr>
        <a:solidFill>
          <a:schemeClr val="lt1"/>
        </a:solidFill>
      </p:bgPr>
    </p:bg>
    <p:spTree>
      <p:nvGrpSpPr>
        <p:cNvPr id="1" name=""/>
        <p:cNvGrpSpPr/>
        <p:nvPr/>
      </p:nvGrpSpPr>
      <p:grpSpPr>
        <a:xfrm>
          <a:off x="0" y="0"/>
          <a:ext cx="0" cy="0"/>
          <a:chOff x="0" y="0"/>
          <a:chExt cx="0" cy="0"/>
        </a:xfrm>
      </p:grpSpPr>
      <p:sp>
        <p:nvSpPr>
          <p:cNvPr id="178" name="Freihandform: Form 11"/>
          <p:cNvSpPr/>
          <p:nvPr/>
        </p:nvSpPr>
        <p:spPr>
          <a:xfrm>
            <a:off x="10878840" y="361440"/>
            <a:ext cx="947520" cy="732960"/>
          </a:xfrm>
          <a:custGeom>
            <a:avLst/>
            <a:gdLst>
              <a:gd name="textAreaLeft" fmla="*/ 0 w 947520"/>
              <a:gd name="textAreaRight" fmla="*/ 341299800 w 947520"/>
              <a:gd name="textAreaTop" fmla="*/ 0 h 732960"/>
              <a:gd name="textAreaBottom" fmla="*/ 264033000 h 73296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7880" bIns="1094760" anchor="ctr">
            <a:noAutofit/>
          </a:bodyPr>
          <a:p>
            <a:endParaRPr lang="de-DE" sz="1800" b="0" u="none" strike="noStrike">
              <a:solidFill>
                <a:schemeClr val="dk1"/>
              </a:solidFill>
              <a:effectLst/>
              <a:uFillTx/>
              <a:latin typeface="SRH"/>
            </a:endParaRPr>
          </a:p>
        </p:txBody>
      </p:sp>
      <p:sp>
        <p:nvSpPr>
          <p:cNvPr id="179" name="Freihandform: Form 10"/>
          <p:cNvSpPr/>
          <p:nvPr/>
        </p:nvSpPr>
        <p:spPr>
          <a:xfrm>
            <a:off x="8202960" y="2802240"/>
            <a:ext cx="3988800" cy="4055400"/>
          </a:xfrm>
          <a:custGeom>
            <a:avLst/>
            <a:gdLst>
              <a:gd name="textAreaLeft" fmla="*/ 0 w 3988800"/>
              <a:gd name="textAreaRight" fmla="*/ 1436065200 w 3988800"/>
              <a:gd name="textAreaTop" fmla="*/ 0 h 4055400"/>
              <a:gd name="textAreaBottom" fmla="*/ 1460068200 h 405540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9160" bIns="6858000" anchor="ctr">
            <a:noAutofit/>
          </a:bodyPr>
          <a:p>
            <a:endParaRPr lang="de-DE" sz="1800" b="0" u="none" strike="noStrike">
              <a:solidFill>
                <a:schemeClr val="dk1"/>
              </a:solidFill>
              <a:effectLst/>
              <a:uFillTx/>
              <a:latin typeface="SRH"/>
            </a:endParaRPr>
          </a:p>
        </p:txBody>
      </p:sp>
      <p:sp>
        <p:nvSpPr>
          <p:cNvPr id="180" name="PlaceHolder 1"/>
          <p:cNvSpPr>
            <a:spLocks noGrp="1"/>
          </p:cNvSpPr>
          <p:nvPr>
            <p:ph type="title"/>
          </p:nvPr>
        </p:nvSpPr>
        <p:spPr>
          <a:xfrm>
            <a:off x="360000" y="2329200"/>
            <a:ext cx="11472840" cy="398052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4800" b="1" u="none" strike="noStrike">
                <a:solidFill>
                  <a:schemeClr val="dk1"/>
                </a:solidFill>
                <a:effectLst/>
                <a:uFillTx/>
                <a:latin typeface="SRH Headline"/>
                <a:ea typeface="SRH Headline"/>
              </a:defRPr>
            </a:lvl1pPr>
          </a:lstStyle>
          <a:p>
            <a:pPr indent="0" algn="l" defTabSz="914400">
              <a:lnSpc>
                <a:spcPct val="98000"/>
              </a:lnSpc>
              <a:buNone/>
              <a:tabLst>
                <a:tab pos="0" algn="l"/>
              </a:tabLst>
            </a:pPr>
            <a:r>
              <a:rPr lang="de-DE" sz="4800" b="1" u="none" strike="noStrike">
                <a:solidFill>
                  <a:schemeClr val="dk1"/>
                </a:solidFill>
                <a:effectLst/>
                <a:uFillTx/>
                <a:latin typeface="SRH Headline"/>
                <a:ea typeface="SRH Headline"/>
              </a:rPr>
              <a:t>Mastertitelformat bearbeiten</a:t>
            </a:r>
            <a:endParaRPr lang="de-DE" sz="4800" b="1" u="none" strike="noStrike">
              <a:solidFill>
                <a:schemeClr val="dk1"/>
              </a:solidFill>
              <a:effectLst/>
              <a:uFillTx/>
              <a:latin typeface="SRH Headline"/>
            </a:endParaRPr>
          </a:p>
        </p:txBody>
      </p:sp>
      <p:sp>
        <p:nvSpPr>
          <p:cNvPr id="181" name="PlaceHolder 2"/>
          <p:cNvSpPr>
            <a:spLocks noGrp="1"/>
          </p:cNvSpPr>
          <p:nvPr>
            <p:ph type="dt" idx="55"/>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82" name="PlaceHolder 3"/>
          <p:cNvSpPr>
            <a:spLocks noGrp="1"/>
          </p:cNvSpPr>
          <p:nvPr>
            <p:ph type="ftr" idx="56"/>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83" name="PlaceHolder 4"/>
          <p:cNvSpPr>
            <a:spLocks noGrp="1"/>
          </p:cNvSpPr>
          <p:nvPr>
            <p:ph type="sldNum" idx="57"/>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A250C852-488C-4D86-8777-734804E56E27}"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5.png"/><Relationship Id="rId3" Type="http://schemas.openxmlformats.org/officeDocument/2006/relationships/image" Target="../media/image5.png"/><Relationship Id="rId4" Type="http://schemas.openxmlformats.org/officeDocument/2006/relationships/image" Target="../media/image5.png"/><Relationship Id="rId5" Type="http://schemas.openxmlformats.org/officeDocument/2006/relationships/image" Target="../media/image5.png"/><Relationship Id="rId6" Type="http://schemas.openxmlformats.org/officeDocument/2006/relationships/slideLayout" Target="../slideLayouts/slideLayout18.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5.png"/><Relationship Id="rId3" Type="http://schemas.openxmlformats.org/officeDocument/2006/relationships/image" Target="../media/image5.png"/><Relationship Id="rId4" Type="http://schemas.openxmlformats.org/officeDocument/2006/relationships/image" Target="../media/image5.png"/><Relationship Id="rId5" Type="http://schemas.openxmlformats.org/officeDocument/2006/relationships/image" Target="../media/image5.png"/><Relationship Id="rId6" Type="http://schemas.openxmlformats.org/officeDocument/2006/relationships/image" Target="../media/image5.png"/><Relationship Id="rId7" Type="http://schemas.openxmlformats.org/officeDocument/2006/relationships/image" Target="../media/image5.png"/><Relationship Id="rId8" Type="http://schemas.openxmlformats.org/officeDocument/2006/relationships/slideLayout" Target="../slideLayouts/slideLayout1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6.emf"/><Relationship Id="rId2" Type="http://schemas.openxmlformats.org/officeDocument/2006/relationships/image" Target="../media/image7.emf"/><Relationship Id="rId3" Type="http://schemas.openxmlformats.org/officeDocument/2006/relationships/slideLayout" Target="../slideLayouts/slideLayout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299880" y="821160"/>
            <a:ext cx="11256120" cy="2026440"/>
          </a:xfrm>
          <a:prstGeom prst="rect">
            <a:avLst/>
          </a:prstGeom>
          <a:noFill/>
          <a:ln w="0">
            <a:noFill/>
          </a:ln>
        </p:spPr>
        <p:txBody>
          <a:bodyPr numCol="1" spcCol="216000" lIns="0" tIns="0" rIns="0" bIns="0" anchor="t">
            <a:noAutofit/>
          </a:bodyPr>
          <a:p>
            <a:pPr indent="0" algn="ctr" defTabSz="914400">
              <a:lnSpc>
                <a:spcPct val="98000"/>
              </a:lnSpc>
              <a:buNone/>
              <a:tabLst>
                <a:tab pos="0" algn="l"/>
              </a:tabLst>
            </a:pPr>
            <a:br>
              <a:rPr sz="4800"/>
            </a:br>
            <a:r>
              <a:rPr lang="en-US" sz="4000" b="1" u="none" strike="noStrike">
                <a:solidFill>
                  <a:schemeClr val="lt1"/>
                </a:solidFill>
                <a:effectLst/>
                <a:uFillTx/>
                <a:latin typeface="SRH Headline"/>
                <a:ea typeface="SRH Headline"/>
              </a:rPr>
              <a:t>Thesis:</a:t>
            </a:r>
            <a:br>
              <a:rPr sz="4800"/>
            </a:br>
            <a:r>
              <a:rPr lang="en-US" sz="4000" b="1" u="none" strike="noStrike">
                <a:solidFill>
                  <a:schemeClr val="lt1"/>
                </a:solidFill>
                <a:effectLst/>
                <a:uFillTx/>
                <a:latin typeface="SRH Headline"/>
                <a:ea typeface="SRH Headline"/>
              </a:rPr>
              <a:t>Reliability  Monitoring  and  Cost-Sensitive  Selective Prediction for Credit Risk under Distribution Shift</a:t>
            </a:r>
            <a:endParaRPr lang="de-DE" sz="4000" b="1" u="none" strike="noStrike">
              <a:solidFill>
                <a:schemeClr val="lt1"/>
              </a:solidFill>
              <a:effectLst/>
              <a:uFillTx/>
              <a:latin typeface="SRH Headline"/>
            </a:endParaRPr>
          </a:p>
          <a:p>
            <a:pPr indent="0" algn="ctr" defTabSz="914400">
              <a:lnSpc>
                <a:spcPct val="98000"/>
              </a:lnSpc>
              <a:buNone/>
              <a:tabLst>
                <a:tab pos="0" algn="l"/>
              </a:tabLst>
            </a:pPr>
            <a:endParaRPr lang="de-DE" sz="4000" b="1" u="none" strike="noStrike">
              <a:solidFill>
                <a:schemeClr val="lt1"/>
              </a:solidFill>
              <a:effectLst/>
              <a:uFillTx/>
              <a:latin typeface="SRH Headline"/>
            </a:endParaRPr>
          </a:p>
        </p:txBody>
      </p:sp>
      <p:sp>
        <p:nvSpPr>
          <p:cNvPr id="191" name="object 12"/>
          <p:cNvSpPr/>
          <p:nvPr/>
        </p:nvSpPr>
        <p:spPr>
          <a:xfrm>
            <a:off x="438840" y="3973680"/>
            <a:ext cx="5876640" cy="2932560"/>
          </a:xfrm>
          <a:prstGeom prst="rect">
            <a:avLst/>
          </a:prstGeom>
          <a:noFill/>
          <a:ln w="0">
            <a:noFill/>
          </a:ln>
        </p:spPr>
        <p:style>
          <a:lnRef idx="0"/>
          <a:fillRef idx="0"/>
          <a:effectRef idx="0"/>
          <a:fontRef idx="minor"/>
        </p:style>
        <p:txBody>
          <a:bodyPr numCol="1" spcCol="216000" lIns="0" tIns="12600" rIns="0" bIns="0" anchor="t">
            <a:noAutofit/>
          </a:bodyPr>
          <a:p>
            <a:pPr marL="12600" defTabSz="914400">
              <a:lnSpc>
                <a:spcPct val="100000"/>
              </a:lnSpc>
              <a:spcBef>
                <a:spcPts val="3345"/>
              </a:spcBef>
              <a:tabLst>
                <a:tab pos="0" algn="l"/>
              </a:tabLst>
            </a:pPr>
            <a:r>
              <a:rPr lang="en-US" sz="2400" b="1" u="none" strike="noStrike">
                <a:solidFill>
                  <a:schemeClr val="lt1"/>
                </a:solidFill>
                <a:effectLst/>
                <a:uFillTx/>
                <a:latin typeface="SRH Headline"/>
                <a:ea typeface="SRH Headline"/>
              </a:rPr>
              <a:t>Amin</a:t>
            </a:r>
            <a:r>
              <a:rPr lang="en-US" sz="2400" b="0" u="none" strike="noStrike">
                <a:solidFill>
                  <a:schemeClr val="dk1"/>
                </a:solidFill>
                <a:effectLst/>
                <a:uFillTx/>
                <a:latin typeface="SRH"/>
                <a:ea typeface="SRH"/>
              </a:rPr>
              <a:t> </a:t>
            </a:r>
            <a:r>
              <a:rPr lang="en-US" sz="2400" b="1" u="none" strike="noStrike">
                <a:solidFill>
                  <a:schemeClr val="lt1"/>
                </a:solidFill>
                <a:effectLst/>
                <a:uFillTx/>
                <a:latin typeface="SRH Headline"/>
                <a:ea typeface="SRH Headline"/>
              </a:rPr>
              <a:t>Feli</a:t>
            </a:r>
            <a:r>
              <a:rPr lang="en-US" sz="2400" b="1" u="none" strike="noStrike">
                <a:solidFill>
                  <a:schemeClr val="lt1"/>
                </a:solidFill>
                <a:effectLst/>
                <a:uFillTx/>
                <a:latin typeface="SRH Headline"/>
                <a:ea typeface="SRH Headline"/>
              </a:rPr>
              <a:t> (11038701) </a:t>
            </a:r>
            <a:endParaRPr lang="en-US" sz="2400" b="0" u="none" strike="noStrike">
              <a:solidFill>
                <a:srgbClr val="FFFFFF"/>
              </a:solidFill>
              <a:effectLst/>
              <a:uFillTx/>
              <a:latin typeface="Arial"/>
            </a:endParaRPr>
          </a:p>
          <a:p>
            <a:pPr marL="12600" defTabSz="914400">
              <a:lnSpc>
                <a:spcPct val="100000"/>
              </a:lnSpc>
              <a:spcBef>
                <a:spcPts val="3345"/>
              </a:spcBef>
              <a:tabLst>
                <a:tab pos="0" algn="l"/>
              </a:tabLst>
            </a:pPr>
            <a:r>
              <a:rPr lang="en-US" sz="2400" b="1" u="none" strike="noStrike">
                <a:solidFill>
                  <a:schemeClr val="lt1"/>
                </a:solidFill>
                <a:effectLst/>
                <a:uFillTx/>
                <a:latin typeface="SRH Headline"/>
                <a:ea typeface="SRH Headline"/>
              </a:rPr>
              <a:t>Supervisor: Prof . Dr. Mehrdad Jalali</a:t>
            </a:r>
            <a:endParaRPr lang="en-US" sz="2400" b="0" u="none" strike="noStrike">
              <a:solidFill>
                <a:srgbClr val="FFFFFF"/>
              </a:solidFill>
              <a:effectLst/>
              <a:uFillTx/>
              <a:latin typeface="Arial"/>
            </a:endParaRPr>
          </a:p>
          <a:p>
            <a:pPr marL="12600" defTabSz="914400">
              <a:lnSpc>
                <a:spcPct val="100000"/>
              </a:lnSpc>
              <a:spcBef>
                <a:spcPts val="3345"/>
              </a:spcBef>
              <a:tabLst>
                <a:tab pos="0" algn="l"/>
              </a:tabLst>
            </a:pPr>
            <a:r>
              <a:rPr lang="en-US" sz="2400" b="1" u="none" strike="noStrike">
                <a:solidFill>
                  <a:schemeClr val="lt1"/>
                </a:solidFill>
                <a:effectLst/>
                <a:uFillTx/>
                <a:latin typeface="SRH Headline"/>
                <a:ea typeface="SRH Headline"/>
              </a:rPr>
              <a:t>SRH Hochschule Heidelberg</a:t>
            </a:r>
            <a:endParaRPr lang="en-US" sz="2400" b="0" u="none" strike="noStrike">
              <a:solidFill>
                <a:srgbClr val="FFFFFF"/>
              </a:solidFill>
              <a:effectLst/>
              <a:uFillTx/>
              <a:latin typeface="Arial"/>
            </a:endParaRPr>
          </a:p>
          <a:p>
            <a:pPr marL="12600" defTabSz="914400">
              <a:lnSpc>
                <a:spcPct val="150000"/>
              </a:lnSpc>
              <a:spcBef>
                <a:spcPts val="3345"/>
              </a:spcBef>
              <a:tabLst>
                <a:tab pos="0" algn="l"/>
              </a:tabLst>
            </a:pPr>
            <a:endParaRPr lang="en-US" sz="2400" b="0" u="none" strike="noStrike">
              <a:solidFill>
                <a:srgbClr val="FFFFFF"/>
              </a:solidFill>
              <a:effectLst/>
              <a:uFillTx/>
              <a:latin typeface="Arial"/>
            </a:endParaRPr>
          </a:p>
        </p:txBody>
      </p:sp>
      <p:sp>
        <p:nvSpPr>
          <p:cNvPr id="192" name="PlaceHolder 2"/>
          <p:cNvSpPr>
            <a:spLocks noGrp="1"/>
          </p:cNvSpPr>
          <p:nvPr>
            <p:ph type="dt" idx="61"/>
          </p:nvPr>
        </p:nvSpPr>
        <p:spPr>
          <a:xfrm>
            <a:off x="172080" y="6231960"/>
            <a:ext cx="87480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chemeClr val="lt1"/>
                </a:solidFill>
                <a:effectLst/>
                <a:uFillTx/>
                <a:latin typeface="SRH Text"/>
                <a:ea typeface="SRH"/>
              </a:defRPr>
            </a:lvl1pPr>
          </a:lstStyle>
          <a:p>
            <a:pPr indent="0" algn="l" defTabSz="914400">
              <a:lnSpc>
                <a:spcPct val="100000"/>
              </a:lnSpc>
              <a:buNone/>
              <a:tabLst>
                <a:tab pos="0" algn="l"/>
              </a:tabLst>
            </a:pPr>
            <a:fld id="{36CA32BE-628D-4E97-BE97-26F40F4D32DF}" type="datetime1">
              <a:rPr lang="en-CA" sz="900" b="1" u="none" strike="noStrike">
                <a:solidFill>
                  <a:schemeClr val="lt1"/>
                </a:solidFill>
                <a:effectLst/>
                <a:uFillTx/>
                <a:latin typeface="SRH Text"/>
                <a:ea typeface="SRH"/>
              </a:rPr>
              <a:t>2026-07-05</a:t>
            </a:fld>
            <a:endParaRPr lang="en-US" sz="900" b="0" u="none" strike="noStrike">
              <a:solidFill>
                <a:srgbClr val="FFFFFF"/>
              </a:solidFill>
              <a:effectLst/>
              <a:uFillTx/>
              <a:latin typeface="Times New Roman"/>
            </a:endParaRPr>
          </a:p>
        </p:txBody>
      </p:sp>
      <p:sp>
        <p:nvSpPr>
          <p:cNvPr id="193" name="PlaceHolder 3"/>
          <p:cNvSpPr>
            <a:spLocks noGrp="1"/>
          </p:cNvSpPr>
          <p:nvPr>
            <p:ph type="ftr" idx="62"/>
          </p:nvPr>
        </p:nvSpPr>
        <p:spPr>
          <a:xfrm>
            <a:off x="1133640" y="6285240"/>
            <a:ext cx="649512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de-DE" sz="900" b="1" u="none" strike="noStrike">
                <a:solidFill>
                  <a:schemeClr val="lt1"/>
                </a:solidFill>
                <a:effectLst/>
                <a:uFillTx/>
                <a:latin typeface="SRH Text"/>
                <a:ea typeface="SRH"/>
              </a:rPr>
              <a:t>SRH Hochschule Heidelberg</a:t>
            </a:r>
            <a:endParaRPr lang="en-US" sz="900" b="0" u="none" strike="noStrike">
              <a:solidFill>
                <a:srgbClr val="FFFFFF"/>
              </a:solidFill>
              <a:effectLst/>
              <a:uFillTx/>
              <a:latin typeface="Times New Roman"/>
            </a:endParaRPr>
          </a:p>
        </p:txBody>
      </p:sp>
      <p:sp>
        <p:nvSpPr>
          <p:cNvPr id="194" name="PlaceHolder 4"/>
          <p:cNvSpPr>
            <a:spLocks noGrp="1"/>
          </p:cNvSpPr>
          <p:nvPr>
            <p:ph type="sldNum" idx="63"/>
          </p:nvPr>
        </p:nvSpPr>
        <p:spPr>
          <a:xfrm>
            <a:off x="11058480" y="6311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chemeClr val="lt1"/>
                </a:solidFill>
                <a:effectLst/>
                <a:uFillTx/>
                <a:latin typeface="SRH Text"/>
                <a:ea typeface="SRH"/>
              </a:defRPr>
            </a:lvl1pPr>
          </a:lstStyle>
          <a:p>
            <a:pPr indent="0" algn="r" defTabSz="914400">
              <a:lnSpc>
                <a:spcPct val="100000"/>
              </a:lnSpc>
              <a:buNone/>
              <a:tabLst>
                <a:tab pos="0" algn="l"/>
              </a:tabLst>
            </a:pPr>
            <a:fld id="{CAEB9C4A-554F-49E3-BB8E-BFFF858F12B3}" type="slidenum">
              <a:rPr lang="de-DE" sz="1550" b="1" u="none" strike="noStrike">
                <a:solidFill>
                  <a:schemeClr val="lt1"/>
                </a:solidFill>
                <a:effectLst/>
                <a:uFillTx/>
                <a:latin typeface="SRH Text"/>
                <a:ea typeface="SRH"/>
              </a:rPr>
              <a:t>&lt;number&gt;</a:t>
            </a:fld>
            <a:endParaRPr lang="en-US" sz="155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191880" y="90720"/>
            <a:ext cx="9157680" cy="61236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US" sz="3000" b="1" u="none" strike="noStrike">
                <a:solidFill>
                  <a:srgbClr val="DF4807"/>
                </a:solidFill>
                <a:effectLst/>
                <a:uFillTx/>
                <a:latin typeface="SRH Headline"/>
                <a:ea typeface="SRH Headline"/>
              </a:rPr>
              <a:t>Problem Statement:</a:t>
            </a:r>
            <a:endParaRPr lang="de-DE" sz="3000" b="1" u="none" strike="noStrike">
              <a:solidFill>
                <a:schemeClr val="dk1"/>
              </a:solidFill>
              <a:effectLst/>
              <a:uFillTx/>
              <a:latin typeface="SRH Headline"/>
            </a:endParaRPr>
          </a:p>
        </p:txBody>
      </p:sp>
      <p:sp>
        <p:nvSpPr>
          <p:cNvPr id="196" name="PlaceHolder 2"/>
          <p:cNvSpPr>
            <a:spLocks noGrp="1"/>
          </p:cNvSpPr>
          <p:nvPr>
            <p:ph/>
          </p:nvPr>
        </p:nvSpPr>
        <p:spPr>
          <a:xfrm>
            <a:off x="276840" y="741600"/>
            <a:ext cx="10805400" cy="5951520"/>
          </a:xfrm>
          <a:prstGeom prst="rect">
            <a:avLst/>
          </a:prstGeom>
          <a:noFill/>
          <a:ln w="0">
            <a:noFill/>
          </a:ln>
        </p:spPr>
        <p:txBody>
          <a:bodyPr numCol="1" spcCol="216000" lIns="0" tIns="0" rIns="0" bIns="0" anchor="t">
            <a:noAutofit/>
          </a:bodyPr>
          <a:p>
            <a:pPr indent="0" algn="just" defTabSz="914400">
              <a:lnSpc>
                <a:spcPct val="200000"/>
              </a:lnSpc>
              <a:buNone/>
              <a:tabLst>
                <a:tab pos="0" algn="l"/>
              </a:tabLst>
            </a:pPr>
            <a:r>
              <a:rPr lang="de-DE" sz="1100" b="0" u="none" strike="noStrike">
                <a:solidFill>
                  <a:srgbClr val="000000"/>
                </a:solidFill>
                <a:effectLst/>
                <a:uFill>
                  <a:solidFill>
                    <a:srgbClr val="000000"/>
                  </a:solidFill>
                </a:uFill>
                <a:latin typeface="Times New Roman"/>
                <a:ea typeface="Times New Roman"/>
              </a:rPr>
              <a:t>Credit risk prediction systems in banking are typically designed to classify loan applicants as either </a:t>
            </a:r>
            <a:r>
              <a:rPr lang="de-DE" sz="1100" b="1" u="none" strike="noStrike">
                <a:solidFill>
                  <a:srgbClr val="000000"/>
                </a:solidFill>
                <a:effectLst/>
                <a:uFill>
                  <a:solidFill>
                    <a:srgbClr val="000000"/>
                  </a:solidFill>
                </a:uFill>
                <a:latin typeface="Times New Roman"/>
                <a:ea typeface="Times New Roman"/>
              </a:rPr>
              <a:t>default or non-default </a:t>
            </a:r>
            <a:r>
              <a:rPr lang="de-DE" sz="1100" b="0" u="none" strike="noStrike">
                <a:solidFill>
                  <a:srgbClr val="000000"/>
                </a:solidFill>
                <a:effectLst/>
                <a:uFill>
                  <a:solidFill>
                    <a:srgbClr val="000000"/>
                  </a:solidFill>
                </a:uFill>
                <a:latin typeface="Times New Roman"/>
                <a:ea typeface="Times New Roman"/>
              </a:rPr>
              <a:t>using machine learning models trained on historical data. While many existing studies focus on improving predictive accuracy (e.g., </a:t>
            </a:r>
            <a:r>
              <a:rPr lang="de-DE" sz="1100" b="1" u="none" strike="noStrike">
                <a:solidFill>
                  <a:srgbClr val="000000"/>
                </a:solidFill>
                <a:effectLst/>
                <a:uFill>
                  <a:solidFill>
                    <a:srgbClr val="000000"/>
                  </a:solidFill>
                </a:uFill>
                <a:latin typeface="Times New Roman"/>
                <a:ea typeface="Times New Roman"/>
              </a:rPr>
              <a:t>AUC optimization</a:t>
            </a:r>
            <a:r>
              <a:rPr lang="de-DE" sz="1100" b="0" u="none" strike="noStrike">
                <a:solidFill>
                  <a:srgbClr val="000000"/>
                </a:solidFill>
                <a:effectLst/>
                <a:uFill>
                  <a:solidFill>
                    <a:srgbClr val="000000"/>
                  </a:solidFill>
                </a:uFill>
                <a:latin typeface="Times New Roman"/>
                <a:ea typeface="Times New Roman"/>
              </a:rPr>
              <a:t>) and addressing class imbalance through cost-sensitive learning, they remain limited in several important aspects.</a:t>
            </a:r>
            <a:endParaRPr lang="de-DE" sz="1100" b="0" u="none" strike="noStrike">
              <a:solidFill>
                <a:schemeClr val="dk1"/>
              </a:solidFill>
              <a:effectLst/>
              <a:uFillTx/>
              <a:latin typeface="SRH Text"/>
            </a:endParaRPr>
          </a:p>
          <a:p>
            <a:pPr indent="0" algn="just" defTabSz="914400">
              <a:lnSpc>
                <a:spcPct val="200000"/>
              </a:lnSpc>
              <a:buNone/>
              <a:tabLst>
                <a:tab pos="0" algn="l"/>
              </a:tabLst>
            </a:pPr>
            <a:endParaRPr lang="de-DE" sz="1100" b="0" u="none" strike="noStrike">
              <a:solidFill>
                <a:schemeClr val="dk1"/>
              </a:solidFill>
              <a:effectLst/>
              <a:uFillTx/>
              <a:latin typeface="SRH Text"/>
            </a:endParaRPr>
          </a:p>
          <a:p>
            <a:pPr indent="0" algn="just" defTabSz="914400">
              <a:lnSpc>
                <a:spcPct val="200000"/>
              </a:lnSpc>
              <a:buNone/>
              <a:tabLst>
                <a:tab pos="0" algn="l"/>
              </a:tabLst>
            </a:pPr>
            <a:r>
              <a:rPr lang="de-DE" sz="1100" b="0" u="none" strike="noStrike">
                <a:solidFill>
                  <a:srgbClr val="000000"/>
                </a:solidFill>
                <a:effectLst/>
                <a:uFill>
                  <a:solidFill>
                    <a:srgbClr val="000000"/>
                  </a:solidFill>
                </a:uFill>
                <a:latin typeface="Times New Roman"/>
                <a:ea typeface="Times New Roman"/>
              </a:rPr>
              <a:t>First, most traditional models rely on a </a:t>
            </a:r>
            <a:r>
              <a:rPr lang="de-DE" sz="1100" b="1" u="none" strike="noStrike">
                <a:solidFill>
                  <a:srgbClr val="000000"/>
                </a:solidFill>
                <a:effectLst/>
                <a:uFill>
                  <a:solidFill>
                    <a:srgbClr val="000000"/>
                  </a:solidFill>
                </a:uFill>
                <a:latin typeface="Times New Roman"/>
                <a:ea typeface="Times New Roman"/>
              </a:rPr>
              <a:t>static decision threshold (commonly 0.5)</a:t>
            </a:r>
            <a:r>
              <a:rPr lang="de-DE" sz="1100" b="0" u="none" strike="noStrike">
                <a:solidFill>
                  <a:srgbClr val="000000"/>
                </a:solidFill>
                <a:effectLst/>
                <a:uFill>
                  <a:solidFill>
                    <a:srgbClr val="000000"/>
                  </a:solidFill>
                </a:uFill>
                <a:latin typeface="Times New Roman"/>
                <a:ea typeface="Times New Roman"/>
              </a:rPr>
              <a:t>, which does not reflect real-world financial trade-offs between false positives and false negatives. This leads to suboptimal decision-making in risk-sensitive environments such as credit lending.</a:t>
            </a:r>
            <a:endParaRPr lang="de-DE" sz="1100" b="0" u="none" strike="noStrike">
              <a:solidFill>
                <a:schemeClr val="dk1"/>
              </a:solidFill>
              <a:effectLst/>
              <a:uFillTx/>
              <a:latin typeface="SRH Text"/>
            </a:endParaRPr>
          </a:p>
          <a:p>
            <a:pPr indent="0" algn="just" defTabSz="914400">
              <a:lnSpc>
                <a:spcPct val="200000"/>
              </a:lnSpc>
              <a:buNone/>
              <a:tabLst>
                <a:tab pos="0" algn="l"/>
              </a:tabLst>
            </a:pPr>
            <a:endParaRPr lang="de-DE" sz="1100" b="0" u="none" strike="noStrike">
              <a:solidFill>
                <a:schemeClr val="dk1"/>
              </a:solidFill>
              <a:effectLst/>
              <a:uFillTx/>
              <a:latin typeface="SRH Text"/>
            </a:endParaRPr>
          </a:p>
          <a:p>
            <a:pPr indent="0" algn="just" defTabSz="914400">
              <a:lnSpc>
                <a:spcPct val="200000"/>
              </a:lnSpc>
              <a:buNone/>
              <a:tabLst>
                <a:tab pos="0" algn="l"/>
              </a:tabLst>
            </a:pPr>
            <a:r>
              <a:rPr lang="de-DE" sz="1100" b="0" u="none" strike="noStrike">
                <a:solidFill>
                  <a:srgbClr val="000000"/>
                </a:solidFill>
                <a:effectLst/>
                <a:uFill>
                  <a:solidFill>
                    <a:srgbClr val="000000"/>
                  </a:solidFill>
                </a:uFill>
                <a:latin typeface="Times New Roman"/>
                <a:ea typeface="Times New Roman"/>
              </a:rPr>
              <a:t>Second, although cost-sensitive learning is widely adopted, it is typically implemented as a</a:t>
            </a:r>
            <a:r>
              <a:rPr lang="de-DE" sz="1100" b="1" u="none" strike="noStrike">
                <a:solidFill>
                  <a:srgbClr val="000000"/>
                </a:solidFill>
                <a:effectLst/>
                <a:uFill>
                  <a:solidFill>
                    <a:srgbClr val="000000"/>
                  </a:solidFill>
                </a:uFill>
                <a:latin typeface="Times New Roman"/>
                <a:ea typeface="Times New Roman"/>
              </a:rPr>
              <a:t> fixed penalty structure</a:t>
            </a:r>
            <a:r>
              <a:rPr lang="de-DE" sz="1100" b="0" u="none" strike="noStrike">
                <a:solidFill>
                  <a:srgbClr val="000000"/>
                </a:solidFill>
                <a:effectLst/>
                <a:uFill>
                  <a:solidFill>
                    <a:srgbClr val="000000"/>
                  </a:solidFill>
                </a:uFill>
                <a:latin typeface="Times New Roman"/>
                <a:ea typeface="Times New Roman"/>
              </a:rPr>
              <a:t>, without adapting dynamically to changing business constraints, operational conditions, or varying risk preferences.</a:t>
            </a:r>
            <a:endParaRPr lang="de-DE" sz="1100" b="0" u="none" strike="noStrike">
              <a:solidFill>
                <a:schemeClr val="dk1"/>
              </a:solidFill>
              <a:effectLst/>
              <a:uFillTx/>
              <a:latin typeface="SRH Text"/>
            </a:endParaRPr>
          </a:p>
          <a:p>
            <a:pPr indent="0" algn="just" defTabSz="914400">
              <a:lnSpc>
                <a:spcPct val="200000"/>
              </a:lnSpc>
              <a:buNone/>
              <a:tabLst>
                <a:tab pos="0" algn="l"/>
              </a:tabLst>
            </a:pPr>
            <a:endParaRPr lang="de-DE" sz="1100" b="0" u="none" strike="noStrike">
              <a:solidFill>
                <a:schemeClr val="dk1"/>
              </a:solidFill>
              <a:effectLst/>
              <a:uFillTx/>
              <a:latin typeface="SRH Text"/>
            </a:endParaRPr>
          </a:p>
          <a:p>
            <a:pPr indent="0" algn="just" defTabSz="914400">
              <a:lnSpc>
                <a:spcPct val="200000"/>
              </a:lnSpc>
              <a:buNone/>
              <a:tabLst>
                <a:tab pos="0" algn="l"/>
              </a:tabLst>
            </a:pPr>
            <a:r>
              <a:rPr lang="de-DE" sz="1100" b="0" u="none" strike="noStrike">
                <a:solidFill>
                  <a:srgbClr val="000000"/>
                </a:solidFill>
                <a:effectLst/>
                <a:uFill>
                  <a:solidFill>
                    <a:srgbClr val="000000"/>
                  </a:solidFill>
                </a:uFill>
                <a:latin typeface="Times New Roman"/>
                <a:ea typeface="Times New Roman"/>
              </a:rPr>
              <a:t>Third, most conventional credit risk models provide only </a:t>
            </a:r>
            <a:r>
              <a:rPr lang="de-DE" sz="1100" b="1" u="none" strike="noStrike">
                <a:solidFill>
                  <a:srgbClr val="000000"/>
                </a:solidFill>
                <a:effectLst/>
                <a:uFill>
                  <a:solidFill>
                    <a:srgbClr val="000000"/>
                  </a:solidFill>
                </a:uFill>
                <a:latin typeface="Times New Roman"/>
                <a:ea typeface="Times New Roman"/>
              </a:rPr>
              <a:t>deterministic binary outputs</a:t>
            </a:r>
            <a:r>
              <a:rPr lang="de-DE" sz="1100" b="0" u="none" strike="noStrike">
                <a:solidFill>
                  <a:srgbClr val="000000"/>
                </a:solidFill>
                <a:effectLst/>
                <a:uFill>
                  <a:solidFill>
                    <a:srgbClr val="000000"/>
                  </a:solidFill>
                </a:uFill>
                <a:latin typeface="Times New Roman"/>
                <a:ea typeface="Times New Roman"/>
              </a:rPr>
              <a:t>, without explicitly modeling uncertainty. As a result, they force automated decisions even in ambiguous cases where </a:t>
            </a:r>
            <a:r>
              <a:rPr lang="de-DE" sz="1100" b="1" u="none" strike="noStrike">
                <a:solidFill>
                  <a:srgbClr val="000000"/>
                </a:solidFill>
                <a:effectLst/>
                <a:uFill>
                  <a:solidFill>
                    <a:srgbClr val="000000"/>
                  </a:solidFill>
                </a:uFill>
                <a:latin typeface="Times New Roman"/>
                <a:ea typeface="Times New Roman"/>
              </a:rPr>
              <a:t>human judgment</a:t>
            </a:r>
            <a:r>
              <a:rPr lang="de-DE" sz="1100" b="0" u="none" strike="noStrike">
                <a:solidFill>
                  <a:srgbClr val="000000"/>
                </a:solidFill>
                <a:effectLst/>
                <a:uFill>
                  <a:solidFill>
                    <a:srgbClr val="000000"/>
                  </a:solidFill>
                </a:uFill>
                <a:latin typeface="Times New Roman"/>
                <a:ea typeface="Times New Roman"/>
              </a:rPr>
              <a:t> would be more appropriate.</a:t>
            </a:r>
            <a:endParaRPr lang="de-DE" sz="1100" b="0" u="none" strike="noStrike">
              <a:solidFill>
                <a:schemeClr val="dk1"/>
              </a:solidFill>
              <a:effectLst/>
              <a:uFillTx/>
              <a:latin typeface="SRH Text"/>
            </a:endParaRPr>
          </a:p>
          <a:p>
            <a:pPr indent="0" algn="just" defTabSz="914400">
              <a:lnSpc>
                <a:spcPct val="200000"/>
              </a:lnSpc>
              <a:buNone/>
              <a:tabLst>
                <a:tab pos="0" algn="l"/>
              </a:tabLst>
            </a:pPr>
            <a:endParaRPr lang="de-DE" sz="1100" b="0" u="none" strike="noStrike">
              <a:solidFill>
                <a:schemeClr val="dk1"/>
              </a:solidFill>
              <a:effectLst/>
              <a:uFillTx/>
              <a:latin typeface="SRH Text"/>
            </a:endParaRPr>
          </a:p>
          <a:p>
            <a:pPr indent="0" algn="just" defTabSz="914400">
              <a:lnSpc>
                <a:spcPct val="200000"/>
              </a:lnSpc>
              <a:buNone/>
              <a:tabLst>
                <a:tab pos="0" algn="l"/>
              </a:tabLst>
            </a:pPr>
            <a:r>
              <a:rPr lang="de-DE" sz="1100" b="0" u="none" strike="noStrike">
                <a:solidFill>
                  <a:srgbClr val="000000"/>
                </a:solidFill>
                <a:effectLst/>
                <a:uFill>
                  <a:solidFill>
                    <a:srgbClr val="000000"/>
                  </a:solidFill>
                </a:uFill>
                <a:latin typeface="Times New Roman"/>
                <a:ea typeface="Times New Roman"/>
              </a:rPr>
              <a:t>Fourth, existing approaches are generally developed and evaluated in a static training environment, </a:t>
            </a:r>
            <a:r>
              <a:rPr lang="de-DE" sz="1100" b="1" u="none" strike="noStrike">
                <a:solidFill>
                  <a:srgbClr val="000000"/>
                </a:solidFill>
                <a:effectLst/>
                <a:uFill>
                  <a:solidFill>
                    <a:srgbClr val="000000"/>
                  </a:solidFill>
                </a:uFill>
                <a:latin typeface="Times New Roman"/>
                <a:ea typeface="Times New Roman"/>
              </a:rPr>
              <a:t>assuming that data distributions remain stable over time.</a:t>
            </a:r>
            <a:r>
              <a:rPr lang="de-DE" sz="1100" b="0" u="none" strike="noStrike">
                <a:solidFill>
                  <a:srgbClr val="000000"/>
                </a:solidFill>
                <a:effectLst/>
                <a:uFill>
                  <a:solidFill>
                    <a:srgbClr val="000000"/>
                  </a:solidFill>
                </a:uFill>
                <a:latin typeface="Times New Roman"/>
                <a:ea typeface="Times New Roman"/>
              </a:rPr>
              <a:t> However, in real banking systems, economic conditions, customer behavior, and credit patterns evolve continuously, leading to data drift and model performance degradation over time.</a:t>
            </a:r>
            <a:endParaRPr lang="de-DE" sz="1100" b="0" u="none" strike="noStrike">
              <a:solidFill>
                <a:schemeClr val="dk1"/>
              </a:solidFill>
              <a:effectLst/>
              <a:uFillTx/>
              <a:latin typeface="SRH Text"/>
            </a:endParaRPr>
          </a:p>
          <a:p>
            <a:pPr indent="0" algn="just" defTabSz="914400">
              <a:lnSpc>
                <a:spcPct val="200000"/>
              </a:lnSpc>
              <a:buNone/>
              <a:tabLst>
                <a:tab pos="0" algn="l"/>
              </a:tabLst>
            </a:pPr>
            <a:r>
              <a:rPr lang="de-DE" sz="1100" b="0" u="none" strike="noStrike">
                <a:solidFill>
                  <a:srgbClr val="000000"/>
                </a:solidFill>
                <a:effectLst/>
                <a:uFill>
                  <a:solidFill>
                    <a:srgbClr val="000000"/>
                  </a:solidFill>
                </a:uFill>
                <a:latin typeface="Times New Roman"/>
                <a:ea typeface="Times New Roman"/>
              </a:rPr>
              <a:t>Finally, a key limitation in many previous works is the </a:t>
            </a:r>
            <a:r>
              <a:rPr lang="de-DE" sz="1100" b="1" u="none" strike="noStrike">
                <a:solidFill>
                  <a:srgbClr val="000000"/>
                </a:solidFill>
                <a:effectLst/>
                <a:uFill>
                  <a:solidFill>
                    <a:srgbClr val="000000"/>
                  </a:solidFill>
                </a:uFill>
                <a:latin typeface="Times New Roman"/>
                <a:ea typeface="Times New Roman"/>
              </a:rPr>
              <a:t>lack of a continuous reliability monitoring framework</a:t>
            </a:r>
            <a:r>
              <a:rPr lang="de-DE" sz="1100" b="0" u="none" strike="noStrike">
                <a:solidFill>
                  <a:srgbClr val="000000"/>
                </a:solidFill>
                <a:effectLst/>
                <a:uFill>
                  <a:solidFill>
                    <a:srgbClr val="000000"/>
                  </a:solidFill>
                </a:uFill>
                <a:latin typeface="Times New Roman"/>
                <a:ea typeface="Times New Roman"/>
              </a:rPr>
              <a:t>. After deployment, models are often evaluated only periodically using new datasets, without systematic tracking of data drift, prediction drift, or real-time performance degradation. This means that deterioration in model behavior (e.g., increasing false negatives or shifting risk distributions) may go undetected until significant financial impact has already occurred.</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endParaRPr lang="de-DE" sz="1100" b="0" u="none" strike="noStrike">
              <a:solidFill>
                <a:schemeClr val="dk1"/>
              </a:solidFill>
              <a:effectLst/>
              <a:uFillTx/>
              <a:latin typeface="SRH Text"/>
            </a:endParaRPr>
          </a:p>
        </p:txBody>
      </p:sp>
      <p:sp>
        <p:nvSpPr>
          <p:cNvPr id="197" name="PlaceHolder 3"/>
          <p:cNvSpPr>
            <a:spLocks noGrp="1"/>
          </p:cNvSpPr>
          <p:nvPr>
            <p:ph type="dt" idx="64"/>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B9757E35-5A6A-4733-9569-14D0A897AD3A}" type="datetime1">
              <a:rPr lang="en-CA" sz="900" b="1" u="none" strike="noStrike">
                <a:solidFill>
                  <a:srgbClr val="6D7373"/>
                </a:solidFill>
                <a:effectLst/>
                <a:uFillTx/>
                <a:latin typeface="SRH Text"/>
                <a:ea typeface="SRH"/>
              </a:rPr>
              <a:t>2026-07-05</a:t>
            </a:fld>
            <a:endParaRPr lang="en-US" sz="900" b="0" u="none" strike="noStrike">
              <a:solidFill>
                <a:srgbClr val="000000"/>
              </a:solidFill>
              <a:effectLst/>
              <a:uFillTx/>
              <a:latin typeface="Times New Roman"/>
            </a:endParaRPr>
          </a:p>
        </p:txBody>
      </p:sp>
      <p:sp>
        <p:nvSpPr>
          <p:cNvPr id="198" name="PlaceHolder 4"/>
          <p:cNvSpPr>
            <a:spLocks noGrp="1"/>
          </p:cNvSpPr>
          <p:nvPr>
            <p:ph type="ftr" idx="65"/>
          </p:nvPr>
        </p:nvSpPr>
        <p:spPr>
          <a:xfrm>
            <a:off x="1242000" y="636660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199" name="PlaceHolder 5"/>
          <p:cNvSpPr>
            <a:spLocks noGrp="1"/>
          </p:cNvSpPr>
          <p:nvPr>
            <p:ph type="sldNum" idx="66"/>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51E5EC9B-D043-4CC9-9DFF-65BA541C2237}"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191880" y="90720"/>
            <a:ext cx="9157680" cy="83484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US" sz="3000" b="1" u="none" strike="noStrike">
                <a:solidFill>
                  <a:srgbClr val="DF4807"/>
                </a:solidFill>
                <a:effectLst/>
                <a:uFillTx/>
                <a:latin typeface="SRH Headline"/>
                <a:ea typeface="SRH Headline"/>
              </a:rPr>
              <a:t>Limitations of previous research:</a:t>
            </a:r>
            <a:endParaRPr lang="de-DE" sz="3000" b="1" u="none" strike="noStrike">
              <a:solidFill>
                <a:schemeClr val="dk1"/>
              </a:solidFill>
              <a:effectLst/>
              <a:uFillTx/>
              <a:latin typeface="SRH Headline"/>
            </a:endParaRPr>
          </a:p>
        </p:txBody>
      </p:sp>
      <p:sp>
        <p:nvSpPr>
          <p:cNvPr id="201" name="PlaceHolder 2"/>
          <p:cNvSpPr>
            <a:spLocks noGrp="1"/>
          </p:cNvSpPr>
          <p:nvPr>
            <p:ph/>
          </p:nvPr>
        </p:nvSpPr>
        <p:spPr>
          <a:xfrm>
            <a:off x="276840" y="987480"/>
            <a:ext cx="10805400" cy="5705640"/>
          </a:xfrm>
          <a:prstGeom prst="rect">
            <a:avLst/>
          </a:prstGeom>
          <a:noFill/>
          <a:ln w="0">
            <a:noFill/>
          </a:ln>
        </p:spPr>
        <p:txBody>
          <a:bodyPr numCol="1" spcCol="216000" lIns="0" tIns="0" rIns="0" bIns="0" anchor="t">
            <a:noAutofit/>
          </a:bodyPr>
          <a:p>
            <a:pPr algn="just" defTabSz="914400">
              <a:lnSpc>
                <a:spcPct val="200000"/>
              </a:lnSpc>
              <a:buSzPct val="100058"/>
              <a:buBlip>
                <a:blip r:embed="rId1"/>
              </a:buBlip>
              <a:tabLst>
                <a:tab pos="0" algn="l"/>
              </a:tabLst>
            </a:pPr>
            <a:r>
              <a:rPr lang="de-DE" sz="1400" b="0" u="none" strike="noStrike">
                <a:solidFill>
                  <a:srgbClr val="000000"/>
                </a:solidFill>
                <a:effectLst/>
                <a:uFill>
                  <a:solidFill>
                    <a:srgbClr val="000000"/>
                  </a:solidFill>
                </a:uFill>
                <a:latin typeface="Times New Roman"/>
                <a:ea typeface="Times New Roman"/>
              </a:rPr>
              <a:t>No dynamic threshold optimization</a:t>
            </a:r>
            <a:endParaRPr lang="de-DE" sz="1400" b="0" u="none" strike="noStrike">
              <a:solidFill>
                <a:schemeClr val="dk1"/>
              </a:solidFill>
              <a:effectLst/>
              <a:uFillTx/>
              <a:latin typeface="SRH Text"/>
            </a:endParaRPr>
          </a:p>
          <a:p>
            <a:pPr algn="just" defTabSz="914400">
              <a:lnSpc>
                <a:spcPct val="200000"/>
              </a:lnSpc>
              <a:buSzPct val="100058"/>
              <a:buBlip>
                <a:blip r:embed="rId2"/>
              </a:buBlip>
              <a:tabLst>
                <a:tab pos="0" algn="l"/>
              </a:tabLst>
            </a:pPr>
            <a:r>
              <a:rPr lang="de-DE" sz="1400" b="0" u="none" strike="noStrike">
                <a:solidFill>
                  <a:srgbClr val="000000"/>
                </a:solidFill>
                <a:effectLst/>
                <a:uFill>
                  <a:solidFill>
                    <a:srgbClr val="000000"/>
                  </a:solidFill>
                </a:uFill>
                <a:latin typeface="Times New Roman"/>
                <a:ea typeface="Times New Roman"/>
              </a:rPr>
              <a:t>No model monitoring after deployment</a:t>
            </a:r>
            <a:endParaRPr lang="de-DE" sz="1400" b="0" u="none" strike="noStrike">
              <a:solidFill>
                <a:schemeClr val="dk1"/>
              </a:solidFill>
              <a:effectLst/>
              <a:uFillTx/>
              <a:latin typeface="SRH Text"/>
            </a:endParaRPr>
          </a:p>
          <a:p>
            <a:pPr algn="just" defTabSz="914400">
              <a:lnSpc>
                <a:spcPct val="200000"/>
              </a:lnSpc>
              <a:buSzPct val="100058"/>
              <a:buBlip>
                <a:blip r:embed="rId3"/>
              </a:buBlip>
              <a:tabLst>
                <a:tab pos="0" algn="l"/>
              </a:tabLst>
            </a:pPr>
            <a:r>
              <a:rPr lang="de-DE" sz="1400" b="0" u="none" strike="noStrike">
                <a:solidFill>
                  <a:srgbClr val="000000"/>
                </a:solidFill>
                <a:effectLst/>
                <a:uFill>
                  <a:solidFill>
                    <a:srgbClr val="000000"/>
                  </a:solidFill>
                </a:uFill>
                <a:latin typeface="Times New Roman"/>
                <a:ea typeface="Times New Roman"/>
              </a:rPr>
              <a:t>No drift detection</a:t>
            </a:r>
            <a:endParaRPr lang="de-DE" sz="1400" b="0" u="none" strike="noStrike">
              <a:solidFill>
                <a:schemeClr val="dk1"/>
              </a:solidFill>
              <a:effectLst/>
              <a:uFillTx/>
              <a:latin typeface="SRH Text"/>
            </a:endParaRPr>
          </a:p>
          <a:p>
            <a:pPr algn="just" defTabSz="914400">
              <a:lnSpc>
                <a:spcPct val="200000"/>
              </a:lnSpc>
              <a:buSzPct val="100058"/>
              <a:buBlip>
                <a:blip r:embed="rId4"/>
              </a:buBlip>
              <a:tabLst>
                <a:tab pos="0" algn="l"/>
              </a:tabLst>
            </a:pPr>
            <a:r>
              <a:rPr lang="de-DE" sz="1400" b="0" u="none" strike="noStrike">
                <a:solidFill>
                  <a:srgbClr val="000000"/>
                </a:solidFill>
                <a:effectLst/>
                <a:uFill>
                  <a:solidFill>
                    <a:srgbClr val="000000"/>
                  </a:solidFill>
                </a:uFill>
                <a:latin typeface="Times New Roman"/>
                <a:ea typeface="Times New Roman"/>
              </a:rPr>
              <a:t>No selective decision-making (human-in-the-loop)</a:t>
            </a:r>
            <a:endParaRPr lang="de-DE" sz="1400" b="0" u="none" strike="noStrike">
              <a:solidFill>
                <a:schemeClr val="dk1"/>
              </a:solidFill>
              <a:effectLst/>
              <a:uFillTx/>
              <a:latin typeface="SRH Text"/>
            </a:endParaRPr>
          </a:p>
          <a:p>
            <a:pPr algn="just" defTabSz="914400">
              <a:lnSpc>
                <a:spcPct val="200000"/>
              </a:lnSpc>
              <a:buSzPct val="100058"/>
              <a:buBlip>
                <a:blip r:embed="rId5"/>
              </a:buBlip>
              <a:tabLst>
                <a:tab pos="0" algn="l"/>
              </a:tabLst>
            </a:pPr>
            <a:r>
              <a:rPr lang="de-DE" sz="1400" b="0" u="none" strike="noStrike">
                <a:solidFill>
                  <a:srgbClr val="000000"/>
                </a:solidFill>
                <a:effectLst/>
                <a:uFill>
                  <a:solidFill>
                    <a:srgbClr val="000000"/>
                  </a:solidFill>
                </a:uFill>
                <a:latin typeface="Times New Roman"/>
                <a:ea typeface="Times New Roman"/>
              </a:rPr>
              <a:t>No connection between model prediction and operational workflow</a:t>
            </a:r>
            <a:endParaRPr lang="de-DE" sz="1400" b="0" u="none" strike="noStrike">
              <a:solidFill>
                <a:schemeClr val="dk1"/>
              </a:solidFill>
              <a:effectLst/>
              <a:uFillTx/>
              <a:latin typeface="SRH Text"/>
            </a:endParaRPr>
          </a:p>
        </p:txBody>
      </p:sp>
      <p:sp>
        <p:nvSpPr>
          <p:cNvPr id="202" name="PlaceHolder 3"/>
          <p:cNvSpPr>
            <a:spLocks noGrp="1"/>
          </p:cNvSpPr>
          <p:nvPr>
            <p:ph type="dt" idx="67"/>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490E29E1-9945-4A48-A59B-A7032B53D0F7}" type="datetime1">
              <a:rPr lang="en-CA" sz="900" b="1" u="none" strike="noStrike">
                <a:solidFill>
                  <a:srgbClr val="6D7373"/>
                </a:solidFill>
                <a:effectLst/>
                <a:uFillTx/>
                <a:latin typeface="SRH Text"/>
                <a:ea typeface="SRH"/>
              </a:rPr>
              <a:t>2026-07-05</a:t>
            </a:fld>
            <a:endParaRPr lang="en-US" sz="900" b="0" u="none" strike="noStrike">
              <a:solidFill>
                <a:srgbClr val="000000"/>
              </a:solidFill>
              <a:effectLst/>
              <a:uFillTx/>
              <a:latin typeface="Times New Roman"/>
            </a:endParaRPr>
          </a:p>
        </p:txBody>
      </p:sp>
      <p:sp>
        <p:nvSpPr>
          <p:cNvPr id="203" name="PlaceHolder 4"/>
          <p:cNvSpPr>
            <a:spLocks noGrp="1"/>
          </p:cNvSpPr>
          <p:nvPr>
            <p:ph type="ftr" idx="68"/>
          </p:nvPr>
        </p:nvSpPr>
        <p:spPr>
          <a:xfrm>
            <a:off x="1242000" y="636660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04" name="PlaceHolder 5"/>
          <p:cNvSpPr>
            <a:spLocks noGrp="1"/>
          </p:cNvSpPr>
          <p:nvPr>
            <p:ph type="sldNum" idx="69"/>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36B777F7-0291-4F69-808D-75AA429086D8}"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191880" y="90720"/>
            <a:ext cx="9157680" cy="83484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de-DE" sz="3000" b="1" u="none" strike="noStrike">
                <a:solidFill>
                  <a:srgbClr val="DF4807"/>
                </a:solidFill>
                <a:effectLst/>
                <a:uFillTx/>
                <a:latin typeface="SRH Headline"/>
                <a:ea typeface="SRH Headline"/>
              </a:rPr>
              <a:t>Steps:</a:t>
            </a:r>
            <a:endParaRPr lang="de-DE" sz="3000" b="1" u="none" strike="noStrike">
              <a:solidFill>
                <a:schemeClr val="dk1"/>
              </a:solidFill>
              <a:effectLst/>
              <a:uFillTx/>
              <a:latin typeface="SRH Headline"/>
            </a:endParaRPr>
          </a:p>
        </p:txBody>
      </p:sp>
      <p:sp>
        <p:nvSpPr>
          <p:cNvPr id="206" name="PlaceHolder 2"/>
          <p:cNvSpPr>
            <a:spLocks noGrp="1"/>
          </p:cNvSpPr>
          <p:nvPr>
            <p:ph/>
          </p:nvPr>
        </p:nvSpPr>
        <p:spPr>
          <a:xfrm>
            <a:off x="276840" y="987480"/>
            <a:ext cx="10805400" cy="5705640"/>
          </a:xfrm>
          <a:prstGeom prst="rect">
            <a:avLst/>
          </a:prstGeom>
          <a:noFill/>
          <a:ln w="0">
            <a:noFill/>
          </a:ln>
        </p:spPr>
        <p:txBody>
          <a:bodyPr numCol="1" spcCol="216000" lIns="0" tIns="0" rIns="0" bIns="0" anchor="t">
            <a:noAutofit/>
          </a:bodyPr>
          <a:p>
            <a:pPr algn="just" defTabSz="914400">
              <a:lnSpc>
                <a:spcPct val="200000"/>
              </a:lnSpc>
              <a:buSzPct val="100058"/>
              <a:buBlip>
                <a:blip r:embed="rId1"/>
              </a:buBlip>
              <a:tabLst>
                <a:tab pos="0" algn="l"/>
              </a:tabLst>
            </a:pPr>
            <a:r>
              <a:rPr lang="de-DE" sz="1400" b="1" u="none" strike="noStrike">
                <a:solidFill>
                  <a:srgbClr val="000000"/>
                </a:solidFill>
                <a:effectLst/>
                <a:uFill>
                  <a:solidFill>
                    <a:srgbClr val="000000"/>
                  </a:solidFill>
                </a:uFill>
                <a:latin typeface="Times New Roman"/>
                <a:ea typeface="Times New Roman"/>
              </a:rPr>
              <a:t>Threshold tuning:</a:t>
            </a:r>
            <a:r>
              <a:rPr lang="de-DE" sz="1400" b="0" u="none" strike="noStrike">
                <a:solidFill>
                  <a:srgbClr val="000000"/>
                </a:solidFill>
                <a:effectLst/>
                <a:uFill>
                  <a:solidFill>
                    <a:srgbClr val="000000"/>
                  </a:solidFill>
                </a:uFill>
                <a:latin typeface="Times New Roman"/>
                <a:ea typeface="Times New Roman"/>
              </a:rPr>
              <a:t>Find optimal threshold:arange(0.15, 0.6, 0.01)</a:t>
            </a:r>
            <a:endParaRPr lang="de-DE" sz="1400" b="0" u="none" strike="noStrike">
              <a:solidFill>
                <a:schemeClr val="dk1"/>
              </a:solidFill>
              <a:effectLst/>
              <a:uFillTx/>
              <a:latin typeface="SRH Text"/>
            </a:endParaRPr>
          </a:p>
          <a:p>
            <a:pPr algn="just" defTabSz="914400">
              <a:lnSpc>
                <a:spcPct val="200000"/>
              </a:lnSpc>
              <a:buSzPct val="100058"/>
              <a:buBlip>
                <a:blip r:embed="rId2"/>
              </a:buBlip>
              <a:tabLst>
                <a:tab pos="0" algn="l"/>
              </a:tabLst>
            </a:pPr>
            <a:r>
              <a:rPr lang="de-DE" sz="1400" b="0" u="none" strike="noStrike">
                <a:solidFill>
                  <a:srgbClr val="000000"/>
                </a:solidFill>
                <a:effectLst/>
                <a:uFill>
                  <a:solidFill>
                    <a:srgbClr val="000000"/>
                  </a:solidFill>
                </a:uFill>
                <a:latin typeface="Times New Roman"/>
                <a:ea typeface="Times New Roman"/>
              </a:rPr>
              <a:t>Cost function: prioritize low FN, penalize FP--&gt;cost = 2.5 * fn + 1.0 * fp</a:t>
            </a:r>
            <a:endParaRPr lang="de-DE" sz="1400" b="0" u="none" strike="noStrike">
              <a:solidFill>
                <a:schemeClr val="dk1"/>
              </a:solidFill>
              <a:effectLst/>
              <a:uFillTx/>
              <a:latin typeface="SRH Text"/>
            </a:endParaRPr>
          </a:p>
          <a:p>
            <a:pPr algn="just" defTabSz="914400">
              <a:lnSpc>
                <a:spcPct val="200000"/>
              </a:lnSpc>
              <a:buSzPct val="100058"/>
              <a:buBlip>
                <a:blip r:embed="rId3"/>
              </a:buBlip>
              <a:tabLst>
                <a:tab pos="0" algn="l"/>
              </a:tabLst>
            </a:pPr>
            <a:r>
              <a:rPr lang="de-DE" sz="1400" b="0" u="none" strike="noStrike">
                <a:solidFill>
                  <a:srgbClr val="000000"/>
                </a:solidFill>
                <a:effectLst/>
                <a:uFill>
                  <a:solidFill>
                    <a:srgbClr val="000000"/>
                  </a:solidFill>
                </a:uFill>
                <a:latin typeface="Times New Roman"/>
                <a:ea typeface="Times New Roman"/>
              </a:rPr>
              <a:t>Multi-objective Model Selection</a:t>
            </a:r>
            <a:endParaRPr lang="de-DE" sz="1400" b="0" u="none" strike="noStrike">
              <a:solidFill>
                <a:schemeClr val="dk1"/>
              </a:solidFill>
              <a:effectLst/>
              <a:uFillTx/>
              <a:latin typeface="SRH Text"/>
            </a:endParaRPr>
          </a:p>
          <a:p>
            <a:pPr algn="just" defTabSz="914400">
              <a:lnSpc>
                <a:spcPct val="200000"/>
              </a:lnSpc>
              <a:buSzPct val="100058"/>
              <a:buBlip>
                <a:blip r:embed="rId4"/>
              </a:buBlip>
              <a:tabLst>
                <a:tab pos="0" algn="l"/>
              </a:tabLst>
            </a:pPr>
            <a:r>
              <a:rPr lang="de-DE" sz="1400" b="0" u="none" strike="noStrike">
                <a:solidFill>
                  <a:srgbClr val="000000"/>
                </a:solidFill>
                <a:effectLst/>
                <a:uFill>
                  <a:solidFill>
                    <a:srgbClr val="000000"/>
                  </a:solidFill>
                </a:uFill>
                <a:latin typeface="Times New Roman"/>
                <a:ea typeface="Times New Roman"/>
              </a:rPr>
              <a:t>RELIABILITY MONITORING :PSI and KS</a:t>
            </a:r>
            <a:endParaRPr lang="de-DE" sz="1400" b="0" u="none" strike="noStrike">
              <a:solidFill>
                <a:schemeClr val="dk1"/>
              </a:solidFill>
              <a:effectLst/>
              <a:uFillTx/>
              <a:latin typeface="SRH Text"/>
            </a:endParaRPr>
          </a:p>
          <a:p>
            <a:pPr algn="just" defTabSz="914400">
              <a:lnSpc>
                <a:spcPct val="200000"/>
              </a:lnSpc>
              <a:buSzPct val="100058"/>
              <a:buBlip>
                <a:blip r:embed="rId5"/>
              </a:buBlip>
              <a:tabLst>
                <a:tab pos="0" algn="l"/>
              </a:tabLst>
            </a:pPr>
            <a:r>
              <a:rPr lang="de-DE" sz="1400" b="0" u="none" strike="noStrike">
                <a:solidFill>
                  <a:srgbClr val="000000"/>
                </a:solidFill>
                <a:effectLst/>
                <a:uFill>
                  <a:solidFill>
                    <a:srgbClr val="000000"/>
                  </a:solidFill>
                </a:uFill>
                <a:latin typeface="Times New Roman"/>
                <a:ea typeface="Times New Roman"/>
              </a:rPr>
              <a:t>Drift Detection</a:t>
            </a:r>
            <a:endParaRPr lang="de-DE" sz="1400" b="0" u="none" strike="noStrike">
              <a:solidFill>
                <a:schemeClr val="dk1"/>
              </a:solidFill>
              <a:effectLst/>
              <a:uFillTx/>
              <a:latin typeface="SRH Text"/>
            </a:endParaRPr>
          </a:p>
          <a:p>
            <a:pPr algn="just" defTabSz="914400">
              <a:lnSpc>
                <a:spcPct val="200000"/>
              </a:lnSpc>
              <a:buSzPct val="100058"/>
              <a:buBlip>
                <a:blip r:embed="rId6"/>
              </a:buBlip>
              <a:tabLst>
                <a:tab pos="0" algn="l"/>
              </a:tabLst>
            </a:pPr>
            <a:r>
              <a:rPr lang="de-DE" sz="1400" b="0" u="none" strike="noStrike">
                <a:solidFill>
                  <a:srgbClr val="000000"/>
                </a:solidFill>
                <a:effectLst/>
                <a:uFill>
                  <a:solidFill>
                    <a:srgbClr val="000000"/>
                  </a:solidFill>
                </a:uFill>
                <a:latin typeface="Times New Roman"/>
                <a:ea typeface="Times New Roman"/>
              </a:rPr>
              <a:t>Drift Prediction</a:t>
            </a:r>
            <a:endParaRPr lang="de-DE" sz="1400" b="0" u="none" strike="noStrike">
              <a:solidFill>
                <a:schemeClr val="dk1"/>
              </a:solidFill>
              <a:effectLst/>
              <a:uFillTx/>
              <a:latin typeface="SRH Text"/>
            </a:endParaRPr>
          </a:p>
          <a:p>
            <a:pPr indent="0" algn="just" defTabSz="914400">
              <a:lnSpc>
                <a:spcPct val="200000"/>
              </a:lnSpc>
              <a:buNone/>
              <a:tabLst>
                <a:tab pos="0" algn="l"/>
              </a:tabLst>
            </a:pPr>
            <a:endParaRPr lang="de-DE" sz="1400" b="0" u="none" strike="noStrike">
              <a:solidFill>
                <a:schemeClr val="dk1"/>
              </a:solidFill>
              <a:effectLst/>
              <a:uFillTx/>
              <a:latin typeface="SRH Text"/>
            </a:endParaRPr>
          </a:p>
          <a:p>
            <a:pPr algn="just" defTabSz="914400">
              <a:lnSpc>
                <a:spcPct val="200000"/>
              </a:lnSpc>
              <a:buSzPct val="100058"/>
              <a:buBlip>
                <a:blip r:embed="rId7"/>
              </a:buBlip>
              <a:tabLst>
                <a:tab pos="0" algn="l"/>
              </a:tabLst>
            </a:pPr>
            <a:r>
              <a:rPr lang="de-DE" sz="1400" b="0" u="none" strike="noStrike">
                <a:solidFill>
                  <a:srgbClr val="000000"/>
                </a:solidFill>
                <a:effectLst/>
                <a:uFill>
                  <a:solidFill>
                    <a:srgbClr val="000000"/>
                  </a:solidFill>
                </a:uFill>
                <a:latin typeface="Times New Roman"/>
                <a:ea typeface="Times New Roman"/>
              </a:rPr>
              <a:t>SELECTIVE PREDICTION FRAMEWORK</a:t>
            </a:r>
            <a:endParaRPr lang="de-DE" sz="1400" b="0" u="none" strike="noStrike">
              <a:solidFill>
                <a:schemeClr val="dk1"/>
              </a:solidFill>
              <a:effectLst/>
              <a:uFillTx/>
              <a:latin typeface="SRH Text"/>
            </a:endParaRPr>
          </a:p>
        </p:txBody>
      </p:sp>
      <p:sp>
        <p:nvSpPr>
          <p:cNvPr id="207" name="PlaceHolder 3"/>
          <p:cNvSpPr>
            <a:spLocks noGrp="1"/>
          </p:cNvSpPr>
          <p:nvPr>
            <p:ph type="dt" idx="70"/>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A383D1E1-B4F6-4917-9C71-979974EF2CDA}" type="datetime1">
              <a:rPr lang="en-CA" sz="900" b="1" u="none" strike="noStrike">
                <a:solidFill>
                  <a:srgbClr val="6D7373"/>
                </a:solidFill>
                <a:effectLst/>
                <a:uFillTx/>
                <a:latin typeface="SRH Text"/>
                <a:ea typeface="SRH"/>
              </a:rPr>
              <a:t>2026-07-05</a:t>
            </a:fld>
            <a:endParaRPr lang="en-US" sz="900" b="0" u="none" strike="noStrike">
              <a:solidFill>
                <a:srgbClr val="000000"/>
              </a:solidFill>
              <a:effectLst/>
              <a:uFillTx/>
              <a:latin typeface="Times New Roman"/>
            </a:endParaRPr>
          </a:p>
        </p:txBody>
      </p:sp>
      <p:sp>
        <p:nvSpPr>
          <p:cNvPr id="208" name="PlaceHolder 4"/>
          <p:cNvSpPr>
            <a:spLocks noGrp="1"/>
          </p:cNvSpPr>
          <p:nvPr>
            <p:ph type="ftr" idx="71"/>
          </p:nvPr>
        </p:nvSpPr>
        <p:spPr>
          <a:xfrm>
            <a:off x="1242000" y="636660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09" name="PlaceHolder 5"/>
          <p:cNvSpPr>
            <a:spLocks noGrp="1"/>
          </p:cNvSpPr>
          <p:nvPr>
            <p:ph type="sldNum" idx="72"/>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902A0DE8-92B5-43BB-AACB-F7B0A7E45F8A}"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367560" y="136440"/>
            <a:ext cx="9156960" cy="83484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IN" sz="3000" b="1" u="none" strike="noStrike">
                <a:solidFill>
                  <a:srgbClr val="C00000"/>
                </a:solidFill>
                <a:effectLst/>
                <a:uFillTx/>
                <a:latin typeface="SRH Headline"/>
                <a:ea typeface="SRH Headline"/>
              </a:rPr>
              <a:t>Adaptive threshold optimization</a:t>
            </a:r>
            <a:endParaRPr lang="de-DE" sz="3000" b="1" u="none" strike="noStrike">
              <a:solidFill>
                <a:schemeClr val="dk1"/>
              </a:solidFill>
              <a:effectLst/>
              <a:uFillTx/>
              <a:latin typeface="SRH Headline"/>
            </a:endParaRPr>
          </a:p>
        </p:txBody>
      </p:sp>
      <p:sp>
        <p:nvSpPr>
          <p:cNvPr id="211" name="PlaceHolder 2"/>
          <p:cNvSpPr>
            <a:spLocks noGrp="1"/>
          </p:cNvSpPr>
          <p:nvPr>
            <p:ph/>
          </p:nvPr>
        </p:nvSpPr>
        <p:spPr>
          <a:xfrm>
            <a:off x="367200" y="1197720"/>
            <a:ext cx="10190880" cy="4300560"/>
          </a:xfrm>
          <a:prstGeom prst="rect">
            <a:avLst/>
          </a:prstGeom>
          <a:noFill/>
          <a:ln w="0">
            <a:noFill/>
          </a:ln>
        </p:spPr>
        <p:txBody>
          <a:bodyPr numCol="1" spcCol="216000" lIns="0" tIns="0" rIns="0" bIns="0" anchor="t">
            <a:noAutofit/>
          </a:bodyPr>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hlink"/>
                </a:solidFill>
                <a:effectLst/>
                <a:uFillTx/>
                <a:latin typeface="SRH Text"/>
                <a:ea typeface="SRH Text"/>
              </a:rPr>
              <a:t>I did NOT use 0.5 threshold</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hlink"/>
                </a:solidFill>
                <a:effectLst/>
                <a:uFillTx/>
                <a:latin typeface="SRH Text"/>
                <a:ea typeface="SRH Text"/>
              </a:rPr>
              <a:t>I searched optimal threshold based on:</a:t>
            </a:r>
            <a:r>
              <a:rPr lang="en-US" sz="1400" b="0" u="none" strike="noStrike">
                <a:solidFill>
                  <a:srgbClr val="000000"/>
                </a:solidFill>
                <a:effectLst/>
                <a:uFill>
                  <a:solidFill>
                    <a:srgbClr val="000000"/>
                  </a:solidFill>
                </a:uFill>
                <a:latin typeface="Times New Roman"/>
                <a:ea typeface="Times New Roman"/>
              </a:rPr>
              <a:t>Find optimal threshold:arange(0.15, 0.6, 0.01)</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hlink"/>
                </a:solidFill>
                <a:effectLst/>
                <a:uFillTx/>
                <a:latin typeface="SRH Text"/>
                <a:ea typeface="SRH Text"/>
              </a:rPr>
              <a:t>cost function:</a:t>
            </a:r>
            <a:r>
              <a:rPr lang="en-US" sz="1400" b="0" u="none" strike="noStrike">
                <a:solidFill>
                  <a:srgbClr val="000000"/>
                </a:solidFill>
                <a:effectLst/>
                <a:uFill>
                  <a:solidFill>
                    <a:srgbClr val="000000"/>
                  </a:solidFill>
                </a:uFill>
                <a:latin typeface="Times New Roman"/>
                <a:ea typeface="Times New Roman"/>
              </a:rPr>
              <a:t>cost = 2.5 * fn + 1.0 * fp</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hlink"/>
                </a:solidFill>
                <a:effectLst/>
                <a:uFillTx/>
                <a:latin typeface="SRH Text"/>
                <a:ea typeface="SRH Text"/>
              </a:rPr>
              <a:t>FN/FP trade-off</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hlink"/>
                </a:solidFill>
                <a:effectLst/>
                <a:uFillTx/>
                <a:latin typeface="SRH Text"/>
                <a:ea typeface="SRH Text"/>
              </a:rPr>
              <a:t>class imbalance behavior</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hlink"/>
                </a:solidFill>
                <a:effectLst/>
                <a:uFillTx/>
                <a:latin typeface="SRH Text"/>
                <a:ea typeface="SRH Text"/>
              </a:rPr>
              <a:t>This turns the model into a decision system, not just a classifier</a:t>
            </a:r>
            <a:endParaRPr lang="de-DE" sz="1800" b="0" u="none" strike="noStrike">
              <a:solidFill>
                <a:schemeClr val="dk1"/>
              </a:solidFill>
              <a:effectLst/>
              <a:uFillTx/>
              <a:latin typeface="SRH Text"/>
            </a:endParaRPr>
          </a:p>
          <a:p>
            <a:pPr indent="0" algn="just" defTabSz="914400">
              <a:lnSpc>
                <a:spcPct val="150000"/>
              </a:lnSpc>
              <a:spcBef>
                <a:spcPts val="1199"/>
              </a:spcBef>
              <a:buNone/>
              <a:tabLst>
                <a:tab pos="0" algn="l"/>
              </a:tabLst>
            </a:pPr>
            <a:endParaRPr lang="de-DE" sz="1800" b="0" u="none" strike="noStrike">
              <a:solidFill>
                <a:schemeClr val="dk1"/>
              </a:solidFill>
              <a:effectLst/>
              <a:uFillTx/>
              <a:latin typeface="SRH Text"/>
            </a:endParaRPr>
          </a:p>
        </p:txBody>
      </p:sp>
      <p:sp>
        <p:nvSpPr>
          <p:cNvPr id="212" name="PlaceHolder 3"/>
          <p:cNvSpPr>
            <a:spLocks noGrp="1"/>
          </p:cNvSpPr>
          <p:nvPr>
            <p:ph type="sldNum" idx="73"/>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C9E71EE3-B408-49B7-A97F-F40FE090D5E2}"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13" name="PlaceHolder 4"/>
          <p:cNvSpPr>
            <a:spLocks noGrp="1"/>
          </p:cNvSpPr>
          <p:nvPr>
            <p:ph type="dt" idx="74"/>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7670FE1A-49BE-43C7-9DB4-D2847CA946B0}" type="datetime1">
              <a:rPr lang="en-CA" sz="900" b="1" u="none" strike="noStrike">
                <a:solidFill>
                  <a:srgbClr val="6D7373"/>
                </a:solidFill>
                <a:effectLst/>
                <a:uFillTx/>
                <a:latin typeface="SRH Text"/>
                <a:ea typeface="SRH"/>
              </a:rPr>
              <a:t>2026-07-05</a:t>
            </a:fld>
            <a:endParaRPr lang="en-US" sz="900" b="0" u="none" strike="noStrike">
              <a:solidFill>
                <a:srgbClr val="000000"/>
              </a:solidFill>
              <a:effectLst/>
              <a:uFillTx/>
              <a:latin typeface="Times New Roman"/>
            </a:endParaRPr>
          </a:p>
        </p:txBody>
      </p:sp>
      <p:sp>
        <p:nvSpPr>
          <p:cNvPr id="214" name="PlaceHolder 5"/>
          <p:cNvSpPr>
            <a:spLocks noGrp="1"/>
          </p:cNvSpPr>
          <p:nvPr>
            <p:ph type="ftr" idx="75"/>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367560" y="136440"/>
            <a:ext cx="9156960" cy="58716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IN" sz="3000" b="1" u="none" strike="noStrike">
                <a:solidFill>
                  <a:srgbClr val="C00000"/>
                </a:solidFill>
                <a:effectLst/>
                <a:uFillTx/>
                <a:latin typeface="SRH Headline"/>
                <a:ea typeface="SRH Headline"/>
              </a:rPr>
              <a:t>Novalty</a:t>
            </a:r>
            <a:endParaRPr lang="de-DE" sz="3000" b="1" u="none" strike="noStrike">
              <a:solidFill>
                <a:schemeClr val="dk1"/>
              </a:solidFill>
              <a:effectLst/>
              <a:uFillTx/>
              <a:latin typeface="SRH Headline"/>
            </a:endParaRPr>
          </a:p>
        </p:txBody>
      </p:sp>
      <p:sp>
        <p:nvSpPr>
          <p:cNvPr id="216" name="PlaceHolder 2"/>
          <p:cNvSpPr>
            <a:spLocks noGrp="1"/>
          </p:cNvSpPr>
          <p:nvPr>
            <p:ph/>
          </p:nvPr>
        </p:nvSpPr>
        <p:spPr>
          <a:xfrm>
            <a:off x="367200" y="895320"/>
            <a:ext cx="10190880" cy="4602600"/>
          </a:xfrm>
          <a:prstGeom prst="rect">
            <a:avLst/>
          </a:prstGeom>
          <a:noFill/>
          <a:ln w="0">
            <a:noFill/>
          </a:ln>
        </p:spPr>
        <p:txBody>
          <a:bodyPr numCol="1" spcCol="216000" lIns="0" tIns="0" rIns="0" bIns="0" anchor="t">
            <a:noAutofit/>
          </a:bodyPr>
          <a:p>
            <a:pPr marL="360000" indent="-360000" algn="just" defTabSz="914400">
              <a:lnSpc>
                <a:spcPct val="150000"/>
              </a:lnSpc>
              <a:spcBef>
                <a:spcPts val="1199"/>
              </a:spcBef>
              <a:buClr>
                <a:srgbClr val="DF4807"/>
              </a:buClr>
              <a:buFont typeface="Symbol" charset="2"/>
              <a:buChar char=""/>
              <a:tabLst>
                <a:tab pos="0" algn="l"/>
              </a:tabLst>
            </a:pPr>
            <a:r>
              <a:rPr lang="de-DE" sz="1800" b="0" u="none" strike="noStrike">
                <a:solidFill>
                  <a:srgbClr val="FF0000"/>
                </a:solidFill>
                <a:effectLst/>
                <a:uFillTx/>
                <a:latin typeface="SRH Text"/>
                <a:ea typeface="SRH Text"/>
              </a:rPr>
              <a:t>Old approach: </a:t>
            </a:r>
            <a:r>
              <a:rPr lang="de-DE" sz="1800" b="0" u="none" strike="noStrike">
                <a:solidFill>
                  <a:schemeClr val="hlink"/>
                </a:solidFill>
                <a:effectLst/>
                <a:uFillTx/>
                <a:latin typeface="SRH Text"/>
                <a:ea typeface="SRH Text"/>
              </a:rPr>
              <a:t>Maximize AUC only</a:t>
            </a:r>
            <a:endParaRPr lang="de-DE" sz="1800" b="0" u="none" strike="noStrike">
              <a:solidFill>
                <a:schemeClr val="dk1"/>
              </a:solidFill>
              <a:effectLst/>
              <a:uFillTx/>
              <a:latin typeface="SRH Text"/>
            </a:endParaRPr>
          </a:p>
          <a:p>
            <a:pPr marL="360000" lvl="1" indent="-360000" algn="just" defTabSz="914400">
              <a:lnSpc>
                <a:spcPct val="150000"/>
              </a:lnSpc>
              <a:spcBef>
                <a:spcPts val="1199"/>
              </a:spcBef>
              <a:buClr>
                <a:srgbClr val="DF4807"/>
              </a:buClr>
              <a:buFont typeface="Arial"/>
              <a:buChar char="•"/>
              <a:tabLst>
                <a:tab pos="0" algn="l"/>
              </a:tabLst>
            </a:pPr>
            <a:r>
              <a:rPr lang="en-US" sz="1800" b="1" u="none" strike="noStrike">
                <a:solidFill>
                  <a:srgbClr val="FF0000"/>
                </a:solidFill>
                <a:effectLst/>
                <a:uFillTx/>
                <a:latin typeface="SRH Text"/>
                <a:ea typeface="SRH Text"/>
              </a:rPr>
              <a:t>Multi-objective learning:</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rgbClr val="000000"/>
                </a:solidFill>
                <a:effectLst/>
                <a:uFillTx/>
                <a:latin typeface="SRH Text"/>
                <a:ea typeface="SRH Text"/>
              </a:rPr>
              <a:t>In</a:t>
            </a:r>
            <a:r>
              <a:rPr lang="en-US" sz="1800" b="1" u="none" strike="noStrike">
                <a:solidFill>
                  <a:schemeClr val="folHlink"/>
                </a:solidFill>
                <a:effectLst/>
                <a:uFillTx/>
                <a:latin typeface="SRH Text"/>
                <a:ea typeface="SRH Text"/>
              </a:rPr>
              <a:t>stead of optimizing only AUC:</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folHlink"/>
                </a:solidFill>
                <a:effectLst/>
                <a:uFillTx/>
                <a:latin typeface="SRH Text"/>
                <a:ea typeface="SRH Text"/>
              </a:rPr>
              <a:t>Multiple factors are considered:</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folHlink"/>
                </a:solidFill>
                <a:effectLst/>
                <a:uFillTx/>
                <a:latin typeface="SRH Text"/>
                <a:ea typeface="SRH Text"/>
              </a:rPr>
              <a:t>AUC score</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folHlink"/>
                </a:solidFill>
                <a:effectLst/>
                <a:uFillTx/>
                <a:latin typeface="SRH Text"/>
                <a:ea typeface="SRH Text"/>
              </a:rPr>
              <a:t>False Negatives (FN)</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folHlink"/>
                </a:solidFill>
                <a:effectLst/>
                <a:uFillTx/>
                <a:latin typeface="SRH Text"/>
                <a:ea typeface="SRH Text"/>
              </a:rPr>
              <a:t>False Positives (FP)</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folHlink"/>
                </a:solidFill>
                <a:effectLst/>
                <a:uFillTx/>
                <a:latin typeface="SRH Text"/>
                <a:ea typeface="SRH Text"/>
              </a:rPr>
              <a:t>FP/FN balance(Ration)</a:t>
            </a:r>
            <a:endParaRPr lang="de-DE" sz="1800" b="0" u="none" strike="noStrike">
              <a:solidFill>
                <a:schemeClr val="dk1"/>
              </a:solidFill>
              <a:effectLst/>
              <a:uFillTx/>
              <a:latin typeface="SRH Text"/>
            </a:endParaRPr>
          </a:p>
          <a:p>
            <a:pPr marL="360000" lvl="1" indent="-360000" algn="just" defTabSz="914400">
              <a:lnSpc>
                <a:spcPct val="150000"/>
              </a:lnSpc>
              <a:spcBef>
                <a:spcPts val="1199"/>
              </a:spcBef>
              <a:buClr>
                <a:srgbClr val="DF4807"/>
              </a:buClr>
              <a:buFont typeface="Arial"/>
              <a:buChar char="•"/>
              <a:tabLst>
                <a:tab pos="0" algn="l"/>
              </a:tabLst>
            </a:pPr>
            <a:r>
              <a:rPr lang="en-US" sz="1800" b="1" u="none" strike="noStrike">
                <a:solidFill>
                  <a:schemeClr val="folHlink"/>
                </a:solidFill>
                <a:effectLst/>
                <a:uFillTx/>
                <a:latin typeface="SRH Text"/>
                <a:ea typeface="SRH Text"/>
              </a:rPr>
              <a:t>Class balance</a:t>
            </a:r>
            <a:endParaRPr lang="de-DE" sz="1800" b="0" u="none" strike="noStrike">
              <a:solidFill>
                <a:schemeClr val="dk1"/>
              </a:solidFill>
              <a:effectLst/>
              <a:uFillTx/>
              <a:latin typeface="SRH Text"/>
            </a:endParaRPr>
          </a:p>
          <a:p>
            <a:pPr marL="360000" lvl="1" indent="-360000" algn="just" defTabSz="914400">
              <a:lnSpc>
                <a:spcPct val="150000"/>
              </a:lnSpc>
              <a:spcBef>
                <a:spcPts val="1199"/>
              </a:spcBef>
              <a:buClr>
                <a:srgbClr val="DF4807"/>
              </a:buClr>
              <a:buFont typeface="Arial"/>
              <a:buChar char="•"/>
              <a:tabLst>
                <a:tab pos="0" algn="l"/>
              </a:tabLst>
            </a:pPr>
            <a:r>
              <a:rPr lang="en-US" sz="1800" b="1" u="none" strike="noStrike">
                <a:solidFill>
                  <a:schemeClr val="folHlink"/>
                </a:solidFill>
                <a:effectLst/>
                <a:uFillTx/>
                <a:latin typeface="SRH Text"/>
                <a:ea typeface="SRH Text"/>
              </a:rPr>
              <a:t>The goal is to optimize real-world performance, not just accuracy</a:t>
            </a:r>
            <a:endParaRPr lang="de-DE" sz="1800" b="0" u="none" strike="noStrike">
              <a:solidFill>
                <a:schemeClr val="dk1"/>
              </a:solidFill>
              <a:effectLst/>
              <a:uFillTx/>
              <a:latin typeface="SRH Text"/>
            </a:endParaRPr>
          </a:p>
        </p:txBody>
      </p:sp>
      <p:sp>
        <p:nvSpPr>
          <p:cNvPr id="217" name="PlaceHolder 3"/>
          <p:cNvSpPr>
            <a:spLocks noGrp="1"/>
          </p:cNvSpPr>
          <p:nvPr>
            <p:ph type="sldNum" idx="76"/>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155A9D5D-1909-43E3-9636-5AD1563087E1}"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18" name="PlaceHolder 4"/>
          <p:cNvSpPr>
            <a:spLocks noGrp="1"/>
          </p:cNvSpPr>
          <p:nvPr>
            <p:ph type="dt" idx="77"/>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B79A60BD-C713-4CBD-BBAC-8A135EFCDE0F}" type="datetime1">
              <a:rPr lang="en-CA" sz="900" b="1" u="none" strike="noStrike">
                <a:solidFill>
                  <a:srgbClr val="6D7373"/>
                </a:solidFill>
                <a:effectLst/>
                <a:uFillTx/>
                <a:latin typeface="SRH Text"/>
                <a:ea typeface="SRH"/>
              </a:rPr>
              <a:t>2026-07-05</a:t>
            </a:fld>
            <a:endParaRPr lang="en-US" sz="900" b="0" u="none" strike="noStrike">
              <a:solidFill>
                <a:srgbClr val="000000"/>
              </a:solidFill>
              <a:effectLst/>
              <a:uFillTx/>
              <a:latin typeface="Times New Roman"/>
            </a:endParaRPr>
          </a:p>
        </p:txBody>
      </p:sp>
      <p:sp>
        <p:nvSpPr>
          <p:cNvPr id="219" name="PlaceHolder 5"/>
          <p:cNvSpPr>
            <a:spLocks noGrp="1"/>
          </p:cNvSpPr>
          <p:nvPr>
            <p:ph type="ftr" idx="78"/>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p:nvPr>
        </p:nvSpPr>
        <p:spPr>
          <a:xfrm>
            <a:off x="338400" y="321480"/>
            <a:ext cx="10190880" cy="4300560"/>
          </a:xfrm>
          <a:prstGeom prst="rect">
            <a:avLst/>
          </a:prstGeom>
          <a:noFill/>
          <a:ln w="0">
            <a:noFill/>
          </a:ln>
        </p:spPr>
        <p:txBody>
          <a:bodyPr numCol="1" spcCol="216000" lIns="0" tIns="0" rIns="0" bIns="0" anchor="t">
            <a:noAutofit/>
          </a:bodyPr>
          <a:p>
            <a:pPr marL="360000" indent="-360000" algn="just" defTabSz="914400">
              <a:lnSpc>
                <a:spcPct val="150000"/>
              </a:lnSpc>
              <a:spcBef>
                <a:spcPts val="1199"/>
              </a:spcBef>
              <a:buClr>
                <a:srgbClr val="DF4807"/>
              </a:buClr>
              <a:buFont typeface="Symbol" charset="2"/>
              <a:buChar char=""/>
              <a:tabLst>
                <a:tab pos="0" algn="l"/>
              </a:tabLst>
            </a:pPr>
            <a:r>
              <a:rPr lang="de-DE" sz="1400" b="0" u="none" strike="noStrike">
                <a:solidFill>
                  <a:srgbClr val="FF0000"/>
                </a:solidFill>
                <a:effectLst/>
                <a:uFillTx/>
                <a:latin typeface="SRH Text"/>
                <a:ea typeface="SRH Text"/>
              </a:rPr>
              <a:t>Step 1: Threshold tuning</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de-DE" sz="1400" b="0" u="none" strike="noStrike">
                <a:solidFill>
                  <a:srgbClr val="000000"/>
                </a:solidFill>
                <a:effectLst/>
                <a:uFillTx/>
                <a:latin typeface="SRH Text"/>
                <a:ea typeface="SRH Text"/>
              </a:rPr>
              <a:t>For each model you also test:</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de-DE" sz="1400" b="0" u="none" strike="noStrike">
                <a:solidFill>
                  <a:srgbClr val="000000"/>
                </a:solidFill>
                <a:effectLst/>
                <a:uFillTx/>
                <a:latin typeface="SRH Text"/>
                <a:ea typeface="SRH Text"/>
              </a:rPr>
              <a:t>threshold = 0.15 → 0.60</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de-DE" sz="1400" b="0" u="none" strike="noStrike">
                <a:solidFill>
                  <a:srgbClr val="000000"/>
                </a:solidFill>
                <a:effectLst/>
                <a:uFillTx/>
                <a:latin typeface="SRH Text"/>
                <a:ea typeface="SRH Text"/>
              </a:rPr>
              <a:t>For each threshold:</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de-DE" sz="1400" b="0" u="none" strike="noStrike">
                <a:solidFill>
                  <a:srgbClr val="000000"/>
                </a:solidFill>
                <a:effectLst/>
                <a:uFillTx/>
                <a:latin typeface="SRH Text"/>
                <a:ea typeface="SRH Text"/>
              </a:rPr>
              <a:t>Convert probability → class</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de-DE" sz="1400" b="0" u="none" strike="noStrike">
                <a:solidFill>
                  <a:srgbClr val="000000"/>
                </a:solidFill>
                <a:effectLst/>
                <a:uFillTx/>
                <a:latin typeface="SRH Text"/>
                <a:ea typeface="SRH Text"/>
              </a:rPr>
              <a:t>Compute FN, FP</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de-DE" sz="1400" b="0" u="none" strike="noStrike">
                <a:solidFill>
                  <a:srgbClr val="000000"/>
                </a:solidFill>
                <a:effectLst/>
                <a:uFillTx/>
                <a:latin typeface="SRH Text"/>
                <a:ea typeface="SRH Text"/>
              </a:rPr>
              <a:t>Compute cost</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de-DE" sz="1400" b="0" u="none" strike="noStrike">
                <a:solidFill>
                  <a:srgbClr val="FF0000"/>
                </a:solidFill>
                <a:effectLst/>
                <a:uFillTx/>
                <a:latin typeface="SRH Text"/>
                <a:ea typeface="SRH Text"/>
              </a:rPr>
              <a:t>Step 2: Evaluate each model</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de-DE" sz="1400" b="0" u="none" strike="noStrike">
                <a:solidFill>
                  <a:srgbClr val="000000"/>
                </a:solidFill>
                <a:effectLst/>
                <a:uFillTx/>
                <a:latin typeface="SRH Text"/>
                <a:ea typeface="SRH Text"/>
              </a:rPr>
              <a:t>For each hyperparameter combination:</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de-DE" sz="1400" b="0" u="none" strike="noStrike">
                <a:solidFill>
                  <a:srgbClr val="000000"/>
                </a:solidFill>
                <a:effectLst/>
                <a:uFillTx/>
                <a:latin typeface="SRH Text"/>
                <a:ea typeface="SRH Text"/>
              </a:rPr>
              <a:t>Compute AUC</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de-DE" sz="1400" b="0" u="none" strike="noStrike">
                <a:solidFill>
                  <a:srgbClr val="000000"/>
                </a:solidFill>
                <a:effectLst/>
                <a:uFillTx/>
                <a:latin typeface="SRH Text"/>
                <a:ea typeface="SRH Text"/>
              </a:rPr>
              <a:t>Compute FN, FP</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de-DE" sz="1400" b="0" u="none" strike="noStrike">
                <a:solidFill>
                  <a:srgbClr val="000000"/>
                </a:solidFill>
                <a:effectLst/>
                <a:uFillTx/>
                <a:latin typeface="SRH Text"/>
                <a:ea typeface="SRH Text"/>
              </a:rPr>
              <a:t>Compute cost</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de-DE" sz="1400" b="0" u="none" strike="noStrike">
                <a:solidFill>
                  <a:srgbClr val="000000"/>
                </a:solidFill>
                <a:effectLst/>
                <a:uFillTx/>
                <a:latin typeface="SRH Text"/>
                <a:ea typeface="SRH Text"/>
              </a:rPr>
              <a:t>Compute balance (FP/FN ratio)</a:t>
            </a:r>
            <a:endParaRPr lang="de-DE" sz="1400" b="0" u="none" strike="noStrike">
              <a:solidFill>
                <a:schemeClr val="dk1"/>
              </a:solidFill>
              <a:effectLst/>
              <a:uFillTx/>
              <a:latin typeface="SRH Text"/>
            </a:endParaRPr>
          </a:p>
          <a:p>
            <a:pPr indent="0" algn="just" defTabSz="914400">
              <a:lnSpc>
                <a:spcPct val="150000"/>
              </a:lnSpc>
              <a:spcBef>
                <a:spcPts val="1199"/>
              </a:spcBef>
              <a:buNone/>
              <a:tabLst>
                <a:tab pos="0" algn="l"/>
              </a:tabLst>
            </a:pPr>
            <a:endParaRPr lang="de-DE" sz="1400" b="0" u="none" strike="noStrike">
              <a:solidFill>
                <a:schemeClr val="dk1"/>
              </a:solidFill>
              <a:effectLst/>
              <a:uFillTx/>
              <a:latin typeface="SRH Text"/>
            </a:endParaRPr>
          </a:p>
          <a:p>
            <a:pPr indent="0" algn="just" defTabSz="914400">
              <a:lnSpc>
                <a:spcPct val="150000"/>
              </a:lnSpc>
              <a:spcBef>
                <a:spcPts val="1199"/>
              </a:spcBef>
              <a:buNone/>
              <a:tabLst>
                <a:tab pos="0" algn="l"/>
              </a:tabLst>
            </a:pPr>
            <a:endParaRPr lang="de-DE" sz="1400" b="0" u="none" strike="noStrike">
              <a:solidFill>
                <a:schemeClr val="dk1"/>
              </a:solidFill>
              <a:effectLst/>
              <a:uFillTx/>
              <a:latin typeface="SRH Text"/>
            </a:endParaRPr>
          </a:p>
        </p:txBody>
      </p:sp>
      <p:sp>
        <p:nvSpPr>
          <p:cNvPr id="221" name="PlaceHolder 2"/>
          <p:cNvSpPr>
            <a:spLocks noGrp="1"/>
          </p:cNvSpPr>
          <p:nvPr>
            <p:ph type="sldNum" idx="79"/>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16712573-2629-4D89-A44D-A89C9BC9716C}"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22" name="PlaceHolder 3"/>
          <p:cNvSpPr>
            <a:spLocks noGrp="1"/>
          </p:cNvSpPr>
          <p:nvPr>
            <p:ph type="dt" idx="80"/>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7AF48B2C-DFBD-4D98-994A-8B502ABC847C}" type="datetime1">
              <a:rPr lang="en-CA" sz="900" b="1" u="none" strike="noStrike">
                <a:solidFill>
                  <a:srgbClr val="6D7373"/>
                </a:solidFill>
                <a:effectLst/>
                <a:uFillTx/>
                <a:latin typeface="SRH Text"/>
                <a:ea typeface="SRH"/>
              </a:rPr>
              <a:t>2026-07-05</a:t>
            </a:fld>
            <a:endParaRPr lang="en-US" sz="900" b="0" u="none" strike="noStrike">
              <a:solidFill>
                <a:srgbClr val="000000"/>
              </a:solidFill>
              <a:effectLst/>
              <a:uFillTx/>
              <a:latin typeface="Times New Roman"/>
            </a:endParaRPr>
          </a:p>
        </p:txBody>
      </p:sp>
      <p:sp>
        <p:nvSpPr>
          <p:cNvPr id="223" name="PlaceHolder 4"/>
          <p:cNvSpPr>
            <a:spLocks noGrp="1"/>
          </p:cNvSpPr>
          <p:nvPr>
            <p:ph type="ftr" idx="81"/>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p:nvPr>
        </p:nvSpPr>
        <p:spPr>
          <a:xfrm>
            <a:off x="348120" y="311760"/>
            <a:ext cx="10190880" cy="4300560"/>
          </a:xfrm>
          <a:prstGeom prst="rect">
            <a:avLst/>
          </a:prstGeom>
          <a:noFill/>
          <a:ln w="0">
            <a:noFill/>
          </a:ln>
        </p:spPr>
        <p:txBody>
          <a:bodyPr numCol="1" spcCol="216000" lIns="0" tIns="0" rIns="0" bIns="0" anchor="t">
            <a:noAutofit/>
          </a:bodyPr>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accent1"/>
                </a:solidFill>
                <a:effectLst/>
                <a:uFillTx/>
                <a:latin typeface="SRH Text"/>
                <a:ea typeface="SRH Text"/>
              </a:rPr>
              <a:t>selective prediction</a:t>
            </a:r>
            <a:r>
              <a:rPr lang="en-US" sz="1600" b="1" u="none" strike="noStrike">
                <a:solidFill>
                  <a:schemeClr val="hlink"/>
                </a:solidFill>
                <a:effectLst/>
                <a:uFillTx/>
                <a:latin typeface="SRH Text"/>
                <a:ea typeface="SRH Text"/>
              </a:rPr>
              <a:t>:</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hlink"/>
                </a:solidFill>
                <a:effectLst/>
                <a:uFillTx/>
                <a:latin typeface="SRH Text"/>
                <a:ea typeface="SRH Text"/>
              </a:rPr>
              <a:t>Instead of 1 threshold, you use 2 thresholds:</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accent1"/>
                </a:solidFill>
                <a:effectLst/>
                <a:uFillTx/>
                <a:latin typeface="SRH Text"/>
                <a:ea typeface="SRH Text"/>
              </a:rPr>
              <a:t>t1 &lt; t2</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600" b="1" u="none" strike="noStrike">
                <a:solidFill>
                  <a:schemeClr val="hlink"/>
                </a:solidFill>
                <a:effectLst/>
                <a:uFillTx/>
                <a:latin typeface="SRH Text"/>
                <a:ea typeface="SRH Text"/>
              </a:rPr>
              <a:t>t1 (Accept threshold): 0.20</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600" b="1" u="none" strike="noStrike">
                <a:solidFill>
                  <a:schemeClr val="hlink"/>
                </a:solidFill>
                <a:effectLst/>
                <a:uFillTx/>
                <a:latin typeface="SRH Text"/>
                <a:ea typeface="SRH Text"/>
              </a:rPr>
              <a:t>t2 (Reject threshold): 0.60</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hlink"/>
                </a:solidFill>
                <a:effectLst/>
                <a:uFillTx/>
                <a:latin typeface="SRH Text"/>
                <a:ea typeface="SRH Text"/>
              </a:rPr>
              <a:t>So the probability space is split into 3 zones:</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accent1"/>
                </a:solidFill>
                <a:effectLst/>
                <a:uFillTx/>
                <a:latin typeface="SRH Text"/>
                <a:ea typeface="SRH Text"/>
              </a:rPr>
              <a:t>Zone 1:</a:t>
            </a:r>
            <a:r>
              <a:rPr lang="en-US" sz="1600" b="1" u="none" strike="noStrike">
                <a:solidFill>
                  <a:schemeClr val="hlink"/>
                </a:solidFill>
                <a:effectLst/>
                <a:uFillTx/>
                <a:latin typeface="SRH Text"/>
                <a:ea typeface="SRH Text"/>
              </a:rPr>
              <a:t> Low risk → Automatic Accept--&gt;p(default)&lt;t1</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600" b="1" u="none" strike="noStrike">
                <a:solidFill>
                  <a:schemeClr val="hlink"/>
                </a:solidFill>
                <a:effectLst/>
                <a:uFillTx/>
                <a:latin typeface="SRH Text"/>
                <a:ea typeface="SRH Text"/>
              </a:rPr>
              <a:t>Predicted probabilities of default</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hlink"/>
                </a:solidFill>
                <a:effectLst/>
                <a:uFillTx/>
                <a:latin typeface="SRH Text"/>
                <a:ea typeface="SRH Text"/>
              </a:rPr>
              <a:t>Model is confident customer is safe</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accent1"/>
                </a:solidFill>
                <a:effectLst/>
                <a:uFillTx/>
                <a:latin typeface="SRH Text"/>
                <a:ea typeface="SRH Text"/>
              </a:rPr>
              <a:t> Zone 2:</a:t>
            </a:r>
            <a:r>
              <a:rPr lang="en-US" sz="1600" b="1" u="none" strike="noStrike">
                <a:solidFill>
                  <a:schemeClr val="hlink"/>
                </a:solidFill>
                <a:effectLst/>
                <a:uFillTx/>
                <a:latin typeface="SRH Text"/>
                <a:ea typeface="SRH Text"/>
              </a:rPr>
              <a:t> Uncertain region → Manual review:t1≤p(default)≤t2--&gt;Model is NOT confident</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hlink"/>
                </a:solidFill>
                <a:effectLst/>
                <a:uFillTx/>
                <a:latin typeface="SRH Text"/>
                <a:ea typeface="SRH Text"/>
              </a:rPr>
              <a:t>Send to human expert (bank officer)</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accent1"/>
                </a:solidFill>
                <a:effectLst/>
                <a:uFillTx/>
                <a:latin typeface="SRH Text"/>
                <a:ea typeface="SRH Text"/>
              </a:rPr>
              <a:t>Zone 3:</a:t>
            </a:r>
            <a:r>
              <a:rPr lang="en-US" sz="1600" b="1" u="none" strike="noStrike">
                <a:solidFill>
                  <a:schemeClr val="hlink"/>
                </a:solidFill>
                <a:effectLst/>
                <a:uFillTx/>
                <a:latin typeface="SRH Text"/>
                <a:ea typeface="SRH Text"/>
              </a:rPr>
              <a:t> High risk → Automatic Reject:p(default)&gt;t2</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hlink"/>
                </a:solidFill>
                <a:effectLst/>
                <a:uFillTx/>
                <a:latin typeface="SRH Text"/>
                <a:ea typeface="SRH Text"/>
              </a:rPr>
              <a:t>Model is confident customer will default</a:t>
            </a:r>
            <a:endParaRPr lang="de-DE" sz="1600" b="0" u="none" strike="noStrike">
              <a:solidFill>
                <a:schemeClr val="dk1"/>
              </a:solidFill>
              <a:effectLst/>
              <a:uFillTx/>
              <a:latin typeface="SRH Text"/>
            </a:endParaRPr>
          </a:p>
        </p:txBody>
      </p:sp>
      <p:sp>
        <p:nvSpPr>
          <p:cNvPr id="225" name="PlaceHolder 2"/>
          <p:cNvSpPr>
            <a:spLocks noGrp="1"/>
          </p:cNvSpPr>
          <p:nvPr>
            <p:ph type="sldNum" idx="82"/>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BF689779-0383-4F18-89EC-64E5CC0B9033}"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26" name="PlaceHolder 3"/>
          <p:cNvSpPr>
            <a:spLocks noGrp="1"/>
          </p:cNvSpPr>
          <p:nvPr>
            <p:ph type="dt" idx="83"/>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25DD35A7-9CF5-4B1E-B429-847DC598C162}" type="datetime1">
              <a:rPr lang="en-CA" sz="900" b="1" u="none" strike="noStrike">
                <a:solidFill>
                  <a:srgbClr val="6D7373"/>
                </a:solidFill>
                <a:effectLst/>
                <a:uFillTx/>
                <a:latin typeface="SRH Text"/>
                <a:ea typeface="SRH"/>
              </a:rPr>
              <a:t>2026-07-05</a:t>
            </a:fld>
            <a:endParaRPr lang="en-US" sz="900" b="0" u="none" strike="noStrike">
              <a:solidFill>
                <a:srgbClr val="000000"/>
              </a:solidFill>
              <a:effectLst/>
              <a:uFillTx/>
              <a:latin typeface="Times New Roman"/>
            </a:endParaRPr>
          </a:p>
        </p:txBody>
      </p:sp>
      <p:sp>
        <p:nvSpPr>
          <p:cNvPr id="227" name="PlaceHolder 4"/>
          <p:cNvSpPr>
            <a:spLocks noGrp="1"/>
          </p:cNvSpPr>
          <p:nvPr>
            <p:ph type="ftr" idx="84"/>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367560" y="136440"/>
            <a:ext cx="9156960" cy="83484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IN" sz="3000" b="1" u="none" strike="noStrike">
                <a:solidFill>
                  <a:srgbClr val="C00000"/>
                </a:solidFill>
                <a:effectLst/>
                <a:uFillTx/>
                <a:latin typeface="SRH Headline"/>
                <a:ea typeface="SRH Headline"/>
              </a:rPr>
              <a:t>Selective prediction</a:t>
            </a:r>
            <a:endParaRPr lang="de-DE" sz="3000" b="1" u="none" strike="noStrike">
              <a:solidFill>
                <a:schemeClr val="dk1"/>
              </a:solidFill>
              <a:effectLst/>
              <a:uFillTx/>
              <a:latin typeface="SRH Headline"/>
            </a:endParaRPr>
          </a:p>
        </p:txBody>
      </p:sp>
      <p:sp>
        <p:nvSpPr>
          <p:cNvPr id="229" name="PlaceHolder 2"/>
          <p:cNvSpPr>
            <a:spLocks noGrp="1"/>
          </p:cNvSpPr>
          <p:nvPr>
            <p:ph/>
          </p:nvPr>
        </p:nvSpPr>
        <p:spPr>
          <a:xfrm>
            <a:off x="367200" y="1197720"/>
            <a:ext cx="10190880" cy="4300560"/>
          </a:xfrm>
          <a:prstGeom prst="rect">
            <a:avLst/>
          </a:prstGeom>
          <a:noFill/>
          <a:ln w="0">
            <a:noFill/>
          </a:ln>
        </p:spPr>
        <p:txBody>
          <a:bodyPr numCol="1" spcCol="216000" lIns="0" tIns="0" rIns="0" bIns="0" anchor="t">
            <a:noAutofit/>
          </a:bodyPr>
          <a:p>
            <a:pPr indent="0" algn="just" defTabSz="914400">
              <a:lnSpc>
                <a:spcPct val="150000"/>
              </a:lnSpc>
              <a:spcBef>
                <a:spcPts val="1199"/>
              </a:spcBef>
              <a:buNone/>
            </a:pPr>
            <a:endParaRPr lang="de-DE" sz="1800" b="0" u="none" strike="noStrike">
              <a:solidFill>
                <a:schemeClr val="dk1"/>
              </a:solidFill>
              <a:effectLst/>
              <a:uFillTx/>
              <a:latin typeface="SRH Text"/>
            </a:endParaRPr>
          </a:p>
          <a:p>
            <a:pPr marL="360000" lvl="1" indent="-360000" algn="just" defTabSz="914400">
              <a:lnSpc>
                <a:spcPct val="150000"/>
              </a:lnSpc>
              <a:spcBef>
                <a:spcPts val="1199"/>
              </a:spcBef>
              <a:buClr>
                <a:srgbClr val="DF4807"/>
              </a:buClr>
              <a:buFont typeface="Arial"/>
              <a:buChar char="•"/>
            </a:pPr>
            <a:r>
              <a:rPr lang="en-US" sz="1800" b="1" u="none" strike="noStrike">
                <a:solidFill>
                  <a:schemeClr val="hlink"/>
                </a:solidFill>
                <a:effectLst/>
                <a:uFillTx/>
                <a:latin typeface="SRH Text"/>
                <a:ea typeface="SRH Text"/>
              </a:rPr>
              <a:t>Selective prediction extends traditional binary classification by introducing a tri-state decision system. Instead of forcing all predictions into accept or reject categories, the model defines an uncertainty region where predictions are deferred to human experts. This improves reliability and reduces critical errors in high-risk financial decisions.</a:t>
            </a:r>
            <a:endParaRPr lang="de-DE" sz="1800" b="0" u="none" strike="noStrike">
              <a:solidFill>
                <a:schemeClr val="dk1"/>
              </a:solidFill>
              <a:effectLst/>
              <a:uFillTx/>
              <a:latin typeface="SRH Text"/>
            </a:endParaRPr>
          </a:p>
        </p:txBody>
      </p:sp>
      <p:sp>
        <p:nvSpPr>
          <p:cNvPr id="230" name="PlaceHolder 3"/>
          <p:cNvSpPr>
            <a:spLocks noGrp="1"/>
          </p:cNvSpPr>
          <p:nvPr>
            <p:ph type="sldNum" idx="85"/>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675A7259-05D1-415A-BCC7-C991B1CFA9E3}"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31" name="PlaceHolder 4"/>
          <p:cNvSpPr>
            <a:spLocks noGrp="1"/>
          </p:cNvSpPr>
          <p:nvPr>
            <p:ph type="dt" idx="86"/>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D5BADFBA-FDF2-4A16-B964-44092804C97F}" type="datetime1">
              <a:rPr lang="en-CA" sz="900" b="1" u="none" strike="noStrike">
                <a:solidFill>
                  <a:srgbClr val="6D7373"/>
                </a:solidFill>
                <a:effectLst/>
                <a:uFillTx/>
                <a:latin typeface="SRH Text"/>
                <a:ea typeface="SRH"/>
              </a:rPr>
              <a:t>2026-07-05</a:t>
            </a:fld>
            <a:endParaRPr lang="en-US" sz="900" b="0" u="none" strike="noStrike">
              <a:solidFill>
                <a:srgbClr val="000000"/>
              </a:solidFill>
              <a:effectLst/>
              <a:uFillTx/>
              <a:latin typeface="Times New Roman"/>
            </a:endParaRPr>
          </a:p>
        </p:txBody>
      </p:sp>
      <p:sp>
        <p:nvSpPr>
          <p:cNvPr id="232" name="PlaceHolder 5"/>
          <p:cNvSpPr>
            <a:spLocks noGrp="1"/>
          </p:cNvSpPr>
          <p:nvPr>
            <p:ph type="ftr" idx="87"/>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375840" y="0"/>
            <a:ext cx="9156960" cy="83484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IN" sz="3000" b="1" u="none" strike="noStrike">
                <a:solidFill>
                  <a:srgbClr val="C00000"/>
                </a:solidFill>
                <a:effectLst/>
                <a:uFillTx/>
                <a:latin typeface="SRH Headline"/>
                <a:ea typeface="SRH Headline"/>
              </a:rPr>
              <a:t>Reliability &amp; monitoring system</a:t>
            </a:r>
            <a:endParaRPr lang="de-DE" sz="3000" b="1" u="none" strike="noStrike">
              <a:solidFill>
                <a:schemeClr val="dk1"/>
              </a:solidFill>
              <a:effectLst/>
              <a:uFillTx/>
              <a:latin typeface="SRH Headline"/>
            </a:endParaRPr>
          </a:p>
        </p:txBody>
      </p:sp>
      <p:sp>
        <p:nvSpPr>
          <p:cNvPr id="234" name="PlaceHolder 2"/>
          <p:cNvSpPr>
            <a:spLocks noGrp="1"/>
          </p:cNvSpPr>
          <p:nvPr>
            <p:ph/>
          </p:nvPr>
        </p:nvSpPr>
        <p:spPr>
          <a:xfrm>
            <a:off x="338400" y="1016640"/>
            <a:ext cx="10190880" cy="4300560"/>
          </a:xfrm>
          <a:prstGeom prst="rect">
            <a:avLst/>
          </a:prstGeom>
          <a:noFill/>
          <a:ln w="0">
            <a:noFill/>
          </a:ln>
        </p:spPr>
        <p:txBody>
          <a:bodyPr numCol="1" spcCol="216000" lIns="0" tIns="0" rIns="0" bIns="0" anchor="t">
            <a:noAutofit/>
          </a:bodyPr>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I built a production-style monitoring system, including:</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accent1"/>
                </a:solidFill>
                <a:effectLst/>
                <a:uFillTx/>
                <a:latin typeface="SRH Text"/>
                <a:ea typeface="SRH Text"/>
              </a:rPr>
              <a:t>1. Data drift detection</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PSI (Population Stability Index):has the distribution of the new data changed compared with the training data?</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KS test:Are the two statistical distributions different from each other?</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accent1"/>
                </a:solidFill>
                <a:effectLst/>
                <a:uFillTx/>
                <a:latin typeface="SRH Text"/>
                <a:ea typeface="SRH Text"/>
              </a:rPr>
              <a:t>2. Prediction drift monitoring:</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probability shift</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approval rate change</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distribution change</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accent1"/>
                </a:solidFill>
                <a:effectLst/>
                <a:uFillTx/>
                <a:latin typeface="SRH Text"/>
                <a:ea typeface="SRH Text"/>
              </a:rPr>
              <a:t>3. Performance monitoring</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AUC drop detection</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FN increase detection</a:t>
            </a:r>
            <a:endParaRPr lang="de-DE" sz="1400" b="0" u="none" strike="noStrike">
              <a:solidFill>
                <a:schemeClr val="dk1"/>
              </a:solidFill>
              <a:effectLst/>
              <a:uFillTx/>
              <a:latin typeface="SRH Text"/>
            </a:endParaRPr>
          </a:p>
          <a:p>
            <a:pPr marL="360000" lvl="1" indent="-360000" algn="just" defTabSz="914400">
              <a:lnSpc>
                <a:spcPct val="150000"/>
              </a:lnSpc>
              <a:spcBef>
                <a:spcPts val="1199"/>
              </a:spcBef>
              <a:buClr>
                <a:srgbClr val="DF4807"/>
              </a:buClr>
              <a:buFont typeface="Arial"/>
              <a:buChar char="•"/>
              <a:tabLst>
                <a:tab pos="0" algn="l"/>
              </a:tabLst>
            </a:pPr>
            <a:r>
              <a:rPr lang="en-US" sz="1400" b="1" u="none" strike="noStrike">
                <a:solidFill>
                  <a:schemeClr val="hlink"/>
                </a:solidFill>
                <a:effectLst/>
                <a:uFillTx/>
                <a:latin typeface="SRH Text"/>
                <a:ea typeface="SRH Text"/>
              </a:rPr>
              <a:t>cost increase tracking</a:t>
            </a:r>
            <a:endParaRPr lang="de-DE" sz="1400" b="0" u="none" strike="noStrike">
              <a:solidFill>
                <a:schemeClr val="dk1"/>
              </a:solidFill>
              <a:effectLst/>
              <a:uFillTx/>
              <a:latin typeface="SRH Text"/>
            </a:endParaRPr>
          </a:p>
        </p:txBody>
      </p:sp>
      <p:sp>
        <p:nvSpPr>
          <p:cNvPr id="235" name="PlaceHolder 3"/>
          <p:cNvSpPr>
            <a:spLocks noGrp="1"/>
          </p:cNvSpPr>
          <p:nvPr>
            <p:ph type="sldNum" idx="88"/>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2041FB2A-A698-4DF0-8EB7-709AA826A9D0}"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36" name="PlaceHolder 4"/>
          <p:cNvSpPr>
            <a:spLocks noGrp="1"/>
          </p:cNvSpPr>
          <p:nvPr>
            <p:ph type="dt" idx="89"/>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FA706A47-7599-433D-857C-78BBB807BEC5}" type="datetime1">
              <a:rPr lang="en-CA" sz="900" b="1" u="none" strike="noStrike">
                <a:solidFill>
                  <a:srgbClr val="6D7373"/>
                </a:solidFill>
                <a:effectLst/>
                <a:uFillTx/>
                <a:latin typeface="SRH Text"/>
                <a:ea typeface="SRH"/>
              </a:rPr>
              <a:t>2026-07-05</a:t>
            </a:fld>
            <a:endParaRPr lang="en-US" sz="900" b="0" u="none" strike="noStrike">
              <a:solidFill>
                <a:srgbClr val="000000"/>
              </a:solidFill>
              <a:effectLst/>
              <a:uFillTx/>
              <a:latin typeface="Times New Roman"/>
            </a:endParaRPr>
          </a:p>
        </p:txBody>
      </p:sp>
      <p:sp>
        <p:nvSpPr>
          <p:cNvPr id="237" name="PlaceHolder 5"/>
          <p:cNvSpPr>
            <a:spLocks noGrp="1"/>
          </p:cNvSpPr>
          <p:nvPr>
            <p:ph type="ftr" idx="90"/>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p:nvPr>
        </p:nvSpPr>
        <p:spPr>
          <a:xfrm>
            <a:off x="281160" y="340200"/>
            <a:ext cx="10190880" cy="4300560"/>
          </a:xfrm>
          <a:prstGeom prst="rect">
            <a:avLst/>
          </a:prstGeom>
          <a:noFill/>
          <a:ln w="0">
            <a:noFill/>
          </a:ln>
        </p:spPr>
        <p:txBody>
          <a:bodyPr numCol="1" spcCol="216000" lIns="0" tIns="0" rIns="0" bIns="0" anchor="t">
            <a:noAutofit/>
          </a:bodyPr>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In real-world credit risk systems, a model is not stable forever.</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customer behavior changes</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economic conditions change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loan policies change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data sources shift</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accent1"/>
                </a:solidFill>
                <a:effectLst/>
                <a:uFillTx/>
                <a:latin typeface="SRH Text"/>
                <a:ea typeface="SRH Text"/>
              </a:rPr>
              <a:t>Data Drift Detection:</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accent1"/>
                </a:solidFill>
                <a:effectLst/>
                <a:uFillTx/>
                <a:latin typeface="SRH Text"/>
                <a:ea typeface="SRH Text"/>
              </a:rPr>
              <a:t>1-Population Stability Index (PSI)</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PSI measures how much a feature distribution has changed.</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Compare: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reference data (training/validation)</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new data (incoming/test/live data)</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PSI &lt; 0.1: No significant change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    0.1 &lt;= PSI &lt; 0.2: Moderate change (monitor)</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    PSI &gt;= 0.2: significant change</a:t>
            </a:r>
            <a:endParaRPr lang="de-DE" sz="1200" b="0" u="none" strike="noStrike">
              <a:solidFill>
                <a:schemeClr val="dk1"/>
              </a:solidFill>
              <a:effectLst/>
              <a:uFillTx/>
              <a:latin typeface="SRH Text"/>
            </a:endParaRPr>
          </a:p>
          <a:p>
            <a:pPr indent="0" algn="just" defTabSz="914400">
              <a:lnSpc>
                <a:spcPct val="150000"/>
              </a:lnSpc>
              <a:spcBef>
                <a:spcPts val="1199"/>
              </a:spcBef>
              <a:buNone/>
              <a:tabLst>
                <a:tab pos="0" algn="l"/>
              </a:tabLst>
            </a:pPr>
            <a:endParaRPr lang="de-DE" sz="1200" b="0" u="none" strike="noStrike">
              <a:solidFill>
                <a:schemeClr val="dk1"/>
              </a:solidFill>
              <a:effectLst/>
              <a:uFillTx/>
              <a:latin typeface="SRH Text"/>
            </a:endParaRPr>
          </a:p>
        </p:txBody>
      </p:sp>
      <p:sp>
        <p:nvSpPr>
          <p:cNvPr id="239" name="PlaceHolder 2"/>
          <p:cNvSpPr>
            <a:spLocks noGrp="1"/>
          </p:cNvSpPr>
          <p:nvPr>
            <p:ph type="sldNum" idx="91"/>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BC3C7256-EC85-436A-A06A-CE0EC4DF40F8}"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40" name="PlaceHolder 3"/>
          <p:cNvSpPr>
            <a:spLocks noGrp="1"/>
          </p:cNvSpPr>
          <p:nvPr>
            <p:ph type="dt" idx="92"/>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E1DBBB0F-5565-4B5E-A193-496157A7555C}" type="datetime1">
              <a:rPr lang="de-DE" sz="900" b="1" u="none" strike="noStrike">
                <a:solidFill>
                  <a:srgbClr val="6D7373"/>
                </a:solidFill>
                <a:effectLst/>
                <a:uFillTx/>
                <a:latin typeface="SRH Text"/>
                <a:ea typeface="SRH"/>
              </a:rPr>
              <a:t>05.07.2026</a:t>
            </a:fld>
            <a:endParaRPr lang="en-US" sz="900" b="0" u="none" strike="noStrike">
              <a:solidFill>
                <a:srgbClr val="000000"/>
              </a:solidFill>
              <a:effectLst/>
              <a:uFillTx/>
              <a:latin typeface="Times New Roman"/>
            </a:endParaRPr>
          </a:p>
        </p:txBody>
      </p:sp>
      <p:sp>
        <p:nvSpPr>
          <p:cNvPr id="241" name="PlaceHolder 4"/>
          <p:cNvSpPr>
            <a:spLocks noGrp="1"/>
          </p:cNvSpPr>
          <p:nvPr>
            <p:ph type="ftr" idx="93"/>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p:nvPr>
        </p:nvSpPr>
        <p:spPr>
          <a:xfrm>
            <a:off x="281160" y="340200"/>
            <a:ext cx="10190880" cy="4300560"/>
          </a:xfrm>
          <a:prstGeom prst="rect">
            <a:avLst/>
          </a:prstGeom>
          <a:noFill/>
          <a:ln w="0">
            <a:noFill/>
          </a:ln>
        </p:spPr>
        <p:txBody>
          <a:bodyPr numCol="1" spcCol="216000" lIns="0" tIns="0" rIns="0" bIns="0" anchor="t">
            <a:noAutofit/>
          </a:bodyPr>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accent1"/>
                </a:solidFill>
                <a:effectLst/>
                <a:uFillTx/>
                <a:latin typeface="SRH Text"/>
                <a:ea typeface="SRH Text"/>
              </a:rPr>
              <a:t>KS Test (Kolmogorov–Smirnov):</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“Are two distributions statistically different?”</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It compares full cumulative distributions (not just mean/variance).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KS statistic (distance between distributions)</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p-value (significance)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Interpretation:</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KS &lt; 0.05: No significant difference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    0.05 &lt;= KS &lt; 0.1: Moderate difference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    KS &gt;= 0.1: Significant difference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accent1"/>
                </a:solidFill>
                <a:effectLst/>
                <a:uFillTx/>
                <a:latin typeface="SRH Text"/>
                <a:ea typeface="SRH Text"/>
              </a:rPr>
              <a:t>Prediction Drift Monitoring</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Even if inputs look stable, model behavior can still drift</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“Are model outputs changing over time?”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I developed a production-style monitoring framework that continuously evaluates model reliability through data drift, prediction drift, and cost-sensitive performance monitoring, ensuring that the credit risk model remains stable and business-aligned after deployment.</a:t>
            </a:r>
            <a:endParaRPr lang="de-DE" sz="1200" b="0" u="none" strike="noStrike">
              <a:solidFill>
                <a:schemeClr val="dk1"/>
              </a:solidFill>
              <a:effectLst/>
              <a:uFillTx/>
              <a:latin typeface="SRH Text"/>
            </a:endParaRPr>
          </a:p>
        </p:txBody>
      </p:sp>
      <p:sp>
        <p:nvSpPr>
          <p:cNvPr id="243" name="PlaceHolder 2"/>
          <p:cNvSpPr>
            <a:spLocks noGrp="1"/>
          </p:cNvSpPr>
          <p:nvPr>
            <p:ph type="sldNum" idx="94"/>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6753501B-C1BD-4F7E-B647-69B30FD288A3}"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44" name="PlaceHolder 3"/>
          <p:cNvSpPr>
            <a:spLocks noGrp="1"/>
          </p:cNvSpPr>
          <p:nvPr>
            <p:ph type="dt" idx="95"/>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7D2F44B9-5EE3-4B7A-9F29-F5FAE6D92AA5}" type="datetime1">
              <a:rPr lang="de-DE" sz="900" b="1" u="none" strike="noStrike">
                <a:solidFill>
                  <a:srgbClr val="6D7373"/>
                </a:solidFill>
                <a:effectLst/>
                <a:uFillTx/>
                <a:latin typeface="SRH Text"/>
                <a:ea typeface="SRH"/>
              </a:rPr>
              <a:t>05.07.2026</a:t>
            </a:fld>
            <a:endParaRPr lang="en-US" sz="900" b="0" u="none" strike="noStrike">
              <a:solidFill>
                <a:srgbClr val="000000"/>
              </a:solidFill>
              <a:effectLst/>
              <a:uFillTx/>
              <a:latin typeface="Times New Roman"/>
            </a:endParaRPr>
          </a:p>
        </p:txBody>
      </p:sp>
      <p:sp>
        <p:nvSpPr>
          <p:cNvPr id="245" name="PlaceHolder 4"/>
          <p:cNvSpPr>
            <a:spLocks noGrp="1"/>
          </p:cNvSpPr>
          <p:nvPr>
            <p:ph type="ftr" idx="96"/>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367560" y="136440"/>
            <a:ext cx="9156960" cy="83484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IN" sz="3000" b="1" u="none" strike="noStrike">
                <a:solidFill>
                  <a:srgbClr val="C00000"/>
                </a:solidFill>
                <a:effectLst/>
                <a:uFillTx/>
                <a:latin typeface="SRH Headline"/>
                <a:ea typeface="SRH Headline"/>
              </a:rPr>
              <a:t>Explainable AI integration (SHAP)</a:t>
            </a:r>
            <a:endParaRPr lang="de-DE" sz="3000" b="1" u="none" strike="noStrike">
              <a:solidFill>
                <a:schemeClr val="dk1"/>
              </a:solidFill>
              <a:effectLst/>
              <a:uFillTx/>
              <a:latin typeface="SRH Headline"/>
            </a:endParaRPr>
          </a:p>
        </p:txBody>
      </p:sp>
      <p:sp>
        <p:nvSpPr>
          <p:cNvPr id="247" name="PlaceHolder 2"/>
          <p:cNvSpPr>
            <a:spLocks noGrp="1"/>
          </p:cNvSpPr>
          <p:nvPr>
            <p:ph/>
          </p:nvPr>
        </p:nvSpPr>
        <p:spPr>
          <a:xfrm>
            <a:off x="367200" y="1197720"/>
            <a:ext cx="10190880" cy="4300560"/>
          </a:xfrm>
          <a:prstGeom prst="rect">
            <a:avLst/>
          </a:prstGeom>
          <a:noFill/>
          <a:ln w="0">
            <a:noFill/>
          </a:ln>
        </p:spPr>
        <p:txBody>
          <a:bodyPr numCol="1" spcCol="216000" lIns="0" tIns="0" rIns="0" bIns="0" anchor="t">
            <a:noAutofit/>
          </a:bodyPr>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I didn’t stop at prediction:</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Global feature importance</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Local explanations (waterfall plots)</a:t>
            </a:r>
            <a:endParaRPr lang="de-DE" sz="1400" b="0" u="none" strike="noStrike">
              <a:solidFill>
                <a:schemeClr val="dk1"/>
              </a:solidFill>
              <a:effectLst/>
              <a:uFillTx/>
              <a:latin typeface="SRH Text"/>
            </a:endParaRPr>
          </a:p>
          <a:p>
            <a:pPr marL="360000" lvl="1" indent="-360000" algn="just" defTabSz="914400">
              <a:lnSpc>
                <a:spcPct val="150000"/>
              </a:lnSpc>
              <a:spcBef>
                <a:spcPts val="1199"/>
              </a:spcBef>
              <a:buClr>
                <a:srgbClr val="DF4807"/>
              </a:buClr>
              <a:buFont typeface="Arial"/>
              <a:buChar char="•"/>
              <a:tabLst>
                <a:tab pos="0" algn="l"/>
              </a:tabLst>
            </a:pPr>
            <a:r>
              <a:rPr lang="en-US" sz="1400" b="1" u="none" strike="noStrike">
                <a:solidFill>
                  <a:schemeClr val="hlink"/>
                </a:solidFill>
                <a:effectLst/>
                <a:uFillTx/>
                <a:latin typeface="SRH Text"/>
                <a:ea typeface="SRH Text"/>
              </a:rPr>
              <a:t>Dependence effects</a:t>
            </a:r>
            <a:endParaRPr lang="de-DE" sz="1400" b="0" u="none" strike="noStrike">
              <a:solidFill>
                <a:schemeClr val="dk1"/>
              </a:solidFill>
              <a:effectLst/>
              <a:uFillTx/>
              <a:latin typeface="SRH Text"/>
            </a:endParaRPr>
          </a:p>
        </p:txBody>
      </p:sp>
      <p:sp>
        <p:nvSpPr>
          <p:cNvPr id="248" name="PlaceHolder 3"/>
          <p:cNvSpPr>
            <a:spLocks noGrp="1"/>
          </p:cNvSpPr>
          <p:nvPr>
            <p:ph type="sldNum" idx="97"/>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87A56CFA-03E9-46C2-A3D7-91B6211D46AE}"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49" name="PlaceHolder 4"/>
          <p:cNvSpPr>
            <a:spLocks noGrp="1"/>
          </p:cNvSpPr>
          <p:nvPr>
            <p:ph type="dt" idx="98"/>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DA1AC1A1-1938-419A-B7D2-E2FCCF2DBEA5}" type="datetime1">
              <a:rPr lang="en-CA" sz="900" b="1" u="none" strike="noStrike">
                <a:solidFill>
                  <a:srgbClr val="6D7373"/>
                </a:solidFill>
                <a:effectLst/>
                <a:uFillTx/>
                <a:latin typeface="SRH Text"/>
                <a:ea typeface="SRH"/>
              </a:rPr>
              <a:t>2026-07-05</a:t>
            </a:fld>
            <a:endParaRPr lang="en-US" sz="900" b="0" u="none" strike="noStrike">
              <a:solidFill>
                <a:srgbClr val="000000"/>
              </a:solidFill>
              <a:effectLst/>
              <a:uFillTx/>
              <a:latin typeface="Times New Roman"/>
            </a:endParaRPr>
          </a:p>
        </p:txBody>
      </p:sp>
      <p:sp>
        <p:nvSpPr>
          <p:cNvPr id="250" name="PlaceHolder 5"/>
          <p:cNvSpPr>
            <a:spLocks noGrp="1"/>
          </p:cNvSpPr>
          <p:nvPr>
            <p:ph type="ftr" idx="99"/>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367560" y="136440"/>
            <a:ext cx="9156960" cy="38376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IN" sz="3000" b="1" u="none" strike="noStrike">
                <a:solidFill>
                  <a:srgbClr val="C00000"/>
                </a:solidFill>
                <a:effectLst/>
                <a:uFillTx/>
                <a:latin typeface="SRH Headline"/>
                <a:ea typeface="SRH Headline"/>
              </a:rPr>
              <a:t>Result</a:t>
            </a:r>
            <a:endParaRPr lang="de-DE" sz="3000" b="1" u="none" strike="noStrike">
              <a:solidFill>
                <a:schemeClr val="dk1"/>
              </a:solidFill>
              <a:effectLst/>
              <a:uFillTx/>
              <a:latin typeface="SRH Headline"/>
            </a:endParaRPr>
          </a:p>
        </p:txBody>
      </p:sp>
      <p:sp>
        <p:nvSpPr>
          <p:cNvPr id="252" name="PlaceHolder 2"/>
          <p:cNvSpPr>
            <a:spLocks noGrp="1"/>
          </p:cNvSpPr>
          <p:nvPr>
            <p:ph/>
          </p:nvPr>
        </p:nvSpPr>
        <p:spPr>
          <a:xfrm>
            <a:off x="367200" y="718920"/>
            <a:ext cx="10349640" cy="5011200"/>
          </a:xfrm>
          <a:prstGeom prst="rect">
            <a:avLst/>
          </a:prstGeom>
          <a:noFill/>
          <a:ln w="0">
            <a:noFill/>
          </a:ln>
        </p:spPr>
        <p:txBody>
          <a:bodyPr numCol="1" spcCol="216000" lIns="0" tIns="0" rIns="0" bIns="0" anchor="t">
            <a:noAutofit/>
          </a:bodyPr>
          <a:p>
            <a:pPr indent="0" algn="just" defTabSz="914400">
              <a:lnSpc>
                <a:spcPct val="200000"/>
              </a:lnSpc>
              <a:spcBef>
                <a:spcPts val="1199"/>
              </a:spcBef>
              <a:buNone/>
              <a:tabLst>
                <a:tab pos="0" algn="l"/>
              </a:tabLst>
            </a:pPr>
            <a:r>
              <a:rPr lang="en-US" sz="1100" b="1" u="none" strike="noStrike">
                <a:solidFill>
                  <a:schemeClr val="accent1"/>
                </a:solidFill>
                <a:effectLst/>
                <a:uFillTx/>
                <a:latin typeface="SRH Text"/>
                <a:ea typeface="SRH Text"/>
              </a:rPr>
              <a:t>A) Baseline model performance</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AUC: 0.9718 (very strong predictive performance)</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Reference cost: 624</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FN: 88, FP: 404</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FP/FN ratio: 4.59</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accent1"/>
                </a:solidFill>
                <a:effectLst/>
                <a:uFillTx/>
                <a:latin typeface="SRH Text"/>
                <a:ea typeface="SRH Text"/>
              </a:rPr>
              <a:t>B) Selective prediction improvement </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After introducing t1/t2 zones + optimization:</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FN reduced from 88 → 31</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FP reduced from 404 → 159</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Cost reduced from 624 → 236.5</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 Cost reduction:</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~62% reduction in decision cost</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(important thesis achievement)</a:t>
            </a:r>
            <a:endParaRPr lang="de-DE" sz="1100" b="0" u="none" strike="noStrike">
              <a:solidFill>
                <a:schemeClr val="dk1"/>
              </a:solidFill>
              <a:effectLst/>
              <a:uFillTx/>
              <a:latin typeface="SRH Text"/>
            </a:endParaRPr>
          </a:p>
        </p:txBody>
      </p:sp>
      <p:sp>
        <p:nvSpPr>
          <p:cNvPr id="253" name="PlaceHolder 3"/>
          <p:cNvSpPr>
            <a:spLocks noGrp="1"/>
          </p:cNvSpPr>
          <p:nvPr>
            <p:ph type="sldNum" idx="100"/>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207C459D-3E15-487C-B8B4-9AD3E19CABBA}"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54" name="PlaceHolder 4"/>
          <p:cNvSpPr>
            <a:spLocks noGrp="1"/>
          </p:cNvSpPr>
          <p:nvPr>
            <p:ph type="dt" idx="101"/>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F2F2E79A-E58D-4B66-AF3A-3E1CD8E6693B}" type="datetime1">
              <a:rPr lang="en-CA" sz="900" b="1" u="none" strike="noStrike">
                <a:solidFill>
                  <a:srgbClr val="6D7373"/>
                </a:solidFill>
                <a:effectLst/>
                <a:uFillTx/>
                <a:latin typeface="SRH Text"/>
                <a:ea typeface="SRH"/>
              </a:rPr>
              <a:t>2026-07-05</a:t>
            </a:fld>
            <a:endParaRPr lang="en-US" sz="900" b="0" u="none" strike="noStrike">
              <a:solidFill>
                <a:srgbClr val="000000"/>
              </a:solidFill>
              <a:effectLst/>
              <a:uFillTx/>
              <a:latin typeface="Times New Roman"/>
            </a:endParaRPr>
          </a:p>
        </p:txBody>
      </p:sp>
      <p:sp>
        <p:nvSpPr>
          <p:cNvPr id="255" name="PlaceHolder 5"/>
          <p:cNvSpPr>
            <a:spLocks noGrp="1"/>
          </p:cNvSpPr>
          <p:nvPr>
            <p:ph type="ftr" idx="102"/>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367560" y="136440"/>
            <a:ext cx="9156960" cy="38376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IN" sz="3000" b="1" u="none" strike="noStrike">
                <a:solidFill>
                  <a:srgbClr val="C00000"/>
                </a:solidFill>
                <a:effectLst/>
                <a:uFillTx/>
                <a:latin typeface="SRH Headline"/>
                <a:ea typeface="SRH Headline"/>
              </a:rPr>
              <a:t>Result</a:t>
            </a:r>
            <a:endParaRPr lang="de-DE" sz="3000" b="1" u="none" strike="noStrike">
              <a:solidFill>
                <a:schemeClr val="dk1"/>
              </a:solidFill>
              <a:effectLst/>
              <a:uFillTx/>
              <a:latin typeface="SRH Headline"/>
            </a:endParaRPr>
          </a:p>
        </p:txBody>
      </p:sp>
      <p:sp>
        <p:nvSpPr>
          <p:cNvPr id="257" name="PlaceHolder 2"/>
          <p:cNvSpPr>
            <a:spLocks noGrp="1"/>
          </p:cNvSpPr>
          <p:nvPr>
            <p:ph/>
          </p:nvPr>
        </p:nvSpPr>
        <p:spPr>
          <a:xfrm>
            <a:off x="367200" y="718920"/>
            <a:ext cx="10349640" cy="5011200"/>
          </a:xfrm>
          <a:prstGeom prst="rect">
            <a:avLst/>
          </a:prstGeom>
          <a:noFill/>
          <a:ln w="0">
            <a:noFill/>
          </a:ln>
        </p:spPr>
        <p:txBody>
          <a:bodyPr numCol="1" spcCol="216000" lIns="0" tIns="0" rIns="0" bIns="0" anchor="t">
            <a:noAutofit/>
          </a:bodyPr>
          <a:p>
            <a:pPr indent="0" algn="just" defTabSz="914400">
              <a:lnSpc>
                <a:spcPct val="200000"/>
              </a:lnSpc>
              <a:spcBef>
                <a:spcPts val="1199"/>
              </a:spcBef>
              <a:buNone/>
              <a:tabLst>
                <a:tab pos="0" algn="l"/>
              </a:tabLst>
            </a:pPr>
            <a:r>
              <a:rPr lang="en-US" sz="900" b="1" u="none" strike="noStrike">
                <a:solidFill>
                  <a:schemeClr val="accent1"/>
                </a:solidFill>
                <a:effectLst/>
                <a:uFillTx/>
                <a:latin typeface="SRH Text"/>
                <a:ea typeface="SRH Text"/>
              </a:rPr>
              <a:t>C) Decision system behavior</a:t>
            </a:r>
            <a:endParaRPr lang="de-DE" sz="9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900" b="1" u="none" strike="noStrike">
                <a:solidFill>
                  <a:schemeClr val="hlink"/>
                </a:solidFill>
                <a:effectLst/>
                <a:uFillTx/>
                <a:latin typeface="SRH Text"/>
                <a:ea typeface="SRH Text"/>
              </a:rPr>
              <a:t>The model no longer forces binary output:</a:t>
            </a:r>
            <a:endParaRPr lang="de-DE" sz="9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900" b="1" u="none" strike="noStrike">
                <a:solidFill>
                  <a:schemeClr val="hlink"/>
                </a:solidFill>
                <a:effectLst/>
                <a:uFillTx/>
                <a:latin typeface="SRH Text"/>
                <a:ea typeface="SRH Text"/>
              </a:rPr>
              <a:t>Auto Accept: 35.6%</a:t>
            </a:r>
            <a:endParaRPr lang="de-DE" sz="9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900" b="1" u="none" strike="noStrike">
                <a:solidFill>
                  <a:schemeClr val="hlink"/>
                </a:solidFill>
                <a:effectLst/>
                <a:uFillTx/>
                <a:latin typeface="SRH Text"/>
                <a:ea typeface="SRH Text"/>
              </a:rPr>
              <a:t>Auto Reject: 52.1%</a:t>
            </a:r>
            <a:endParaRPr lang="de-DE" sz="9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900" b="1" u="none" strike="noStrike">
                <a:solidFill>
                  <a:schemeClr val="hlink"/>
                </a:solidFill>
                <a:effectLst/>
                <a:uFillTx/>
                <a:latin typeface="SRH Text"/>
                <a:ea typeface="SRH Text"/>
              </a:rPr>
              <a:t>Manual Review: 12.3%</a:t>
            </a:r>
            <a:endParaRPr lang="de-DE" sz="9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900" b="1" u="none" strike="noStrike">
                <a:solidFill>
                  <a:schemeClr val="hlink"/>
                </a:solidFill>
                <a:effectLst/>
                <a:uFillTx/>
                <a:latin typeface="SRH Text"/>
                <a:ea typeface="SRH Text"/>
              </a:rPr>
              <a:t>  Meaning:</a:t>
            </a:r>
            <a:endParaRPr lang="de-DE" sz="9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900" b="1" u="none" strike="noStrike">
                <a:solidFill>
                  <a:schemeClr val="hlink"/>
                </a:solidFill>
                <a:effectLst/>
                <a:uFillTx/>
                <a:latin typeface="SRH Text"/>
                <a:ea typeface="SRH Text"/>
              </a:rPr>
              <a:t>~12% of risky/uncertain cases are escalated to humans</a:t>
            </a:r>
            <a:endParaRPr lang="de-DE" sz="9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900" b="1" u="none" strike="noStrike">
                <a:solidFill>
                  <a:schemeClr val="hlink"/>
                </a:solidFill>
                <a:effectLst/>
                <a:uFillTx/>
                <a:latin typeface="SRH Text"/>
                <a:ea typeface="SRH Text"/>
              </a:rPr>
              <a:t>system avoids forced wrong decisions</a:t>
            </a:r>
            <a:endParaRPr lang="de-DE" sz="9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900" b="1" u="none" strike="noStrike">
                <a:solidFill>
                  <a:schemeClr val="accent1"/>
                </a:solidFill>
                <a:effectLst/>
                <a:uFillTx/>
                <a:latin typeface="SRH Text"/>
                <a:ea typeface="SRH Text"/>
              </a:rPr>
              <a:t>D) Manual review quality</a:t>
            </a:r>
            <a:endParaRPr lang="de-DE" sz="9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900" b="1" u="none" strike="noStrike">
                <a:solidFill>
                  <a:schemeClr val="hlink"/>
                </a:solidFill>
                <a:effectLst/>
                <a:uFillTx/>
                <a:latin typeface="SRH Text"/>
                <a:ea typeface="SRH Text"/>
              </a:rPr>
              <a:t>Default rate in manual zone: 44.8%</a:t>
            </a:r>
            <a:endParaRPr lang="de-DE" sz="9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900" b="1" u="none" strike="noStrike">
                <a:solidFill>
                  <a:schemeClr val="hlink"/>
                </a:solidFill>
                <a:effectLst/>
                <a:uFillTx/>
                <a:latin typeface="SRH Text"/>
                <a:ea typeface="SRH Text"/>
              </a:rPr>
              <a:t>This means the model correctly isolates ambiguous high-risk cases</a:t>
            </a:r>
            <a:endParaRPr lang="de-DE" sz="9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900" b="1" u="none" strike="noStrike">
                <a:solidFill>
                  <a:schemeClr val="hlink"/>
                </a:solidFill>
                <a:effectLst/>
                <a:uFillTx/>
                <a:latin typeface="SRH Text"/>
                <a:ea typeface="SRH Text"/>
              </a:rPr>
              <a:t>   This is strong evidence of:</a:t>
            </a:r>
            <a:endParaRPr lang="de-DE" sz="9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900" b="1" u="none" strike="noStrike">
                <a:solidFill>
                  <a:schemeClr val="hlink"/>
                </a:solidFill>
                <a:effectLst/>
                <a:uFillTx/>
                <a:latin typeface="SRH Text"/>
                <a:ea typeface="SRH Text"/>
              </a:rPr>
              <a:t>good uncertainty calibration</a:t>
            </a:r>
            <a:endParaRPr lang="de-DE" sz="900" b="0" u="none" strike="noStrike">
              <a:solidFill>
                <a:schemeClr val="dk1"/>
              </a:solidFill>
              <a:effectLst/>
              <a:uFillTx/>
              <a:latin typeface="SRH Text"/>
            </a:endParaRPr>
          </a:p>
          <a:p>
            <a:pPr indent="0" algn="just" defTabSz="914400">
              <a:lnSpc>
                <a:spcPct val="200000"/>
              </a:lnSpc>
              <a:spcBef>
                <a:spcPts val="1199"/>
              </a:spcBef>
              <a:buNone/>
              <a:tabLst>
                <a:tab pos="0" algn="l"/>
              </a:tabLst>
            </a:pPr>
            <a:endParaRPr lang="de-DE" sz="900" b="0" u="none" strike="noStrike">
              <a:solidFill>
                <a:schemeClr val="dk1"/>
              </a:solidFill>
              <a:effectLst/>
              <a:uFillTx/>
              <a:latin typeface="SRH Text"/>
            </a:endParaRPr>
          </a:p>
        </p:txBody>
      </p:sp>
      <p:sp>
        <p:nvSpPr>
          <p:cNvPr id="258" name="PlaceHolder 3"/>
          <p:cNvSpPr>
            <a:spLocks noGrp="1"/>
          </p:cNvSpPr>
          <p:nvPr>
            <p:ph type="sldNum" idx="103"/>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1FA0AB67-0F3E-4A75-BFB2-10F82ECD5CBE}"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59" name="PlaceHolder 4"/>
          <p:cNvSpPr>
            <a:spLocks noGrp="1"/>
          </p:cNvSpPr>
          <p:nvPr>
            <p:ph type="dt" idx="104"/>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C8FC9398-5EBC-483D-840C-5E1F55131A44}" type="datetime1">
              <a:rPr lang="en-CA" sz="900" b="1" u="none" strike="noStrike">
                <a:solidFill>
                  <a:srgbClr val="6D7373"/>
                </a:solidFill>
                <a:effectLst/>
                <a:uFillTx/>
                <a:latin typeface="SRH Text"/>
                <a:ea typeface="SRH"/>
              </a:rPr>
              <a:t>2026-07-05</a:t>
            </a:fld>
            <a:endParaRPr lang="en-US" sz="900" b="0" u="none" strike="noStrike">
              <a:solidFill>
                <a:srgbClr val="000000"/>
              </a:solidFill>
              <a:effectLst/>
              <a:uFillTx/>
              <a:latin typeface="Times New Roman"/>
            </a:endParaRPr>
          </a:p>
        </p:txBody>
      </p:sp>
      <p:sp>
        <p:nvSpPr>
          <p:cNvPr id="260" name="PlaceHolder 5"/>
          <p:cNvSpPr>
            <a:spLocks noGrp="1"/>
          </p:cNvSpPr>
          <p:nvPr>
            <p:ph type="ftr" idx="105"/>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367560" y="136440"/>
            <a:ext cx="9156960" cy="38376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IN" sz="3000" b="1" u="none" strike="noStrike">
                <a:solidFill>
                  <a:srgbClr val="C00000"/>
                </a:solidFill>
                <a:effectLst/>
                <a:uFillTx/>
                <a:latin typeface="SRH Headline"/>
                <a:ea typeface="SRH Headline"/>
              </a:rPr>
              <a:t>Result</a:t>
            </a:r>
            <a:endParaRPr lang="de-DE" sz="3000" b="1" u="none" strike="noStrike">
              <a:solidFill>
                <a:schemeClr val="dk1"/>
              </a:solidFill>
              <a:effectLst/>
              <a:uFillTx/>
              <a:latin typeface="SRH Headline"/>
            </a:endParaRPr>
          </a:p>
        </p:txBody>
      </p:sp>
      <p:sp>
        <p:nvSpPr>
          <p:cNvPr id="262" name="PlaceHolder 2"/>
          <p:cNvSpPr>
            <a:spLocks noGrp="1"/>
          </p:cNvSpPr>
          <p:nvPr>
            <p:ph/>
          </p:nvPr>
        </p:nvSpPr>
        <p:spPr>
          <a:xfrm>
            <a:off x="367200" y="718920"/>
            <a:ext cx="10349640" cy="5011200"/>
          </a:xfrm>
          <a:prstGeom prst="rect">
            <a:avLst/>
          </a:prstGeom>
          <a:noFill/>
          <a:ln w="0">
            <a:noFill/>
          </a:ln>
        </p:spPr>
        <p:txBody>
          <a:bodyPr numCol="1" spcCol="216000" lIns="0" tIns="0" rIns="0" bIns="0" anchor="t">
            <a:noAutofit/>
          </a:bodyPr>
          <a:p>
            <a:pPr indent="0" algn="just" defTabSz="914400">
              <a:lnSpc>
                <a:spcPct val="200000"/>
              </a:lnSpc>
              <a:spcBef>
                <a:spcPts val="1199"/>
              </a:spcBef>
              <a:buNone/>
              <a:tabLst>
                <a:tab pos="0" algn="l"/>
              </a:tabLst>
            </a:pPr>
            <a:r>
              <a:rPr lang="en-US" sz="1200" b="1" u="none" strike="noStrike">
                <a:solidFill>
                  <a:schemeClr val="accent1"/>
                </a:solidFill>
                <a:effectLst/>
                <a:uFillTx/>
                <a:latin typeface="SRH Text"/>
                <a:ea typeface="SRH Text"/>
              </a:rPr>
              <a:t>E) Stability / reliability result (VERY IMPORTANT)</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Prediction PSI: 0.005</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Mean probability shift: 0.001</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   Interpretation:</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PSI &lt; 0.1 = no drift</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Your model is fully stable in new data</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 No retraining needed</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 No degradation detected</a:t>
            </a:r>
            <a:endParaRPr lang="de-DE" sz="1200" b="0" u="none" strike="noStrike">
              <a:solidFill>
                <a:schemeClr val="dk1"/>
              </a:solidFill>
              <a:effectLst/>
              <a:uFillTx/>
              <a:latin typeface="SRH Text"/>
            </a:endParaRPr>
          </a:p>
        </p:txBody>
      </p:sp>
      <p:sp>
        <p:nvSpPr>
          <p:cNvPr id="263" name="PlaceHolder 3"/>
          <p:cNvSpPr>
            <a:spLocks noGrp="1"/>
          </p:cNvSpPr>
          <p:nvPr>
            <p:ph type="sldNum" idx="106"/>
          </p:nvPr>
        </p:nvSpPr>
        <p:spPr>
          <a:xfrm>
            <a:off x="11146680" y="6365160"/>
            <a:ext cx="679680" cy="36468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3F81F325-B2C5-4596-8537-733D5CEC201A}"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64" name="PlaceHolder 4"/>
          <p:cNvSpPr>
            <a:spLocks noGrp="1"/>
          </p:cNvSpPr>
          <p:nvPr>
            <p:ph type="dt" idx="107"/>
          </p:nvPr>
        </p:nvSpPr>
        <p:spPr>
          <a:xfrm>
            <a:off x="367560" y="6356520"/>
            <a:ext cx="87408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7C45C083-08DD-4321-9908-4DBE57CA2CFE}" type="datetime1">
              <a:rPr lang="en-CA" sz="900" b="1" u="none" strike="noStrike">
                <a:solidFill>
                  <a:srgbClr val="6D7373"/>
                </a:solidFill>
                <a:effectLst/>
                <a:uFillTx/>
                <a:latin typeface="SRH Text"/>
                <a:ea typeface="SRH"/>
              </a:rPr>
              <a:t>2026-07-05</a:t>
            </a:fld>
            <a:endParaRPr lang="en-US" sz="900" b="0" u="none" strike="noStrike">
              <a:solidFill>
                <a:srgbClr val="000000"/>
              </a:solidFill>
              <a:effectLst/>
              <a:uFillTx/>
              <a:latin typeface="Times New Roman"/>
            </a:endParaRPr>
          </a:p>
        </p:txBody>
      </p:sp>
      <p:sp>
        <p:nvSpPr>
          <p:cNvPr id="265" name="PlaceHolder 5"/>
          <p:cNvSpPr>
            <a:spLocks noGrp="1"/>
          </p:cNvSpPr>
          <p:nvPr>
            <p:ph type="ftr" idx="108"/>
          </p:nvPr>
        </p:nvSpPr>
        <p:spPr>
          <a:xfrm>
            <a:off x="1319400" y="6356520"/>
            <a:ext cx="6495840" cy="36468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6" name="Picture 10"/>
          <p:cNvPicPr/>
          <p:nvPr/>
        </p:nvPicPr>
        <p:blipFill>
          <a:blip r:embed="rId1"/>
          <a:stretch/>
        </p:blipFill>
        <p:spPr>
          <a:xfrm>
            <a:off x="101520" y="1472400"/>
            <a:ext cx="9451080" cy="1732680"/>
          </a:xfrm>
          <a:prstGeom prst="rect">
            <a:avLst/>
          </a:prstGeom>
          <a:noFill/>
          <a:ln w="0">
            <a:noFill/>
          </a:ln>
        </p:spPr>
      </p:pic>
      <p:pic>
        <p:nvPicPr>
          <p:cNvPr id="267" name="Picture 11"/>
          <p:cNvPicPr/>
          <p:nvPr/>
        </p:nvPicPr>
        <p:blipFill>
          <a:blip r:embed="rId2"/>
          <a:stretch/>
        </p:blipFill>
        <p:spPr>
          <a:xfrm>
            <a:off x="1456200" y="2779920"/>
            <a:ext cx="7670520" cy="85068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resentation">
  <a:themeElements>
    <a:clrScheme name="Presentation 1">
      <a:dk1>
        <a:srgbClr val="575756"/>
      </a:dk1>
      <a:lt1>
        <a:srgbClr val="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Presentation">
      <a:majorFont>
        <a:latin typeface="SRH Headline" pitchFamily="0" charset="1"/>
        <a:ea typeface="SRH Headline" pitchFamily="0" charset="1"/>
        <a:cs typeface="SRH Headline" pitchFamily="0" charset="1"/>
      </a:majorFont>
      <a:minorFont>
        <a:latin typeface="SRH Text" pitchFamily="0" charset="1"/>
        <a:ea typeface="SRH Text" pitchFamily="0" charset="1"/>
        <a:cs typeface="SRH Text"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332</TotalTime>
  <Application>LibreOffice/26.2.4.2$Windows_X86_64 LibreOffice_project/0229ac93fcf0d7cbc6376066c6f35021cef002dc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2020-06-05T16:20:53Z</dcterms:created>
  <dc:creator>Henrike Voelker</dc:creator>
  <dc:description/>
  <dc:language>en-US</dc:language>
  <cp:lastModifiedBy/>
  <dcterms:modified xsi:type="dcterms:W3CDTF">2026-07-05T11:14:50Z</dcterms:modified>
  <cp:revision>3</cp:revision>
  <dc:subject/>
  <dc:title>PowerPoint-Präsentation</dc:title>
</cp:coreProperties>
</file>