
<file path=[Content_Types].xml><?xml version="1.0" encoding="utf-8"?>
<Types xmlns="http://schemas.openxmlformats.org/package/2006/content-types">
  <Default Extension="rels" ContentType="application/vnd.openxmlformats-package.relationships+xml"/>
  <Default Extension="xml" ContentType="application/xml"/>
  <Default Extension="vml" ContentType="application/vnd.openxmlformats-officedocument.vmlDrawing"/>
  <Default Extension="fntdata" ContentType="application/x-fontdata"/>
  <Default Extension="bmp" ContentType="image/bmp"/>
  <Default Extension="jpeg" ContentType="image/jpeg"/>
  <Default Extension="png" ContentType="image/png"/>
  <Default Extension="gif" ContentType="image/gif"/>
  <Default Extension="tif" ContentType="image/tif"/>
  <Default Extension="emf" ContentType="image/x-emf"/>
  <Default Extension="wmf" ContentType="image/x-wmf"/>
  <Default Extension="pct" ContentType="image/pct"/>
  <Default Extension="pcx" ContentType="image/pcx"/>
  <Default Extension="tga" ContentType="image/tga"/>
  <Default Extension="svg" ContentType="image/svg+xml"/>
  <Default Extension="webp" ContentType="image/webp"/>
  <Default Extension="avi" ContentType="video/avi"/>
  <Default Extension="wmv" ContentType="video/wmv"/>
  <Default Extension="mpg" ContentType="video/mpeg"/>
  <Default Extension="mpeg" ContentType="video/mpeg"/>
  <Default Extension="mp2" ContentType="video/mpeg"/>
  <Default Extension="mp4" ContentType="video/mpeg"/>
  <Default Extension="wma" ContentType="audio/x-ms-wma"/>
  <Default Extension="mid" ContentType="audio/unknown"/>
  <Default Extension="midi" ContentType="audio/unknown"/>
  <Default Extension="rmi" ContentType="audio/unknown"/>
  <Default Extension="mp3" ContentType="audio/unknown"/>
  <Default Extension="wav" ContentType="audio/wav"/>
  <Default Extension="bin" ContentType="application/vnd.openxmlformats-officedocument.oleObjec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tableStyles.xml" ContentType="application/vnd.openxmlformats-officedocument.presentationml.tableStyles+xml"/>
  <Override PartName="/ppt/presProps.xml" ContentType="application/vnd.openxmlformats-officedocument.presentationml.presProps+xml"/>
  <Override PartName="/ppt/viewProps.xml" ContentType="application/vnd.openxmlformats-officedocument.presentationml.viewProps+xml"/>
  <Override PartName="/ppt/notesSlides/notesSlide1.xml" ContentType="application/vnd.openxmlformats-officedocument.presentationml.notesSlide+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Override1.xml" ContentType="application/vnd.openxmlformats-officedocument.themeOverride+xml"/>
</Types>
</file>

<file path=_rels/.rels><?xml version="1.0" encoding="UTF-8" standalone="yes" ?>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SpecialPlsOnTitleSld="0" embedTrueTypeFonts="1" saveSubsetFonts="0">
  <p:sldMasterIdLst>
    <p:sldMasterId id="2147483648" r:id="rId5"/>
  </p:sldMasterIdLst>
  <p:notesMasterIdLst>
    <p:notesMasterId r:id="rId6"/>
  </p:notesMasterIdLst>
  <p:sldIdLst>
    <p:sldId id="448" r:id="rId7"/>
    <p:sldId id="582" r:id="rId8"/>
    <p:sldId id="592" r:id="rId9"/>
    <p:sldId id="544" r:id="rId10"/>
    <p:sldId id="584" r:id="rId11"/>
    <p:sldId id="587" r:id="rId12"/>
    <p:sldId id="588" r:id="rId13"/>
    <p:sldId id="589" r:id="rId14"/>
    <p:sldId id="585" r:id="rId15"/>
    <p:sldId id="590" r:id="rId16"/>
    <p:sldId id="591" r:id="rId17"/>
    <p:sldId id="586" r:id="rId18"/>
    <p:sldId id="542" r:id="rId19"/>
    <p:sldId id="536" r:id="rId20"/>
    <p:sldId id="527" r:id="rId21"/>
  </p:sldIdLst>
  <p:sldSz cx="12192000" cy="6858000"/>
  <p:notesSz cx="6858000" cy="9144000"/>
  <p:embeddedFontLst>
    <p:embeddedFont>
      <p:font typeface="Calibri" pitchFamily="34" charset="0"/>
      <p:regular r:id="rId22"/>
      <p:bold r:id="rId23"/>
      <p:italic r:id="rId24"/>
      <p:boldItalic r:id="rId25"/>
    </p:embeddedFont>
    <p:embeddedFont>
      <p:font typeface="SRH" pitchFamily="0" charset="0"/>
      <p:regular r:id="rId26"/>
      <p:bold r:id="rId27"/>
      <p:italic r:id="rId28"/>
      <p:boldItalic r:id="rId29"/>
    </p:embeddedFont>
    <p:embeddedFont>
      <p:font typeface="SRH Headline" pitchFamily="0" charset="0"/>
      <p:regular r:id="rId30"/>
      <p:bold r:id="rId31"/>
      <p:italic r:id="rId32"/>
      <p:boldItalic r:id="rId33"/>
    </p:embeddedFont>
    <p:embeddedFont>
      <p:font typeface="SRH Text" pitchFamily="0" charset="0"/>
      <p:regular r:id="rId34"/>
      <p:bold r:id="rId35"/>
      <p:italic r:id="rId36"/>
      <p:boldItalic r:id="rId37"/>
    </p:embeddedFont>
  </p:embeddedFontLst>
  <p:defaultTextStyle>
    <a:lvl1pPr marL="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1pPr>
    <a:lvl2pPr marL="45720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2pPr>
    <a:lvl3pPr marL="91440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3pPr>
    <a:lvl4pPr marL="137160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4pPr>
    <a:lvl5pPr marL="182880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5pPr>
    <a:lvl6pPr marL="228600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6pPr>
    <a:lvl7pPr marL="274320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7pPr>
    <a:lvl8pPr marL="320040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8pPr>
    <a:lvl9pPr marL="365760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9pPr>
  </p:defaultTextStyle>
</p:presentation>
</file>

<file path=ppt/presProps.xml><?xml version="1.0" encoding="utf-8"?>
<p:presentationPr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p:showPr showNarration="1"/>
  <p:extLst>
    <p:ext uri="smNativeData">
      <pr:smAppRevision xmlns:pr="smNativeData" xmlns="smNativeData" dt="1781446515" val="1230" revOS="4"/>
      <pr:smFileRevision xmlns:pr="smNativeData" xmlns="smNativeData" dt="1781446515" val="101"/>
      <pr:guideOptions xmlns:pr="smNativeData" xmlns="smNativeData" dt="1781446515" snapToBorders="1" snapToGuides="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p:slideViewPr>
    <p:cSldViewPr snapToGrid="0" showGuides="1">
      <p:cViewPr>
        <p:scale>
          <a:sx n="100" d="100"/>
          <a:sy n="100" d="100"/>
        </p:scale>
        <p:origin x="576" y="-20"/>
      </p:cViewPr>
      <p:guideLst x="0" y="0">
        <p:guide orient="horz" pos="1091"/>
        <p:guide orient="horz" pos="2160"/>
        <p:guide orient="horz" pos="3759"/>
        <p:guide pos="3840"/>
        <p:guide pos="4977"/>
        <p:guide pos="5204"/>
        <p:guide pos="6005"/>
        <p:guide pos="7462"/>
      </p:guideLst>
    </p:cSldViewPr>
  </p:slideViewPr>
  <p:outlineViewPr>
    <p:cViewPr>
      <p:scale>
        <a:sx n="33" d="100"/>
        <a:sy n="33" d="100"/>
      </p:scale>
      <p:origin x="0" y="0"/>
    </p:cViewPr>
  </p:outlineViewPr>
  <p:sorterViewPr>
    <p:cViewPr>
      <p:scale>
        <a:sx n="15" d="100"/>
        <a:sy n="15" d="100"/>
      </p:scale>
      <p:origin x="0" y="0"/>
    </p:cViewPr>
  </p:sorterViewPr>
  <p:notesViewPr>
    <p:cSldViewPr snapToGrid="0" showGuides="1">
      <p:cViewPr>
        <p:scale>
          <a:sx n="100" d="100"/>
          <a:sy n="100" d="100"/>
        </p:scale>
        <p:origin x="576" y="-20"/>
      </p:cViewPr>
      <p:guideLst x="0" y="0">
        <p:guide orient="horz" pos="2880"/>
        <p:guide pos="2160"/>
      </p:guideLst>
    </p:cSldViewPr>
  </p:notesViewPr>
  <p:gridSpacing cx="73477120" cy="73477120"/>
</p:viewPr>
</file>

<file path=ppt/_rels/presentation.xml.rels><?xml version="1.0" encoding="UTF-8" standalone="yes" ?>
<Relationships xmlns="http://schemas.openxmlformats.org/package/2006/relationships"><Relationship Id="rId1" Type="http://schemas.openxmlformats.org/officeDocument/2006/relationships/theme" Target="theme/theme1.xml"/><Relationship Id="rId2" Type="http://schemas.openxmlformats.org/officeDocument/2006/relationships/tableStyles" Target="tableStyles.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font" Target="fonts/font1.fntdata"/><Relationship Id="rId23" Type="http://schemas.openxmlformats.org/officeDocument/2006/relationships/font" Target="fonts/font2.fntdata"/><Relationship Id="rId24" Type="http://schemas.openxmlformats.org/officeDocument/2006/relationships/font" Target="fonts/font3.fntdata"/><Relationship Id="rId25" Type="http://schemas.openxmlformats.org/officeDocument/2006/relationships/font" Target="fonts/font4.fntdata"/><Relationship Id="rId26" Type="http://schemas.openxmlformats.org/officeDocument/2006/relationships/font" Target="fonts/font5.fntdata"/><Relationship Id="rId27" Type="http://schemas.openxmlformats.org/officeDocument/2006/relationships/font" Target="fonts/font6.fntdata"/><Relationship Id="rId28" Type="http://schemas.openxmlformats.org/officeDocument/2006/relationships/font" Target="fonts/font7.fntdata"/><Relationship Id="rId29" Type="http://schemas.openxmlformats.org/officeDocument/2006/relationships/font" Target="fonts/font8.fntdata"/><Relationship Id="rId30" Type="http://schemas.openxmlformats.org/officeDocument/2006/relationships/font" Target="fonts/font9.fntdata"/><Relationship Id="rId31" Type="http://schemas.openxmlformats.org/officeDocument/2006/relationships/font" Target="fonts/font10.fntdata"/><Relationship Id="rId32" Type="http://schemas.openxmlformats.org/officeDocument/2006/relationships/font" Target="fonts/font11.fntdata"/><Relationship Id="rId33" Type="http://schemas.openxmlformats.org/officeDocument/2006/relationships/font" Target="fonts/font12.fntdata"/><Relationship Id="rId34" Type="http://schemas.openxmlformats.org/officeDocument/2006/relationships/font" Target="fonts/font13.fntdata"/><Relationship Id="rId35" Type="http://schemas.openxmlformats.org/officeDocument/2006/relationships/font" Target="fonts/font14.fntdata"/><Relationship Id="rId36" Type="http://schemas.openxmlformats.org/officeDocument/2006/relationships/font" Target="fonts/font15.fntdata"/><Relationship Id="rId37" Type="http://schemas.openxmlformats.org/officeDocument/2006/relationships/font" Target="fonts/font16.fntdata"/></Relationships>
</file>

<file path=ppt/notesMasters/_rels/notesMaster1.xml.rels><?xml version="1.0" encoding="UTF-8" standalone="yes" ?>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p:cSld>
    <p:bg>
      <p:bgPr>
        <a:solidFill>
          <a:schemeClr val="bg1"/>
        </a:solidFill>
        <a:effectLst/>
      </p:bgPr>
    </p:bg>
    <p:spTree>
      <p:nvGrpSpPr>
        <p:cNvPr id="1" name=""/>
        <p:cNvGrpSpPr/>
        <p:nvPr/>
      </p:nvGrpSpPr>
      <p:grpSpPr>
        <a:xfrm>
          <a:off x="0" y="0"/>
          <a:ext cx="0" cy="0"/>
          <a:chOff x="0" y="0"/>
          <a:chExt cx="0" cy="0"/>
        </a:xfrm>
      </p:grpSpPr>
      <p:sp>
        <p:nvSpPr>
          <p:cNvPr id="2" name="Kopfzeilenplatzhalter 1"/>
          <p:cNvSpPr>
            <a:spLocks noGrp="1" noChangeArrowheads="1"/>
            <a:extLst>
              <a:ext uri="smNativeData">
                <pr:smNativeData xmlns:pr="smNativeData" xmlns="smNativeData" val="SMDATA_15_c7cuahMAAAAlAAAAZAAAAA0AAAAAkAAAAEgAAACQAAAASAAAAAAAAAAA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8BAAAAf39/AAEAAABkAAAAAAAAABQAAABAHwAAAAAAACYAAAAAAAAAwOD//wAAAAAmAAAAZAAAABYAAABMAAAAAAAAAAAAAAAEAAAAAAAAAAEAAADn5uY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B/f38AAAAAA8zMzADAwP8Af39/AAAAAAAAAAAAAAAAAAAAAAAAAAAAIQAAABgAAAAUAAAAAAAAAAAAAABIEgAA0wIAABAAAAAmAAAACAAAAD+PAAAAAAAA"/>
              </a:ext>
            </a:extLst>
          </p:cNvSpPr>
          <p:nvPr>
            <p:ph type="hdr" sz="quarter"/>
          </p:nvPr>
        </p:nvSpPr>
        <p:spPr>
          <a:xfrm>
            <a:off x="0" y="0"/>
            <a:ext cx="2971800" cy="459105"/>
          </a:xfrm>
          <a:prstGeom prst="rect">
            <a:avLst/>
          </a:prstGeom>
        </p:spPr>
        <p:txBody>
          <a:bodyPr vert="horz" wrap="square" lIns="91440" tIns="45720" rIns="91440" bIns="45720" numCol="1" spcCol="215900" anchor="t">
            <a:prstTxWarp prst="textNoShape">
              <a:avLst/>
            </a:prstTxWarp>
          </a:bodyPr>
          <a:lstStyle>
            <a:lvl1pPr algn="l">
              <a:defRPr lang="de-de" sz="1200" cap="none"/>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p>
        </p:txBody>
      </p:sp>
      <p:sp>
        <p:nvSpPr>
          <p:cNvPr id="3" name="Datumsplatzhalter 2"/>
          <p:cNvSpPr>
            <a:spLocks noGrp="1" noChangeArrowheads="1"/>
            <a:extLst>
              <a:ext uri="smNativeData">
                <pr:smNativeData xmlns:pr="smNativeData" xmlns="smNativeData" val="SMDATA_15_c7cuahMAAAAlAAAAZAAAAA0AAAAAkAAAAEgAAACQAAAASAAAAAAAAAAA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8BAAAAf39/AAEAAABkAAAAAAAAABQAAABAHwAAAAAAACYAAAAAAAAAwOD//wAAAAAmAAAAZAAAABYAAABMAAAAAAAAAAAAAAAEAAAAAAAAAAEAAADn5uY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B/f38AAAAAA8zMzADAwP8Af39/AAAAAAAAAAAAAAAAAAAAAAAAAAAAIQAAABgAAAAUAAAA5hcAAAAAAAAuKgAA0wIAABAAAAAmAAAACAAAAD+PAAAAAAAA"/>
              </a:ext>
            </a:extLst>
          </p:cNvSpPr>
          <p:nvPr>
            <p:ph type="dt" idx="10"/>
          </p:nvPr>
        </p:nvSpPr>
        <p:spPr>
          <a:xfrm>
            <a:off x="3884930" y="0"/>
            <a:ext cx="2971800" cy="459105"/>
          </a:xfrm>
          <a:prstGeom prst="rect">
            <a:avLst/>
          </a:prstGeom>
        </p:spPr>
        <p:txBody>
          <a:bodyPr vert="horz" wrap="square" lIns="91440" tIns="45720" rIns="91440" bIns="45720" numCol="1" spcCol="215900" anchor="t">
            <a:prstTxWarp prst="textNoShape">
              <a:avLst/>
            </a:prstTxWarp>
          </a:bodyPr>
          <a:lstStyle>
            <a:lvl1pPr algn="r">
              <a:defRPr lang="de-de" sz="1200" cap="none"/>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fld id="{2A4DC8A4-EAC7-183E-89F5-1C6B86BB7F49}" type="datetime1">
              <a:t>13.09.2025</a:t>
            </a:fld>
          </a:p>
        </p:txBody>
      </p:sp>
      <p:sp>
        <p:nvSpPr>
          <p:cNvPr id="4" name="Folienbildplatzhalter 3"/>
          <p:cNvSpPr>
            <a:spLocks noGrp="1" noChangeArrowheads="1"/>
            <a:extLst>
              <a:ext uri="smNativeData">
                <pr:smNativeData xmlns:pr="smNativeData" xmlns="smNativeData" val="SMDATA_15_c7cuahMAAAAlAAAAZAAAAC0AAAAAkAAAAEgAAACQAAAASAAAAAAAAAABAAAAAAAAAAEAAABQAAAAAAAAAAAA4D8AAAAAAADgPwAAAAAAAOA/AAAAAAAA4D8AAAAAAADgPwAAAAAAAOA/AAAAAAAA4D8AAAAAAADgPwAAAAAAAOA/AAAAAAAA4D8CAAAAjAAAAAAAAAAAAAAARHLEDP///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8BAAAAf39/AAEAAABkAAAAAAAAABQAAABAHwAAAAAAACYAAAAAAAAAwOD//wAAAAAmAAAAZAAAABYAAABMAAAAAAAAAAAAAAAEAAAAAAAAAAEAAADn5uY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B/f38AAAAAA8zMzADAwP8Af39/AAAAAAAAAAAAAAAAAAAAAAAAAAAAIQAAABgAAAAUAAAAOAQAAAgHAAD4JQAABBoAABAAAAAmAAAACAAAAL8PAAD/HwAA"/>
              </a:ext>
            </a:extLst>
          </p:cNvSpPr>
          <p:nvPr>
            <p:ph type="sldImg" idx="2"/>
          </p:nvPr>
        </p:nvSpPr>
        <p:spPr>
          <a:xfrm>
            <a:off x="685800" y="1143000"/>
            <a:ext cx="5486400" cy="3086100"/>
          </a:xfrm>
          <a:prstGeom prst="rect">
            <a:avLst/>
          </a:prstGeom>
          <a:noFill/>
          <a:ln w="12700" cap="flat" cmpd="sng" algn="ctr">
            <a:solidFill>
              <a:srgbClr val="000000"/>
            </a:solidFill>
            <a:prstDash val="solid"/>
            <a:headEnd type="none"/>
            <a:tailEnd type="none"/>
          </a:ln>
        </p:spPr>
        <p:txBody>
          <a:bodyPr vert="horz" wrap="square" lIns="91440" tIns="45720" rIns="91440" bIns="45720" numCol="1" spcCol="215900" anchor="ctr">
            <a:prstTxWarp prst="textNoShape">
              <a:avLst/>
            </a:prstTxWarp>
          </a:bodyPr>
          <a:lstStyle/>
          <a:p>
            <a:pPr>
              <a:defRPr lang="de-de"/>
            </a:pPr>
          </a:p>
        </p:txBody>
      </p:sp>
      <p:sp>
        <p:nvSpPr>
          <p:cNvPr id="5" name="Notizenplatzhalter 4"/>
          <p:cNvSpPr>
            <a:spLocks noGrp="1" noChangeArrowheads="1"/>
            <a:extLst>
              <a:ext uri="smNativeData">
                <pr:smNativeData xmlns:pr="smNativeData" xmlns="smNativeData" val="SMDATA_15_c7cuahMAAAAlAAAAZAAAAA0AAAAAkAAAAEgAAACQAAAASAAAAAAAAAAA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8BAAAAf39/AAEAAABkAAAAAAAAABQAAABAHwAAAAAAACYAAAAAAAAAwOD//wAAAAAmAAAAZAAAABYAAABMAAAAAAAAAAAAAAAEAAAAAAAAAAEAAADn5uY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B/f38AAAAAA8zMzADAwP8Af39/AAAAAAAAAAAAAAAAAAAAAAAAAAAAIQAAABgAAAAUAAAAOAQAABIbAAD4JQAAODEAABAAAAAmAAAACAAAAD8PAAD/HwAA"/>
              </a:ext>
            </a:extLst>
          </p:cNvSpPr>
          <p:nvPr>
            <p:ph type="body" idx="3"/>
          </p:nvPr>
        </p:nvSpPr>
        <p:spPr>
          <a:xfrm>
            <a:off x="685800" y="4400550"/>
            <a:ext cx="5486400" cy="3600450"/>
          </a:xfrm>
          <a:prstGeom prst="rect">
            <a:avLst/>
          </a:prstGeom>
          <a:noFill/>
          <a:ln>
            <a:noFill/>
          </a:ln>
        </p:spPr>
        <p:txBody>
          <a:bodyPr vert="horz" wrap="square" lIns="91440" tIns="45720" rIns="91440" bIns="45720" numCol="1" spcCol="215900" anchor="t">
            <a:prstTxWarp prst="textNoShape">
              <a:avLst/>
            </a:prstTxWarp>
          </a:bodyPr>
          <a:lstStyle/>
          <a:p>
            <a:pPr>
              <a:defRPr lang="de-de"/>
            </a:pPr>
            <a:r>
              <a:t>Mastertextformat bearbeiten</a:t>
            </a:r>
          </a:p>
          <a:p>
            <a:pPr lvl="1">
              <a:defRPr lang="de-de"/>
            </a:pPr>
            <a:r>
              <a:t>Zweite Ebene</a:t>
            </a:r>
          </a:p>
          <a:p>
            <a:pPr lvl="2">
              <a:defRPr lang="de-de"/>
            </a:pPr>
            <a:r>
              <a:t>Dritte Ebene</a:t>
            </a:r>
          </a:p>
          <a:p>
            <a:pPr lvl="3">
              <a:defRPr lang="de-de"/>
            </a:pPr>
            <a:r>
              <a:t>Vierte Ebene</a:t>
            </a:r>
          </a:p>
          <a:p>
            <a:pPr lvl="4">
              <a:defRPr lang="de-de"/>
            </a:pPr>
            <a:r>
              <a:t>Fünfte Ebene</a:t>
            </a:r>
          </a:p>
        </p:txBody>
      </p:sp>
      <p:sp>
        <p:nvSpPr>
          <p:cNvPr id="6" name="Fußzeilenplatzhalter 5"/>
          <p:cNvSpPr>
            <a:spLocks noGrp="1" noChangeArrowheads="1"/>
            <a:extLst>
              <a:ext uri="smNativeData">
                <pr:smNativeData xmlns:pr="smNativeData" xmlns="smNativeData" val="SMDATA_15_c7cuahMAAAAlAAAAZAAAAA0AAAAAkAAAAEgAAACQAAAAS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8BAAAAf39/AAEAAABkAAAAAAAAABQAAABAHwAAAAAAACYAAAAAAAAAwOD//wAAAAAmAAAAZAAAABYAAABMAAAAAAAAAAAAAAAEAAAAAAAAAAEAAADn5uY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B/f38AAAAAA8zMzADAwP8Af39/AAAAAAAAAAAAAAAAAAAAAAAAAAAAIQAAABgAAAAUAAAAAAAAAG41AABIEgAAQDgAABAAAAAmAAAACAAAAL+PAAD/HwAA"/>
              </a:ext>
            </a:extLst>
          </p:cNvSpPr>
          <p:nvPr>
            <p:ph type="ftr" sz="quarter" idx="11"/>
          </p:nvPr>
        </p:nvSpPr>
        <p:spPr>
          <a:xfrm>
            <a:off x="0" y="8685530"/>
            <a:ext cx="2971800" cy="458470"/>
          </a:xfrm>
          <a:prstGeom prst="rect">
            <a:avLst/>
          </a:prstGeom>
          <a:noFill/>
          <a:ln>
            <a:noFill/>
          </a:ln>
        </p:spPr>
        <p:txBody>
          <a:bodyPr vert="horz" wrap="square" lIns="91440" tIns="45720" rIns="91440" bIns="45720" numCol="1" spcCol="215900" anchor="b">
            <a:prstTxWarp prst="textNoShape">
              <a:avLst/>
            </a:prstTxWarp>
          </a:bodyPr>
          <a:lstStyle>
            <a:lvl1pPr algn="l">
              <a:defRPr lang="de-de" sz="1200" cap="none"/>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p>
        </p:txBody>
      </p:sp>
      <p:sp>
        <p:nvSpPr>
          <p:cNvPr id="7" name="Foliennummernplatzhalter 6"/>
          <p:cNvSpPr>
            <a:spLocks noGrp="1" noChangeArrowheads="1"/>
            <a:extLst>
              <a:ext uri="smNativeData">
                <pr:smNativeData xmlns:pr="smNativeData" xmlns="smNativeData" val="SMDATA_15_c7cuahMAAAAlAAAAZAAAAA0AAAAAkAAAAEgAAACQAAAAS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8BAAAAf39/AAEAAABkAAAAAAAAABQAAABAHwAAAAAAACYAAAAAAAAAwOD//wAAAAAmAAAAZAAAABYAAABMAAAAAAAAAAAAAAAEAAAAAAAAAAEAAADn5uY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B/f38AAAAAA8zMzADAwP8Af39/AAAAAAAAAAAAAAAAAAAAAAAAAAAAIQAAABgAAAAUAAAA5hcAAG41AAAuKgAAQDgAABAAAAAmAAAACAAAAL+PAAD/HwAA"/>
              </a:ext>
            </a:extLst>
          </p:cNvSpPr>
          <p:nvPr>
            <p:ph type="sldNum" sz="quarter" idx="12"/>
          </p:nvPr>
        </p:nvSpPr>
        <p:spPr>
          <a:xfrm>
            <a:off x="3884930" y="8685530"/>
            <a:ext cx="2971800" cy="458470"/>
          </a:xfrm>
          <a:prstGeom prst="rect">
            <a:avLst/>
          </a:prstGeom>
          <a:noFill/>
          <a:ln>
            <a:noFill/>
          </a:ln>
        </p:spPr>
        <p:txBody>
          <a:bodyPr vert="horz" wrap="square" lIns="91440" tIns="45720" rIns="91440" bIns="45720" numCol="1" spcCol="215900" anchor="b">
            <a:prstTxWarp prst="textNoShape">
              <a:avLst/>
            </a:prstTxWarp>
          </a:bodyPr>
          <a:lstStyle>
            <a:lvl1pPr algn="r">
              <a:defRPr lang="de-de" sz="1200" cap="none"/>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fld id="{2A4D8817-59C7-187E-89F5-AF2BC6BB7FFA}" type="slidenum">
              <a:t>‹#›</a:t>
            </a:fld>
          </a:p>
        </p:txBody>
      </p:sp>
    </p:spTree>
  </p:cSld>
  <p:clrMap bg1="lt1" tx1="dk1" bg2="lt2" tx2="dk2" accent1="accent1" accent2="accent2" accent3="accent3" accent4="accent4" accent5="accent5" accent6="accent6" hlink="hlink" folHlink="folHlink"/>
  <p:hf hdr="0" ftr="0"/>
  <p:notesStyle>
    <a:lvl1pPr marL="0" marR="0" indent="0" algn="l" defTabSz="914400">
      <a:lnSpc>
        <a:spcPct val="100000"/>
      </a:lnSpc>
      <a:spcBef>
        <a:spcPts val="0"/>
      </a:spcBef>
      <a:spcAft>
        <a:spcPts val="0"/>
      </a:spcAft>
      <a:buNone/>
      <a:tabLst/>
      <a:defRPr lang="de-de" sz="1200" b="0" i="0" u="none" strike="noStrike" kern="1" cap="none" spc="0" baseline="0">
        <a:solidFill>
          <a:schemeClr val="tx1"/>
        </a:solidFill>
        <a:effectLst/>
        <a:latin typeface="Calibri" pitchFamily="2" charset="0"/>
        <a:ea typeface="Calibri" pitchFamily="2" charset="0"/>
        <a:cs typeface="Calibri" pitchFamily="2" charset="0"/>
      </a:defRPr>
    </a:lvl1pPr>
    <a:lvl2pPr marL="457200" marR="0" indent="0" algn="l" defTabSz="914400">
      <a:lnSpc>
        <a:spcPct val="100000"/>
      </a:lnSpc>
      <a:spcBef>
        <a:spcPts val="0"/>
      </a:spcBef>
      <a:spcAft>
        <a:spcPts val="0"/>
      </a:spcAft>
      <a:buNone/>
      <a:tabLst/>
      <a:defRPr lang="de-de" sz="1200" b="0" i="0" u="none" strike="noStrike" kern="1" cap="none" spc="0" baseline="0">
        <a:solidFill>
          <a:schemeClr val="tx1"/>
        </a:solidFill>
        <a:effectLst/>
        <a:latin typeface="Calibri" pitchFamily="2" charset="0"/>
        <a:ea typeface="Calibri" pitchFamily="2" charset="0"/>
        <a:cs typeface="Calibri" pitchFamily="2" charset="0"/>
      </a:defRPr>
    </a:lvl2pPr>
    <a:lvl3pPr marL="914400" marR="0" indent="0" algn="l" defTabSz="914400">
      <a:lnSpc>
        <a:spcPct val="100000"/>
      </a:lnSpc>
      <a:spcBef>
        <a:spcPts val="0"/>
      </a:spcBef>
      <a:spcAft>
        <a:spcPts val="0"/>
      </a:spcAft>
      <a:buNone/>
      <a:tabLst/>
      <a:defRPr lang="de-de" sz="1200" b="0" i="0" u="none" strike="noStrike" kern="1" cap="none" spc="0" baseline="0">
        <a:solidFill>
          <a:schemeClr val="tx1"/>
        </a:solidFill>
        <a:effectLst/>
        <a:latin typeface="Calibri" pitchFamily="2" charset="0"/>
        <a:ea typeface="Calibri" pitchFamily="2" charset="0"/>
        <a:cs typeface="Calibri" pitchFamily="2" charset="0"/>
      </a:defRPr>
    </a:lvl3pPr>
    <a:lvl4pPr marL="1371600" marR="0" indent="0" algn="l" defTabSz="914400">
      <a:lnSpc>
        <a:spcPct val="100000"/>
      </a:lnSpc>
      <a:spcBef>
        <a:spcPts val="0"/>
      </a:spcBef>
      <a:spcAft>
        <a:spcPts val="0"/>
      </a:spcAft>
      <a:buNone/>
      <a:tabLst/>
      <a:defRPr lang="de-de" sz="1200" b="0" i="0" u="none" strike="noStrike" kern="1" cap="none" spc="0" baseline="0">
        <a:solidFill>
          <a:schemeClr val="tx1"/>
        </a:solidFill>
        <a:effectLst/>
        <a:latin typeface="Calibri" pitchFamily="2" charset="0"/>
        <a:ea typeface="Calibri" pitchFamily="2" charset="0"/>
        <a:cs typeface="Calibri" pitchFamily="2" charset="0"/>
      </a:defRPr>
    </a:lvl4pPr>
    <a:lvl5pPr marL="1828800" marR="0" indent="0" algn="l" defTabSz="914400">
      <a:lnSpc>
        <a:spcPct val="100000"/>
      </a:lnSpc>
      <a:spcBef>
        <a:spcPts val="0"/>
      </a:spcBef>
      <a:spcAft>
        <a:spcPts val="0"/>
      </a:spcAft>
      <a:buNone/>
      <a:tabLst/>
      <a:defRPr lang="de-de" sz="1200" b="0" i="0" u="none" strike="noStrike" kern="1" cap="none" spc="0" baseline="0">
        <a:solidFill>
          <a:schemeClr val="tx1"/>
        </a:solidFill>
        <a:effectLst/>
        <a:latin typeface="Calibri" pitchFamily="2" charset="0"/>
        <a:ea typeface="Calibri" pitchFamily="2" charset="0"/>
        <a:cs typeface="Calibri" pitchFamily="2" charset="0"/>
      </a:defRPr>
    </a:lvl5pPr>
    <a:lvl6pPr marL="2286000" marR="0" indent="0" algn="l" defTabSz="914400">
      <a:lnSpc>
        <a:spcPct val="100000"/>
      </a:lnSpc>
      <a:spcBef>
        <a:spcPts val="0"/>
      </a:spcBef>
      <a:spcAft>
        <a:spcPts val="0"/>
      </a:spcAft>
      <a:buNone/>
      <a:tabLst/>
      <a:defRPr lang="de-de" sz="1200" b="0" i="0" u="none" strike="noStrike" kern="1" cap="none" spc="0" baseline="0">
        <a:solidFill>
          <a:schemeClr val="tx1"/>
        </a:solidFill>
        <a:effectLst/>
        <a:latin typeface="Calibri" pitchFamily="2" charset="0"/>
        <a:ea typeface="Calibri" pitchFamily="2" charset="0"/>
        <a:cs typeface="Calibri" pitchFamily="2" charset="0"/>
      </a:defRPr>
    </a:lvl6pPr>
    <a:lvl7pPr marL="2743200" marR="0" indent="0" algn="l" defTabSz="914400">
      <a:lnSpc>
        <a:spcPct val="100000"/>
      </a:lnSpc>
      <a:spcBef>
        <a:spcPts val="0"/>
      </a:spcBef>
      <a:spcAft>
        <a:spcPts val="0"/>
      </a:spcAft>
      <a:buNone/>
      <a:tabLst/>
      <a:defRPr lang="de-de" sz="1200" b="0" i="0" u="none" strike="noStrike" kern="1" cap="none" spc="0" baseline="0">
        <a:solidFill>
          <a:schemeClr val="tx1"/>
        </a:solidFill>
        <a:effectLst/>
        <a:latin typeface="Calibri" pitchFamily="2" charset="0"/>
        <a:ea typeface="Calibri" pitchFamily="2" charset="0"/>
        <a:cs typeface="Calibri" pitchFamily="2" charset="0"/>
      </a:defRPr>
    </a:lvl7pPr>
    <a:lvl8pPr marL="3200400" marR="0" indent="0" algn="l" defTabSz="914400">
      <a:lnSpc>
        <a:spcPct val="100000"/>
      </a:lnSpc>
      <a:spcBef>
        <a:spcPts val="0"/>
      </a:spcBef>
      <a:spcAft>
        <a:spcPts val="0"/>
      </a:spcAft>
      <a:buNone/>
      <a:tabLst/>
      <a:defRPr lang="de-de" sz="1200" b="0" i="0" u="none" strike="noStrike" kern="1" cap="none" spc="0" baseline="0">
        <a:solidFill>
          <a:schemeClr val="tx1"/>
        </a:solidFill>
        <a:effectLst/>
        <a:latin typeface="Calibri" pitchFamily="2" charset="0"/>
        <a:ea typeface="Calibri" pitchFamily="2" charset="0"/>
        <a:cs typeface="Calibri" pitchFamily="2" charset="0"/>
      </a:defRPr>
    </a:lvl8pPr>
    <a:lvl9pPr marL="3657600" marR="0" indent="0" algn="l" defTabSz="914400">
      <a:lnSpc>
        <a:spcPct val="100000"/>
      </a:lnSpc>
      <a:spcBef>
        <a:spcPts val="0"/>
      </a:spcBef>
      <a:spcAft>
        <a:spcPts val="0"/>
      </a:spcAft>
      <a:buNone/>
      <a:tabLst/>
      <a:defRPr lang="de-de" sz="1200" b="0" i="0" u="none" strike="noStrike" kern="1" cap="none" spc="0" baseline="0">
        <a:solidFill>
          <a:schemeClr val="tx1"/>
        </a:solidFill>
        <a:effectLst/>
        <a:latin typeface="Calibri" pitchFamily="2" charset="0"/>
        <a:ea typeface="Calibri" pitchFamily="2" charset="0"/>
        <a:cs typeface="Calibri" pitchFamily="2" charset="0"/>
      </a:defRPr>
    </a:lvl9pPr>
  </p:notesStyle>
</p:notesMaster>
</file>

<file path=ppt/notesSlides/_rels/notesSlide1.xml.rels><?xml version="1.0" encoding="UTF-8" standalone="yes" ?>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 Id="rId3" Type="http://schemas.openxmlformats.org/officeDocument/2006/relationships/themeOverride" Target="../theme/themeOverride1.xml"/></Relationships>
</file>

<file path=ppt/notesSlides/notesSlide1.xml><?xml version="1.0" encoding="utf-8"?>
<p:notes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Sp="0">
  <p:cSld>
    <p:bg>
      <p:bgPr>
        <a:solidFill>
          <a:schemeClr val="bg1"/>
        </a:solidFill>
        <a:effectLst/>
      </p:bgPr>
    </p:bg>
    <p:spTree>
      <p:nvGrpSpPr>
        <p:cNvPr id="1" name=""/>
        <p:cNvGrpSpPr/>
        <p:nvPr/>
      </p:nvGrpSpPr>
      <p:grpSpPr>
        <a:xfrm>
          <a:off x="0" y="0"/>
          <a:ext cx="0" cy="0"/>
          <a:chOff x="0" y="0"/>
          <a:chExt cx="0" cy="0"/>
        </a:xfrm>
      </p:grpSpPr>
      <p:sp>
        <p:nvSpPr>
          <p:cNvPr id="2" name="Slide Image Placeholder 1"/>
          <p:cNvSpPr>
            <a:spLocks noGrp="1" noChangeArrowheads="1"/>
            <a:extLst>
              <a:ext uri="smNativeData">
                <pr:smNativeData xmlns:pr="smNativeData" xmlns="smNativeData" val="SMDATA_15_c7cuahMAAAAlAAAAZAAAAC0AAAAAkAAAAEgAAACQAAAAS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B/f38AAAAAA8zMzADAwP8Af39/AAAAAAAAAAAAAAAAAAAAAAAAAAAAIQAAABgAAAAUAAAAOAQAAAgHAAD4JQAABBoAABAAAAAmAAAACAAAAAEAAAAAAAAA"/>
              </a:ext>
            </a:extLst>
          </p:cNvSpPr>
          <p:nvPr>
            <p:ph type="sldImg"/>
          </p:nvPr>
        </p:nvSpPr>
        <p:spPr>
          <a:xfrm>
            <a:off x="685800" y="1143000"/>
            <a:ext cx="5486400" cy="3086100"/>
          </a:xfrm>
        </p:spPr>
      </p:sp>
      <p:sp>
        <p:nvSpPr>
          <p:cNvPr id="3" name="Notes Placeholder 2"/>
          <p:cNvSpPr>
            <a:spLocks noGrp="1" noChangeArrowheads="1"/>
            <a:extLst>
              <a:ext uri="smNativeData">
                <pr:smNativeData xmlns:pr="smNativeData" xmlns="smNativeData" val="SMDATA_15_c7cuahMAAAAlAAAAZAAAAA0AAAAAkAAAAEgAAACQAAAAS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OAQAABIbAAD4JQAAODEAABAAAAAmAAAACAAAAAEAAAAAAAAA"/>
              </a:ext>
            </a:extLst>
          </p:cNvSpPr>
          <p:nvPr>
            <p:ph type="body" idx="1"/>
          </p:nvPr>
        </p:nvSpPr>
        <p:spPr>
          <a:xfrm>
            <a:off x="685800" y="4400550"/>
            <a:ext cx="5486400" cy="3600450"/>
          </a:xfrm>
        </p:spPr>
        <p:txBody>
          <a:bodyPr/>
          <a:lstStyle/>
          <a:p>
            <a:pPr>
              <a:defRPr lang="de-de"/>
            </a:pPr>
            <a:endParaRPr lang="en-us" cap="none"/>
          </a:p>
        </p:txBody>
      </p:sp>
      <p:sp>
        <p:nvSpPr>
          <p:cNvPr id="4" name="Slide Number Placeholder 3"/>
          <p:cNvSpPr>
            <a:spLocks noGrp="1" noChangeArrowheads="1"/>
            <a:extLst>
              <a:ext uri="smNativeData">
                <pr:smNativeData xmlns:pr="smNativeData" xmlns="smNativeData" val="SMDATA_15_c7cuahMAAAAlAAAAZAAAAA0AAAAAkAAAAEgAAACQAAAASAAAAAAAAAAC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5hcAAG41AAAuKgAAQDgAABAAAAAmAAAACAAAAAEAAAAAAAAA"/>
              </a:ext>
            </a:extLst>
          </p:cNvSpPr>
          <p:nvPr>
            <p:ph type="sldNum" sz="quarter" idx="12"/>
          </p:nvPr>
        </p:nvSpPr>
        <p:spPr>
          <a:xfrm>
            <a:off x="3884930" y="8685530"/>
            <a:ext cx="2971800" cy="458470"/>
          </a:xfrm>
        </p:spPr>
        <p:txBody>
          <a:bodyPr/>
          <a:lstStyle/>
          <a:p>
            <a:pPr>
              <a:defRPr lang="de-de"/>
            </a:pPr>
            <a:fld id="{2A4DB57F-31C7-1843-89F5-C716FBBB7F92}" type="slidenum">
              <a:t>24</a:t>
            </a:fld>
          </a:p>
        </p:txBody>
      </p:sp>
    </p:spTree>
  </p:cSld>
  <p:clrMapOvr>
    <a:overrideClrMapping bg1="lt1" tx1="dk1" bg2="lt2" tx2="dk2" accent1="accent1" accent2="accent2" accent3="accent3" accent4="accent4" accent5="accent5" accent6="accent6" hlink="hlink" folHlink="folHlink"/>
  </p:clrMapOvr>
</p:notes>
</file>

<file path=ppt/slideLayouts/_rels/slideLayout1.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3.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6.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8.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svg"/></Relationships>
</file>

<file path=ppt/slideLayouts/_rels/slideLayout11.xml.rels><?xml version="1.0" encoding="UTF-8" standalone="yes" ?>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2.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slideLayout1.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Sp="0" type="blank" preserve="1">
  <p:cSld name="Titelfolie Logo Farbe">
    <p:bg>
      <p:bgPr>
        <a:solidFill>
          <a:schemeClr val="bg1"/>
        </a:solidFill>
        <a:effectLst/>
      </p:bgPr>
    </p:bg>
    <p:spTree>
      <p:nvGrpSpPr>
        <p:cNvPr id="1" name=""/>
        <p:cNvGrpSpPr/>
        <p:nvPr/>
      </p:nvGrpSpPr>
      <p:grpSpPr>
        <a:xfrm>
          <a:off x="0" y="0"/>
          <a:ext cx="0" cy="0"/>
          <a:chOff x="0" y="0"/>
          <a:chExt cx="0" cy="0"/>
        </a:xfrm>
      </p:grpSpPr>
      <p:sp>
        <p:nvSpPr>
          <p:cNvPr id="2" name="Bildplatzhalter 67"/>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EAAAAAAAAA/tnJ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K/dPUQ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nJAAAAAAEAAAAAAAAAAAAAAAAAAAAAAAAAAAAAAAAAAAAAAAAAAAAAAAJ/f38AAAAAA8zMzADAwP8Af39/AAAAAAAAAAAAAAAAAAAAAAAAAAAAIQAAABgAAAAUAAAAAAAAAAAAAAAASwAAMCoAABAAAAAmAAAACAAAAAGAAAB/AAAA"/>
              </a:ext>
            </a:extLst>
          </p:cNvSpPr>
          <p:nvPr>
            <p:ph type="pic" sz="quarter" idx="21"/>
          </p:nvPr>
        </p:nvSpPr>
        <p:spPr>
          <a:xfrm>
            <a:off x="0" y="0"/>
            <a:ext cx="12192000" cy="6858000"/>
          </a:xfrm>
          <a:solidFill>
            <a:srgbClr val="FED9C9"/>
          </a:solidFill>
        </p:spPr>
        <p:txBody>
          <a:bodyPr/>
          <a:lstStyle/>
          <a:p>
            <a:pPr>
              <a:defRPr lang="de-de"/>
            </a:pPr>
          </a:p>
        </p:txBody>
      </p:sp>
      <p:sp>
        <p:nvSpPr>
          <p:cNvPr id="3" name="Untertitel 2"/>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4AMAAC8aAABoMQAAoSAAABAAAAAmAAAACAAAAD2AAAAAAAAA"/>
              </a:ext>
            </a:extLst>
          </p:cNvSpPr>
          <p:nvPr>
            <p:ph type="subTitle" idx="1"/>
          </p:nvPr>
        </p:nvSpPr>
        <p:spPr>
          <a:xfrm>
            <a:off x="629920" y="4256405"/>
            <a:ext cx="7401560" cy="1047750"/>
          </a:xfrm>
        </p:spPr>
        <p:txBody>
          <a:bodyPr vert="horz" wrap="square" lIns="0" tIns="0" rIns="0" bIns="0" numCol="1" spcCol="215900" anchor="t">
            <a:prstTxWarp prst="textNoShape">
              <a:avLst/>
            </a:prstTxWarp>
          </a:bodyPr>
          <a:lstStyle>
            <a:lvl1pPr marL="0" indent="0" algn="l">
              <a:lnSpc>
                <a:spcPct val="100000"/>
              </a:lnSpc>
              <a:spcBef>
                <a:spcPts val="0"/>
              </a:spcBef>
              <a:buNone/>
              <a:defRPr lang="de-de" sz="1600" b="1" cap="none">
                <a:solidFill>
                  <a:schemeClr val="bg1"/>
                </a:solidFill>
              </a:defRPr>
            </a:lvl1pPr>
            <a:lvl2pPr marL="457200" indent="0" algn="ctr">
              <a:buNone/>
              <a:defRPr lang="de-de" sz="2000" cap="none"/>
            </a:lvl2pPr>
            <a:lvl3pPr marL="914400" indent="0" algn="ctr">
              <a:buNone/>
              <a:defRPr lang="de-de" sz="1800" cap="none"/>
            </a:lvl3pPr>
            <a:lvl4pPr marL="1371600" indent="0" algn="ctr">
              <a:buNone/>
              <a:defRPr lang="de-de" sz="1600" cap="none"/>
            </a:lvl4pPr>
            <a:lvl5pPr marL="1828800" indent="0" algn="ctr">
              <a:buNone/>
              <a:defRPr lang="de-de" sz="1600" cap="none"/>
            </a:lvl5pPr>
            <a:lvl6pPr marL="2286000" indent="0" algn="ctr">
              <a:buNone/>
              <a:defRPr lang="de-de" sz="1600" cap="none"/>
            </a:lvl6pPr>
            <a:lvl7pPr marL="2743200" indent="0" algn="ctr">
              <a:buNone/>
              <a:defRPr lang="de-de" sz="1600" cap="none"/>
            </a:lvl7pPr>
            <a:lvl8pPr marL="3200400" indent="0" algn="ctr">
              <a:buNone/>
              <a:defRPr lang="de-de" sz="1600" cap="none"/>
            </a:lvl8pPr>
            <a:lvl9pPr marL="3657600" indent="0" algn="ctr">
              <a:buNone/>
              <a:defRPr lang="de-de" sz="1600" cap="none"/>
            </a:lvl9pPr>
          </a:lstStyle>
          <a:p>
            <a:pPr>
              <a:defRPr lang="de-de"/>
            </a:pPr>
            <a:r>
              <a:t>Master-Untertitelformat bearbeiten</a:t>
            </a:r>
          </a:p>
        </p:txBody>
      </p:sp>
      <p:sp>
        <p:nvSpPr>
          <p:cNvPr id="4" name="Titel 1"/>
          <p:cNvSpPr>
            <a:spLocks noGrp="1" noChangeArrowheads="1"/>
            <a:extLst>
              <a:ext uri="smNativeData">
                <pr:smNativeData xmlns:pr="smNativeData" xmlns="smNativeData" val="SMDATA_15_c7c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KMuceM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J/f38AAAAAA8zMzADAwP8Af39/AAAAAAAAAAAAAAAAAAAAAAAAAAAAIQAAABgAAAAUAAAA4AMAAKQGAABoMQAANRkAABAAAAAmAAAACAAAAD2AAAAAAAAA"/>
              </a:ext>
            </a:extLst>
          </p:cNvSpPr>
          <p:nvPr>
            <p:ph type="ctrTitle"/>
          </p:nvPr>
        </p:nvSpPr>
        <p:spPr>
          <a:xfrm>
            <a:off x="629920" y="1079500"/>
            <a:ext cx="7401560" cy="3018155"/>
          </a:xfrm>
        </p:spPr>
        <p:txBody>
          <a:bodyPr vert="horz" wrap="square" lIns="0" tIns="0" rIns="0" bIns="0" numCol="1" spcCol="215900" anchor="b">
            <a:prstTxWarp prst="textNoShape">
              <a:avLst/>
            </a:prstTxWarp>
          </a:bodyPr>
          <a:lstStyle>
            <a:lvl1pPr algn="l">
              <a:defRPr lang="de-de" sz="4000" cap="none">
                <a:solidFill>
                  <a:schemeClr val="bg1"/>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r>
              <a:t>Mastertitelformat bearbeiten</a:t>
            </a:r>
          </a:p>
        </p:txBody>
      </p:sp>
      <p:sp>
        <p:nvSpPr>
          <p:cNvPr id="5" name="Textplatzhalter 5"/>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ILsDSg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YTsAANQDAACZRwAAOwcAABAAAAAmAAAACAAAAAGAAAAAAAAA"/>
              </a:ext>
            </a:extLst>
          </p:cNvSpPr>
          <p:nvPr>
            <p:ph idx="10"/>
          </p:nvPr>
        </p:nvSpPr>
        <p:spPr>
          <a:xfrm>
            <a:off x="9652635" y="622300"/>
            <a:ext cx="1986280" cy="553085"/>
          </a:xfrm>
        </p:spPr>
        <p:txBody>
          <a:bodyPr/>
          <a:lstStyle>
            <a:lvl1pPr>
              <a:lnSpc>
                <a:spcPct val="94000"/>
              </a:lnSpc>
              <a:spcBef>
                <a:spcPts val="0"/>
              </a:spcBef>
              <a:defRPr lang="de-de" sz="1550" b="1" cap="none">
                <a:solidFill>
                  <a:schemeClr val="bg1"/>
                </a:solidFill>
              </a:defRPr>
            </a:lvl1pPr>
            <a:lvl2pPr marL="0" indent="0">
              <a:lnSpc>
                <a:spcPct val="94000"/>
              </a:lnSpc>
              <a:spcBef>
                <a:spcPts val="0"/>
              </a:spcBef>
              <a:buNone/>
              <a:defRPr lang="de-de" sz="1550" b="1" cap="none">
                <a:solidFill>
                  <a:schemeClr val="bg1"/>
                </a:solidFill>
              </a:defRPr>
            </a:lvl2pPr>
            <a:lvl3pPr marL="0" indent="0">
              <a:lnSpc>
                <a:spcPct val="94000"/>
              </a:lnSpc>
              <a:buNone/>
              <a:defRPr lang="de-de" sz="1550" b="1" cap="none">
                <a:solidFill>
                  <a:schemeClr val="bg1"/>
                </a:solidFill>
              </a:defRPr>
            </a:lvl3pPr>
            <a:lvl4pPr>
              <a:lnSpc>
                <a:spcPct val="94000"/>
              </a:lnSpc>
              <a:spcBef>
                <a:spcPts val="0"/>
              </a:spcBef>
              <a:defRPr lang="de-de" sz="1550" b="1" cap="none">
                <a:solidFill>
                  <a:schemeClr val="bg1"/>
                </a:solidFill>
              </a:defRPr>
            </a:lvl4pPr>
            <a:lvl5pPr>
              <a:lnSpc>
                <a:spcPct val="94000"/>
              </a:lnSpc>
              <a:spcBef>
                <a:spcPts val="0"/>
              </a:spcBef>
              <a:defRPr lang="de-de" sz="1550" b="1" cap="none">
                <a:solidFill>
                  <a:schemeClr val="bg1"/>
                </a:solidFill>
              </a:defRPr>
            </a:lvl5pPr>
            <a:lvl6pPr>
              <a:lnSpc>
                <a:spcPct val="94000"/>
              </a:lnSpc>
              <a:spcBef>
                <a:spcPts val="0"/>
              </a:spcBef>
              <a:defRPr lang="de-de" sz="1550" cap="none">
                <a:solidFill>
                  <a:schemeClr val="bg1"/>
                </a:solidFill>
              </a:defRPr>
            </a:lvl6pPr>
            <a:lvl7pPr>
              <a:lnSpc>
                <a:spcPct val="94000"/>
              </a:lnSpc>
              <a:spcBef>
                <a:spcPts val="0"/>
              </a:spcBef>
              <a:defRPr lang="de-de" sz="1550" cap="none">
                <a:solidFill>
                  <a:schemeClr val="bg1"/>
                </a:solidFill>
                <a:latin typeface="SRH" pitchFamily="0" charset="0"/>
                <a:ea typeface="SRH Headline" pitchFamily="0" charset="0"/>
                <a:cs typeface="SRH Headline" pitchFamily="0" charset="0"/>
              </a:defRPr>
            </a:lvl7pPr>
            <a:lvl8pPr>
              <a:lnSpc>
                <a:spcPct val="94000"/>
              </a:lnSpc>
              <a:spcBef>
                <a:spcPts val="0"/>
              </a:spcBef>
              <a:defRPr lang="de-de" sz="1550" cap="none">
                <a:solidFill>
                  <a:schemeClr val="bg1"/>
                </a:solidFill>
                <a:latin typeface="SRH" pitchFamily="0" charset="0"/>
                <a:ea typeface="SRH Text" pitchFamily="0" charset="0"/>
                <a:cs typeface="SRH Text" pitchFamily="0" charset="0"/>
              </a:defRPr>
            </a:lvl8pPr>
            <a:lvl9pPr>
              <a:lnSpc>
                <a:spcPct val="94000"/>
              </a:lnSpc>
              <a:spcBef>
                <a:spcPts val="0"/>
              </a:spcBef>
              <a:defRPr lang="de-de" sz="1550" b="1" cap="none">
                <a:solidFill>
                  <a:schemeClr val="bg1"/>
                </a:solidFill>
              </a:defRPr>
            </a:lvl9pPr>
          </a:lstStyle>
          <a:p>
            <a:pPr>
              <a:defRPr lang="de-de"/>
            </a:pPr>
            <a:r>
              <a:t>Mastertextformat bearbeiten</a:t>
            </a:r>
          </a:p>
        </p:txBody>
      </p:sp>
    </p:spTree>
  </p:cSld>
  <p:clrMapOvr>
    <a:masterClrMapping/>
  </p:clrMapOvr>
</p:sldLayout>
</file>

<file path=ppt/slideLayouts/slideLayout2.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Sp="0" type="blank" preserve="1">
  <p:cSld name="Titelfolie Logo weiß">
    <p:bg>
      <p:bgPr>
        <a:solidFill>
          <a:schemeClr val="bg1"/>
        </a:solidFill>
        <a:effectLst/>
      </p:bgPr>
    </p:bg>
    <p:spTree>
      <p:nvGrpSpPr>
        <p:cNvPr id="1" name=""/>
        <p:cNvGrpSpPr/>
        <p:nvPr/>
      </p:nvGrpSpPr>
      <p:grpSpPr>
        <a:xfrm>
          <a:off x="0" y="0"/>
          <a:ext cx="0" cy="0"/>
          <a:chOff x="0" y="0"/>
          <a:chExt cx="0" cy="0"/>
        </a:xfrm>
      </p:grpSpPr>
      <p:sp>
        <p:nvSpPr>
          <p:cNvPr id="2" name="Bildplatzhalter 67"/>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EAAAAAAAAA/tnJ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BMC0wE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nJAAAAAAEAAAAAAAAAAAAAAAAAAAAAAAAAAAAAAAAAAAAAAAAAAAAAAAJ/f38AAAAAA8zMzADAwP8Af39/AAAAAAAAAAAAAAAAAAAAAAAAAAAAIQAAABgAAAAUAAAAAAAAAAAAAAAASwAAMCoAABAAAAAmAAAACAAAAAGAAAB/AAAA"/>
              </a:ext>
            </a:extLst>
          </p:cNvSpPr>
          <p:nvPr>
            <p:ph type="pic" sz="quarter" idx="21"/>
          </p:nvPr>
        </p:nvSpPr>
        <p:spPr>
          <a:xfrm>
            <a:off x="0" y="0"/>
            <a:ext cx="12192000" cy="6858000"/>
          </a:xfrm>
          <a:solidFill>
            <a:srgbClr val="FED9C9"/>
          </a:solidFill>
        </p:spPr>
        <p:txBody>
          <a:bodyPr/>
          <a:lstStyle/>
          <a:p>
            <a:pPr>
              <a:defRPr lang="de-de"/>
            </a:pPr>
          </a:p>
        </p:txBody>
      </p:sp>
      <p:sp>
        <p:nvSpPr>
          <p:cNvPr id="3" name="Untertitel 2"/>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PHwXi0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4AMAAC8aAABoMQAAoSAAABAAAAAmAAAACAAAAD2AAAAAAAAA"/>
              </a:ext>
            </a:extLst>
          </p:cNvSpPr>
          <p:nvPr>
            <p:ph type="subTitle" idx="1"/>
          </p:nvPr>
        </p:nvSpPr>
        <p:spPr>
          <a:xfrm>
            <a:off x="629920" y="4256405"/>
            <a:ext cx="7401560" cy="1047750"/>
          </a:xfrm>
        </p:spPr>
        <p:txBody>
          <a:bodyPr vert="horz" wrap="square" lIns="0" tIns="0" rIns="0" bIns="0" numCol="1" spcCol="215900" anchor="t">
            <a:prstTxWarp prst="textNoShape">
              <a:avLst/>
            </a:prstTxWarp>
          </a:bodyPr>
          <a:lstStyle>
            <a:lvl1pPr marL="0" indent="0" algn="l">
              <a:lnSpc>
                <a:spcPct val="100000"/>
              </a:lnSpc>
              <a:spcBef>
                <a:spcPts val="0"/>
              </a:spcBef>
              <a:buNone/>
              <a:defRPr lang="de-de" sz="1600" b="1" cap="none">
                <a:solidFill>
                  <a:schemeClr val="bg1"/>
                </a:solidFill>
              </a:defRPr>
            </a:lvl1pPr>
            <a:lvl2pPr marL="457200" indent="0" algn="ctr">
              <a:buNone/>
              <a:defRPr lang="de-de" sz="2000" cap="none"/>
            </a:lvl2pPr>
            <a:lvl3pPr marL="914400" indent="0" algn="ctr">
              <a:buNone/>
              <a:defRPr lang="de-de" sz="1800" cap="none"/>
            </a:lvl3pPr>
            <a:lvl4pPr marL="1371600" indent="0" algn="ctr">
              <a:buNone/>
              <a:defRPr lang="de-de" sz="1600" cap="none"/>
            </a:lvl4pPr>
            <a:lvl5pPr marL="1828800" indent="0" algn="ctr">
              <a:buNone/>
              <a:defRPr lang="de-de" sz="1600" cap="none"/>
            </a:lvl5pPr>
            <a:lvl6pPr marL="2286000" indent="0" algn="ctr">
              <a:buNone/>
              <a:defRPr lang="de-de" sz="1600" cap="none"/>
            </a:lvl6pPr>
            <a:lvl7pPr marL="2743200" indent="0" algn="ctr">
              <a:buNone/>
              <a:defRPr lang="de-de" sz="1600" cap="none"/>
            </a:lvl7pPr>
            <a:lvl8pPr marL="3200400" indent="0" algn="ctr">
              <a:buNone/>
              <a:defRPr lang="de-de" sz="1600" cap="none"/>
            </a:lvl8pPr>
            <a:lvl9pPr marL="3657600" indent="0" algn="ctr">
              <a:buNone/>
              <a:defRPr lang="de-de" sz="1600" cap="none"/>
            </a:lvl9pPr>
          </a:lstStyle>
          <a:p>
            <a:pPr>
              <a:defRPr lang="de-de"/>
            </a:pPr>
            <a:r>
              <a:t>Master-Untertitelformat bearbeiten</a:t>
            </a:r>
          </a:p>
        </p:txBody>
      </p:sp>
      <p:sp>
        <p:nvSpPr>
          <p:cNvPr id="4" name="Titel 1"/>
          <p:cNvSpPr>
            <a:spLocks noGrp="1" noChangeArrowheads="1"/>
            <a:extLst>
              <a:ext uri="smNativeData">
                <pr:smNativeData xmlns:pr="smNativeData" xmlns="smNativeData" val="SMDATA_15_c7c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NExdzs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J/f38AAAAAA8zMzADAwP8Af39/AAAAAAAAAAAAAAAAAAAAAAAAAAAAIQAAABgAAAAUAAAA4AMAAKQGAABoMQAANRkAABAAAAAmAAAACAAAAD2AAAAAAAAA"/>
              </a:ext>
            </a:extLst>
          </p:cNvSpPr>
          <p:nvPr>
            <p:ph type="ctrTitle"/>
          </p:nvPr>
        </p:nvSpPr>
        <p:spPr>
          <a:xfrm>
            <a:off x="629920" y="1079500"/>
            <a:ext cx="7401560" cy="3018155"/>
          </a:xfrm>
        </p:spPr>
        <p:txBody>
          <a:bodyPr vert="horz" wrap="square" lIns="0" tIns="0" rIns="0" bIns="0" numCol="1" spcCol="215900" anchor="b">
            <a:prstTxWarp prst="textNoShape">
              <a:avLst/>
            </a:prstTxWarp>
          </a:bodyPr>
          <a:lstStyle>
            <a:lvl1pPr algn="l">
              <a:defRPr lang="de-de" sz="4000" cap="none">
                <a:solidFill>
                  <a:schemeClr val="bg1"/>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r>
              <a:t>Mastertitelformat bearbeiten</a:t>
            </a:r>
          </a:p>
        </p:txBody>
      </p:sp>
      <p:sp>
        <p:nvSpPr>
          <p:cNvPr id="5" name="Textplatzhalter 5"/>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Mv/3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YTsAANQDAACZRwAAOwcAABAAAAAmAAAACAAAAAGAAAAAAAAA"/>
              </a:ext>
            </a:extLst>
          </p:cNvSpPr>
          <p:nvPr>
            <p:ph idx="10"/>
          </p:nvPr>
        </p:nvSpPr>
        <p:spPr>
          <a:xfrm>
            <a:off x="9652635" y="622300"/>
            <a:ext cx="1986280" cy="553085"/>
          </a:xfrm>
        </p:spPr>
        <p:txBody>
          <a:bodyPr/>
          <a:lstStyle>
            <a:lvl1pPr>
              <a:lnSpc>
                <a:spcPct val="94000"/>
              </a:lnSpc>
              <a:spcBef>
                <a:spcPts val="0"/>
              </a:spcBef>
              <a:defRPr lang="de-de" sz="1550" b="1" cap="none">
                <a:solidFill>
                  <a:schemeClr val="bg1"/>
                </a:solidFill>
              </a:defRPr>
            </a:lvl1pPr>
            <a:lvl2pPr marL="0" indent="0">
              <a:lnSpc>
                <a:spcPct val="94000"/>
              </a:lnSpc>
              <a:spcBef>
                <a:spcPts val="0"/>
              </a:spcBef>
              <a:buNone/>
              <a:defRPr lang="de-de" sz="1550" b="1" cap="none">
                <a:solidFill>
                  <a:schemeClr val="bg1"/>
                </a:solidFill>
              </a:defRPr>
            </a:lvl2pPr>
            <a:lvl3pPr marL="0" indent="0">
              <a:lnSpc>
                <a:spcPct val="94000"/>
              </a:lnSpc>
              <a:buNone/>
              <a:defRPr lang="de-de" sz="1550" b="1" cap="none">
                <a:solidFill>
                  <a:schemeClr val="bg1"/>
                </a:solidFill>
              </a:defRPr>
            </a:lvl3pPr>
            <a:lvl4pPr>
              <a:lnSpc>
                <a:spcPct val="94000"/>
              </a:lnSpc>
              <a:spcBef>
                <a:spcPts val="0"/>
              </a:spcBef>
              <a:defRPr lang="de-de" sz="1550" b="1" cap="none">
                <a:solidFill>
                  <a:schemeClr val="bg1"/>
                </a:solidFill>
              </a:defRPr>
            </a:lvl4pPr>
            <a:lvl5pPr>
              <a:lnSpc>
                <a:spcPct val="94000"/>
              </a:lnSpc>
              <a:spcBef>
                <a:spcPts val="0"/>
              </a:spcBef>
              <a:defRPr lang="de-de" sz="1550" b="1" cap="none">
                <a:solidFill>
                  <a:schemeClr val="bg1"/>
                </a:solidFill>
              </a:defRPr>
            </a:lvl5pPr>
            <a:lvl6pPr>
              <a:lnSpc>
                <a:spcPct val="94000"/>
              </a:lnSpc>
              <a:spcBef>
                <a:spcPts val="0"/>
              </a:spcBef>
              <a:defRPr lang="de-de" sz="1550" cap="none">
                <a:solidFill>
                  <a:schemeClr val="bg1"/>
                </a:solidFill>
              </a:defRPr>
            </a:lvl6pPr>
            <a:lvl7pPr>
              <a:lnSpc>
                <a:spcPct val="94000"/>
              </a:lnSpc>
              <a:spcBef>
                <a:spcPts val="0"/>
              </a:spcBef>
              <a:defRPr lang="de-de" sz="1550" cap="none">
                <a:solidFill>
                  <a:schemeClr val="bg1"/>
                </a:solidFill>
                <a:latin typeface="SRH" pitchFamily="0" charset="0"/>
                <a:ea typeface="SRH Headline" pitchFamily="0" charset="0"/>
                <a:cs typeface="SRH Headline" pitchFamily="0" charset="0"/>
              </a:defRPr>
            </a:lvl7pPr>
            <a:lvl8pPr>
              <a:lnSpc>
                <a:spcPct val="94000"/>
              </a:lnSpc>
              <a:spcBef>
                <a:spcPts val="0"/>
              </a:spcBef>
              <a:defRPr lang="de-de" sz="1550" cap="none">
                <a:solidFill>
                  <a:schemeClr val="bg1"/>
                </a:solidFill>
                <a:latin typeface="SRH" pitchFamily="0" charset="0"/>
                <a:ea typeface="SRH Text" pitchFamily="0" charset="0"/>
                <a:cs typeface="SRH Text" pitchFamily="0" charset="0"/>
              </a:defRPr>
            </a:lvl8pPr>
            <a:lvl9pPr>
              <a:lnSpc>
                <a:spcPct val="94000"/>
              </a:lnSpc>
              <a:spcBef>
                <a:spcPts val="0"/>
              </a:spcBef>
              <a:defRPr lang="de-de" sz="1550" b="1" cap="none">
                <a:solidFill>
                  <a:schemeClr val="bg1"/>
                </a:solidFill>
              </a:defRPr>
            </a:lvl9pPr>
          </a:lstStyle>
          <a:p>
            <a:pPr>
              <a:defRPr lang="de-de"/>
            </a:pPr>
            <a:r>
              <a:t>Mastertextformat bearbeiten</a:t>
            </a:r>
          </a:p>
        </p:txBody>
      </p:sp>
      <p:sp>
        <p:nvSpPr>
          <p:cNvPr id="6" name="srh Logo"/>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EAAAACAAAA////AP///wgAAAAAAAAAAJlOl/u2wwdKnRfKeQoOcuoB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KiwKB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J/f38AAAAAA8zMzADAwP8Af39/AAAAAAAAAAAAAAAAAAAAAAAAAAAAIQAAABgAAAAUAAAA4AMAANECAAC2CQAAVQcAABAAAAAmAAAACAAAAIGgAAB/AAAA"/>
              </a:ext>
            </a:extLst>
          </p:cNvSpPr>
          <p:nvPr>
            <p:ph type="dgm" sz="quarter" idx="16"/>
          </p:nvPr>
        </p:nvSpPr>
        <p:spPr>
          <a:xfrm>
            <a:off x="629920" y="457835"/>
            <a:ext cx="948690" cy="734060"/>
          </a:xfrm>
          <a:blipFill>
            <a:blip r:embed="rId2">
              <a:extLst>
                <a:ext uri="{96DAC541-7B7A-43D3-8B79-37D633B846F1}">
                  <asvg:svgBlip xmlns:asvg="http://schemas.microsoft.com/office/drawing/2016/SVG/main" r:embed="rId3"/>
                </a:ext>
              </a:extLst>
            </a:blip>
            <a:srcRect/>
            <a:stretch/>
          </a:blipFill>
        </p:spPr>
        <p:txBody>
          <a:bodyPr vert="horz" wrap="square" lIns="0" tIns="0" rIns="0" bIns="0" numCol="1" spcCol="215900" anchor="ctr">
            <a:prstTxWarp prst="textNoShape">
              <a:avLst/>
            </a:prstTxWarp>
          </a:bodyPr>
          <a:lstStyle>
            <a:lvl1pPr>
              <a:defRPr lang="de-de" sz="100" cap="none"/>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p>
        </p:txBody>
      </p:sp>
    </p:spTree>
  </p:cSld>
  <p:clrMapOvr>
    <a:masterClrMapping/>
  </p:clrMapOvr>
</p:sldLayout>
</file>

<file path=ppt/slideLayouts/slideLayout3.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type="blank" preserve="1">
  <p:cSld name="2_Gliederung">
    <p:spTree>
      <p:nvGrpSpPr>
        <p:cNvPr id="1" name=""/>
        <p:cNvGrpSpPr/>
        <p:nvPr/>
      </p:nvGrpSpPr>
      <p:grpSpPr>
        <a:xfrm>
          <a:off x="0" y="0"/>
          <a:ext cx="0" cy="0"/>
          <a:chOff x="0" y="0"/>
          <a:chExt cx="0" cy="0"/>
        </a:xfrm>
      </p:grpSpPr>
      <p:sp>
        <p:nvSpPr>
          <p:cNvPr id="2" name="Logo-Fragment"/>
          <p:cNvSpPr>
            <a:extLst>
              <a:ext uri="smNativeData">
                <pr:smNativeData xmlns:pr="smNativeData" xmlns="smNativeData" val="SMDATA_15_c7cuahMAAAAlAAAACwAAAA0AAAAAdjIAAD0RAAAASwAAMCoAAAAAAAABAAAAAAAAAAEAAABQAAAAAAAAAAAA4D8AAAAAAADgPwAAAAAAAOA/AAAAAAAA4D8AAAAAAADgPwAAAAAAAOA/AAAAAAAA4D8AAAAAAADgPwAAAAAAAOA/AAAAAAAA4D8CAAAAjAAAAAEAAAAAAAAA7u3s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7u3sAAAAAAEAAAAAAAAAAAAAAAAAAAAAAAAAAAAAAAAAAAAAAAAAAAAAAAJ/f38AAAAAA8zMzADAwP8Af39/AAAAAAAAAAAAAAAAAAAAAAAAAAAAIQAAABgAAAAUAAAAdjIAAD0RAAAASwAAMCoAABAAAAAmAAAACAAAAP//////////"/>
              </a:ext>
            </a:extLst>
          </p:cNvSpPr>
          <p:nvPr/>
        </p:nvSpPr>
        <p:spPr>
          <a:xfrm>
            <a:off x="8202930" y="2802255"/>
            <a:ext cx="3989070" cy="4055745"/>
          </a:xfrm>
          <a:custGeom>
            <a:avLst/>
            <a:gdLst/>
            <a:ahLst/>
            <a:cxnLst/>
            <a:rect l="0" t="0" r="3989070" b="4055745"/>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a:noFill/>
          </a:ln>
          <a:effectLst/>
        </p:spPr>
        <p:txBody>
          <a:bodyPr vert="horz" wrap="square" lIns="8202930" tIns="2802255" rIns="12192000" bIns="6858000" numCol="1" spcCol="215900" anchor="ctr"/>
          <a:lstStyle/>
          <a:p>
            <a:pPr>
              <a:defRPr lang="de-de"/>
            </a:pPr>
          </a:p>
        </p:txBody>
      </p:sp>
      <p:sp>
        <p:nvSpPr>
          <p:cNvPr id="3" name="Foliennummernplatzhalter 5"/>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kkQAACgnAADBSAAAZykAABAAAAAmAAAACAAAAAAAAAAAAAAA"/>
              </a:ext>
            </a:extLst>
          </p:cNvSpPr>
          <p:nvPr>
            <p:ph type="sldNum" sz="quarter" idx="12"/>
          </p:nvPr>
        </p:nvSpPr>
        <p:spPr/>
        <p:txBody>
          <a:bodyPr/>
          <a:lstStyle/>
          <a:p>
            <a:pPr>
              <a:defRPr lang="de-de"/>
            </a:pPr>
            <a:fld id="{2A4DBBD6-98C7-184D-89F5-6E18F5BB7F3B}" type="slidenum">
              <a:t>‹#›</a:t>
            </a:fld>
          </a:p>
        </p:txBody>
      </p:sp>
      <p:sp>
        <p:nvSpPr>
          <p:cNvPr id="4" name="Fußzeilenplatzhalter 4"/>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HggAABonAAAUMAAAWSkAABAAAAAmAAAACAAAAAAAAAAAAAAA"/>
              </a:ext>
            </a:extLst>
          </p:cNvSpPr>
          <p:nvPr>
            <p:ph type="ftr" sz="quarter" idx="11"/>
          </p:nvPr>
        </p:nvSpPr>
        <p:spPr/>
        <p:txBody>
          <a:bodyPr/>
          <a:lstStyle/>
          <a:p>
            <a:pPr>
              <a:defRPr lang="de-de"/>
            </a:pPr>
            <a:r>
              <a:t>SRH Hochschule Heidelberg</a:t>
            </a:r>
          </a:p>
        </p:txBody>
      </p:sp>
      <p:sp>
        <p:nvSpPr>
          <p:cNvPr id="5" name="Datumsplatzhalter 3"/>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wIAABonAACkBwAAWSkAABAAAAAmAAAACAAAAAAAAAAAAAAA"/>
              </a:ext>
            </a:extLst>
          </p:cNvSpPr>
          <p:nvPr>
            <p:ph type="dt" sz="half" idx="10"/>
          </p:nvPr>
        </p:nvSpPr>
        <p:spPr/>
        <p:txBody>
          <a:bodyPr/>
          <a:lstStyle/>
          <a:p>
            <a:pPr>
              <a:defRPr lang="de-de"/>
            </a:pPr>
            <a:fld id="{2A4D88B7-F9C7-187E-89F5-0F2BC6BB7F5A}" type="datetime1">
              <a:rPr lang="en-ca" cap="none"/>
              <a:t>2025-09-13</a:t>
            </a:fld>
          </a:p>
        </p:txBody>
      </p:sp>
      <p:sp>
        <p:nvSpPr>
          <p:cNvPr id="6" name="Thema 10"/>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ykAANwdAADBSAAALCIAABAAAAAmAAAACAAAAAGAAAAAAAAA"/>
              </a:ext>
            </a:extLst>
          </p:cNvSpPr>
          <p:nvPr>
            <p:ph idx="32"/>
          </p:nvPr>
        </p:nvSpPr>
        <p:spPr>
          <a:xfrm>
            <a:off x="6773545" y="4853940"/>
            <a:ext cx="5053330" cy="701040"/>
          </a:xfrm>
        </p:spPr>
        <p:txBody>
          <a:bodyPr/>
          <a:lstStyle>
            <a:lvl1pPr defTabSz="914400">
              <a:lnSpc>
                <a:spcPct val="94000"/>
              </a:lnSpc>
              <a:spcBef>
                <a:spcPts val="0"/>
              </a:spcBef>
              <a:tabLst/>
              <a:defRPr lang="de-de" sz="2000" b="1" cap="none">
                <a:solidFill>
                  <a:schemeClr val="accent1"/>
                </a:solidFill>
                <a:latin typeface="SRH Text" pitchFamily="0" charset="0"/>
                <a:ea typeface="SRH Text" pitchFamily="0" charset="0"/>
                <a:cs typeface="SRH Text" pitchFamily="0" charset="0"/>
              </a:defRPr>
            </a:lvl1pPr>
            <a:lvl2pPr marL="0" indent="0" defTabSz="914400">
              <a:lnSpc>
                <a:spcPct val="94000"/>
              </a:lnSpc>
              <a:spcBef>
                <a:spcPts val="0"/>
              </a:spcBef>
              <a:buNone/>
              <a:tabLst/>
              <a:defRPr lang="de-de" sz="2000" b="0" cap="none">
                <a:solidFill>
                  <a:schemeClr val="tx1"/>
                </a:solidFill>
                <a:latin typeface="SRH Text" pitchFamily="0" charset="0"/>
                <a:ea typeface="SRH Text" pitchFamily="0" charset="0"/>
                <a:cs typeface="SRH Text" pitchFamily="0" charset="0"/>
              </a:defRPr>
            </a:lvl2pPr>
            <a:lvl3pPr marL="0" indent="0" defTabSz="914400">
              <a:lnSpc>
                <a:spcPct val="94000"/>
              </a:lnSpc>
              <a:buNone/>
              <a:tabLst>
                <a:tab pos="467995" algn="l"/>
              </a:tabLst>
              <a:defRPr lang="de-de" sz="2000" b="1" cap="none">
                <a:solidFill>
                  <a:schemeClr val="tx1"/>
                </a:solidFill>
                <a:latin typeface="SRH" pitchFamily="0" charset="0"/>
                <a:ea typeface="SRH Text" pitchFamily="0" charset="0"/>
                <a:cs typeface="SRH Text" pitchFamily="0" charset="0"/>
              </a:defRPr>
            </a:lvl3pPr>
            <a:lvl4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4pPr>
            <a:lvl5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5pPr>
            <a:lvl6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6pPr>
            <a:lvl7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7pPr>
            <a:lvl8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8pPr>
            <a:lvl9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9pPr>
          </a:lstStyle>
          <a:p>
            <a:pPr>
              <a:defRPr lang="de-de"/>
            </a:pPr>
            <a:r>
              <a:t>Thema</a:t>
            </a:r>
          </a:p>
          <a:p>
            <a:pPr lvl="1">
              <a:defRPr lang="de-de"/>
            </a:pPr>
            <a:r>
              <a:t>Beschreibung</a:t>
            </a:r>
          </a:p>
        </p:txBody>
      </p:sp>
      <p:sp>
        <p:nvSpPr>
          <p:cNvPr id="7" name="Zahl Thema 10"/>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myYAANwdAAA6KQAALCIAABAAAAAmAAAACAAAAAGAAAAAAAAA"/>
              </a:ext>
            </a:extLst>
          </p:cNvSpPr>
          <p:nvPr>
            <p:ph idx="33"/>
          </p:nvPr>
        </p:nvSpPr>
        <p:spPr>
          <a:xfrm>
            <a:off x="6275705" y="4853940"/>
            <a:ext cx="426085" cy="701040"/>
          </a:xfrm>
        </p:spPr>
        <p:txBody>
          <a:bodyPr/>
          <a:lstStyle>
            <a:lvl1pPr defTabSz="914400">
              <a:lnSpc>
                <a:spcPct val="94000"/>
              </a:lnSpc>
              <a:spcBef>
                <a:spcPts val="0"/>
              </a:spcBef>
              <a:tabLst/>
              <a:defRPr lang="de-de" sz="2000" b="1" cap="none">
                <a:solidFill>
                  <a:schemeClr val="accent1"/>
                </a:solidFill>
                <a:latin typeface="SRH Text" pitchFamily="0" charset="0"/>
                <a:ea typeface="SRH Text" pitchFamily="0" charset="0"/>
                <a:cs typeface="SRH Text" pitchFamily="0" charset="0"/>
              </a:defRPr>
            </a:lvl1pPr>
            <a:lvl2pPr marL="0" indent="0" defTabSz="914400">
              <a:lnSpc>
                <a:spcPct val="94000"/>
              </a:lnSpc>
              <a:spcBef>
                <a:spcPts val="0"/>
              </a:spcBef>
              <a:buNone/>
              <a:tabLst/>
              <a:defRPr lang="de-de" sz="2000" b="1" cap="none">
                <a:solidFill>
                  <a:schemeClr val="accent1"/>
                </a:solidFill>
                <a:latin typeface="SRH" pitchFamily="0" charset="0"/>
                <a:ea typeface="SRH Text" pitchFamily="0" charset="0"/>
                <a:cs typeface="SRH Text" pitchFamily="0" charset="0"/>
              </a:defRPr>
            </a:lvl2pPr>
            <a:lvl3pPr marL="0" indent="0" defTabSz="914400">
              <a:lnSpc>
                <a:spcPct val="94000"/>
              </a:lnSpc>
              <a:buNone/>
              <a:tabLst>
                <a:tab pos="467995" algn="l"/>
              </a:tabLst>
              <a:defRPr lang="de-de" sz="2000" b="1" cap="none">
                <a:solidFill>
                  <a:schemeClr val="tx1"/>
                </a:solidFill>
                <a:latin typeface="SRH" pitchFamily="0" charset="0"/>
                <a:ea typeface="SRH Text" pitchFamily="0" charset="0"/>
                <a:cs typeface="SRH Text" pitchFamily="0" charset="0"/>
              </a:defRPr>
            </a:lvl3pPr>
            <a:lvl4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4pPr>
            <a:lvl5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5pPr>
            <a:lvl6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6pPr>
            <a:lvl7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7pPr>
            <a:lvl8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8pPr>
            <a:lvl9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9pPr>
          </a:lstStyle>
          <a:p>
            <a:pPr>
              <a:defRPr lang="de-de"/>
            </a:pPr>
            <a:r>
              <a:t>00</a:t>
            </a:r>
          </a:p>
        </p:txBody>
      </p:sp>
      <p:sp>
        <p:nvSpPr>
          <p:cNvPr id="8" name="Thema 9"/>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ykAAA4ZAADBSAAAXR0AABAAAAAmAAAACAAAAAGAAAAAAAAA"/>
              </a:ext>
            </a:extLst>
          </p:cNvSpPr>
          <p:nvPr>
            <p:ph idx="30"/>
          </p:nvPr>
        </p:nvSpPr>
        <p:spPr>
          <a:xfrm>
            <a:off x="6773545" y="4072890"/>
            <a:ext cx="5053330" cy="700405"/>
          </a:xfrm>
        </p:spPr>
        <p:txBody>
          <a:bodyPr/>
          <a:lstStyle>
            <a:lvl1pPr defTabSz="914400">
              <a:lnSpc>
                <a:spcPct val="94000"/>
              </a:lnSpc>
              <a:spcBef>
                <a:spcPts val="0"/>
              </a:spcBef>
              <a:tabLst/>
              <a:defRPr lang="de-de" sz="2000" b="1" cap="none">
                <a:solidFill>
                  <a:schemeClr val="accent1"/>
                </a:solidFill>
                <a:latin typeface="SRH Text" pitchFamily="0" charset="0"/>
                <a:ea typeface="SRH Text" pitchFamily="0" charset="0"/>
                <a:cs typeface="SRH Text" pitchFamily="0" charset="0"/>
              </a:defRPr>
            </a:lvl1pPr>
            <a:lvl2pPr marL="0" indent="0" defTabSz="914400">
              <a:lnSpc>
                <a:spcPct val="94000"/>
              </a:lnSpc>
              <a:spcBef>
                <a:spcPts val="0"/>
              </a:spcBef>
              <a:buNone/>
              <a:tabLst/>
              <a:defRPr lang="de-de" sz="2000" b="0" cap="none">
                <a:solidFill>
                  <a:schemeClr val="tx1"/>
                </a:solidFill>
                <a:latin typeface="SRH Text" pitchFamily="0" charset="0"/>
                <a:ea typeface="SRH Text" pitchFamily="0" charset="0"/>
                <a:cs typeface="SRH Text" pitchFamily="0" charset="0"/>
              </a:defRPr>
            </a:lvl2pPr>
            <a:lvl3pPr marL="0" indent="0" defTabSz="914400">
              <a:lnSpc>
                <a:spcPct val="94000"/>
              </a:lnSpc>
              <a:buNone/>
              <a:tabLst>
                <a:tab pos="467995" algn="l"/>
              </a:tabLst>
              <a:defRPr lang="de-de" sz="2000" b="1" cap="none">
                <a:solidFill>
                  <a:schemeClr val="tx1"/>
                </a:solidFill>
                <a:latin typeface="SRH" pitchFamily="0" charset="0"/>
                <a:ea typeface="SRH Text" pitchFamily="0" charset="0"/>
                <a:cs typeface="SRH Text" pitchFamily="0" charset="0"/>
              </a:defRPr>
            </a:lvl3pPr>
            <a:lvl4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4pPr>
            <a:lvl5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5pPr>
            <a:lvl6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6pPr>
            <a:lvl7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7pPr>
            <a:lvl8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8pPr>
            <a:lvl9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9pPr>
          </a:lstStyle>
          <a:p>
            <a:pPr>
              <a:defRPr lang="de-de"/>
            </a:pPr>
            <a:r>
              <a:t>Thema</a:t>
            </a:r>
          </a:p>
          <a:p>
            <a:pPr lvl="1">
              <a:defRPr lang="de-de"/>
            </a:pPr>
            <a:r>
              <a:t>Beschreibung</a:t>
            </a:r>
          </a:p>
        </p:txBody>
      </p:sp>
      <p:sp>
        <p:nvSpPr>
          <p:cNvPr id="9" name="Zahl Thema 9"/>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myYAAA4ZAAA6KQAAXR0AABAAAAAmAAAACAAAAAGAAAAAAAAA"/>
              </a:ext>
            </a:extLst>
          </p:cNvSpPr>
          <p:nvPr>
            <p:ph idx="31"/>
          </p:nvPr>
        </p:nvSpPr>
        <p:spPr>
          <a:xfrm>
            <a:off x="6275705" y="4072890"/>
            <a:ext cx="426085" cy="700405"/>
          </a:xfrm>
        </p:spPr>
        <p:txBody>
          <a:bodyPr/>
          <a:lstStyle>
            <a:lvl1pPr defTabSz="914400">
              <a:lnSpc>
                <a:spcPct val="94000"/>
              </a:lnSpc>
              <a:spcBef>
                <a:spcPts val="0"/>
              </a:spcBef>
              <a:tabLst/>
              <a:defRPr lang="de-de" sz="2000" b="1" cap="none">
                <a:solidFill>
                  <a:schemeClr val="accent1"/>
                </a:solidFill>
                <a:latin typeface="SRH Text" pitchFamily="0" charset="0"/>
                <a:ea typeface="SRH Text" pitchFamily="0" charset="0"/>
                <a:cs typeface="SRH Text" pitchFamily="0" charset="0"/>
              </a:defRPr>
            </a:lvl1pPr>
            <a:lvl2pPr marL="0" indent="0" defTabSz="914400">
              <a:lnSpc>
                <a:spcPct val="94000"/>
              </a:lnSpc>
              <a:spcBef>
                <a:spcPts val="0"/>
              </a:spcBef>
              <a:buNone/>
              <a:tabLst/>
              <a:defRPr lang="de-de" sz="2000" b="1" cap="none">
                <a:solidFill>
                  <a:schemeClr val="accent1"/>
                </a:solidFill>
                <a:latin typeface="SRH" pitchFamily="0" charset="0"/>
                <a:ea typeface="SRH Text" pitchFamily="0" charset="0"/>
                <a:cs typeface="SRH Text" pitchFamily="0" charset="0"/>
              </a:defRPr>
            </a:lvl2pPr>
            <a:lvl3pPr marL="0" indent="0" defTabSz="914400">
              <a:lnSpc>
                <a:spcPct val="94000"/>
              </a:lnSpc>
              <a:buNone/>
              <a:tabLst>
                <a:tab pos="467995" algn="l"/>
              </a:tabLst>
              <a:defRPr lang="de-de" sz="2000" b="1" cap="none">
                <a:solidFill>
                  <a:schemeClr val="tx1"/>
                </a:solidFill>
                <a:latin typeface="SRH" pitchFamily="0" charset="0"/>
                <a:ea typeface="SRH Text" pitchFamily="0" charset="0"/>
                <a:cs typeface="SRH Text" pitchFamily="0" charset="0"/>
              </a:defRPr>
            </a:lvl3pPr>
            <a:lvl4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4pPr>
            <a:lvl5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5pPr>
            <a:lvl6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6pPr>
            <a:lvl7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7pPr>
            <a:lvl8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8pPr>
            <a:lvl9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9pPr>
          </a:lstStyle>
          <a:p>
            <a:pPr>
              <a:defRPr lang="de-de"/>
            </a:pPr>
            <a:r>
              <a:t>00</a:t>
            </a:r>
          </a:p>
        </p:txBody>
      </p:sp>
      <p:sp>
        <p:nvSpPr>
          <p:cNvPr id="10" name="Thema 8"/>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ykAAD8UAADBSAAAjhgAABAAAAAmAAAACAAAAAGAAAAAAAAA"/>
              </a:ext>
            </a:extLst>
          </p:cNvSpPr>
          <p:nvPr>
            <p:ph idx="28"/>
          </p:nvPr>
        </p:nvSpPr>
        <p:spPr>
          <a:xfrm>
            <a:off x="6773545" y="3291205"/>
            <a:ext cx="5053330" cy="700405"/>
          </a:xfrm>
        </p:spPr>
        <p:txBody>
          <a:bodyPr/>
          <a:lstStyle>
            <a:lvl1pPr defTabSz="914400">
              <a:lnSpc>
                <a:spcPct val="94000"/>
              </a:lnSpc>
              <a:spcBef>
                <a:spcPts val="0"/>
              </a:spcBef>
              <a:tabLst/>
              <a:defRPr lang="de-de" sz="2000" b="1" cap="none">
                <a:solidFill>
                  <a:schemeClr val="accent1"/>
                </a:solidFill>
                <a:latin typeface="SRH Text" pitchFamily="0" charset="0"/>
                <a:ea typeface="SRH Text" pitchFamily="0" charset="0"/>
                <a:cs typeface="SRH Text" pitchFamily="0" charset="0"/>
              </a:defRPr>
            </a:lvl1pPr>
            <a:lvl2pPr marL="0" indent="0" defTabSz="914400">
              <a:lnSpc>
                <a:spcPct val="94000"/>
              </a:lnSpc>
              <a:spcBef>
                <a:spcPts val="0"/>
              </a:spcBef>
              <a:buNone/>
              <a:tabLst/>
              <a:defRPr lang="de-de" sz="2000" b="0" cap="none">
                <a:solidFill>
                  <a:schemeClr val="tx1"/>
                </a:solidFill>
                <a:latin typeface="SRH Text" pitchFamily="0" charset="0"/>
                <a:ea typeface="SRH Text" pitchFamily="0" charset="0"/>
                <a:cs typeface="SRH Text" pitchFamily="0" charset="0"/>
              </a:defRPr>
            </a:lvl2pPr>
            <a:lvl3pPr marL="0" indent="0" defTabSz="914400">
              <a:lnSpc>
                <a:spcPct val="94000"/>
              </a:lnSpc>
              <a:buNone/>
              <a:tabLst>
                <a:tab pos="467995" algn="l"/>
              </a:tabLst>
              <a:defRPr lang="de-de" sz="2000" b="1" cap="none">
                <a:solidFill>
                  <a:schemeClr val="tx1"/>
                </a:solidFill>
                <a:latin typeface="SRH" pitchFamily="0" charset="0"/>
                <a:ea typeface="SRH Text" pitchFamily="0" charset="0"/>
                <a:cs typeface="SRH Text" pitchFamily="0" charset="0"/>
              </a:defRPr>
            </a:lvl3pPr>
            <a:lvl4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4pPr>
            <a:lvl5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5pPr>
            <a:lvl6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6pPr>
            <a:lvl7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7pPr>
            <a:lvl8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8pPr>
            <a:lvl9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9pPr>
          </a:lstStyle>
          <a:p>
            <a:pPr>
              <a:defRPr lang="de-de"/>
            </a:pPr>
            <a:r>
              <a:t>Thema</a:t>
            </a:r>
          </a:p>
          <a:p>
            <a:pPr lvl="1">
              <a:defRPr lang="de-de"/>
            </a:pPr>
            <a:r>
              <a:t>Beschreibung</a:t>
            </a:r>
          </a:p>
        </p:txBody>
      </p:sp>
      <p:sp>
        <p:nvSpPr>
          <p:cNvPr id="11" name="Zahl Thema 8"/>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myYAAD8UAAA6KQAAjhgAABAAAAAmAAAACAAAAAGAAAAAAAAA"/>
              </a:ext>
            </a:extLst>
          </p:cNvSpPr>
          <p:nvPr>
            <p:ph idx="29"/>
          </p:nvPr>
        </p:nvSpPr>
        <p:spPr>
          <a:xfrm>
            <a:off x="6275705" y="3291205"/>
            <a:ext cx="426085" cy="700405"/>
          </a:xfrm>
        </p:spPr>
        <p:txBody>
          <a:bodyPr/>
          <a:lstStyle>
            <a:lvl1pPr defTabSz="914400">
              <a:lnSpc>
                <a:spcPct val="94000"/>
              </a:lnSpc>
              <a:spcBef>
                <a:spcPts val="0"/>
              </a:spcBef>
              <a:tabLst/>
              <a:defRPr lang="de-de" sz="2000" b="1" cap="none">
                <a:solidFill>
                  <a:schemeClr val="accent1"/>
                </a:solidFill>
                <a:latin typeface="SRH Text" pitchFamily="0" charset="0"/>
                <a:ea typeface="SRH Text" pitchFamily="0" charset="0"/>
                <a:cs typeface="SRH Text" pitchFamily="0" charset="0"/>
              </a:defRPr>
            </a:lvl1pPr>
            <a:lvl2pPr marL="0" indent="0" defTabSz="914400">
              <a:lnSpc>
                <a:spcPct val="94000"/>
              </a:lnSpc>
              <a:spcBef>
                <a:spcPts val="0"/>
              </a:spcBef>
              <a:buNone/>
              <a:tabLst/>
              <a:defRPr lang="de-de" sz="2000" b="1" cap="none">
                <a:solidFill>
                  <a:schemeClr val="accent1"/>
                </a:solidFill>
                <a:latin typeface="SRH" pitchFamily="0" charset="0"/>
                <a:ea typeface="SRH Text" pitchFamily="0" charset="0"/>
                <a:cs typeface="SRH Text" pitchFamily="0" charset="0"/>
              </a:defRPr>
            </a:lvl2pPr>
            <a:lvl3pPr marL="0" indent="0" defTabSz="914400">
              <a:lnSpc>
                <a:spcPct val="94000"/>
              </a:lnSpc>
              <a:buNone/>
              <a:tabLst>
                <a:tab pos="467995" algn="l"/>
              </a:tabLst>
              <a:defRPr lang="de-de" sz="2000" b="1" cap="none">
                <a:solidFill>
                  <a:schemeClr val="tx1"/>
                </a:solidFill>
                <a:latin typeface="SRH" pitchFamily="0" charset="0"/>
                <a:ea typeface="SRH Text" pitchFamily="0" charset="0"/>
                <a:cs typeface="SRH Text" pitchFamily="0" charset="0"/>
              </a:defRPr>
            </a:lvl3pPr>
            <a:lvl4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4pPr>
            <a:lvl5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5pPr>
            <a:lvl6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6pPr>
            <a:lvl7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7pPr>
            <a:lvl8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8pPr>
            <a:lvl9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9pPr>
          </a:lstStyle>
          <a:p>
            <a:pPr>
              <a:defRPr lang="de-de"/>
            </a:pPr>
            <a:r>
              <a:t>00</a:t>
            </a:r>
          </a:p>
        </p:txBody>
      </p:sp>
      <p:sp>
        <p:nvSpPr>
          <p:cNvPr id="12" name="Thema 7"/>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ykAAHAPAADBSAAAvxMAABAAAAAmAAAACAAAAAGAAAAAAAAA"/>
              </a:ext>
            </a:extLst>
          </p:cNvSpPr>
          <p:nvPr>
            <p:ph idx="26"/>
          </p:nvPr>
        </p:nvSpPr>
        <p:spPr>
          <a:xfrm>
            <a:off x="6773545" y="2509520"/>
            <a:ext cx="5053330" cy="700405"/>
          </a:xfrm>
        </p:spPr>
        <p:txBody>
          <a:bodyPr/>
          <a:lstStyle>
            <a:lvl1pPr defTabSz="914400">
              <a:lnSpc>
                <a:spcPct val="94000"/>
              </a:lnSpc>
              <a:spcBef>
                <a:spcPts val="0"/>
              </a:spcBef>
              <a:tabLst/>
              <a:defRPr lang="de-de" sz="2000" b="1" cap="none">
                <a:solidFill>
                  <a:schemeClr val="accent1"/>
                </a:solidFill>
                <a:latin typeface="SRH Text" pitchFamily="0" charset="0"/>
                <a:ea typeface="SRH Text" pitchFamily="0" charset="0"/>
                <a:cs typeface="SRH Text" pitchFamily="0" charset="0"/>
              </a:defRPr>
            </a:lvl1pPr>
            <a:lvl2pPr marL="0" indent="0" defTabSz="914400">
              <a:lnSpc>
                <a:spcPct val="94000"/>
              </a:lnSpc>
              <a:spcBef>
                <a:spcPts val="0"/>
              </a:spcBef>
              <a:buNone/>
              <a:tabLst/>
              <a:defRPr lang="de-de" sz="2000" b="0" cap="none">
                <a:solidFill>
                  <a:schemeClr val="tx1"/>
                </a:solidFill>
                <a:latin typeface="SRH Text" pitchFamily="0" charset="0"/>
                <a:ea typeface="SRH Text" pitchFamily="0" charset="0"/>
                <a:cs typeface="SRH Text" pitchFamily="0" charset="0"/>
              </a:defRPr>
            </a:lvl2pPr>
            <a:lvl3pPr marL="0" indent="0" defTabSz="914400">
              <a:lnSpc>
                <a:spcPct val="94000"/>
              </a:lnSpc>
              <a:buNone/>
              <a:tabLst>
                <a:tab pos="467995" algn="l"/>
              </a:tabLst>
              <a:defRPr lang="de-de" sz="2000" b="1" cap="none">
                <a:solidFill>
                  <a:schemeClr val="tx1"/>
                </a:solidFill>
                <a:latin typeface="SRH" pitchFamily="0" charset="0"/>
                <a:ea typeface="SRH Text" pitchFamily="0" charset="0"/>
                <a:cs typeface="SRH Text" pitchFamily="0" charset="0"/>
              </a:defRPr>
            </a:lvl3pPr>
            <a:lvl4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4pPr>
            <a:lvl5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5pPr>
            <a:lvl6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6pPr>
            <a:lvl7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7pPr>
            <a:lvl8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8pPr>
            <a:lvl9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9pPr>
          </a:lstStyle>
          <a:p>
            <a:pPr>
              <a:defRPr lang="de-de"/>
            </a:pPr>
            <a:r>
              <a:t>Thema</a:t>
            </a:r>
          </a:p>
          <a:p>
            <a:pPr lvl="1">
              <a:defRPr lang="de-de"/>
            </a:pPr>
            <a:r>
              <a:t>Beschreibung</a:t>
            </a:r>
          </a:p>
        </p:txBody>
      </p:sp>
      <p:sp>
        <p:nvSpPr>
          <p:cNvPr id="13" name="Zahl Thema 7"/>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myYAAHAPAAA6KQAAvxMAABAAAAAmAAAACAAAAAGAAAAAAAAA"/>
              </a:ext>
            </a:extLst>
          </p:cNvSpPr>
          <p:nvPr>
            <p:ph idx="27"/>
          </p:nvPr>
        </p:nvSpPr>
        <p:spPr>
          <a:xfrm>
            <a:off x="6275705" y="2509520"/>
            <a:ext cx="426085" cy="700405"/>
          </a:xfrm>
        </p:spPr>
        <p:txBody>
          <a:bodyPr/>
          <a:lstStyle>
            <a:lvl1pPr defTabSz="914400">
              <a:lnSpc>
                <a:spcPct val="94000"/>
              </a:lnSpc>
              <a:spcBef>
                <a:spcPts val="0"/>
              </a:spcBef>
              <a:tabLst/>
              <a:defRPr lang="de-de" sz="2000" b="1" cap="none">
                <a:solidFill>
                  <a:schemeClr val="accent1"/>
                </a:solidFill>
                <a:latin typeface="SRH Text" pitchFamily="0" charset="0"/>
                <a:ea typeface="SRH Text" pitchFamily="0" charset="0"/>
                <a:cs typeface="SRH Text" pitchFamily="0" charset="0"/>
              </a:defRPr>
            </a:lvl1pPr>
            <a:lvl2pPr marL="0" indent="0" defTabSz="914400">
              <a:lnSpc>
                <a:spcPct val="94000"/>
              </a:lnSpc>
              <a:spcBef>
                <a:spcPts val="0"/>
              </a:spcBef>
              <a:buNone/>
              <a:tabLst/>
              <a:defRPr lang="de-de" sz="2000" b="1" cap="none">
                <a:solidFill>
                  <a:schemeClr val="accent1"/>
                </a:solidFill>
                <a:latin typeface="SRH" pitchFamily="0" charset="0"/>
                <a:ea typeface="SRH Text" pitchFamily="0" charset="0"/>
                <a:cs typeface="SRH Text" pitchFamily="0" charset="0"/>
              </a:defRPr>
            </a:lvl2pPr>
            <a:lvl3pPr marL="0" indent="0" defTabSz="914400">
              <a:lnSpc>
                <a:spcPct val="94000"/>
              </a:lnSpc>
              <a:buNone/>
              <a:tabLst>
                <a:tab pos="467995" algn="l"/>
              </a:tabLst>
              <a:defRPr lang="de-de" sz="2000" b="1" cap="none">
                <a:solidFill>
                  <a:schemeClr val="tx1"/>
                </a:solidFill>
                <a:latin typeface="SRH" pitchFamily="0" charset="0"/>
                <a:ea typeface="SRH Text" pitchFamily="0" charset="0"/>
                <a:cs typeface="SRH Text" pitchFamily="0" charset="0"/>
              </a:defRPr>
            </a:lvl3pPr>
            <a:lvl4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4pPr>
            <a:lvl5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5pPr>
            <a:lvl6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6pPr>
            <a:lvl7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7pPr>
            <a:lvl8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8pPr>
            <a:lvl9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9pPr>
          </a:lstStyle>
          <a:p>
            <a:pPr>
              <a:defRPr lang="de-de"/>
            </a:pPr>
            <a:r>
              <a:t>00</a:t>
            </a:r>
          </a:p>
        </p:txBody>
      </p:sp>
      <p:sp>
        <p:nvSpPr>
          <p:cNvPr id="14" name="Thema 6"/>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ykAAKEKAADBSAAA8Q4AABAAAAAmAAAACAAAAAGAAAAAAAAA"/>
              </a:ext>
            </a:extLst>
          </p:cNvSpPr>
          <p:nvPr>
            <p:ph idx="25"/>
          </p:nvPr>
        </p:nvSpPr>
        <p:spPr>
          <a:xfrm>
            <a:off x="6773545" y="1727835"/>
            <a:ext cx="5053330" cy="701040"/>
          </a:xfrm>
        </p:spPr>
        <p:txBody>
          <a:bodyPr/>
          <a:lstStyle>
            <a:lvl1pPr defTabSz="914400">
              <a:lnSpc>
                <a:spcPct val="94000"/>
              </a:lnSpc>
              <a:spcBef>
                <a:spcPts val="0"/>
              </a:spcBef>
              <a:tabLst/>
              <a:defRPr lang="de-de" sz="2000" b="1" cap="none">
                <a:solidFill>
                  <a:schemeClr val="accent1"/>
                </a:solidFill>
                <a:latin typeface="SRH Text" pitchFamily="0" charset="0"/>
                <a:ea typeface="SRH Text" pitchFamily="0" charset="0"/>
                <a:cs typeface="SRH Text" pitchFamily="0" charset="0"/>
              </a:defRPr>
            </a:lvl1pPr>
            <a:lvl2pPr marL="0" indent="0" defTabSz="914400">
              <a:lnSpc>
                <a:spcPct val="94000"/>
              </a:lnSpc>
              <a:spcBef>
                <a:spcPts val="0"/>
              </a:spcBef>
              <a:buNone/>
              <a:tabLst/>
              <a:defRPr lang="de-de" sz="2000" b="0" cap="none">
                <a:solidFill>
                  <a:schemeClr val="tx1"/>
                </a:solidFill>
                <a:latin typeface="SRH Text" pitchFamily="0" charset="0"/>
                <a:ea typeface="SRH Text" pitchFamily="0" charset="0"/>
                <a:cs typeface="SRH Text" pitchFamily="0" charset="0"/>
              </a:defRPr>
            </a:lvl2pPr>
            <a:lvl3pPr marL="0" indent="0" defTabSz="914400">
              <a:lnSpc>
                <a:spcPct val="94000"/>
              </a:lnSpc>
              <a:buNone/>
              <a:tabLst>
                <a:tab pos="467995" algn="l"/>
              </a:tabLst>
              <a:defRPr lang="de-de" sz="2000" b="1" cap="none">
                <a:solidFill>
                  <a:schemeClr val="tx1"/>
                </a:solidFill>
                <a:latin typeface="SRH" pitchFamily="0" charset="0"/>
                <a:ea typeface="SRH Text" pitchFamily="0" charset="0"/>
                <a:cs typeface="SRH Text" pitchFamily="0" charset="0"/>
              </a:defRPr>
            </a:lvl3pPr>
            <a:lvl4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4pPr>
            <a:lvl5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5pPr>
            <a:lvl6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6pPr>
            <a:lvl7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7pPr>
            <a:lvl8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8pPr>
            <a:lvl9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9pPr>
          </a:lstStyle>
          <a:p>
            <a:pPr>
              <a:defRPr lang="de-de"/>
            </a:pPr>
            <a:r>
              <a:t>Thema</a:t>
            </a:r>
          </a:p>
          <a:p>
            <a:pPr lvl="1">
              <a:defRPr lang="de-de"/>
            </a:pPr>
            <a:r>
              <a:t>Beschreibung</a:t>
            </a:r>
          </a:p>
        </p:txBody>
      </p:sp>
      <p:sp>
        <p:nvSpPr>
          <p:cNvPr id="15" name="Zahl Thema 6"/>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myYAAKEKAAA6KQAA8Q4AABAAAAAmAAAACAAAAAGAAAAAAAAA"/>
              </a:ext>
            </a:extLst>
          </p:cNvSpPr>
          <p:nvPr>
            <p:ph idx="24"/>
          </p:nvPr>
        </p:nvSpPr>
        <p:spPr>
          <a:xfrm>
            <a:off x="6275705" y="1727835"/>
            <a:ext cx="426085" cy="701040"/>
          </a:xfrm>
        </p:spPr>
        <p:txBody>
          <a:bodyPr/>
          <a:lstStyle>
            <a:lvl1pPr defTabSz="914400">
              <a:lnSpc>
                <a:spcPct val="94000"/>
              </a:lnSpc>
              <a:spcBef>
                <a:spcPts val="0"/>
              </a:spcBef>
              <a:tabLst/>
              <a:defRPr lang="de-de" sz="2000" b="1" cap="none">
                <a:solidFill>
                  <a:schemeClr val="accent1"/>
                </a:solidFill>
                <a:latin typeface="SRH Text" pitchFamily="0" charset="0"/>
                <a:ea typeface="SRH Text" pitchFamily="0" charset="0"/>
                <a:cs typeface="SRH Text" pitchFamily="0" charset="0"/>
              </a:defRPr>
            </a:lvl1pPr>
            <a:lvl2pPr marL="0" indent="0" defTabSz="914400">
              <a:lnSpc>
                <a:spcPct val="94000"/>
              </a:lnSpc>
              <a:spcBef>
                <a:spcPts val="0"/>
              </a:spcBef>
              <a:buNone/>
              <a:tabLst/>
              <a:defRPr lang="de-de" sz="2000" b="1" cap="none">
                <a:solidFill>
                  <a:schemeClr val="accent1"/>
                </a:solidFill>
                <a:latin typeface="SRH" pitchFamily="0" charset="0"/>
                <a:ea typeface="SRH Text" pitchFamily="0" charset="0"/>
                <a:cs typeface="SRH Text" pitchFamily="0" charset="0"/>
              </a:defRPr>
            </a:lvl2pPr>
            <a:lvl3pPr marL="0" indent="0" defTabSz="914400">
              <a:lnSpc>
                <a:spcPct val="94000"/>
              </a:lnSpc>
              <a:buNone/>
              <a:tabLst>
                <a:tab pos="467995" algn="l"/>
              </a:tabLst>
              <a:defRPr lang="de-de" sz="2000" b="1" cap="none">
                <a:solidFill>
                  <a:schemeClr val="tx1"/>
                </a:solidFill>
                <a:latin typeface="SRH" pitchFamily="0" charset="0"/>
                <a:ea typeface="SRH Text" pitchFamily="0" charset="0"/>
                <a:cs typeface="SRH Text" pitchFamily="0" charset="0"/>
              </a:defRPr>
            </a:lvl3pPr>
            <a:lvl4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4pPr>
            <a:lvl5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5pPr>
            <a:lvl6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6pPr>
            <a:lvl7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7pPr>
            <a:lvl8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8pPr>
            <a:lvl9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9pPr>
          </a:lstStyle>
          <a:p>
            <a:pPr>
              <a:defRPr lang="de-de"/>
            </a:pPr>
            <a:r>
              <a:t>00</a:t>
            </a:r>
          </a:p>
        </p:txBody>
      </p:sp>
      <p:sp>
        <p:nvSpPr>
          <p:cNvPr id="16" name="Thema 5"/>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TgUAANwdAABlJAAALCIAABAAAAAmAAAACAAAAAGAAAAAAAAA"/>
              </a:ext>
            </a:extLst>
          </p:cNvSpPr>
          <p:nvPr>
            <p:ph idx="23"/>
          </p:nvPr>
        </p:nvSpPr>
        <p:spPr>
          <a:xfrm>
            <a:off x="862330" y="4853940"/>
            <a:ext cx="5053965" cy="701040"/>
          </a:xfrm>
        </p:spPr>
        <p:txBody>
          <a:bodyPr/>
          <a:lstStyle>
            <a:lvl1pPr defTabSz="914400">
              <a:lnSpc>
                <a:spcPct val="94000"/>
              </a:lnSpc>
              <a:spcBef>
                <a:spcPts val="0"/>
              </a:spcBef>
              <a:tabLst/>
              <a:defRPr lang="de-de" sz="2000" b="1" cap="none">
                <a:solidFill>
                  <a:schemeClr val="accent1"/>
                </a:solidFill>
                <a:latin typeface="SRH Text" pitchFamily="0" charset="0"/>
                <a:ea typeface="SRH Text" pitchFamily="0" charset="0"/>
                <a:cs typeface="SRH Text" pitchFamily="0" charset="0"/>
              </a:defRPr>
            </a:lvl1pPr>
            <a:lvl2pPr marL="0" indent="0" defTabSz="914400">
              <a:lnSpc>
                <a:spcPct val="94000"/>
              </a:lnSpc>
              <a:spcBef>
                <a:spcPts val="0"/>
              </a:spcBef>
              <a:buNone/>
              <a:tabLst/>
              <a:defRPr lang="de-de" sz="2000" b="0" cap="none">
                <a:solidFill>
                  <a:schemeClr val="tx1"/>
                </a:solidFill>
                <a:latin typeface="SRH Text" pitchFamily="0" charset="0"/>
                <a:ea typeface="SRH Text" pitchFamily="0" charset="0"/>
                <a:cs typeface="SRH Text" pitchFamily="0" charset="0"/>
              </a:defRPr>
            </a:lvl2pPr>
            <a:lvl3pPr marL="0" indent="0" defTabSz="914400">
              <a:lnSpc>
                <a:spcPct val="94000"/>
              </a:lnSpc>
              <a:buNone/>
              <a:tabLst>
                <a:tab pos="467995" algn="l"/>
              </a:tabLst>
              <a:defRPr lang="de-de" sz="2000" b="1" cap="none">
                <a:solidFill>
                  <a:schemeClr val="tx1"/>
                </a:solidFill>
                <a:latin typeface="SRH" pitchFamily="0" charset="0"/>
                <a:ea typeface="SRH Text" pitchFamily="0" charset="0"/>
                <a:cs typeface="SRH Text" pitchFamily="0" charset="0"/>
              </a:defRPr>
            </a:lvl3pPr>
            <a:lvl4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4pPr>
            <a:lvl5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5pPr>
            <a:lvl6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6pPr>
            <a:lvl7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7pPr>
            <a:lvl8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8pPr>
            <a:lvl9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9pPr>
          </a:lstStyle>
          <a:p>
            <a:pPr>
              <a:defRPr lang="de-de"/>
            </a:pPr>
            <a:r>
              <a:t>Thema</a:t>
            </a:r>
          </a:p>
          <a:p>
            <a:pPr lvl="1">
              <a:defRPr lang="de-de"/>
            </a:pPr>
            <a:r>
              <a:t>Beschreibung</a:t>
            </a:r>
          </a:p>
        </p:txBody>
      </p:sp>
      <p:sp>
        <p:nvSpPr>
          <p:cNvPr id="17" name="Zahl Thema 5"/>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gIAANwdAADUBAAALCIAABAAAAAmAAAACAAAAAGAAAAAAAAA"/>
              </a:ext>
            </a:extLst>
          </p:cNvSpPr>
          <p:nvPr>
            <p:ph idx="22"/>
          </p:nvPr>
        </p:nvSpPr>
        <p:spPr>
          <a:xfrm>
            <a:off x="359410" y="4853940"/>
            <a:ext cx="425450" cy="701040"/>
          </a:xfrm>
        </p:spPr>
        <p:txBody>
          <a:bodyPr/>
          <a:lstStyle>
            <a:lvl1pPr defTabSz="914400">
              <a:lnSpc>
                <a:spcPct val="94000"/>
              </a:lnSpc>
              <a:spcBef>
                <a:spcPts val="0"/>
              </a:spcBef>
              <a:tabLst/>
              <a:defRPr lang="de-de" sz="2000" b="1" cap="none">
                <a:solidFill>
                  <a:schemeClr val="accent1"/>
                </a:solidFill>
                <a:latin typeface="SRH Text" pitchFamily="0" charset="0"/>
                <a:ea typeface="SRH Text" pitchFamily="0" charset="0"/>
                <a:cs typeface="SRH Text" pitchFamily="0" charset="0"/>
              </a:defRPr>
            </a:lvl1pPr>
            <a:lvl2pPr marL="0" indent="0" defTabSz="914400">
              <a:lnSpc>
                <a:spcPct val="94000"/>
              </a:lnSpc>
              <a:spcBef>
                <a:spcPts val="0"/>
              </a:spcBef>
              <a:buNone/>
              <a:tabLst/>
              <a:defRPr lang="de-de" sz="2000" b="1" cap="none">
                <a:solidFill>
                  <a:schemeClr val="accent1"/>
                </a:solidFill>
                <a:latin typeface="SRH" pitchFamily="0" charset="0"/>
                <a:ea typeface="SRH Text" pitchFamily="0" charset="0"/>
                <a:cs typeface="SRH Text" pitchFamily="0" charset="0"/>
              </a:defRPr>
            </a:lvl2pPr>
            <a:lvl3pPr marL="0" indent="0" defTabSz="914400">
              <a:lnSpc>
                <a:spcPct val="94000"/>
              </a:lnSpc>
              <a:buNone/>
              <a:tabLst>
                <a:tab pos="467995" algn="l"/>
              </a:tabLst>
              <a:defRPr lang="de-de" sz="2000" b="1" cap="none">
                <a:solidFill>
                  <a:schemeClr val="tx1"/>
                </a:solidFill>
                <a:latin typeface="SRH" pitchFamily="0" charset="0"/>
                <a:ea typeface="SRH Text" pitchFamily="0" charset="0"/>
                <a:cs typeface="SRH Text" pitchFamily="0" charset="0"/>
              </a:defRPr>
            </a:lvl3pPr>
            <a:lvl4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4pPr>
            <a:lvl5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5pPr>
            <a:lvl6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6pPr>
            <a:lvl7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7pPr>
            <a:lvl8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8pPr>
            <a:lvl9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9pPr>
          </a:lstStyle>
          <a:p>
            <a:pPr>
              <a:defRPr lang="de-de"/>
            </a:pPr>
            <a:r>
              <a:t>00</a:t>
            </a:r>
          </a:p>
        </p:txBody>
      </p:sp>
      <p:sp>
        <p:nvSpPr>
          <p:cNvPr id="18" name="Thema 4"/>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TgUAAA4ZAABlJAAAXR0AABAAAAAmAAAACAAAAAGAAAAAAAAA"/>
              </a:ext>
            </a:extLst>
          </p:cNvSpPr>
          <p:nvPr>
            <p:ph idx="21"/>
          </p:nvPr>
        </p:nvSpPr>
        <p:spPr>
          <a:xfrm>
            <a:off x="862330" y="4072890"/>
            <a:ext cx="5053965" cy="700405"/>
          </a:xfrm>
        </p:spPr>
        <p:txBody>
          <a:bodyPr/>
          <a:lstStyle>
            <a:lvl1pPr defTabSz="914400">
              <a:lnSpc>
                <a:spcPct val="94000"/>
              </a:lnSpc>
              <a:spcBef>
                <a:spcPts val="0"/>
              </a:spcBef>
              <a:tabLst/>
              <a:defRPr lang="de-de" sz="2000" b="1" cap="none">
                <a:solidFill>
                  <a:schemeClr val="accent1"/>
                </a:solidFill>
                <a:latin typeface="SRH Text" pitchFamily="0" charset="0"/>
                <a:ea typeface="SRH Text" pitchFamily="0" charset="0"/>
                <a:cs typeface="SRH Text" pitchFamily="0" charset="0"/>
              </a:defRPr>
            </a:lvl1pPr>
            <a:lvl2pPr marL="0" indent="0" defTabSz="914400">
              <a:lnSpc>
                <a:spcPct val="94000"/>
              </a:lnSpc>
              <a:spcBef>
                <a:spcPts val="0"/>
              </a:spcBef>
              <a:buNone/>
              <a:tabLst/>
              <a:defRPr lang="de-de" sz="2000" b="0" cap="none">
                <a:solidFill>
                  <a:schemeClr val="tx1"/>
                </a:solidFill>
                <a:latin typeface="SRH Text" pitchFamily="0" charset="0"/>
                <a:ea typeface="SRH Text" pitchFamily="0" charset="0"/>
                <a:cs typeface="SRH Text" pitchFamily="0" charset="0"/>
              </a:defRPr>
            </a:lvl2pPr>
            <a:lvl3pPr marL="0" indent="0" defTabSz="914400">
              <a:lnSpc>
                <a:spcPct val="94000"/>
              </a:lnSpc>
              <a:buNone/>
              <a:tabLst>
                <a:tab pos="467995" algn="l"/>
              </a:tabLst>
              <a:defRPr lang="de-de" sz="2000" b="1" cap="none">
                <a:solidFill>
                  <a:schemeClr val="tx1"/>
                </a:solidFill>
                <a:latin typeface="SRH" pitchFamily="0" charset="0"/>
                <a:ea typeface="SRH Text" pitchFamily="0" charset="0"/>
                <a:cs typeface="SRH Text" pitchFamily="0" charset="0"/>
              </a:defRPr>
            </a:lvl3pPr>
            <a:lvl4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4pPr>
            <a:lvl5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5pPr>
            <a:lvl6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6pPr>
            <a:lvl7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7pPr>
            <a:lvl8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8pPr>
            <a:lvl9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9pPr>
          </a:lstStyle>
          <a:p>
            <a:pPr>
              <a:defRPr lang="de-de"/>
            </a:pPr>
            <a:r>
              <a:t>Thema</a:t>
            </a:r>
          </a:p>
          <a:p>
            <a:pPr lvl="1">
              <a:defRPr lang="de-de"/>
            </a:pPr>
            <a:r>
              <a:t>Beschreibung</a:t>
            </a:r>
          </a:p>
        </p:txBody>
      </p:sp>
      <p:sp>
        <p:nvSpPr>
          <p:cNvPr id="19" name="Zahl Thema 4"/>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GBgY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gIAAA4ZAADUBAAAXR0AABAAAAAmAAAACAAAAAGAAAAAAAAA"/>
              </a:ext>
            </a:extLst>
          </p:cNvSpPr>
          <p:nvPr>
            <p:ph idx="20"/>
          </p:nvPr>
        </p:nvSpPr>
        <p:spPr>
          <a:xfrm>
            <a:off x="359410" y="4072890"/>
            <a:ext cx="425450" cy="700405"/>
          </a:xfrm>
        </p:spPr>
        <p:txBody>
          <a:bodyPr/>
          <a:lstStyle>
            <a:lvl1pPr defTabSz="914400">
              <a:lnSpc>
                <a:spcPct val="94000"/>
              </a:lnSpc>
              <a:spcBef>
                <a:spcPts val="0"/>
              </a:spcBef>
              <a:tabLst/>
              <a:defRPr lang="de-de" sz="2000" b="1" cap="none">
                <a:solidFill>
                  <a:schemeClr val="accent1"/>
                </a:solidFill>
                <a:latin typeface="SRH Text" pitchFamily="0" charset="0"/>
                <a:ea typeface="SRH Text" pitchFamily="0" charset="0"/>
                <a:cs typeface="SRH Text" pitchFamily="0" charset="0"/>
              </a:defRPr>
            </a:lvl1pPr>
            <a:lvl2pPr marL="0" indent="0" defTabSz="914400">
              <a:lnSpc>
                <a:spcPct val="94000"/>
              </a:lnSpc>
              <a:spcBef>
                <a:spcPts val="0"/>
              </a:spcBef>
              <a:buNone/>
              <a:tabLst/>
              <a:defRPr lang="de-de" sz="2000" b="1" cap="none">
                <a:solidFill>
                  <a:schemeClr val="accent1"/>
                </a:solidFill>
                <a:latin typeface="SRH" pitchFamily="0" charset="0"/>
                <a:ea typeface="SRH Text" pitchFamily="0" charset="0"/>
                <a:cs typeface="SRH Text" pitchFamily="0" charset="0"/>
              </a:defRPr>
            </a:lvl2pPr>
            <a:lvl3pPr marL="0" indent="0" defTabSz="914400">
              <a:lnSpc>
                <a:spcPct val="94000"/>
              </a:lnSpc>
              <a:buNone/>
              <a:tabLst>
                <a:tab pos="467995" algn="l"/>
              </a:tabLst>
              <a:defRPr lang="de-de" sz="2000" b="1" cap="none">
                <a:solidFill>
                  <a:schemeClr val="tx1"/>
                </a:solidFill>
                <a:latin typeface="SRH" pitchFamily="0" charset="0"/>
                <a:ea typeface="SRH Text" pitchFamily="0" charset="0"/>
                <a:cs typeface="SRH Text" pitchFamily="0" charset="0"/>
              </a:defRPr>
            </a:lvl3pPr>
            <a:lvl4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4pPr>
            <a:lvl5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5pPr>
            <a:lvl6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6pPr>
            <a:lvl7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7pPr>
            <a:lvl8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8pPr>
            <a:lvl9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9pPr>
          </a:lstStyle>
          <a:p>
            <a:pPr>
              <a:defRPr lang="de-de"/>
            </a:pPr>
            <a:r>
              <a:t>00</a:t>
            </a:r>
          </a:p>
        </p:txBody>
      </p:sp>
      <p:sp>
        <p:nvSpPr>
          <p:cNvPr id="20" name="Thema 3"/>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TgUAAD8UAABlJAAAjhgAABAAAAAmAAAACAAAAAGAAAAAAAAA"/>
              </a:ext>
            </a:extLst>
          </p:cNvSpPr>
          <p:nvPr>
            <p:ph idx="19"/>
          </p:nvPr>
        </p:nvSpPr>
        <p:spPr>
          <a:xfrm>
            <a:off x="862330" y="3291205"/>
            <a:ext cx="5053965" cy="700405"/>
          </a:xfrm>
        </p:spPr>
        <p:txBody>
          <a:bodyPr/>
          <a:lstStyle>
            <a:lvl1pPr defTabSz="914400">
              <a:lnSpc>
                <a:spcPct val="94000"/>
              </a:lnSpc>
              <a:spcBef>
                <a:spcPts val="0"/>
              </a:spcBef>
              <a:tabLst/>
              <a:defRPr lang="de-de" sz="2000" b="1" cap="none">
                <a:solidFill>
                  <a:schemeClr val="accent1"/>
                </a:solidFill>
                <a:latin typeface="SRH Text" pitchFamily="0" charset="0"/>
                <a:ea typeface="SRH Text" pitchFamily="0" charset="0"/>
                <a:cs typeface="SRH Text" pitchFamily="0" charset="0"/>
              </a:defRPr>
            </a:lvl1pPr>
            <a:lvl2pPr marL="0" indent="0" defTabSz="914400">
              <a:lnSpc>
                <a:spcPct val="94000"/>
              </a:lnSpc>
              <a:spcBef>
                <a:spcPts val="0"/>
              </a:spcBef>
              <a:buNone/>
              <a:tabLst/>
              <a:defRPr lang="de-de" sz="2000" b="0" cap="none">
                <a:solidFill>
                  <a:schemeClr val="tx1"/>
                </a:solidFill>
                <a:latin typeface="SRH Text" pitchFamily="0" charset="0"/>
                <a:ea typeface="SRH Text" pitchFamily="0" charset="0"/>
                <a:cs typeface="SRH Text" pitchFamily="0" charset="0"/>
              </a:defRPr>
            </a:lvl2pPr>
            <a:lvl3pPr marL="0" indent="0" defTabSz="914400">
              <a:lnSpc>
                <a:spcPct val="94000"/>
              </a:lnSpc>
              <a:buNone/>
              <a:tabLst>
                <a:tab pos="467995" algn="l"/>
              </a:tabLst>
              <a:defRPr lang="de-de" sz="2000" b="1" cap="none">
                <a:solidFill>
                  <a:schemeClr val="tx1"/>
                </a:solidFill>
                <a:latin typeface="SRH" pitchFamily="0" charset="0"/>
                <a:ea typeface="SRH Text" pitchFamily="0" charset="0"/>
                <a:cs typeface="SRH Text" pitchFamily="0" charset="0"/>
              </a:defRPr>
            </a:lvl3pPr>
            <a:lvl4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4pPr>
            <a:lvl5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5pPr>
            <a:lvl6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6pPr>
            <a:lvl7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7pPr>
            <a:lvl8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8pPr>
            <a:lvl9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9pPr>
          </a:lstStyle>
          <a:p>
            <a:pPr>
              <a:defRPr lang="de-de"/>
            </a:pPr>
            <a:r>
              <a:t>Thema</a:t>
            </a:r>
          </a:p>
          <a:p>
            <a:pPr lvl="1">
              <a:defRPr lang="de-de"/>
            </a:pPr>
            <a:r>
              <a:t>Beschreibung</a:t>
            </a:r>
          </a:p>
        </p:txBody>
      </p:sp>
      <p:sp>
        <p:nvSpPr>
          <p:cNvPr id="21" name="Zahl Thema 3"/>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gIAAD8UAADUBAAAjhgAABAAAAAmAAAACAAAAAGAAAAAAAAA"/>
              </a:ext>
            </a:extLst>
          </p:cNvSpPr>
          <p:nvPr>
            <p:ph idx="18"/>
          </p:nvPr>
        </p:nvSpPr>
        <p:spPr>
          <a:xfrm>
            <a:off x="359410" y="3291205"/>
            <a:ext cx="425450" cy="700405"/>
          </a:xfrm>
        </p:spPr>
        <p:txBody>
          <a:bodyPr/>
          <a:lstStyle>
            <a:lvl1pPr defTabSz="914400">
              <a:lnSpc>
                <a:spcPct val="94000"/>
              </a:lnSpc>
              <a:spcBef>
                <a:spcPts val="0"/>
              </a:spcBef>
              <a:tabLst/>
              <a:defRPr lang="de-de" sz="2000" b="1" cap="none">
                <a:solidFill>
                  <a:schemeClr val="accent1"/>
                </a:solidFill>
                <a:latin typeface="SRH Text" pitchFamily="0" charset="0"/>
                <a:ea typeface="SRH Text" pitchFamily="0" charset="0"/>
                <a:cs typeface="SRH Text" pitchFamily="0" charset="0"/>
              </a:defRPr>
            </a:lvl1pPr>
            <a:lvl2pPr marL="0" indent="0" defTabSz="914400">
              <a:lnSpc>
                <a:spcPct val="94000"/>
              </a:lnSpc>
              <a:spcBef>
                <a:spcPts val="0"/>
              </a:spcBef>
              <a:buNone/>
              <a:tabLst/>
              <a:defRPr lang="de-de" sz="2000" b="1" cap="none">
                <a:solidFill>
                  <a:schemeClr val="accent1"/>
                </a:solidFill>
                <a:latin typeface="SRH" pitchFamily="0" charset="0"/>
                <a:ea typeface="SRH Text" pitchFamily="0" charset="0"/>
                <a:cs typeface="SRH Text" pitchFamily="0" charset="0"/>
              </a:defRPr>
            </a:lvl2pPr>
            <a:lvl3pPr marL="0" indent="0" defTabSz="914400">
              <a:lnSpc>
                <a:spcPct val="94000"/>
              </a:lnSpc>
              <a:buNone/>
              <a:tabLst>
                <a:tab pos="467995" algn="l"/>
              </a:tabLst>
              <a:defRPr lang="de-de" sz="2000" b="1" cap="none">
                <a:solidFill>
                  <a:schemeClr val="tx1"/>
                </a:solidFill>
                <a:latin typeface="SRH" pitchFamily="0" charset="0"/>
                <a:ea typeface="SRH Text" pitchFamily="0" charset="0"/>
                <a:cs typeface="SRH Text" pitchFamily="0" charset="0"/>
              </a:defRPr>
            </a:lvl3pPr>
            <a:lvl4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4pPr>
            <a:lvl5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5pPr>
            <a:lvl6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6pPr>
            <a:lvl7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7pPr>
            <a:lvl8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8pPr>
            <a:lvl9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9pPr>
          </a:lstStyle>
          <a:p>
            <a:pPr>
              <a:defRPr lang="de-de"/>
            </a:pPr>
            <a:r>
              <a:t>03</a:t>
            </a:r>
          </a:p>
        </p:txBody>
      </p:sp>
      <p:sp>
        <p:nvSpPr>
          <p:cNvPr id="22" name="Thema 2"/>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TgUAAHAPAABlJAAAvxMAABAAAAAmAAAACAAAAAGAAAAAAAAA"/>
              </a:ext>
            </a:extLst>
          </p:cNvSpPr>
          <p:nvPr>
            <p:ph idx="17"/>
          </p:nvPr>
        </p:nvSpPr>
        <p:spPr>
          <a:xfrm>
            <a:off x="862330" y="2509520"/>
            <a:ext cx="5053965" cy="700405"/>
          </a:xfrm>
        </p:spPr>
        <p:txBody>
          <a:bodyPr/>
          <a:lstStyle>
            <a:lvl1pPr defTabSz="914400">
              <a:lnSpc>
                <a:spcPct val="94000"/>
              </a:lnSpc>
              <a:spcBef>
                <a:spcPts val="0"/>
              </a:spcBef>
              <a:tabLst/>
              <a:defRPr lang="de-de" sz="2000" b="1" cap="none">
                <a:solidFill>
                  <a:schemeClr val="accent1"/>
                </a:solidFill>
                <a:latin typeface="SRH Text" pitchFamily="0" charset="0"/>
                <a:ea typeface="SRH Text" pitchFamily="0" charset="0"/>
                <a:cs typeface="SRH Text" pitchFamily="0" charset="0"/>
              </a:defRPr>
            </a:lvl1pPr>
            <a:lvl2pPr marL="0" indent="0" defTabSz="914400">
              <a:lnSpc>
                <a:spcPct val="94000"/>
              </a:lnSpc>
              <a:spcBef>
                <a:spcPts val="0"/>
              </a:spcBef>
              <a:buNone/>
              <a:tabLst/>
              <a:defRPr lang="de-de" sz="2000" b="0" cap="none">
                <a:solidFill>
                  <a:schemeClr val="tx1"/>
                </a:solidFill>
                <a:latin typeface="SRH Text" pitchFamily="0" charset="0"/>
                <a:ea typeface="SRH Text" pitchFamily="0" charset="0"/>
                <a:cs typeface="SRH Text" pitchFamily="0" charset="0"/>
              </a:defRPr>
            </a:lvl2pPr>
            <a:lvl3pPr marL="0" indent="0" defTabSz="914400">
              <a:lnSpc>
                <a:spcPct val="94000"/>
              </a:lnSpc>
              <a:buNone/>
              <a:tabLst>
                <a:tab pos="467995" algn="l"/>
              </a:tabLst>
              <a:defRPr lang="de-de" sz="2000" b="1" cap="none">
                <a:solidFill>
                  <a:schemeClr val="tx1"/>
                </a:solidFill>
                <a:latin typeface="SRH" pitchFamily="0" charset="0"/>
                <a:ea typeface="SRH Text" pitchFamily="0" charset="0"/>
                <a:cs typeface="SRH Text" pitchFamily="0" charset="0"/>
              </a:defRPr>
            </a:lvl3pPr>
            <a:lvl4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4pPr>
            <a:lvl5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5pPr>
            <a:lvl6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6pPr>
            <a:lvl7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7pPr>
            <a:lvl8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8pPr>
            <a:lvl9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9pPr>
          </a:lstStyle>
          <a:p>
            <a:pPr>
              <a:defRPr lang="de-de"/>
            </a:pPr>
            <a:r>
              <a:t>Thema</a:t>
            </a:r>
          </a:p>
          <a:p>
            <a:pPr lvl="1">
              <a:defRPr lang="de-de"/>
            </a:pPr>
            <a:r>
              <a:t>Beschreibung</a:t>
            </a:r>
          </a:p>
        </p:txBody>
      </p:sp>
      <p:sp>
        <p:nvSpPr>
          <p:cNvPr id="23" name="Zahl Thema 2"/>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gIAAHAPAADUBAAAvxMAABAAAAAmAAAACAAAAAGAAAAAAAAA"/>
              </a:ext>
            </a:extLst>
          </p:cNvSpPr>
          <p:nvPr>
            <p:ph idx="16"/>
          </p:nvPr>
        </p:nvSpPr>
        <p:spPr>
          <a:xfrm>
            <a:off x="359410" y="2509520"/>
            <a:ext cx="425450" cy="700405"/>
          </a:xfrm>
        </p:spPr>
        <p:txBody>
          <a:bodyPr/>
          <a:lstStyle>
            <a:lvl1pPr defTabSz="914400">
              <a:lnSpc>
                <a:spcPct val="94000"/>
              </a:lnSpc>
              <a:spcBef>
                <a:spcPts val="0"/>
              </a:spcBef>
              <a:tabLst/>
              <a:defRPr lang="de-de" sz="2000" b="1" cap="none">
                <a:solidFill>
                  <a:schemeClr val="accent1"/>
                </a:solidFill>
                <a:latin typeface="SRH Text" pitchFamily="0" charset="0"/>
                <a:ea typeface="SRH Text" pitchFamily="0" charset="0"/>
                <a:cs typeface="SRH Text" pitchFamily="0" charset="0"/>
              </a:defRPr>
            </a:lvl1pPr>
            <a:lvl2pPr marL="0" indent="0" defTabSz="914400">
              <a:lnSpc>
                <a:spcPct val="94000"/>
              </a:lnSpc>
              <a:spcBef>
                <a:spcPts val="0"/>
              </a:spcBef>
              <a:buNone/>
              <a:tabLst/>
              <a:defRPr lang="de-de" sz="2000" b="1" cap="none">
                <a:solidFill>
                  <a:schemeClr val="accent1"/>
                </a:solidFill>
                <a:latin typeface="SRH" pitchFamily="0" charset="0"/>
                <a:ea typeface="SRH Text" pitchFamily="0" charset="0"/>
                <a:cs typeface="SRH Text" pitchFamily="0" charset="0"/>
              </a:defRPr>
            </a:lvl2pPr>
            <a:lvl3pPr marL="0" indent="0" defTabSz="914400">
              <a:lnSpc>
                <a:spcPct val="94000"/>
              </a:lnSpc>
              <a:buNone/>
              <a:tabLst>
                <a:tab pos="467995" algn="l"/>
              </a:tabLst>
              <a:defRPr lang="de-de" sz="2000" b="1" cap="none">
                <a:solidFill>
                  <a:schemeClr val="tx1"/>
                </a:solidFill>
                <a:latin typeface="SRH" pitchFamily="0" charset="0"/>
                <a:ea typeface="SRH Text" pitchFamily="0" charset="0"/>
                <a:cs typeface="SRH Text" pitchFamily="0" charset="0"/>
              </a:defRPr>
            </a:lvl3pPr>
            <a:lvl4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4pPr>
            <a:lvl5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5pPr>
            <a:lvl6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6pPr>
            <a:lvl7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7pPr>
            <a:lvl8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8pPr>
            <a:lvl9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9pPr>
          </a:lstStyle>
          <a:p>
            <a:pPr>
              <a:defRPr lang="de-de"/>
            </a:pPr>
            <a:r>
              <a:t>02</a:t>
            </a:r>
          </a:p>
        </p:txBody>
      </p:sp>
      <p:sp>
        <p:nvSpPr>
          <p:cNvPr id="24" name="Thema 1"/>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TgUAAKEKAABlJAAA8Q4AABAAAAAmAAAACAAAAAGAAAAAAAAA"/>
              </a:ext>
            </a:extLst>
          </p:cNvSpPr>
          <p:nvPr>
            <p:ph idx="15"/>
          </p:nvPr>
        </p:nvSpPr>
        <p:spPr>
          <a:xfrm>
            <a:off x="862330" y="1727835"/>
            <a:ext cx="5053965" cy="701040"/>
          </a:xfrm>
        </p:spPr>
        <p:txBody>
          <a:bodyPr/>
          <a:lstStyle>
            <a:lvl1pPr defTabSz="914400">
              <a:lnSpc>
                <a:spcPct val="94000"/>
              </a:lnSpc>
              <a:spcBef>
                <a:spcPts val="0"/>
              </a:spcBef>
              <a:tabLst/>
              <a:defRPr lang="de-de" sz="2000" b="1" cap="none">
                <a:solidFill>
                  <a:schemeClr val="accent1"/>
                </a:solidFill>
                <a:latin typeface="SRH Text" pitchFamily="0" charset="0"/>
                <a:ea typeface="SRH Text" pitchFamily="0" charset="0"/>
                <a:cs typeface="SRH Text" pitchFamily="0" charset="0"/>
              </a:defRPr>
            </a:lvl1pPr>
            <a:lvl2pPr marL="0" indent="0" defTabSz="914400">
              <a:lnSpc>
                <a:spcPct val="94000"/>
              </a:lnSpc>
              <a:spcBef>
                <a:spcPts val="0"/>
              </a:spcBef>
              <a:buNone/>
              <a:tabLst/>
              <a:defRPr lang="de-de" sz="2000" b="0" cap="none">
                <a:solidFill>
                  <a:schemeClr val="tx1"/>
                </a:solidFill>
                <a:latin typeface="SRH Text" pitchFamily="0" charset="0"/>
                <a:ea typeface="SRH Text" pitchFamily="0" charset="0"/>
                <a:cs typeface="SRH Text" pitchFamily="0" charset="0"/>
              </a:defRPr>
            </a:lvl2pPr>
            <a:lvl3pPr marL="0" indent="0" defTabSz="914400">
              <a:lnSpc>
                <a:spcPct val="94000"/>
              </a:lnSpc>
              <a:buNone/>
              <a:tabLst>
                <a:tab pos="467995" algn="l"/>
              </a:tabLst>
              <a:defRPr lang="de-de" sz="2000" b="1" cap="none">
                <a:solidFill>
                  <a:schemeClr val="tx1"/>
                </a:solidFill>
                <a:latin typeface="SRH" pitchFamily="0" charset="0"/>
                <a:ea typeface="SRH Text" pitchFamily="0" charset="0"/>
                <a:cs typeface="SRH Text" pitchFamily="0" charset="0"/>
              </a:defRPr>
            </a:lvl3pPr>
            <a:lvl4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4pPr>
            <a:lvl5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5pPr>
            <a:lvl6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6pPr>
            <a:lvl7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7pPr>
            <a:lvl8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8pPr>
            <a:lvl9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9pPr>
          </a:lstStyle>
          <a:p>
            <a:pPr>
              <a:defRPr lang="de-de"/>
            </a:pPr>
            <a:r>
              <a:t>Thema</a:t>
            </a:r>
          </a:p>
          <a:p>
            <a:pPr lvl="1">
              <a:defRPr lang="de-de"/>
            </a:pPr>
            <a:r>
              <a:t>Beschreibung</a:t>
            </a:r>
          </a:p>
        </p:txBody>
      </p:sp>
      <p:sp>
        <p:nvSpPr>
          <p:cNvPr id="25" name="Zahl Thema 1"/>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gIAAKEKAADUBAAA8Q4AABAAAAAmAAAACAAAAAGAAAAAAAAA"/>
              </a:ext>
            </a:extLst>
          </p:cNvSpPr>
          <p:nvPr>
            <p:ph idx="13"/>
          </p:nvPr>
        </p:nvSpPr>
        <p:spPr>
          <a:xfrm>
            <a:off x="359410" y="1727835"/>
            <a:ext cx="425450" cy="701040"/>
          </a:xfrm>
        </p:spPr>
        <p:txBody>
          <a:bodyPr/>
          <a:lstStyle>
            <a:lvl1pPr defTabSz="914400">
              <a:lnSpc>
                <a:spcPct val="94000"/>
              </a:lnSpc>
              <a:spcBef>
                <a:spcPts val="0"/>
              </a:spcBef>
              <a:tabLst/>
              <a:defRPr lang="de-de" sz="2000" b="1" cap="none">
                <a:solidFill>
                  <a:schemeClr val="accent1"/>
                </a:solidFill>
                <a:latin typeface="SRH Text" pitchFamily="0" charset="0"/>
                <a:ea typeface="SRH Text" pitchFamily="0" charset="0"/>
                <a:cs typeface="SRH Text" pitchFamily="0" charset="0"/>
              </a:defRPr>
            </a:lvl1pPr>
            <a:lvl2pPr marL="0" indent="0" defTabSz="914400">
              <a:lnSpc>
                <a:spcPct val="94000"/>
              </a:lnSpc>
              <a:spcBef>
                <a:spcPts val="0"/>
              </a:spcBef>
              <a:buNone/>
              <a:tabLst/>
              <a:defRPr lang="de-de" sz="2000" b="1" cap="none">
                <a:solidFill>
                  <a:schemeClr val="accent1"/>
                </a:solidFill>
                <a:latin typeface="SRH" pitchFamily="0" charset="0"/>
                <a:ea typeface="SRH Text" pitchFamily="0" charset="0"/>
                <a:cs typeface="SRH Text" pitchFamily="0" charset="0"/>
              </a:defRPr>
            </a:lvl2pPr>
            <a:lvl3pPr marL="0" indent="0" defTabSz="914400">
              <a:lnSpc>
                <a:spcPct val="94000"/>
              </a:lnSpc>
              <a:buNone/>
              <a:tabLst>
                <a:tab pos="467995" algn="l"/>
              </a:tabLst>
              <a:defRPr lang="de-de" sz="2000" b="1" cap="none">
                <a:solidFill>
                  <a:schemeClr val="tx1"/>
                </a:solidFill>
                <a:latin typeface="SRH" pitchFamily="0" charset="0"/>
                <a:ea typeface="SRH Text" pitchFamily="0" charset="0"/>
                <a:cs typeface="SRH Text" pitchFamily="0" charset="0"/>
              </a:defRPr>
            </a:lvl3pPr>
            <a:lvl4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4pPr>
            <a:lvl5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5pPr>
            <a:lvl6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6pPr>
            <a:lvl7pPr marL="0" indent="0" defTabSz="914400">
              <a:lnSpc>
                <a:spcPct val="94000"/>
              </a:lnSpc>
              <a:spcBef>
                <a:spcPts val="0"/>
              </a:spcBef>
              <a:buNone/>
              <a:tabLst>
                <a:tab pos="467995" algn="l"/>
              </a:tabLst>
              <a:defRPr lang="de-de" sz="2000" b="1" cap="none">
                <a:solidFill>
                  <a:schemeClr val="tx1"/>
                </a:solidFill>
                <a:latin typeface="SRH" pitchFamily="0" charset="0"/>
                <a:ea typeface="SRH Headline" pitchFamily="0" charset="0"/>
                <a:cs typeface="SRH Headline" pitchFamily="0" charset="0"/>
              </a:defRPr>
            </a:lvl7pPr>
            <a:lvl8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8pPr>
            <a:lvl9pPr marL="0" indent="0" defTabSz="914400">
              <a:lnSpc>
                <a:spcPct val="94000"/>
              </a:lnSpc>
              <a:spcBef>
                <a:spcPts val="0"/>
              </a:spcBef>
              <a:buNone/>
              <a:tabLst>
                <a:tab pos="467995" algn="l"/>
              </a:tabLst>
              <a:defRPr lang="de-de" sz="2000" b="1" cap="none">
                <a:solidFill>
                  <a:schemeClr val="tx1"/>
                </a:solidFill>
                <a:latin typeface="SRH" pitchFamily="0" charset="0"/>
                <a:ea typeface="SRH Text" pitchFamily="0" charset="0"/>
                <a:cs typeface="SRH Text" pitchFamily="0" charset="0"/>
              </a:defRPr>
            </a:lvl9pPr>
          </a:lstStyle>
          <a:p>
            <a:pPr>
              <a:defRPr lang="de-de"/>
            </a:pPr>
            <a:r>
              <a:t>01</a:t>
            </a:r>
          </a:p>
        </p:txBody>
      </p:sp>
      <p:sp>
        <p:nvSpPr>
          <p:cNvPr id="26" name="Titel 1"/>
          <p:cNvSpPr>
            <a:spLocks noGrp="1" noChangeArrowheads="1"/>
            <a:extLst>
              <a:ext uri="smNativeData">
                <pr:smNativeData xmlns:pr="smNativeData" xmlns="smNativeData" val="SMDATA_15_c7c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J/f38AAAAAA8zMzADAwP8Af39/AAAAAAAAAAAAAAAAAAAAAAAAAAAAIQAAABgAAAAUAAAANwIAADUCAACMOgAAWAcAABAAAAAmAAAACAAAAACAAAAAAAAA"/>
              </a:ext>
            </a:extLst>
          </p:cNvSpPr>
          <p:nvPr>
            <p:ph type="title"/>
          </p:nvPr>
        </p:nvSpPr>
        <p:spPr/>
        <p:txBody>
          <a:bodyPr/>
          <a:lstStyle>
            <a:lvl1pPr>
              <a:defRPr lang="de-de" cap="none">
                <a:solidFill>
                  <a:schemeClr val="tx1"/>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r>
              <a:t>Gliederung</a:t>
            </a:r>
          </a:p>
        </p:txBody>
      </p:sp>
    </p:spTree>
  </p:cSld>
  <p:clrMapOvr>
    <a:masterClrMapping/>
  </p:clrMapOvr>
  <p:hf hdr="0" ftr="0"/>
</p:sldLayout>
</file>

<file path=ppt/slideLayouts/slideLayout4.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type="blank" preserve="1">
  <p:cSld name="Inhalt">
    <p:spTree>
      <p:nvGrpSpPr>
        <p:cNvPr id="1" name=""/>
        <p:cNvGrpSpPr/>
        <p:nvPr/>
      </p:nvGrpSpPr>
      <p:grpSpPr>
        <a:xfrm>
          <a:off x="0" y="0"/>
          <a:ext cx="0" cy="0"/>
          <a:chOff x="0" y="0"/>
          <a:chExt cx="0" cy="0"/>
        </a:xfrm>
      </p:grpSpPr>
      <p:sp>
        <p:nvSpPr>
          <p:cNvPr id="2" name="Logo-Fragment"/>
          <p:cNvSpPr>
            <a:extLst>
              <a:ext uri="smNativeData">
                <pr:smNativeData xmlns:pr="smNativeData" xmlns="smNativeData" val="SMDATA_15_c7cuahMAAAAlAAAACwAAAA0AAAAAdjIAAD0RAAAASwAAMCoAAAAAAAABAAAAAAAAAAEAAABQAAAAAAAAAAAA4D8AAAAAAADgPwAAAAAAAOA/AAAAAAAA4D8AAAAAAADgPwAAAAAAAOA/AAAAAAAA4D8AAAAAAADgPwAAAAAAAOA/AAAAAAAA4D8CAAAAjAAAAAEAAAAAAAAA7u3s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7u3sAP///wEAAAAAAAAAAAAAAAAAAAAAAAAAAAAAAAAAAAAAAAAAAFdXVgJ/f38AqqOdA8zMzADAwP8Af39/AAAAAAAAAAAAAAAAAAAAAAAAAAAAIQAAABgAAAAUAAAAdjIAAD0RAAAASwAAMCoAABAAAAAmAAAACAAAAP//////////"/>
              </a:ext>
            </a:extLst>
          </p:cNvSpPr>
          <p:nvPr/>
        </p:nvSpPr>
        <p:spPr>
          <a:xfrm>
            <a:off x="8202930" y="2802255"/>
            <a:ext cx="3989070" cy="4055745"/>
          </a:xfrm>
          <a:custGeom>
            <a:avLst/>
            <a:gdLst/>
            <a:ahLst/>
            <a:cxnLst/>
            <a:rect l="0" t="0" r="3989070" b="4055745"/>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a:noFill/>
          </a:ln>
          <a:effectLst/>
        </p:spPr>
        <p:txBody>
          <a:bodyPr vert="horz" wrap="square" lIns="8202930" tIns="2802255" rIns="12192000" bIns="6858000" numCol="1" spcCol="215900" anchor="ctr"/>
          <a:lstStyle/>
          <a:p>
            <a:pPr>
              <a:defRPr lang="de-de"/>
            </a:pPr>
          </a:p>
        </p:txBody>
      </p:sp>
      <p:sp>
        <p:nvSpPr>
          <p:cNvPr id="3" name="Titel 1"/>
          <p:cNvSpPr>
            <a:spLocks noGrp="1" noChangeArrowheads="1"/>
            <a:extLst>
              <a:ext uri="smNativeData">
                <pr:smNativeData xmlns:pr="smNativeData" xmlns="smNativeData" val="SMDATA_15_c7c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J/f38AAAAAA8zMzADAwP8Af39/AAAAAAAAAAAAAAAAAAAAAAAAAAAAIQAAABgAAAAUAAAANwIAADUCAACMOgAAWAcAABAAAAAmAAAACAAAAAAAAAAAAAAA"/>
              </a:ext>
            </a:extLst>
          </p:cNvSpPr>
          <p:nvPr>
            <p:ph type="title"/>
          </p:nvPr>
        </p:nvSpPr>
        <p:spPr/>
        <p:txBody>
          <a:bodyPr/>
          <a:lstStyle/>
          <a:p>
            <a:pPr>
              <a:defRPr lang="de-de"/>
            </a:pPr>
            <a:r>
              <a:t>Mastertitelformat bearbeiten</a:t>
            </a:r>
          </a:p>
        </p:txBody>
      </p:sp>
      <p:sp>
        <p:nvSpPr>
          <p:cNvPr id="4" name="Inhaltsplatzhalter 2"/>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gIAAKEKAACNOgAApyQAABAAAAAmAAAACAAAAAEAAAAAAAAA"/>
              </a:ext>
            </a:extLst>
          </p:cNvSpPr>
          <p:nvPr>
            <p:ph idx="1"/>
          </p:nvPr>
        </p:nvSpPr>
        <p:spPr>
          <a:xfrm>
            <a:off x="359410" y="1727835"/>
            <a:ext cx="9158605" cy="4230370"/>
          </a:xfrm>
        </p:spPr>
        <p:txBody>
          <a:bodyPr/>
          <a:lstStyle/>
          <a:p>
            <a:pPr>
              <a:defRPr lang="de-de"/>
            </a:pPr>
            <a:r>
              <a:t>Mastertextformat bearbeiten</a:t>
            </a:r>
          </a:p>
          <a:p>
            <a:pPr lvl="1">
              <a:defRPr lang="de-de"/>
            </a:pPr>
            <a:r>
              <a:t>Zweite Ebene</a:t>
            </a:r>
          </a:p>
          <a:p>
            <a:pPr lvl="2">
              <a:defRPr lang="de-de"/>
            </a:pPr>
            <a:r>
              <a:t>Dritte Ebene</a:t>
            </a:r>
          </a:p>
          <a:p>
            <a:pPr lvl="3">
              <a:defRPr lang="de-de"/>
            </a:pPr>
            <a:r>
              <a:t>Vierte Ebene</a:t>
            </a:r>
          </a:p>
          <a:p>
            <a:pPr lvl="4">
              <a:defRPr lang="de-de"/>
            </a:pPr>
            <a:r>
              <a:t>Fünfte Ebene</a:t>
            </a:r>
          </a:p>
        </p:txBody>
      </p:sp>
      <p:sp>
        <p:nvSpPr>
          <p:cNvPr id="5" name="Datumsplatzhalter 3"/>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wIAABonAACkBwAAWSkAABAAAAAmAAAACAAAAAAAAAAAAAAA"/>
              </a:ext>
            </a:extLst>
          </p:cNvSpPr>
          <p:nvPr>
            <p:ph type="dt" sz="half" idx="10"/>
          </p:nvPr>
        </p:nvSpPr>
        <p:spPr/>
        <p:txBody>
          <a:bodyPr/>
          <a:lstStyle/>
          <a:p>
            <a:pPr>
              <a:defRPr lang="de-de"/>
            </a:pPr>
            <a:fld id="{2A4DFF76-38C7-1809-89F5-CE5CB1BB7F9B}" type="datetime1">
              <a:rPr lang="en-ca" cap="none"/>
              <a:t>6/14/2026</a:t>
            </a:fld>
          </a:p>
        </p:txBody>
      </p:sp>
      <p:sp>
        <p:nvSpPr>
          <p:cNvPr id="6" name="Fußzeilenplatzhalter 4"/>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HggAABonAAAUMAAAWSkAABAAAAAmAAAACAAAAAAAAAAAAAAA"/>
              </a:ext>
            </a:extLst>
          </p:cNvSpPr>
          <p:nvPr>
            <p:ph type="ftr" sz="quarter" idx="11"/>
          </p:nvPr>
        </p:nvSpPr>
        <p:spPr/>
        <p:txBody>
          <a:bodyPr/>
          <a:lstStyle/>
          <a:p>
            <a:pPr>
              <a:defRPr lang="de-de"/>
            </a:pPr>
            <a:r>
              <a:t>SRH Hochschule Heidelberg</a:t>
            </a:r>
          </a:p>
        </p:txBody>
      </p:sp>
      <p:sp>
        <p:nvSpPr>
          <p:cNvPr id="7" name="Foliennummernplatzhalter 5"/>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kkQAACgnAADBSAAAZykAABAAAAAmAAAACAAAAAAAAAAAAAAA"/>
              </a:ext>
            </a:extLst>
          </p:cNvSpPr>
          <p:nvPr>
            <p:ph type="sldNum" sz="quarter" idx="12"/>
          </p:nvPr>
        </p:nvSpPr>
        <p:spPr/>
        <p:txBody>
          <a:bodyPr/>
          <a:lstStyle/>
          <a:p>
            <a:pPr>
              <a:defRPr lang="de-de"/>
            </a:pPr>
            <a:fld id="{2A4DF6F9-B7C7-1800-89F5-4155B8BB7F14}" type="slidenum">
              <a:t>14</a:t>
            </a:fld>
          </a:p>
        </p:txBody>
      </p:sp>
    </p:spTree>
  </p:cSld>
  <p:clrMapOvr>
    <a:masterClrMapping/>
  </p:clrMapOvr>
  <p:hf hdr="0" ftr="0"/>
</p:sldLayout>
</file>

<file path=ppt/slideLayouts/slideLayout5.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Sp="0" type="blank" preserve="1">
  <p:cSld name="Zwischenfolie mit Bild">
    <p:spTree>
      <p:nvGrpSpPr>
        <p:cNvPr id="1" name=""/>
        <p:cNvGrpSpPr/>
        <p:nvPr/>
      </p:nvGrpSpPr>
      <p:grpSpPr>
        <a:xfrm>
          <a:off x="0" y="0"/>
          <a:ext cx="0" cy="0"/>
          <a:chOff x="0" y="0"/>
          <a:chExt cx="0" cy="0"/>
        </a:xfrm>
      </p:grpSpPr>
      <p:sp>
        <p:nvSpPr>
          <p:cNvPr id="2" name="Bildplatzhalter 11"/>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EAAAAAAAAA/tnJ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nJAAAAAAEAAAAAAAAAAAAAAAAAAAAAAAAAAAAAAAAAAAAAAAAAAAAAAAJ/f38AAAAAA8zMzADAwP8Af39/AAAAAAAAAAAAAAAAAAAAAAAAAAAAIQAAABgAAAAUAAAAAAAAAAAAAAAASwAAMCoAABAAAAAmAAAACAAAAAGAAAB/AAAA"/>
              </a:ext>
            </a:extLst>
          </p:cNvSpPr>
          <p:nvPr>
            <p:ph type="pic" sz="quarter" idx="17"/>
          </p:nvPr>
        </p:nvSpPr>
        <p:spPr>
          <a:xfrm>
            <a:off x="0" y="0"/>
            <a:ext cx="12192000" cy="6858000"/>
          </a:xfrm>
          <a:solidFill>
            <a:srgbClr val="FED9C9"/>
          </a:solidFill>
        </p:spPr>
        <p:txBody>
          <a:bodyPr/>
          <a:lstStyle/>
          <a:p>
            <a:pPr>
              <a:defRPr lang="de-de"/>
            </a:pPr>
          </a:p>
        </p:txBody>
      </p:sp>
      <p:sp>
        <p:nvSpPr>
          <p:cNvPr id="3" name="Titel 1"/>
          <p:cNvSpPr>
            <a:spLocks noGrp="1" noChangeArrowheads="1"/>
            <a:extLst>
              <a:ext uri="smNativeData">
                <pr:smNativeData xmlns:pr="smNativeData" xmlns="smNativeData" val="SMDATA_15_c7c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J/f38AAAAAA8zMzADAwP8Af39/AAAAAAAAAAAAAAAAAAAAAAAAAAAAIQAAABgAAAAUAAAANwIAAMsDAAA7MQAARxMAABAAAAAmAAAACAAAAD2gAAAAAAAA"/>
              </a:ext>
            </a:extLst>
          </p:cNvSpPr>
          <p:nvPr>
            <p:ph type="title"/>
          </p:nvPr>
        </p:nvSpPr>
        <p:spPr>
          <a:xfrm>
            <a:off x="360045" y="616585"/>
            <a:ext cx="7642860" cy="2517140"/>
          </a:xfrm>
        </p:spPr>
        <p:txBody>
          <a:bodyPr vert="horz" wrap="square" lIns="0" tIns="0" rIns="0" bIns="0" numCol="1" spcCol="215900" anchor="b">
            <a:prstTxWarp prst="textNoShape">
              <a:avLst/>
            </a:prstTxWarp>
          </a:bodyPr>
          <a:lstStyle>
            <a:lvl1pPr>
              <a:lnSpc>
                <a:spcPct val="98000"/>
              </a:lnSpc>
              <a:defRPr lang="de-de" sz="4800" cap="none">
                <a:solidFill>
                  <a:schemeClr val="accent1"/>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r>
              <a:t>Mastertitelformat bearbeiten</a:t>
            </a:r>
          </a:p>
        </p:txBody>
      </p:sp>
      <p:sp>
        <p:nvSpPr>
          <p:cNvPr id="4" name="Textplatzhalter 2"/>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wIAADkTAAA7MQAAtSIAABAAAAAmAAAACAAAAAGgAAAAAAAA"/>
              </a:ext>
            </a:extLst>
          </p:cNvSpPr>
          <p:nvPr>
            <p:ph idx="1"/>
          </p:nvPr>
        </p:nvSpPr>
        <p:spPr>
          <a:xfrm>
            <a:off x="360045" y="3124835"/>
            <a:ext cx="7642860" cy="2517140"/>
          </a:xfrm>
        </p:spPr>
        <p:txBody>
          <a:bodyPr vert="horz" wrap="square" lIns="0" tIns="0" rIns="0" bIns="0" numCol="1" spcCol="215900" anchor="t">
            <a:prstTxWarp prst="textNoShape">
              <a:avLst/>
            </a:prstTxWarp>
          </a:bodyPr>
          <a:lstStyle>
            <a:lvl1pPr marL="0" indent="0">
              <a:lnSpc>
                <a:spcPct val="98000"/>
              </a:lnSpc>
              <a:spcBef>
                <a:spcPts val="0"/>
              </a:spcBef>
              <a:buNone/>
              <a:defRPr lang="de-de" sz="4800" b="1" cap="none">
                <a:solidFill>
                  <a:schemeClr val="bg1"/>
                </a:solidFill>
                <a:latin typeface="SRH Headline" pitchFamily="0" charset="0"/>
                <a:ea typeface="SRH Text" pitchFamily="0" charset="0"/>
                <a:cs typeface="SRH Text" pitchFamily="0" charset="0"/>
              </a:defRPr>
            </a:lvl1pPr>
            <a:lvl2pPr marL="457200" indent="0">
              <a:buNone/>
              <a:defRPr lang="de-de" sz="2000" cap="none">
                <a:solidFill>
                  <a:srgbClr val="9A9A9A"/>
                </a:solidFill>
              </a:defRPr>
            </a:lvl2pPr>
            <a:lvl3pPr marL="914400" indent="0">
              <a:buNone/>
              <a:defRPr lang="de-de" sz="1800" cap="none">
                <a:solidFill>
                  <a:srgbClr val="9A9A9A"/>
                </a:solidFill>
              </a:defRPr>
            </a:lvl3pPr>
            <a:lvl4pPr marL="1371600" indent="0">
              <a:buNone/>
              <a:defRPr lang="de-de" sz="1600" cap="none">
                <a:solidFill>
                  <a:srgbClr val="9A9A9A"/>
                </a:solidFill>
              </a:defRPr>
            </a:lvl4pPr>
            <a:lvl5pPr marL="1828800" indent="0">
              <a:buNone/>
              <a:defRPr lang="de-de" sz="1600" cap="none">
                <a:solidFill>
                  <a:srgbClr val="9A9A9A"/>
                </a:solidFill>
              </a:defRPr>
            </a:lvl5pPr>
            <a:lvl6pPr marL="2286000" indent="0">
              <a:buNone/>
              <a:defRPr lang="de-de" sz="1600" cap="none">
                <a:solidFill>
                  <a:srgbClr val="9A9A9A"/>
                </a:solidFill>
              </a:defRPr>
            </a:lvl6pPr>
            <a:lvl7pPr marL="2743200" indent="0">
              <a:buNone/>
              <a:defRPr lang="de-de" sz="1600" cap="none">
                <a:solidFill>
                  <a:srgbClr val="9A9A9A"/>
                </a:solidFill>
              </a:defRPr>
            </a:lvl7pPr>
            <a:lvl8pPr marL="3200400" indent="0">
              <a:buNone/>
              <a:defRPr lang="de-de" sz="1600" cap="none">
                <a:solidFill>
                  <a:srgbClr val="9A9A9A"/>
                </a:solidFill>
              </a:defRPr>
            </a:lvl8pPr>
            <a:lvl9pPr marL="3657600" indent="0">
              <a:buNone/>
              <a:defRPr lang="de-de" sz="1600" cap="none">
                <a:solidFill>
                  <a:srgbClr val="9A9A9A"/>
                </a:solidFill>
              </a:defRPr>
            </a:lvl9pPr>
          </a:lstStyle>
          <a:p>
            <a:pPr>
              <a:defRPr lang="de-de"/>
            </a:pPr>
            <a:r>
              <a:t>Mastertextformat bearbeiten</a:t>
            </a:r>
          </a:p>
        </p:txBody>
      </p:sp>
      <p:sp>
        <p:nvSpPr>
          <p:cNvPr id="5" name="Datumsplatzhalter 3"/>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wIAABonAACkBwAAWSkAABAAAAAmAAAACAAAAACAAAAAAAAA"/>
              </a:ext>
            </a:extLst>
          </p:cNvSpPr>
          <p:nvPr>
            <p:ph type="dt" sz="half" idx="10"/>
          </p:nvPr>
        </p:nvSpPr>
        <p:spPr/>
        <p:txBody>
          <a:bodyPr/>
          <a:lstStyle>
            <a:lvl1pPr>
              <a:defRPr lang="de-de" cap="none">
                <a:solidFill>
                  <a:schemeClr val="bg1"/>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fld id="{2A4DBF92-DCC7-1849-89F5-2A1CF1BB7F7F}" type="datetime1">
              <a:rPr lang="en-ca" cap="none"/>
              <a:t>2025-09-13</a:t>
            </a:fld>
          </a:p>
        </p:txBody>
      </p:sp>
      <p:sp>
        <p:nvSpPr>
          <p:cNvPr id="6" name="Fußzeilenplatzhalter 4"/>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HggAABonAAAUMAAAWSkAABAAAAAmAAAACAAAAACAAAAAAAAA"/>
              </a:ext>
            </a:extLst>
          </p:cNvSpPr>
          <p:nvPr>
            <p:ph type="ftr" sz="quarter" idx="11"/>
          </p:nvPr>
        </p:nvSpPr>
        <p:spPr/>
        <p:txBody>
          <a:bodyPr/>
          <a:lstStyle>
            <a:lvl1pPr>
              <a:defRPr lang="de-de" cap="none">
                <a:solidFill>
                  <a:schemeClr val="bg1"/>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r>
              <a:t>SRH Hochschule Heidelberg</a:t>
            </a:r>
          </a:p>
        </p:txBody>
      </p:sp>
      <p:sp>
        <p:nvSpPr>
          <p:cNvPr id="7" name="Foliennummernplatzhalter 5"/>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kkQAACgnAADBSAAAZykAABAAAAAmAAAACAAAAACAAAAAAAAA"/>
              </a:ext>
            </a:extLst>
          </p:cNvSpPr>
          <p:nvPr>
            <p:ph type="sldNum" sz="quarter" idx="12"/>
          </p:nvPr>
        </p:nvSpPr>
        <p:spPr/>
        <p:txBody>
          <a:bodyPr/>
          <a:lstStyle>
            <a:lvl1pPr>
              <a:defRPr lang="de-de" cap="none">
                <a:solidFill>
                  <a:schemeClr val="bg1"/>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fld id="{2A4DCC3D-73C7-183A-89F5-856F82BB7FD0}" type="slidenum">
              <a:t>‹#›</a:t>
            </a:fld>
          </a:p>
        </p:txBody>
      </p:sp>
      <p:sp>
        <p:nvSpPr>
          <p:cNvPr id="8" name="SmartArt-Platzhalter 14"/>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EAAAACAAAA////AP///wgAAAAAAAAAAJlOl/u2wwdKnRfKeQoOcuoB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J/f38AAAAAA8zMzADAwP8Af39/AAAAAAAAAAAAAAAAAAAAAAAAAAAAIQAAABgAAAAUAAAA6kIAADUCAADDSAAAvgYAABAAAAAmAAAACAAAAIGgAAB/AAAA"/>
              </a:ext>
            </a:extLst>
          </p:cNvSpPr>
          <p:nvPr>
            <p:ph type="dgm" sz="quarter" idx="16"/>
          </p:nvPr>
        </p:nvSpPr>
        <p:spPr>
          <a:xfrm>
            <a:off x="10877550" y="358775"/>
            <a:ext cx="950595" cy="737235"/>
          </a:xfrm>
          <a:blipFill>
            <a:blip r:embed="rId2">
              <a:extLst>
                <a:ext uri="{96DAC541-7B7A-43D3-8B79-37D633B846F1}">
                  <asvg:svgBlip xmlns:asvg="http://schemas.microsoft.com/office/drawing/2016/SVG/main" r:embed="rId3"/>
                </a:ext>
              </a:extLst>
            </a:blip>
            <a:srcRect/>
            <a:stretch/>
          </a:blipFill>
        </p:spPr>
        <p:txBody>
          <a:bodyPr vert="horz" wrap="square" lIns="0" tIns="0" rIns="0" bIns="0" numCol="1" spcCol="215900" anchor="ctr">
            <a:prstTxWarp prst="textNoShape">
              <a:avLst/>
            </a:prstTxWarp>
          </a:bodyPr>
          <a:lstStyle>
            <a:lvl1pPr>
              <a:defRPr lang="de-de" sz="100" cap="none"/>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p>
        </p:txBody>
      </p:sp>
    </p:spTree>
  </p:cSld>
  <p:clrMapOvr>
    <a:masterClrMapping/>
  </p:clrMapOvr>
  <p:hf hdr="0" ftr="0"/>
</p:sldLayout>
</file>

<file path=ppt/slideLayouts/slideLayout6.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type="blank" preserve="1">
  <p:cSld name="Kapitelfolie warm grey">
    <p:bg>
      <p:bgPr>
        <a:solidFill>
          <a:srgbClr val="DDDBD9"/>
        </a:solidFill>
        <a:effectLst/>
      </p:bgPr>
    </p:bg>
    <p:spTree>
      <p:nvGrpSpPr>
        <p:cNvPr id="1" name=""/>
        <p:cNvGrpSpPr/>
        <p:nvPr/>
      </p:nvGrpSpPr>
      <p:grpSpPr>
        <a:xfrm>
          <a:off x="0" y="0"/>
          <a:ext cx="0" cy="0"/>
          <a:chOff x="0" y="0"/>
          <a:chExt cx="0" cy="0"/>
        </a:xfrm>
      </p:grpSpPr>
      <p:sp>
        <p:nvSpPr>
          <p:cNvPr id="2" name="Freihandform: Form 10"/>
          <p:cNvSpPr>
            <a:extLst>
              <a:ext uri="smNativeData">
                <pr:smNativeData xmlns:pr="smNativeData" xmlns="smNativeData" val="SMDATA_15_c7cuahMAAAAlAAAACwAAAA0AAAAAdjIAAD0RAAAASwAAMCoAAAAAAAABAAAAAAAAAAEAAABQAAAAAAAAAAAA4D8AAAAAAADgPwAAAAAAAOA/AAAAAAAA4D8AAAAAAADgPwAAAAAAAOA/AAAAAAAA4D8AAAAAAADgPwAAAAAAAOA/AAAAAAAA4D8CAAAAjAAAAAEAAAAAAAAA////CP///whL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QAAAAEAAAAAAAAAAAAAAAAAAAAAAAAAAAAAAAAAAAAAAAAAAAAAAAJ/f38AAAAAA8zMzADAwP8Af39/AAAAAAAAAAAAAAAAAAAAAAAAAAAAIQAAABgAAAAUAAAAdjIAAD0RAAAASwAAMCoAABAAAAAmAAAACAAAAP//////////"/>
              </a:ext>
            </a:extLst>
          </p:cNvSpPr>
          <p:nvPr/>
        </p:nvSpPr>
        <p:spPr>
          <a:xfrm>
            <a:off x="8202930" y="2802255"/>
            <a:ext cx="3989070" cy="4055745"/>
          </a:xfrm>
          <a:custGeom>
            <a:avLst/>
            <a:gdLst/>
            <a:ahLst/>
            <a:cxnLst/>
            <a:rect l="0" t="0" r="3989070" b="4055745"/>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chemeClr val="bg1">
              <a:alpha val="25000"/>
            </a:schemeClr>
          </a:solidFill>
          <a:ln>
            <a:noFill/>
          </a:ln>
          <a:effectLst/>
        </p:spPr>
        <p:txBody>
          <a:bodyPr vert="horz" wrap="square" lIns="8202930" tIns="2802255" rIns="12192000" bIns="6858000" numCol="1" spcCol="215900" anchor="ctr"/>
          <a:lstStyle/>
          <a:p>
            <a:pPr>
              <a:defRPr lang="de-de"/>
            </a:pPr>
          </a:p>
        </p:txBody>
      </p:sp>
      <p:sp>
        <p:nvSpPr>
          <p:cNvPr id="3" name="Titel 1"/>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J/f38AAAAAA8zMzADAwP8Af39/AAAAAAAAAAAAAAAAAAAAAAAAAAAAIQAAABgAAAAUAAAANwIAAHsNAAAYPwAAIRYAABAAAAAmAAAACAAAAL2gAAAAAAAA"/>
              </a:ext>
            </a:extLst>
          </p:cNvSpPr>
          <p:nvPr>
            <p:ph type="title"/>
          </p:nvPr>
        </p:nvSpPr>
        <p:spPr>
          <a:xfrm>
            <a:off x="360045" y="2191385"/>
            <a:ext cx="9896475" cy="1405890"/>
          </a:xfrm>
        </p:spPr>
        <p:txBody>
          <a:bodyPr vert="horz" wrap="square" lIns="0" tIns="0" rIns="0" bIns="0" numCol="1" spcCol="215900" anchor="t">
            <a:prstTxWarp prst="textNoShape">
              <a:avLst/>
            </a:prstTxWarp>
          </a:bodyPr>
          <a:lstStyle>
            <a:lvl1pPr>
              <a:lnSpc>
                <a:spcPct val="98000"/>
              </a:lnSpc>
              <a:defRPr lang="de-de" sz="4800" cap="none">
                <a:solidFill>
                  <a:schemeClr val="tx1"/>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r>
              <a:t>x</a:t>
            </a:r>
          </a:p>
        </p:txBody>
      </p:sp>
      <p:sp>
        <p:nvSpPr>
          <p:cNvPr id="4" name="Textplatzhalter 2"/>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wIAACEWAABkHAAAQyYAABAAAAAmAAAACAAAAAGgAAAAAAAA"/>
              </a:ext>
            </a:extLst>
          </p:cNvSpPr>
          <p:nvPr>
            <p:ph idx="1"/>
          </p:nvPr>
        </p:nvSpPr>
        <p:spPr>
          <a:xfrm>
            <a:off x="360045" y="3597275"/>
            <a:ext cx="4255135" cy="2622550"/>
          </a:xfrm>
        </p:spPr>
        <p:txBody>
          <a:bodyPr vert="horz" wrap="square" lIns="0" tIns="0" rIns="0" bIns="0" numCol="1" spcCol="215900" anchor="t">
            <a:prstTxWarp prst="textNoShape">
              <a:avLst/>
            </a:prstTxWarp>
          </a:bodyPr>
          <a:lstStyle>
            <a:lvl1pPr marL="0" indent="0">
              <a:lnSpc>
                <a:spcPct val="98000"/>
              </a:lnSpc>
              <a:spcBef>
                <a:spcPts val="0"/>
              </a:spcBef>
              <a:buNone/>
              <a:defRPr lang="de-de" sz="20000" b="1" cap="none">
                <a:solidFill>
                  <a:schemeClr val="accent1"/>
                </a:solidFill>
                <a:latin typeface="SRH Headline" pitchFamily="0" charset="0"/>
                <a:ea typeface="SRH Text" pitchFamily="0" charset="0"/>
                <a:cs typeface="SRH Text" pitchFamily="0" charset="0"/>
              </a:defRPr>
            </a:lvl1pPr>
            <a:lvl2pPr marL="457200" indent="0">
              <a:buNone/>
              <a:defRPr lang="de-de" sz="2000" cap="none">
                <a:solidFill>
                  <a:srgbClr val="9A9A9A"/>
                </a:solidFill>
              </a:defRPr>
            </a:lvl2pPr>
            <a:lvl3pPr marL="914400" indent="0">
              <a:buNone/>
              <a:defRPr lang="de-de" sz="1800" cap="none">
                <a:solidFill>
                  <a:srgbClr val="9A9A9A"/>
                </a:solidFill>
              </a:defRPr>
            </a:lvl3pPr>
            <a:lvl4pPr marL="1371600" indent="0">
              <a:buNone/>
              <a:defRPr lang="de-de" sz="1600" cap="none">
                <a:solidFill>
                  <a:srgbClr val="9A9A9A"/>
                </a:solidFill>
              </a:defRPr>
            </a:lvl4pPr>
            <a:lvl5pPr marL="1828800" indent="0">
              <a:buNone/>
              <a:defRPr lang="de-de" sz="1600" cap="none">
                <a:solidFill>
                  <a:srgbClr val="9A9A9A"/>
                </a:solidFill>
              </a:defRPr>
            </a:lvl5pPr>
            <a:lvl6pPr marL="2286000" indent="0">
              <a:buNone/>
              <a:defRPr lang="de-de" sz="1600" cap="none">
                <a:solidFill>
                  <a:srgbClr val="9A9A9A"/>
                </a:solidFill>
              </a:defRPr>
            </a:lvl6pPr>
            <a:lvl7pPr marL="2743200" indent="0">
              <a:buNone/>
              <a:defRPr lang="de-de" sz="1600" cap="none">
                <a:solidFill>
                  <a:srgbClr val="9A9A9A"/>
                </a:solidFill>
              </a:defRPr>
            </a:lvl7pPr>
            <a:lvl8pPr marL="3200400" indent="0">
              <a:buNone/>
              <a:defRPr lang="de-de" sz="1600" cap="none">
                <a:solidFill>
                  <a:srgbClr val="9A9A9A"/>
                </a:solidFill>
              </a:defRPr>
            </a:lvl8pPr>
            <a:lvl9pPr marL="3657600" indent="0">
              <a:buNone/>
              <a:defRPr lang="de-de" sz="1600" cap="none">
                <a:solidFill>
                  <a:srgbClr val="9A9A9A"/>
                </a:solidFill>
              </a:defRPr>
            </a:lvl9pPr>
          </a:lstStyle>
          <a:p>
            <a:pPr>
              <a:defRPr lang="de-de"/>
            </a:pPr>
            <a:r>
              <a:t>01</a:t>
            </a:r>
          </a:p>
        </p:txBody>
      </p:sp>
      <p:sp>
        <p:nvSpPr>
          <p:cNvPr id="5" name="Datumsplatzhalter 3"/>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wIAABonAACkBwAAWSkAABAAAAAmAAAACAAAAACAAAAAAAAA"/>
              </a:ext>
            </a:extLst>
          </p:cNvSpPr>
          <p:nvPr>
            <p:ph type="dt" sz="half" idx="10"/>
          </p:nvPr>
        </p:nvSpPr>
        <p:spPr/>
        <p:txBody>
          <a:bodyPr/>
          <a:lstStyle>
            <a:lvl1pPr>
              <a:defRPr lang="de-de" cap="none">
                <a:solidFill>
                  <a:srgbClr val="6D7373"/>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fld id="{2A4DDA46-08C7-182C-89F5-FE7994BB7FAB}" type="datetime1">
              <a:rPr lang="en-ca" cap="none"/>
              <a:t>2025-09-13</a:t>
            </a:fld>
          </a:p>
        </p:txBody>
      </p:sp>
      <p:sp>
        <p:nvSpPr>
          <p:cNvPr id="6" name="Fußzeilenplatzhalter 4"/>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HggAABonAAAUMAAAWSkAABAAAAAmAAAACAAAAACAAAAAAAAA"/>
              </a:ext>
            </a:extLst>
          </p:cNvSpPr>
          <p:nvPr>
            <p:ph type="ftr" sz="quarter" idx="11"/>
          </p:nvPr>
        </p:nvSpPr>
        <p:spPr/>
        <p:txBody>
          <a:bodyPr/>
          <a:lstStyle>
            <a:lvl1pPr>
              <a:defRPr lang="de-de" cap="none">
                <a:solidFill>
                  <a:srgbClr val="6D7373"/>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r>
              <a:t>SRH Hochschule Heidelberg</a:t>
            </a:r>
          </a:p>
        </p:txBody>
      </p:sp>
      <p:sp>
        <p:nvSpPr>
          <p:cNvPr id="7" name="Foliennummernplatzhalter 5"/>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kkQAACgnAADBSAAAZykAABAAAAAmAAAACAAAAACAAAAAAAAA"/>
              </a:ext>
            </a:extLst>
          </p:cNvSpPr>
          <p:nvPr>
            <p:ph type="sldNum" sz="quarter" idx="12"/>
          </p:nvPr>
        </p:nvSpPr>
        <p:spPr/>
        <p:txBody>
          <a:bodyPr/>
          <a:lstStyle>
            <a:lvl1pPr>
              <a:defRPr lang="de-de" cap="none">
                <a:solidFill>
                  <a:srgbClr val="6D7373"/>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fld id="{2A4DC3AD-E3C7-1835-89F5-15608DBB7F40}" type="slidenum">
              <a:t>‹#›</a:t>
            </a:fld>
          </a:p>
        </p:txBody>
      </p:sp>
    </p:spTree>
  </p:cSld>
  <p:clrMapOvr>
    <a:masterClrMapping/>
  </p:clrMapOvr>
  <p:hf hdr="0" ftr="0"/>
</p:sldLayout>
</file>

<file path=ppt/slideLayouts/slideLayout7.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Sp="0" type="blank" preserve="1">
  <p:cSld name="Kapitelfolie farbig">
    <p:bg>
      <p:bgPr>
        <a:solidFill>
          <a:schemeClr val="accent1"/>
        </a:solidFill>
        <a:effectLst/>
      </p:bgPr>
    </p:bg>
    <p:spTree>
      <p:nvGrpSpPr>
        <p:cNvPr id="1" name=""/>
        <p:cNvGrpSpPr/>
        <p:nvPr/>
      </p:nvGrpSpPr>
      <p:grpSpPr>
        <a:xfrm>
          <a:off x="0" y="0"/>
          <a:ext cx="0" cy="0"/>
          <a:chOff x="0" y="0"/>
          <a:chExt cx="0" cy="0"/>
        </a:xfrm>
      </p:grpSpPr>
      <p:sp>
        <p:nvSpPr>
          <p:cNvPr id="2" name="Titel 1"/>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J/f38AAAAAA8zMzADAwP8Af39/AAAAAAAAAAAAAAAAAAAAAAAAAAAAIQAAABgAAAAUAAAANwIAAHsNAAAYPwAAIRYAABAAAAAmAAAACAAAAL2gAAAAAAAA"/>
              </a:ext>
            </a:extLst>
          </p:cNvSpPr>
          <p:nvPr>
            <p:ph type="title"/>
          </p:nvPr>
        </p:nvSpPr>
        <p:spPr>
          <a:xfrm>
            <a:off x="360045" y="2191385"/>
            <a:ext cx="9896475" cy="1405890"/>
          </a:xfrm>
        </p:spPr>
        <p:txBody>
          <a:bodyPr vert="horz" wrap="square" lIns="0" tIns="0" rIns="0" bIns="0" numCol="1" spcCol="215900" anchor="t">
            <a:prstTxWarp prst="textNoShape">
              <a:avLst/>
            </a:prstTxWarp>
          </a:bodyPr>
          <a:lstStyle>
            <a:lvl1pPr>
              <a:lnSpc>
                <a:spcPct val="98000"/>
              </a:lnSpc>
              <a:defRPr lang="de-de" sz="4800" cap="none">
                <a:solidFill>
                  <a:schemeClr val="bg1"/>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r>
              <a:t>Mastertitelformat bearbeiten</a:t>
            </a:r>
          </a:p>
        </p:txBody>
      </p:sp>
      <p:sp>
        <p:nvSpPr>
          <p:cNvPr id="3" name="Textplatzhalter 2"/>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wIAACEWAABkHAAAQyYAABAAAAAmAAAACAAAAAGgAAAAAAAA"/>
              </a:ext>
            </a:extLst>
          </p:cNvSpPr>
          <p:nvPr>
            <p:ph idx="1"/>
          </p:nvPr>
        </p:nvSpPr>
        <p:spPr>
          <a:xfrm>
            <a:off x="360045" y="3597275"/>
            <a:ext cx="4255135" cy="2622550"/>
          </a:xfrm>
        </p:spPr>
        <p:txBody>
          <a:bodyPr vert="horz" wrap="square" lIns="0" tIns="0" rIns="0" bIns="0" numCol="1" spcCol="215900" anchor="t">
            <a:prstTxWarp prst="textNoShape">
              <a:avLst/>
            </a:prstTxWarp>
          </a:bodyPr>
          <a:lstStyle>
            <a:lvl1pPr marL="0" indent="0">
              <a:lnSpc>
                <a:spcPct val="98000"/>
              </a:lnSpc>
              <a:spcBef>
                <a:spcPts val="0"/>
              </a:spcBef>
              <a:buNone/>
              <a:defRPr lang="de-de" sz="20000" b="1" cap="none">
                <a:solidFill>
                  <a:schemeClr val="bg1"/>
                </a:solidFill>
                <a:latin typeface="SRH Headline" pitchFamily="0" charset="0"/>
                <a:ea typeface="SRH Text" pitchFamily="0" charset="0"/>
                <a:cs typeface="SRH Text" pitchFamily="0" charset="0"/>
              </a:defRPr>
            </a:lvl1pPr>
            <a:lvl2pPr marL="457200" indent="0">
              <a:buNone/>
              <a:defRPr lang="de-de" sz="2000" cap="none">
                <a:solidFill>
                  <a:srgbClr val="9A9A9A"/>
                </a:solidFill>
              </a:defRPr>
            </a:lvl2pPr>
            <a:lvl3pPr marL="914400" indent="0">
              <a:buNone/>
              <a:defRPr lang="de-de" sz="1800" cap="none">
                <a:solidFill>
                  <a:srgbClr val="9A9A9A"/>
                </a:solidFill>
              </a:defRPr>
            </a:lvl3pPr>
            <a:lvl4pPr marL="1371600" indent="0">
              <a:buNone/>
              <a:defRPr lang="de-de" sz="1600" cap="none">
                <a:solidFill>
                  <a:srgbClr val="9A9A9A"/>
                </a:solidFill>
              </a:defRPr>
            </a:lvl4pPr>
            <a:lvl5pPr marL="1828800" indent="0">
              <a:buNone/>
              <a:defRPr lang="de-de" sz="1600" cap="none">
                <a:solidFill>
                  <a:srgbClr val="9A9A9A"/>
                </a:solidFill>
              </a:defRPr>
            </a:lvl5pPr>
            <a:lvl6pPr marL="2286000" indent="0">
              <a:buNone/>
              <a:defRPr lang="de-de" sz="1600" cap="none">
                <a:solidFill>
                  <a:srgbClr val="9A9A9A"/>
                </a:solidFill>
              </a:defRPr>
            </a:lvl6pPr>
            <a:lvl7pPr marL="2743200" indent="0">
              <a:buNone/>
              <a:defRPr lang="de-de" sz="1600" cap="none">
                <a:solidFill>
                  <a:srgbClr val="9A9A9A"/>
                </a:solidFill>
              </a:defRPr>
            </a:lvl7pPr>
            <a:lvl8pPr marL="3200400" indent="0">
              <a:buNone/>
              <a:defRPr lang="de-de" sz="1600" cap="none">
                <a:solidFill>
                  <a:srgbClr val="9A9A9A"/>
                </a:solidFill>
              </a:defRPr>
            </a:lvl8pPr>
            <a:lvl9pPr marL="3657600" indent="0">
              <a:buNone/>
              <a:defRPr lang="de-de" sz="1600" cap="none">
                <a:solidFill>
                  <a:srgbClr val="9A9A9A"/>
                </a:solidFill>
              </a:defRPr>
            </a:lvl9pPr>
          </a:lstStyle>
          <a:p>
            <a:pPr>
              <a:defRPr lang="de-de"/>
            </a:pPr>
            <a:r>
              <a:t>01</a:t>
            </a:r>
          </a:p>
        </p:txBody>
      </p:sp>
      <p:sp>
        <p:nvSpPr>
          <p:cNvPr id="4" name="Datumsplatzhalter 3"/>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wIAABonAACkBwAAWSkAABAAAAAmAAAACAAAAACAAAAAAAAA"/>
              </a:ext>
            </a:extLst>
          </p:cNvSpPr>
          <p:nvPr>
            <p:ph type="dt" sz="half" idx="10"/>
          </p:nvPr>
        </p:nvSpPr>
        <p:spPr/>
        <p:txBody>
          <a:bodyPr/>
          <a:lstStyle>
            <a:lvl1pPr>
              <a:defRPr lang="de-de" cap="none">
                <a:solidFill>
                  <a:schemeClr val="bg1"/>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fld id="{2A4DD9C7-89C7-182F-89F5-7F7A97BB7F2A}" type="datetime1">
              <a:rPr lang="en-ca" cap="none"/>
              <a:t>6/14/2026</a:t>
            </a:fld>
          </a:p>
        </p:txBody>
      </p:sp>
      <p:sp>
        <p:nvSpPr>
          <p:cNvPr id="5" name="Fußzeilenplatzhalter 4"/>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HggAABonAAAUMAAAWSkAABAAAAAmAAAACAAAAACAAAAAAAAA"/>
              </a:ext>
            </a:extLst>
          </p:cNvSpPr>
          <p:nvPr>
            <p:ph type="ftr" sz="quarter" idx="11"/>
          </p:nvPr>
        </p:nvSpPr>
        <p:spPr/>
        <p:txBody>
          <a:bodyPr/>
          <a:lstStyle>
            <a:lvl1pPr>
              <a:defRPr lang="de-de" cap="none">
                <a:solidFill>
                  <a:schemeClr val="bg1"/>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r>
              <a:t>SRH Hochschule Heidelberg</a:t>
            </a:r>
          </a:p>
        </p:txBody>
      </p:sp>
      <p:sp>
        <p:nvSpPr>
          <p:cNvPr id="6" name="Foliennummernplatzhalter 5"/>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kkQAACgnAADBSAAAZykAABAAAAAmAAAACAAAAACAAAAAAAAA"/>
              </a:ext>
            </a:extLst>
          </p:cNvSpPr>
          <p:nvPr>
            <p:ph type="sldNum" sz="quarter" idx="12"/>
          </p:nvPr>
        </p:nvSpPr>
        <p:spPr/>
        <p:txBody>
          <a:bodyPr/>
          <a:lstStyle>
            <a:lvl1pPr>
              <a:defRPr lang="de-de" cap="none">
                <a:solidFill>
                  <a:schemeClr val="bg1"/>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fld id="{2A4D875C-12C7-1871-89F5-E424C9BB7FB1}" type="slidenum">
              <a:t>1</a:t>
            </a:fld>
          </a:p>
        </p:txBody>
      </p:sp>
      <p:pic>
        <p:nvPicPr>
          <p:cNvPr id="7" name="Grafik 6"/>
          <p:cNvPicPr>
            <a:picLocks noChangeAspect="1"/>
            <a:extLst>
              <a:ext uri="smNativeData">
                <pr:smNativeData xmlns:pr="smNativeData" xmlns="smNativeData" val="SMDATA_17_c7cuahMAAAAlAAAAEQAAAC0AAAAAkAAAAEgAAACQAAAAS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AcAAAA4AAAAAAAAAAAAAAAAAAAA////AAAAAAAAAAAAAAAAAAAAAAAAAAAAAAAAAAAAAABkAAAAZAAAAAAAAAAjAAAABAAAAGQAAAAXAAAAFAAAAAAAAAAAAAAA/38AAP9/AAAAAAAACQAAAAQAAAAAAAAAHgAAAGgAAAAAAAAAAAAAAAAAAAAAAAAAAAAAABAnAAAQJwAAAAAAAAAAAAAAAAAAAAAAAAAAAAAAAAAAAAAAAAAAAAAUAAAAAAAAAMDA/wAAAAAAZAAAADIAAAAAAAAAZAAAAAAAAAB/f38ACgAAACIAAAAYAAAAAAAAAAAAAAAAAAAAAAAAAAAAAAAAAAAAJAAAACQAAAAAAAAABwAAAAAAAAAAAAAAAAAAAAAAAAAAAAAAAAAAAH9/fwAlAAAAWAAAAAAAAAAAAAAAAAAAAAAAAAAAAAAAAAAAAAAAAAAAAAAAAAAAAAAAAAAAAAAAPwAAAAAAAACghgEAAAAAAAAAAAAAAAAADAAAAAEAAAAAAAAAAAAAAAAAAAAfAAAAVAAAAN9IBwX///8BAAAAAAAAAAAAAAAAAAAAAAAAAAAAAAAAAAAAAAAAAABXV1YCf39/AKqjnQPMzMwAwMD/AH9/fwAAAAAAAAAAAAAAAAD///8AAAAAACEAAAAYAAAAFAAAAOpCAAA1AgAAw0gAAL4GAAAQAAAAJgAAAAgAAAD//////////w=="/>
              </a:ext>
            </a:extLst>
          </p:cNvPicPr>
          <p:nvPr/>
        </p:nvPicPr>
        <p:blipFill>
          <a:blip r:embed="rId2">
            <a:extLst>
              <a:ext uri="{96DAC541-7B7A-43D3-8B79-37D633B846F1}">
                <asvg:svgBlip xmlns:asvg="http://schemas.microsoft.com/office/drawing/2016/SVG/main" r:embed="rId3"/>
              </a:ext>
            </a:extLst>
          </a:blip>
          <a:stretch>
            <a:fillRect/>
          </a:stretch>
        </p:blipFill>
        <p:spPr>
          <a:xfrm>
            <a:off x="10877550" y="358775"/>
            <a:ext cx="950595" cy="737235"/>
          </a:xfrm>
          <a:prstGeom prst="rect">
            <a:avLst/>
          </a:prstGeom>
          <a:noFill/>
          <a:ln>
            <a:noFill/>
          </a:ln>
          <a:effectLst/>
        </p:spPr>
      </p:pic>
      <p:sp>
        <p:nvSpPr>
          <p:cNvPr id="8" name="Freihandform: Form 8"/>
          <p:cNvSpPr>
            <a:extLst>
              <a:ext uri="smNativeData">
                <pr:smNativeData xmlns:pr="smNativeData" xmlns="smNativeData" val="SMDATA_15_c7cuahMAAAAlAAAACwAAAA0AAAAAhDIAAD0RAAAPSwAAMCoAAAAAAAABAAAAAAAAAAEAAABQAAAAAAAAAAAA4D8AAAAAAADgPwAAAAAAAOA/AAAAAAAA4D8AAAAAAADgPwAAAAAAAOA/AAAAAAAA4D8AAAAAAADgPwAAAAAAAOA/AAAAAAAA4D8CAAAAjAAAAAEAAAAAAAAA7u3sAP///whR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7u3sAP///wEAAAAAAAAAAAAAAAAAAAAAAAAAAAAAAAAAAAAAAAAAAFdXVgJ/f38AqqOdA8zMzADAwP8Af39/AAAAAAAAAAAAAAAAAAAAAAAAAAAAIQAAABgAAAAUAAAAhDIAAD0RAAAPSwAAMCoAABAAAAAmAAAACAAAAP//////////"/>
              </a:ext>
            </a:extLst>
          </p:cNvSpPr>
          <p:nvPr/>
        </p:nvSpPr>
        <p:spPr>
          <a:xfrm>
            <a:off x="8211820" y="2802255"/>
            <a:ext cx="3989705" cy="4055745"/>
          </a:xfrm>
          <a:custGeom>
            <a:avLst/>
            <a:gdLst/>
            <a:ahLst/>
            <a:cxnLst/>
            <a:rect l="0" t="0" r="3989705" b="4055745"/>
            <a:pathLst>
              <a:path w="3989705" h="4055745">
                <a:moveTo>
                  <a:pt x="3989705" y="0"/>
                </a:moveTo>
                <a:lnTo>
                  <a:pt x="3989705" y="2389210"/>
                </a:lnTo>
                <a:lnTo>
                  <a:pt x="3859000" y="2411148"/>
                </a:lnTo>
                <a:cubicBezTo>
                  <a:pt x="2993767" y="2575305"/>
                  <a:pt x="2648265" y="3036008"/>
                  <a:pt x="2529591" y="3871779"/>
                </a:cubicBezTo>
                <a:lnTo>
                  <a:pt x="2508283" y="4055745"/>
                </a:lnTo>
                <a:lnTo>
                  <a:pt x="0" y="4055745"/>
                </a:lnTo>
                <a:lnTo>
                  <a:pt x="22944" y="3788838"/>
                </a:lnTo>
                <a:cubicBezTo>
                  <a:pt x="290771" y="1521853"/>
                  <a:pt x="1510519" y="126892"/>
                  <a:pt x="3885553" y="4661"/>
                </a:cubicBezTo>
                <a:cubicBezTo>
                  <a:pt x="3907463" y="3232"/>
                  <a:pt x="3931933" y="1982"/>
                  <a:pt x="3958371" y="932"/>
                </a:cubicBezTo>
                <a:close/>
              </a:path>
            </a:pathLst>
          </a:custGeom>
          <a:solidFill>
            <a:srgbClr val="EEEDEC">
              <a:alpha val="19000"/>
            </a:srgbClr>
          </a:solidFill>
          <a:ln>
            <a:noFill/>
          </a:ln>
          <a:effectLst/>
        </p:spPr>
        <p:txBody>
          <a:bodyPr vert="horz" wrap="square" lIns="8211820" tIns="2802255" rIns="12201525" bIns="6858000" numCol="1" spcCol="215900" anchor="ctr"/>
          <a:lstStyle/>
          <a:p>
            <a:pPr>
              <a:defRPr lang="de-de"/>
            </a:pPr>
          </a:p>
        </p:txBody>
      </p:sp>
    </p:spTree>
  </p:cSld>
  <p:clrMapOvr>
    <a:masterClrMapping/>
  </p:clrMapOvr>
  <p:hf hdr="0" ftr="0"/>
</p:sldLayout>
</file>

<file path=ppt/slideLayouts/slideLayout8.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type="blank" preserve="1">
  <p:cSld name="Kapitelfolie weiß">
    <p:spTree>
      <p:nvGrpSpPr>
        <p:cNvPr id="1" name=""/>
        <p:cNvGrpSpPr/>
        <p:nvPr/>
      </p:nvGrpSpPr>
      <p:grpSpPr>
        <a:xfrm>
          <a:off x="0" y="0"/>
          <a:ext cx="0" cy="0"/>
          <a:chOff x="0" y="0"/>
          <a:chExt cx="0" cy="0"/>
        </a:xfrm>
      </p:grpSpPr>
      <p:sp>
        <p:nvSpPr>
          <p:cNvPr id="2" name="Freihandform: Form 10"/>
          <p:cNvSpPr>
            <a:extLst>
              <a:ext uri="smNativeData">
                <pr:smNativeData xmlns:pr="smNativeData" xmlns="smNativeData" val="SMDATA_15_c7cuahMAAAAlAAAACwAAAA0AAAAAdjIAAD0RAAAASwAAMCoAAAAAAAABAAAAAAAAAAEAAABQAAAAAAAAAAAA4D8AAAAAAADgPwAAAAAAAOA/AAAAAAAA4D8AAAAAAADgPwAAAAAAAOA/AAAAAAAA4D8AAAAAAADgPwAAAAAAAOA/AAAAAAAA4D8CAAAAjAAAAAEAAAAAAAAA7u3s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7u3sAAAAAAEAAAAAAAAAAAAAAAAAAAAAAAAAAAAAAAAAAAAAAAAAAAAAAAJ/f38AAAAAA8zMzADAwP8Af39/AAAAAAAAAAAAAAAAAAAAAAAAAAAAIQAAABgAAAAUAAAAdjIAAD0RAAAASwAAMCoAABAAAAAmAAAACAAAAP//////////"/>
              </a:ext>
            </a:extLst>
          </p:cNvSpPr>
          <p:nvPr/>
        </p:nvSpPr>
        <p:spPr>
          <a:xfrm>
            <a:off x="8202930" y="2802255"/>
            <a:ext cx="3989070" cy="4055745"/>
          </a:xfrm>
          <a:custGeom>
            <a:avLst/>
            <a:gdLst/>
            <a:ahLst/>
            <a:cxnLst/>
            <a:rect l="0" t="0" r="3989070" b="4055745"/>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a:noFill/>
          </a:ln>
          <a:effectLst/>
        </p:spPr>
        <p:txBody>
          <a:bodyPr vert="horz" wrap="square" lIns="8202930" tIns="2802255" rIns="12192000" bIns="6858000" numCol="1" spcCol="215900" anchor="ctr"/>
          <a:lstStyle/>
          <a:p>
            <a:pPr>
              <a:defRPr lang="de-de"/>
            </a:pPr>
          </a:p>
        </p:txBody>
      </p:sp>
      <p:sp>
        <p:nvSpPr>
          <p:cNvPr id="3" name="Titel 1"/>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J/f38AAAAAA8zMzADAwP8Af39/AAAAAAAAAAAAAAAAAAAAAAAAAAAAIQAAABgAAAAUAAAANwIAAHsNAAAYPwAAIRYAABAAAAAmAAAACAAAAL2gAAAAAAAA"/>
              </a:ext>
            </a:extLst>
          </p:cNvSpPr>
          <p:nvPr>
            <p:ph type="title"/>
          </p:nvPr>
        </p:nvSpPr>
        <p:spPr>
          <a:xfrm>
            <a:off x="360045" y="2191385"/>
            <a:ext cx="9896475" cy="1405890"/>
          </a:xfrm>
        </p:spPr>
        <p:txBody>
          <a:bodyPr vert="horz" wrap="square" lIns="0" tIns="0" rIns="0" bIns="0" numCol="1" spcCol="215900" anchor="t">
            <a:prstTxWarp prst="textNoShape">
              <a:avLst/>
            </a:prstTxWarp>
          </a:bodyPr>
          <a:lstStyle>
            <a:lvl1pPr>
              <a:lnSpc>
                <a:spcPct val="98000"/>
              </a:lnSpc>
              <a:defRPr lang="de-de" sz="4800" cap="none">
                <a:solidFill>
                  <a:schemeClr val="tx1"/>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r>
              <a:t>Mastertitelformat bearbeiten</a:t>
            </a:r>
          </a:p>
        </p:txBody>
      </p:sp>
      <p:sp>
        <p:nvSpPr>
          <p:cNvPr id="4" name="Textplatzhalter 2"/>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wIAACEWAABkHAAAQyYAABAAAAAmAAAACAAAAAGgAAAAAAAA"/>
              </a:ext>
            </a:extLst>
          </p:cNvSpPr>
          <p:nvPr>
            <p:ph idx="1"/>
          </p:nvPr>
        </p:nvSpPr>
        <p:spPr>
          <a:xfrm>
            <a:off x="360045" y="3597275"/>
            <a:ext cx="4255135" cy="2622550"/>
          </a:xfrm>
        </p:spPr>
        <p:txBody>
          <a:bodyPr vert="horz" wrap="square" lIns="0" tIns="0" rIns="0" bIns="0" numCol="1" spcCol="215900" anchor="t">
            <a:prstTxWarp prst="textNoShape">
              <a:avLst/>
            </a:prstTxWarp>
          </a:bodyPr>
          <a:lstStyle>
            <a:lvl1pPr marL="0" indent="0">
              <a:lnSpc>
                <a:spcPct val="98000"/>
              </a:lnSpc>
              <a:spcBef>
                <a:spcPts val="0"/>
              </a:spcBef>
              <a:buNone/>
              <a:defRPr lang="de-de" sz="20000" b="1" cap="none">
                <a:solidFill>
                  <a:schemeClr val="accent1"/>
                </a:solidFill>
                <a:latin typeface="SRH Headline" pitchFamily="0" charset="0"/>
                <a:ea typeface="SRH Text" pitchFamily="0" charset="0"/>
                <a:cs typeface="SRH Text" pitchFamily="0" charset="0"/>
              </a:defRPr>
            </a:lvl1pPr>
            <a:lvl2pPr marL="457200" indent="0">
              <a:buNone/>
              <a:defRPr lang="de-de" sz="2000" cap="none">
                <a:solidFill>
                  <a:srgbClr val="9A9A9A"/>
                </a:solidFill>
              </a:defRPr>
            </a:lvl2pPr>
            <a:lvl3pPr marL="914400" indent="0">
              <a:buNone/>
              <a:defRPr lang="de-de" sz="1800" cap="none">
                <a:solidFill>
                  <a:srgbClr val="9A9A9A"/>
                </a:solidFill>
              </a:defRPr>
            </a:lvl3pPr>
            <a:lvl4pPr marL="1371600" indent="0">
              <a:buNone/>
              <a:defRPr lang="de-de" sz="1600" cap="none">
                <a:solidFill>
                  <a:srgbClr val="9A9A9A"/>
                </a:solidFill>
              </a:defRPr>
            </a:lvl4pPr>
            <a:lvl5pPr marL="1828800" indent="0">
              <a:buNone/>
              <a:defRPr lang="de-de" sz="1600" cap="none">
                <a:solidFill>
                  <a:srgbClr val="9A9A9A"/>
                </a:solidFill>
              </a:defRPr>
            </a:lvl5pPr>
            <a:lvl6pPr marL="2286000" indent="0">
              <a:buNone/>
              <a:defRPr lang="de-de" sz="1600" cap="none">
                <a:solidFill>
                  <a:srgbClr val="9A9A9A"/>
                </a:solidFill>
              </a:defRPr>
            </a:lvl6pPr>
            <a:lvl7pPr marL="2743200" indent="0">
              <a:buNone/>
              <a:defRPr lang="de-de" sz="1600" cap="none">
                <a:solidFill>
                  <a:srgbClr val="9A9A9A"/>
                </a:solidFill>
              </a:defRPr>
            </a:lvl7pPr>
            <a:lvl8pPr marL="3200400" indent="0">
              <a:buNone/>
              <a:defRPr lang="de-de" sz="1600" cap="none">
                <a:solidFill>
                  <a:srgbClr val="9A9A9A"/>
                </a:solidFill>
              </a:defRPr>
            </a:lvl8pPr>
            <a:lvl9pPr marL="3657600" indent="0">
              <a:buNone/>
              <a:defRPr lang="de-de" sz="1600" cap="none">
                <a:solidFill>
                  <a:srgbClr val="9A9A9A"/>
                </a:solidFill>
              </a:defRPr>
            </a:lvl9pPr>
          </a:lstStyle>
          <a:p>
            <a:pPr>
              <a:defRPr lang="de-de"/>
            </a:pPr>
            <a:r>
              <a:t>01</a:t>
            </a:r>
          </a:p>
        </p:txBody>
      </p:sp>
      <p:sp>
        <p:nvSpPr>
          <p:cNvPr id="5" name="Datumsplatzhalter 3"/>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wIAABonAACkBwAAWSkAABAAAAAmAAAACAAAAACAAAAAAAAA"/>
              </a:ext>
            </a:extLst>
          </p:cNvSpPr>
          <p:nvPr>
            <p:ph type="dt" sz="half" idx="10"/>
          </p:nvPr>
        </p:nvSpPr>
        <p:spPr/>
        <p:txBody>
          <a:bodyPr/>
          <a:lstStyle>
            <a:lvl1pPr>
              <a:defRPr lang="de-de" cap="none">
                <a:solidFill>
                  <a:srgbClr val="6D7373"/>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fld id="{2A4DBB06-48C7-184D-89F5-BE18F5BB7FEB}" type="datetime1">
              <a:rPr lang="en-ca" cap="none"/>
              <a:t>2025-09-13</a:t>
            </a:fld>
          </a:p>
        </p:txBody>
      </p:sp>
      <p:sp>
        <p:nvSpPr>
          <p:cNvPr id="6" name="Fußzeilenplatzhalter 4"/>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HggAABonAAAUMAAAWSkAABAAAAAmAAAACAAAAACAAAAAAAAA"/>
              </a:ext>
            </a:extLst>
          </p:cNvSpPr>
          <p:nvPr>
            <p:ph type="ftr" sz="quarter" idx="11"/>
          </p:nvPr>
        </p:nvSpPr>
        <p:spPr/>
        <p:txBody>
          <a:bodyPr/>
          <a:lstStyle>
            <a:lvl1pPr>
              <a:defRPr lang="de-de" cap="none">
                <a:solidFill>
                  <a:srgbClr val="6D7373"/>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r>
              <a:t>SRH Hochschule Heidelberg</a:t>
            </a:r>
          </a:p>
        </p:txBody>
      </p:sp>
      <p:sp>
        <p:nvSpPr>
          <p:cNvPr id="7" name="Foliennummernplatzhalter 5"/>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kkQAACgnAADBSAAAZykAABAAAAAmAAAACAAAAACAAAAAAAAA"/>
              </a:ext>
            </a:extLst>
          </p:cNvSpPr>
          <p:nvPr>
            <p:ph type="sldNum" sz="quarter" idx="12"/>
          </p:nvPr>
        </p:nvSpPr>
        <p:spPr/>
        <p:txBody>
          <a:bodyPr/>
          <a:lstStyle>
            <a:lvl1pPr>
              <a:defRPr lang="de-de" cap="none">
                <a:solidFill>
                  <a:srgbClr val="6D7373"/>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fld id="{2A4D8F5C-12C7-1879-89F5-E42CC1BB7FB1}" type="slidenum">
              <a:t>‹#›</a:t>
            </a:fld>
          </a:p>
        </p:txBody>
      </p:sp>
    </p:spTree>
  </p:cSld>
  <p:clrMapOvr>
    <a:masterClrMapping/>
  </p:clrMapOvr>
  <p:hf hdr="0" ftr="0"/>
</p:sldLayout>
</file>

<file path=ppt/slideLayouts/slideLayout9.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type="blank" preserve="1">
  <p:cSld name="Zwischenfolie Statements, weiß">
    <p:spTree>
      <p:nvGrpSpPr>
        <p:cNvPr id="1" name=""/>
        <p:cNvGrpSpPr/>
        <p:nvPr/>
      </p:nvGrpSpPr>
      <p:grpSpPr>
        <a:xfrm>
          <a:off x="0" y="0"/>
          <a:ext cx="0" cy="0"/>
          <a:chOff x="0" y="0"/>
          <a:chExt cx="0" cy="0"/>
        </a:xfrm>
      </p:grpSpPr>
      <p:sp>
        <p:nvSpPr>
          <p:cNvPr id="2" name="Freihandform: Form 10"/>
          <p:cNvSpPr>
            <a:extLst>
              <a:ext uri="smNativeData">
                <pr:smNativeData xmlns:pr="smNativeData" xmlns="smNativeData" val="SMDATA_15_c7cuahMAAAAlAAAACwAAAA0AAAAAdjIAAD0RAAAASwAAMCoAAAAAAAABAAAAAAAAAAEAAABQAAAAAAAAAAAA4D8AAAAAAADgPwAAAAAAAOA/AAAAAAAA4D8AAAAAAADgPwAAAAAAAOA/AAAAAAAA4D8AAAAAAADgPwAAAAAAAOA/AAAAAAAA4D8CAAAAjAAAAAEAAAAAAAAA7u3s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7u3sAAAAAAEAAAAAAAAAAAAAAAAAAAAAAAAAAAAAAAAAAAAAAAAAAAAAAAJ/f38AAAAAA8zMzADAwP8Af39/AAAAAAAAAAAAAAAAAAAAAAAAAAAAIQAAABgAAAAUAAAAdjIAAD0RAAAASwAAMCoAABAAAAAmAAAACAAAAP//////////"/>
              </a:ext>
            </a:extLst>
          </p:cNvSpPr>
          <p:nvPr/>
        </p:nvSpPr>
        <p:spPr>
          <a:xfrm>
            <a:off x="8202930" y="2802255"/>
            <a:ext cx="3989070" cy="4055745"/>
          </a:xfrm>
          <a:custGeom>
            <a:avLst/>
            <a:gdLst/>
            <a:ahLst/>
            <a:cxnLst/>
            <a:rect l="0" t="0" r="3989070" b="4055745"/>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a:noFill/>
          </a:ln>
          <a:effectLst/>
        </p:spPr>
        <p:txBody>
          <a:bodyPr vert="horz" wrap="square" lIns="8202930" tIns="2802255" rIns="12192000" bIns="6858000" numCol="1" spcCol="215900" anchor="ctr"/>
          <a:lstStyle/>
          <a:p>
            <a:pPr>
              <a:defRPr lang="de-de"/>
            </a:pPr>
          </a:p>
        </p:txBody>
      </p:sp>
      <p:sp>
        <p:nvSpPr>
          <p:cNvPr id="3" name="Titel 1"/>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J/f38AAAAAA8zMzADAwP8Af39/AAAAAAAAAAAAAAAAAAAAAAAAAAAAIQAAABgAAAAUAAAANwIAAFQOAADLSAAA0SYAABAAAAAmAAAACAAAAL2gAAAAAAAA"/>
              </a:ext>
            </a:extLst>
          </p:cNvSpPr>
          <p:nvPr>
            <p:ph type="title"/>
          </p:nvPr>
        </p:nvSpPr>
        <p:spPr>
          <a:xfrm>
            <a:off x="360045" y="2329180"/>
            <a:ext cx="11473180" cy="3980815"/>
          </a:xfrm>
        </p:spPr>
        <p:txBody>
          <a:bodyPr vert="horz" wrap="square" lIns="0" tIns="0" rIns="0" bIns="0" numCol="1" spcCol="215900" anchor="t">
            <a:prstTxWarp prst="textNoShape">
              <a:avLst/>
            </a:prstTxWarp>
          </a:bodyPr>
          <a:lstStyle>
            <a:lvl1pPr>
              <a:lnSpc>
                <a:spcPct val="98000"/>
              </a:lnSpc>
              <a:defRPr lang="de-de" sz="4800" cap="none">
                <a:solidFill>
                  <a:schemeClr val="tx1"/>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r>
              <a:t>Mastertitelformat bearbeiten</a:t>
            </a:r>
          </a:p>
        </p:txBody>
      </p:sp>
      <p:sp>
        <p:nvSpPr>
          <p:cNvPr id="4" name="Datumsplatzhalter 3"/>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wIAABonAACkBwAAWSkAABAAAAAmAAAACAAAAACAAAAAAAAA"/>
              </a:ext>
            </a:extLst>
          </p:cNvSpPr>
          <p:nvPr>
            <p:ph type="dt" sz="half" idx="10"/>
          </p:nvPr>
        </p:nvSpPr>
        <p:spPr/>
        <p:txBody>
          <a:bodyPr/>
          <a:lstStyle>
            <a:lvl1pPr>
              <a:defRPr lang="de-de" cap="none">
                <a:solidFill>
                  <a:srgbClr val="6D7373"/>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fld id="{2A4D877B-35C7-1871-89F5-C324C9BB7F96}" type="datetime1">
              <a:rPr lang="en-ca" cap="none"/>
              <a:t>2025-09-13</a:t>
            </a:fld>
          </a:p>
        </p:txBody>
      </p:sp>
      <p:sp>
        <p:nvSpPr>
          <p:cNvPr id="5" name="Fußzeilenplatzhalter 4"/>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HggAABonAAAUMAAAWSkAABAAAAAmAAAACAAAAACAAAAAAAAA"/>
              </a:ext>
            </a:extLst>
          </p:cNvSpPr>
          <p:nvPr>
            <p:ph type="ftr" sz="quarter" idx="11"/>
          </p:nvPr>
        </p:nvSpPr>
        <p:spPr/>
        <p:txBody>
          <a:bodyPr/>
          <a:lstStyle>
            <a:lvl1pPr>
              <a:defRPr lang="de-de" cap="none">
                <a:solidFill>
                  <a:srgbClr val="6D7373"/>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r>
              <a:t>SRH Hochschule Heidelberg</a:t>
            </a:r>
          </a:p>
        </p:txBody>
      </p:sp>
      <p:sp>
        <p:nvSpPr>
          <p:cNvPr id="6" name="Foliennummernplatzhalter 5"/>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kkQAACgnAADBSAAAZykAABAAAAAmAAAACAAAAACAAAAAAAAA"/>
              </a:ext>
            </a:extLst>
          </p:cNvSpPr>
          <p:nvPr>
            <p:ph type="sldNum" sz="quarter" idx="12"/>
          </p:nvPr>
        </p:nvSpPr>
        <p:spPr/>
        <p:txBody>
          <a:bodyPr/>
          <a:lstStyle>
            <a:lvl1pPr>
              <a:defRPr lang="de-de" cap="none">
                <a:solidFill>
                  <a:srgbClr val="6D7373"/>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fld id="{2A4DE85F-11C7-181E-89F5-E74BA6BB7FB2}" type="slidenum">
              <a:t>‹#›</a:t>
            </a:fld>
          </a:p>
        </p:txBody>
      </p:sp>
    </p:spTree>
  </p:cSld>
  <p:clrMapOvr>
    <a:masterClrMapping/>
  </p:clrMapOvr>
  <p:hf hdr="0" ftr="0"/>
</p:sldLayout>
</file>

<file path=ppt/slideLayouts/slideLayout10.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Sp="0" type="blank" preserve="1">
  <p:cSld name="Zwischenfolie Statements, Farbe">
    <p:bg>
      <p:bgPr>
        <a:solidFill>
          <a:schemeClr val="accent1"/>
        </a:solidFill>
        <a:effectLst/>
      </p:bgPr>
    </p:bg>
    <p:spTree>
      <p:nvGrpSpPr>
        <p:cNvPr id="1" name=""/>
        <p:cNvGrpSpPr/>
        <p:nvPr/>
      </p:nvGrpSpPr>
      <p:grpSpPr>
        <a:xfrm>
          <a:off x="0" y="0"/>
          <a:ext cx="0" cy="0"/>
          <a:chOff x="0" y="0"/>
          <a:chExt cx="0" cy="0"/>
        </a:xfrm>
      </p:grpSpPr>
      <p:sp>
        <p:nvSpPr>
          <p:cNvPr id="2" name="Freihandform: Form 10"/>
          <p:cNvSpPr>
            <a:extLst>
              <a:ext uri="smNativeData">
                <pr:smNativeData xmlns:pr="smNativeData" xmlns="smNativeData" val="SMDATA_15_c7cuahMAAAAlAAAACwAAAA0AAAAAhDIAAD0RAAAPSwAAMCoAAAAAAAABAAAAAAAAAAEAAABQAAAAAAAAAAAA4D8AAAAAAADgPwAAAAAAAOA/AAAAAAAA4D8AAAAAAADgPwAAAAAAAOA/AAAAAAAA4D8AAAAAAADgPwAAAAAAAOA/AAAAAAAA4D8CAAAAjAAAAAEAAAAAAAAA7u3sAP///whR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7u3sAAAAAAEAAAAAAAAAAAAAAAAAAAAAAAAAAAAAAAAAAAAAAAAAAAAAAAJ/f38AAAAAA8zMzADAwP8Af39/AAAAAAAAAAAAAAAAAAAAAAAAAAAAIQAAABgAAAAUAAAAhDIAAD0RAAAPSwAAMCoAABAAAAAmAAAACAAAAP//////////"/>
              </a:ext>
            </a:extLst>
          </p:cNvSpPr>
          <p:nvPr/>
        </p:nvSpPr>
        <p:spPr>
          <a:xfrm>
            <a:off x="8211820" y="2802255"/>
            <a:ext cx="3989705" cy="4055745"/>
          </a:xfrm>
          <a:custGeom>
            <a:avLst/>
            <a:gdLst/>
            <a:ahLst/>
            <a:cxnLst/>
            <a:rect l="0" t="0" r="3989705" b="4055745"/>
            <a:pathLst>
              <a:path w="3989705" h="4055745">
                <a:moveTo>
                  <a:pt x="3989705" y="0"/>
                </a:moveTo>
                <a:lnTo>
                  <a:pt x="3989705" y="2389210"/>
                </a:lnTo>
                <a:lnTo>
                  <a:pt x="3859000" y="2411148"/>
                </a:lnTo>
                <a:cubicBezTo>
                  <a:pt x="2993767" y="2575305"/>
                  <a:pt x="2648265" y="3036008"/>
                  <a:pt x="2529591" y="3871779"/>
                </a:cubicBezTo>
                <a:lnTo>
                  <a:pt x="2508283" y="4055745"/>
                </a:lnTo>
                <a:lnTo>
                  <a:pt x="0" y="4055745"/>
                </a:lnTo>
                <a:lnTo>
                  <a:pt x="22944" y="3788838"/>
                </a:lnTo>
                <a:cubicBezTo>
                  <a:pt x="290771" y="1521853"/>
                  <a:pt x="1510519" y="126892"/>
                  <a:pt x="3885553" y="4661"/>
                </a:cubicBezTo>
                <a:cubicBezTo>
                  <a:pt x="3907463" y="3232"/>
                  <a:pt x="3931933" y="1982"/>
                  <a:pt x="3958371" y="932"/>
                </a:cubicBezTo>
                <a:close/>
              </a:path>
            </a:pathLst>
          </a:custGeom>
          <a:solidFill>
            <a:srgbClr val="EEEDEC">
              <a:alpha val="19000"/>
            </a:srgbClr>
          </a:solidFill>
          <a:ln>
            <a:noFill/>
          </a:ln>
          <a:effectLst/>
        </p:spPr>
        <p:txBody>
          <a:bodyPr vert="horz" wrap="square" lIns="8211820" tIns="2802255" rIns="12201525" bIns="6858000" numCol="1" spcCol="215900" anchor="ctr"/>
          <a:lstStyle/>
          <a:p>
            <a:pPr>
              <a:defRPr lang="de-de"/>
            </a:pPr>
          </a:p>
        </p:txBody>
      </p:sp>
      <p:sp>
        <p:nvSpPr>
          <p:cNvPr id="3" name="Titel 1"/>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J/f38AAAAAA8zMzADAwP8Af39/AAAAAAAAAAAAAAAAAAAAAAAAAAAAIQAAABgAAAAUAAAANwIAAFQOAADLSAAA0SYAABAAAAAmAAAACAAAAL2gAAAAAAAA"/>
              </a:ext>
            </a:extLst>
          </p:cNvSpPr>
          <p:nvPr>
            <p:ph type="title"/>
          </p:nvPr>
        </p:nvSpPr>
        <p:spPr>
          <a:xfrm>
            <a:off x="360045" y="2329180"/>
            <a:ext cx="11473180" cy="3980815"/>
          </a:xfrm>
        </p:spPr>
        <p:txBody>
          <a:bodyPr vert="horz" wrap="square" lIns="0" tIns="0" rIns="0" bIns="0" numCol="1" spcCol="215900" anchor="t">
            <a:prstTxWarp prst="textNoShape">
              <a:avLst/>
            </a:prstTxWarp>
          </a:bodyPr>
          <a:lstStyle>
            <a:lvl1pPr>
              <a:lnSpc>
                <a:spcPct val="98000"/>
              </a:lnSpc>
              <a:defRPr lang="de-de" sz="4800" cap="none">
                <a:solidFill>
                  <a:schemeClr val="bg1"/>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r>
              <a:t>Mastertitelformat bearbeiten</a:t>
            </a:r>
          </a:p>
        </p:txBody>
      </p:sp>
      <p:sp>
        <p:nvSpPr>
          <p:cNvPr id="4" name="Datumsplatzhalter 3"/>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wIAABonAACkBwAAWSkAABAAAAAmAAAACAAAAACAAAAAAAAA"/>
              </a:ext>
            </a:extLst>
          </p:cNvSpPr>
          <p:nvPr>
            <p:ph type="dt" sz="half" idx="10"/>
          </p:nvPr>
        </p:nvSpPr>
        <p:spPr/>
        <p:txBody>
          <a:bodyPr/>
          <a:lstStyle>
            <a:lvl1pPr>
              <a:defRPr lang="de-de" cap="none">
                <a:solidFill>
                  <a:schemeClr val="bg1"/>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fld id="{2A4D867F-31C7-1870-89F5-C725C8BB7F92}" type="datetime1">
              <a:rPr lang="en-ca" cap="none"/>
              <a:t>2025-09-13</a:t>
            </a:fld>
          </a:p>
        </p:txBody>
      </p:sp>
      <p:sp>
        <p:nvSpPr>
          <p:cNvPr id="5" name="Fußzeilenplatzhalter 4"/>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gD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HggAABonAAAUMAAAWSkAABAAAAAmAAAACAAAAACAAAAAAAAA"/>
              </a:ext>
            </a:extLst>
          </p:cNvSpPr>
          <p:nvPr>
            <p:ph type="ftr" sz="quarter" idx="11"/>
          </p:nvPr>
        </p:nvSpPr>
        <p:spPr/>
        <p:txBody>
          <a:bodyPr/>
          <a:lstStyle>
            <a:lvl1pPr>
              <a:defRPr lang="de-de" cap="none">
                <a:solidFill>
                  <a:schemeClr val="bg1"/>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r>
              <a:t>SRH Hochschule Heidelberg</a:t>
            </a:r>
          </a:p>
        </p:txBody>
      </p:sp>
      <p:sp>
        <p:nvSpPr>
          <p:cNvPr id="6" name="Foliennummernplatzhalter 5"/>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kkQAACgnAADBSAAAZykAABAAAAAmAAAACAAAAACAAAAAAAAA"/>
              </a:ext>
            </a:extLst>
          </p:cNvSpPr>
          <p:nvPr>
            <p:ph type="sldNum" sz="quarter" idx="12"/>
          </p:nvPr>
        </p:nvSpPr>
        <p:spPr/>
        <p:txBody>
          <a:bodyPr/>
          <a:lstStyle>
            <a:lvl1pPr>
              <a:defRPr lang="de-de" cap="none">
                <a:solidFill>
                  <a:schemeClr val="bg1"/>
                </a:solidFill>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fld id="{2A4DC60D-43C7-1830-89F5-B56588BB7FE0}" type="slidenum">
              <a:t>‹#›</a:t>
            </a:fld>
          </a:p>
        </p:txBody>
      </p:sp>
      <p:pic>
        <p:nvPicPr>
          <p:cNvPr id="7" name="Grafik 6"/>
          <p:cNvPicPr>
            <a:picLocks noChangeAspect="1"/>
            <a:extLst>
              <a:ext uri="smNativeData">
                <pr:smNativeData xmlns:pr="smNativeData" xmlns="smNativeData" val="SMDATA_17_c7cuahMAAAAlAAAAEQAAAC0AAAAAkAAAAEgAAACQAAAAS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AcAAAA4AAAAAAAAAAAAAAAAAAAA////AAAAAAAAAAAAAAAAAAAAAAAAAAAAAAAAAAAAAABkAAAAZAAAAAAAAAAjAAAABAAAAGQAAAAXAAAAFAAAAAAAAAAAAAAA/38AAP9/AAAAAAAACQAAAAQAAAAwXzgCHgAAAGgAAAAAAAAAAAAAAAAAAAAAAAAAAAAAABAnAAAQJwAAAAAAAAAAAAAAAAAAAAAAAAAAAAAAAAAAAAAAAAAAAAAUAAAAAAAAAMDA/wAAAAAAZAAAADIAAAAAAAAAZAAAAAAAAAB/f38ACgAAACIAAAAYAAAAAAAAAAAAAAAAAAAAAAAAAAAAAAAAAAAAJAAAACQAAAAAAAAABwAAAAAAAAAAAAAAAAAAAAAAAAAAAAAAAAAAAH9/fwAlAAAAWAAAAAAAAAAAAAAAAAAAAAAAAAAAAAAAAAAAAAAAAAAAAAAAAAAAAAAAAAAAAAAAPwAAAAAAAACghgEAAAAAAAAAAAAAAAAADAAAAAEAAAAAAAAAAAAAAAAAAAAfAAAAVAAAAAAAAAUAAAABAAAAAAAAAAAAAAAAAAAAAAAAAAAAAAAAAAAAAAAAAAAAAAACf39/AAAAAAPMzMwAwMD/AH9/fwAAAAAAAAAAAAAAAAD///8AAAAAACEAAAAYAAAAFAAAAOpCAAA1AgAAw0gAAL4GAAAQAAAAJgAAAAgAAAD//////////w=="/>
              </a:ext>
            </a:extLst>
          </p:cNvPicPr>
          <p:nvPr/>
        </p:nvPicPr>
        <p:blipFill>
          <a:blip r:embed="rId2">
            <a:extLst>
              <a:ext uri="{96DAC541-7B7A-43D3-8B79-37D633B846F1}">
                <asvg:svgBlip xmlns:asvg="http://schemas.microsoft.com/office/drawing/2016/SVG/main" r:embed="rId3"/>
              </a:ext>
            </a:extLst>
          </a:blip>
          <a:stretch>
            <a:fillRect/>
          </a:stretch>
        </p:blipFill>
        <p:spPr>
          <a:xfrm>
            <a:off x="10877550" y="358775"/>
            <a:ext cx="950595" cy="737235"/>
          </a:xfrm>
          <a:prstGeom prst="rect">
            <a:avLst/>
          </a:prstGeom>
          <a:noFill/>
          <a:ln>
            <a:noFill/>
          </a:ln>
          <a:effectLst/>
        </p:spPr>
      </p:pic>
    </p:spTree>
  </p:cSld>
  <p:clrMapOvr>
    <a:masterClrMapping/>
  </p:clrMapOvr>
  <p:hf hdr="0" ftr="0"/>
</p:sldLayout>
</file>

<file path=ppt/slideLayouts/slideLayout11.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type="blank" preserve="1">
  <p:cSld name="1/2 Text, 1/2 Bild">
    <p:spTree>
      <p:nvGrpSpPr>
        <p:cNvPr id="1" name=""/>
        <p:cNvGrpSpPr/>
        <p:nvPr/>
      </p:nvGrpSpPr>
      <p:grpSpPr>
        <a:xfrm>
          <a:off x="0" y="0"/>
          <a:ext cx="0" cy="0"/>
          <a:chOff x="0" y="0"/>
          <a:chExt cx="0" cy="0"/>
        </a:xfrm>
      </p:grpSpPr>
      <p:sp>
        <p:nvSpPr>
          <p:cNvPr id="2" name="Bildplatzhalter 10"/>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EAAAAAAAAA/tnJ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nJAAAAAAEAAAAAAAAAAAAAAAAAAAAAAAAAAAAAAAAAAAAAAAAAAAAAAAJ/f38AAAAAA8zMzADAwP8Af39/AAAAAAAAAAAAAAAAAAAAAAAAAAAAIQAAABgAAAAUAAAAgCUAAAAAAAAASwAAMCoAABAAAAAmAAAACAAAAAGAAAB/AAAA"/>
              </a:ext>
            </a:extLst>
          </p:cNvSpPr>
          <p:nvPr>
            <p:ph type="pic" sz="quarter" idx="15"/>
          </p:nvPr>
        </p:nvSpPr>
        <p:spPr>
          <a:xfrm>
            <a:off x="6096000" y="0"/>
            <a:ext cx="6096000" cy="6858000"/>
          </a:xfrm>
          <a:solidFill>
            <a:srgbClr val="FED9C9"/>
          </a:solidFill>
        </p:spPr>
        <p:txBody>
          <a:bodyPr/>
          <a:lstStyle/>
          <a:p>
            <a:pPr>
              <a:defRPr lang="de-de"/>
            </a:pPr>
          </a:p>
        </p:txBody>
      </p:sp>
      <p:sp>
        <p:nvSpPr>
          <p:cNvPr id="3" name="Zeichen" hidden="1"/>
          <p:cNvSpPr>
            <a:extLst>
              <a:ext uri="smNativeData">
                <pr:smNativeData xmlns:pr="smNativeData" xmlns="smNativeData" val="SMDATA_15_c7cuahMAAAAlAAAACwAAAAwAAAAAdjIAAD0RAAAASwAAMCoAAAAAAAABAAAAAAAAAAEAAABQAAAAAAAAAAAA4D8AAAAAAADgPwAAAAAAAOA/AAAAAAAA4D8AAAAAAADgPwAAAAAAAOA/AAAAAAAA4D8AAAAAAADgPwAAAAAAAOA/AAAAAAAA4D8CAAAAjAAAAAEAAAAAAAAA7u3s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7u3sAAAAAAEAAAAAAAAAAAAAAAAAAAAAAAAAAAAAAAAAAAAAAAAAAAAAAAJ/f38AAAAAA8zMzADAwP8Af39/AAAAAAAAAAAAAAAAAAAAAAAAAAAAIQAAABgAAAAUAAAAdjIAAD0RAAAASwAAMCoAABAAAAAmAAAACAAAAP//////////"/>
              </a:ext>
            </a:extLst>
          </p:cNvSpPr>
          <p:nvPr/>
        </p:nvSpPr>
        <p:spPr>
          <a:xfrm>
            <a:off x="8202930" y="2802255"/>
            <a:ext cx="3989070" cy="4055745"/>
          </a:xfrm>
          <a:custGeom>
            <a:avLst/>
            <a:gdLst/>
            <a:ahLst/>
            <a:cxnLst/>
            <a:rect l="0" t="0" r="3989070" b="4055745"/>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a:noFill/>
          </a:ln>
          <a:effectLst/>
        </p:spPr>
        <p:txBody>
          <a:bodyPr vert="horz" wrap="square" lIns="8202930" tIns="2802255" rIns="12192000" bIns="6858000" numCol="1" spcCol="215900" anchor="ctr"/>
          <a:lstStyle/>
          <a:p>
            <a:pPr>
              <a:defRPr lang="de-de"/>
            </a:pPr>
          </a:p>
        </p:txBody>
      </p:sp>
      <p:sp>
        <p:nvSpPr>
          <p:cNvPr id="4" name="Titel 1"/>
          <p:cNvSpPr>
            <a:spLocks noGrp="1" noChangeArrowheads="1"/>
            <a:extLst>
              <a:ext uri="smNativeData">
                <pr:smNativeData xmlns:pr="smNativeData" xmlns="smNativeData" val="SMDATA_15_c7c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J/f38AAAAAA8zMzADAwP8Af39/AAAAAAAAAAAAAAAAAAAAAAAAAAAAIQAAABgAAAAUAAAANwIAADUCAAA8IwAAWAcAABAAAAAmAAAACAAAAAEAAAAAAAAA"/>
              </a:ext>
            </a:extLst>
          </p:cNvSpPr>
          <p:nvPr>
            <p:ph type="title"/>
          </p:nvPr>
        </p:nvSpPr>
        <p:spPr>
          <a:xfrm>
            <a:off x="360045" y="358775"/>
            <a:ext cx="5367655" cy="835025"/>
          </a:xfrm>
        </p:spPr>
        <p:txBody>
          <a:bodyPr/>
          <a:lstStyle/>
          <a:p>
            <a:pPr>
              <a:defRPr lang="de-de"/>
            </a:pPr>
            <a:r>
              <a:t>Mastertitelformat bearbeiten</a:t>
            </a:r>
          </a:p>
        </p:txBody>
      </p:sp>
      <p:sp>
        <p:nvSpPr>
          <p:cNvPr id="5" name="Textplatzhalter 17"/>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BQEQw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wIAAKEKAABIIwAApyQAABAAAAAmAAAACAAAAAEAAAAAAAAA"/>
              </a:ext>
            </a:extLst>
          </p:cNvSpPr>
          <p:nvPr>
            <p:ph idx="17"/>
          </p:nvPr>
        </p:nvSpPr>
        <p:spPr>
          <a:xfrm>
            <a:off x="367665" y="1727835"/>
            <a:ext cx="5367655" cy="4230370"/>
          </a:xfrm>
        </p:spPr>
        <p:txBody>
          <a:bodyPr/>
          <a:lstStyle/>
          <a:p>
            <a:pPr>
              <a:defRPr lang="de-de"/>
            </a:pPr>
            <a:r>
              <a:t>Mastertextformat bearbeiten</a:t>
            </a:r>
          </a:p>
          <a:p>
            <a:pPr lvl="1">
              <a:defRPr lang="de-de"/>
            </a:pPr>
            <a:r>
              <a:t>Zweite Ebene</a:t>
            </a:r>
          </a:p>
          <a:p>
            <a:pPr lvl="2">
              <a:defRPr lang="de-de"/>
            </a:pPr>
            <a:r>
              <a:t>Dritte Ebene</a:t>
            </a:r>
          </a:p>
          <a:p>
            <a:pPr lvl="3">
              <a:defRPr lang="de-de"/>
            </a:pPr>
            <a:r>
              <a:t>Vierte Ebene</a:t>
            </a:r>
          </a:p>
          <a:p>
            <a:pPr lvl="4">
              <a:defRPr lang="de-de"/>
            </a:pPr>
            <a:r>
              <a:t>Fünfte Ebene</a:t>
            </a:r>
          </a:p>
        </p:txBody>
      </p:sp>
      <p:sp>
        <p:nvSpPr>
          <p:cNvPr id="6" name="Datumsplatzhalter 3"/>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Fr+/v4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wIAABonAACkBwAAWSkAABAAAAAmAAAACAAAAAAAAAAAAAAA"/>
              </a:ext>
            </a:extLst>
          </p:cNvSpPr>
          <p:nvPr>
            <p:ph type="dt" sz="half" idx="10"/>
          </p:nvPr>
        </p:nvSpPr>
        <p:spPr/>
        <p:txBody>
          <a:bodyPr/>
          <a:lstStyle/>
          <a:p>
            <a:pPr>
              <a:defRPr lang="de-de"/>
            </a:pPr>
            <a:fld id="{2A4DE257-19C7-1814-89F5-EF41ACBB7FBA}" type="datetime1">
              <a:rPr lang="en-ca" cap="none"/>
              <a:t>2025-09-13</a:t>
            </a:fld>
          </a:p>
        </p:txBody>
      </p:sp>
      <p:sp>
        <p:nvSpPr>
          <p:cNvPr id="7" name="Fußzeilenplatzhalter 4"/>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HggAABonAABIIwAAWSkAABAAAAAmAAAACAAAAAEAAAAAAAAA"/>
              </a:ext>
            </a:extLst>
          </p:cNvSpPr>
          <p:nvPr>
            <p:ph type="ftr" sz="quarter" idx="11"/>
          </p:nvPr>
        </p:nvSpPr>
        <p:spPr>
          <a:xfrm>
            <a:off x="1319530" y="6356350"/>
            <a:ext cx="4415790" cy="365125"/>
          </a:xfrm>
        </p:spPr>
        <p:txBody>
          <a:bodyPr/>
          <a:lstStyle/>
          <a:p>
            <a:pPr>
              <a:defRPr lang="de-de"/>
            </a:pPr>
            <a:r>
              <a:t>SRH Hochschule Heidelberg</a:t>
            </a:r>
          </a:p>
        </p:txBody>
      </p:sp>
      <p:sp>
        <p:nvSpPr>
          <p:cNvPr id="8" name="Foliennummernplatzhalter 5"/>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P////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kkQAACgnAADBSAAAZykAABAAAAAmAAAACAAAAAAAAAAAAAAA"/>
              </a:ext>
            </a:extLst>
          </p:cNvSpPr>
          <p:nvPr>
            <p:ph type="sldNum" sz="quarter" idx="12"/>
          </p:nvPr>
        </p:nvSpPr>
        <p:spPr/>
        <p:txBody>
          <a:bodyPr/>
          <a:lstStyle/>
          <a:p>
            <a:pPr>
              <a:defRPr lang="de-de"/>
            </a:pPr>
            <a:fld id="{2A4D91DB-95C7-1867-89F5-6332DFBB7F36}" type="slidenum">
              <a:t>‹#›</a:t>
            </a:fld>
          </a:p>
        </p:txBody>
      </p:sp>
      <p:sp>
        <p:nvSpPr>
          <p:cNvPr id="9" name="SmartArt-Platzhalter 14"/>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EAAAACAAAA////AP///wgAAAAAAAAAAJlOl/u2wwdKnRfKeQoOcuoB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o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J/f38AAAAAA8zMzADAwP8Af39/AAAAAAAAAAAAAAAAAAAAAAAAAAAAIQAAABgAAAAUAAAA6kIAADUCAADDSAAAvgYAABAAAAAmAAAACAAAAIGgAAB/AAAA"/>
              </a:ext>
            </a:extLst>
          </p:cNvSpPr>
          <p:nvPr>
            <p:ph type="dgm" sz="quarter" idx="16"/>
          </p:nvPr>
        </p:nvSpPr>
        <p:spPr>
          <a:xfrm>
            <a:off x="10877550" y="358775"/>
            <a:ext cx="950595" cy="737235"/>
          </a:xfrm>
          <a:blipFill>
            <a:blip r:embed="rId2">
              <a:extLst>
                <a:ext uri="{96DAC541-7B7A-43D3-8B79-37D633B846F1}">
                  <asvg:svgBlip xmlns:asvg="http://schemas.microsoft.com/office/drawing/2016/SVG/main" r:embed="rId3"/>
                </a:ext>
              </a:extLst>
            </a:blip>
            <a:srcRect/>
            <a:stretch/>
          </a:blipFill>
        </p:spPr>
        <p:txBody>
          <a:bodyPr vert="horz" wrap="square" lIns="0" tIns="0" rIns="0" bIns="0" numCol="1" spcCol="215900" anchor="ctr">
            <a:prstTxWarp prst="textNoShape">
              <a:avLst/>
            </a:prstTxWarp>
          </a:bodyPr>
          <a:lstStyle>
            <a:lvl1pPr>
              <a:defRPr lang="de-de" sz="100" cap="none"/>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p>
        </p:txBody>
      </p:sp>
    </p:spTree>
  </p:cSld>
  <p:clrMapOvr>
    <a:masterClrMapping/>
  </p:clrMapOvr>
  <p:hf hdr="0" ftr="0"/>
</p:sldLayout>
</file>

<file path=ppt/slideLayouts/slideLayout12.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type="blank" preserve="1">
  <p:cSld name="2/3 Text, 1/3 Bild">
    <p:spTree>
      <p:nvGrpSpPr>
        <p:cNvPr id="1" name=""/>
        <p:cNvGrpSpPr/>
        <p:nvPr/>
      </p:nvGrpSpPr>
      <p:grpSpPr>
        <a:xfrm>
          <a:off x="0" y="0"/>
          <a:ext cx="0" cy="0"/>
          <a:chOff x="0" y="0"/>
          <a:chExt cx="0" cy="0"/>
        </a:xfrm>
      </p:grpSpPr>
      <p:sp>
        <p:nvSpPr>
          <p:cNvPr id="2" name="Zeichen" hidden="1"/>
          <p:cNvSpPr>
            <a:extLst>
              <a:ext uri="smNativeData">
                <pr:smNativeData xmlns:pr="smNativeData" xmlns="smNativeData" val="SMDATA_15_c7cuahMAAAAlAAAACwAAAAwAAAAAdjIAAD0RAAAASwAAMCoAAAAAAAABAAAAAAAAAAEAAABQAAAAAAAAAAAA4D8AAAAAAADgPwAAAAAAAOA/AAAAAAAA4D8AAAAAAADgPwAAAAAAAOA/AAAAAAAA4D8AAAAAAADgPwAAAAAAAOA/AAAAAAAA4D8CAAAAjAAAAAEAAAAAAAAA7u3s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7u3sAAAAAAEAAAAAAAAAAAAAAAAAAAAAAAAAAAAAAAAAAAAAAAAAAAAAAAJ/f38AAAAAA8zMzADAwP8Af39/AAAAAAAAAAAAAAAAAAAAAAAAAAAAIQAAABgAAAAUAAAAdjIAAD0RAAAASwAAMCoAABAAAAAmAAAACAAAAP//////////"/>
              </a:ext>
            </a:extLst>
          </p:cNvSpPr>
          <p:nvPr/>
        </p:nvSpPr>
        <p:spPr>
          <a:xfrm>
            <a:off x="8202930" y="2802255"/>
            <a:ext cx="3989070" cy="4055745"/>
          </a:xfrm>
          <a:custGeom>
            <a:avLst/>
            <a:gdLst/>
            <a:ahLst/>
            <a:cxnLst/>
            <a:rect l="0" t="0" r="3989070" b="4055745"/>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a:noFill/>
          </a:ln>
          <a:effectLst/>
        </p:spPr>
        <p:txBody>
          <a:bodyPr vert="horz" wrap="square" lIns="8202930" tIns="2802255" rIns="12192000" bIns="6858000" numCol="1" spcCol="215900" anchor="ctr"/>
          <a:lstStyle/>
          <a:p>
            <a:pPr>
              <a:defRPr lang="de-de"/>
            </a:pPr>
          </a:p>
        </p:txBody>
      </p:sp>
      <p:sp>
        <p:nvSpPr>
          <p:cNvPr id="3" name="Titel 1"/>
          <p:cNvSpPr>
            <a:spLocks noGrp="1" noChangeArrowheads="1"/>
            <a:extLst>
              <a:ext uri="smNativeData">
                <pr:smNativeData xmlns:pr="smNativeData" xmlns="smNativeData" val="SMDATA_15_c7c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J/f38AAAAAA8zMzADAwP8Af39/AAAAAAAAAAAAAAAAAAAAAAAAAAAAIQAAABgAAAAUAAAANwIAADUCAACZOgAAWAcAABAAAAAmAAAACAAAAAEAAAAAAAAA"/>
              </a:ext>
            </a:extLst>
          </p:cNvSpPr>
          <p:nvPr>
            <p:ph type="title"/>
          </p:nvPr>
        </p:nvSpPr>
        <p:spPr>
          <a:xfrm>
            <a:off x="360045" y="358775"/>
            <a:ext cx="9165590" cy="835025"/>
          </a:xfrm>
        </p:spPr>
        <p:txBody>
          <a:bodyPr/>
          <a:lstStyle/>
          <a:p>
            <a:pPr>
              <a:defRPr lang="de-de"/>
            </a:pPr>
            <a:r>
              <a:t>Mastertitelformat bearbeiten</a:t>
            </a:r>
          </a:p>
        </p:txBody>
      </p:sp>
      <p:sp>
        <p:nvSpPr>
          <p:cNvPr id="4" name="Textplatzhalter 17"/>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wIAAKEKAACGMAAApyQAABAAAAAmAAAACAAAAAEAAAAAAAAA"/>
              </a:ext>
            </a:extLst>
          </p:cNvSpPr>
          <p:nvPr>
            <p:ph idx="17"/>
          </p:nvPr>
        </p:nvSpPr>
        <p:spPr>
          <a:xfrm>
            <a:off x="367665" y="1727835"/>
            <a:ext cx="7520305" cy="4230370"/>
          </a:xfrm>
        </p:spPr>
        <p:txBody>
          <a:bodyPr/>
          <a:lstStyle/>
          <a:p>
            <a:pPr>
              <a:defRPr lang="de-de"/>
            </a:pPr>
            <a:r>
              <a:t>Mastertextformat bearbeiten</a:t>
            </a:r>
          </a:p>
          <a:p>
            <a:pPr lvl="1">
              <a:defRPr lang="de-de"/>
            </a:pPr>
            <a:r>
              <a:t>Zweite Ebene</a:t>
            </a:r>
          </a:p>
          <a:p>
            <a:pPr lvl="2">
              <a:defRPr lang="de-de"/>
            </a:pPr>
            <a:r>
              <a:t>Dritte Ebene</a:t>
            </a:r>
          </a:p>
          <a:p>
            <a:pPr lvl="3">
              <a:defRPr lang="de-de"/>
            </a:pPr>
            <a:r>
              <a:t>Vierte Ebene</a:t>
            </a:r>
          </a:p>
          <a:p>
            <a:pPr lvl="4">
              <a:defRPr lang="de-de"/>
            </a:pPr>
            <a:r>
              <a:t>Fünfte Ebene</a:t>
            </a:r>
          </a:p>
        </p:txBody>
      </p:sp>
      <p:sp>
        <p:nvSpPr>
          <p:cNvPr id="5" name="Datumsplatzhalter 3"/>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wIAABonAACkBwAAWSkAABAAAAAmAAAACAAAAAAAAAAAAAAA"/>
              </a:ext>
            </a:extLst>
          </p:cNvSpPr>
          <p:nvPr>
            <p:ph type="dt" sz="half" idx="10"/>
          </p:nvPr>
        </p:nvSpPr>
        <p:spPr/>
        <p:txBody>
          <a:bodyPr/>
          <a:lstStyle/>
          <a:p>
            <a:pPr>
              <a:defRPr lang="de-de"/>
            </a:pPr>
            <a:fld id="{2A4DFEB1-FFC7-1808-89F5-095DB0BB7F5C}" type="datetime1">
              <a:rPr lang="en-ca" cap="none"/>
              <a:t>2025-09-13</a:t>
            </a:fld>
          </a:p>
        </p:txBody>
      </p:sp>
      <p:sp>
        <p:nvSpPr>
          <p:cNvPr id="6" name="Fußzeilenplatzhalter 4"/>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HggAABonAABIIwAAWSkAABAAAAAmAAAACAAAAAEAAAAAAAAA"/>
              </a:ext>
            </a:extLst>
          </p:cNvSpPr>
          <p:nvPr>
            <p:ph type="ftr" sz="quarter" idx="11"/>
          </p:nvPr>
        </p:nvSpPr>
        <p:spPr>
          <a:xfrm>
            <a:off x="1319530" y="6356350"/>
            <a:ext cx="4415790" cy="365125"/>
          </a:xfrm>
        </p:spPr>
        <p:txBody>
          <a:bodyPr/>
          <a:lstStyle/>
          <a:p>
            <a:pPr>
              <a:defRPr lang="de-de"/>
            </a:pPr>
            <a:r>
              <a:t>SRH Hochschule Heidelberg</a:t>
            </a:r>
          </a:p>
        </p:txBody>
      </p:sp>
      <p:sp>
        <p:nvSpPr>
          <p:cNvPr id="7" name="Foliennummernplatzhalter 5"/>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kkQAACgnAADBSAAAZykAABAAAAAmAAAACAAAAAAAAAAAAAAA"/>
              </a:ext>
            </a:extLst>
          </p:cNvSpPr>
          <p:nvPr>
            <p:ph type="sldNum" sz="quarter" idx="12"/>
          </p:nvPr>
        </p:nvSpPr>
        <p:spPr/>
        <p:txBody>
          <a:bodyPr/>
          <a:lstStyle/>
          <a:p>
            <a:pPr>
              <a:defRPr lang="de-de"/>
            </a:pPr>
            <a:fld id="{2A4DFDDD-93C7-180B-89F5-655EB3BB7F30}" type="slidenum">
              <a:t>‹#›</a:t>
            </a:fld>
          </a:p>
        </p:txBody>
      </p:sp>
      <p:sp>
        <p:nvSpPr>
          <p:cNvPr id="8" name="Bildplatzhalter 10"/>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EAAAAAAAAA/tnJ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nJAAAAAAEAAAAAAAAAAAAAAAAAAAAAAAAAAAAAAAAAAAAAAAAAAAAAAAJ/f38AAAAAA8zMzADAwP8Af39/AAAAAAAAAAAAAAAAAAAAAAAAAAAAIQAAABgAAAAUAAAAvTIAAKEKAADKSAAApyQAABAAAAAmAAAACAAAAAGAAAB/AAAA"/>
              </a:ext>
            </a:extLst>
          </p:cNvSpPr>
          <p:nvPr>
            <p:ph type="pic" sz="quarter" idx="19"/>
          </p:nvPr>
        </p:nvSpPr>
        <p:spPr>
          <a:xfrm>
            <a:off x="8248015" y="1727835"/>
            <a:ext cx="3584575" cy="4230370"/>
          </a:xfrm>
          <a:solidFill>
            <a:srgbClr val="FED9C9"/>
          </a:solidFill>
        </p:spPr>
        <p:txBody>
          <a:bodyPr/>
          <a:lstStyle/>
          <a:p>
            <a:pPr>
              <a:defRPr lang="de-de"/>
            </a:pPr>
          </a:p>
        </p:txBody>
      </p:sp>
    </p:spTree>
  </p:cSld>
  <p:clrMapOvr>
    <a:masterClrMapping/>
  </p:clrMapOvr>
  <p:hf hdr="0" ftr="0"/>
</p:sldLayout>
</file>

<file path=ppt/slideLayouts/slideLayout13.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type="blank" preserve="1">
  <p:cSld name="1_2/3 Text, 1/3 Bild im Anschnitt">
    <p:spTree>
      <p:nvGrpSpPr>
        <p:cNvPr id="1" name=""/>
        <p:cNvGrpSpPr/>
        <p:nvPr/>
      </p:nvGrpSpPr>
      <p:grpSpPr>
        <a:xfrm>
          <a:off x="0" y="0"/>
          <a:ext cx="0" cy="0"/>
          <a:chOff x="0" y="0"/>
          <a:chExt cx="0" cy="0"/>
        </a:xfrm>
      </p:grpSpPr>
      <p:sp>
        <p:nvSpPr>
          <p:cNvPr id="2" name="Zeichen" hidden="1"/>
          <p:cNvSpPr>
            <a:extLst>
              <a:ext uri="smNativeData">
                <pr:smNativeData xmlns:pr="smNativeData" xmlns="smNativeData" val="SMDATA_15_c7cuahMAAAAlAAAACwAAAAwAAAAAdjIAAD0RAAAASwAAMCoAAAAAAAABAAAAAAAAAAEAAABQAAAAAAAAAAAA4D8AAAAAAADgPwAAAAAAAOA/AAAAAAAA4D8AAAAAAADgPwAAAAAAAOA/AAAAAAAA4D8AAAAAAADgPwAAAAAAAOA/AAAAAAAA4D8CAAAAjAAAAAEAAAAAAAAA7u3s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7u3sAAAAAAEAAAAAAAAAAAAAAAAAAAAAAAAAAAAAAAAAAAAAAAAAAAAAAAJ/f38AAAAAA8zMzADAwP8Af39/AAAAAAAAAAAAAAAAAAAAAAAAAAAAIQAAABgAAAAUAAAAdjIAAD0RAAAASwAAMCoAABAAAAAmAAAACAAAAP//////////"/>
              </a:ext>
            </a:extLst>
          </p:cNvSpPr>
          <p:nvPr/>
        </p:nvSpPr>
        <p:spPr>
          <a:xfrm>
            <a:off x="8202930" y="2802255"/>
            <a:ext cx="3989070" cy="4055745"/>
          </a:xfrm>
          <a:custGeom>
            <a:avLst/>
            <a:gdLst/>
            <a:ahLst/>
            <a:cxnLst/>
            <a:rect l="0" t="0" r="3989070" b="4055745"/>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a:noFill/>
          </a:ln>
          <a:effectLst/>
        </p:spPr>
        <p:txBody>
          <a:bodyPr vert="horz" wrap="square" lIns="8202930" tIns="2802255" rIns="12192000" bIns="6858000" numCol="1" spcCol="215900" anchor="ctr"/>
          <a:lstStyle/>
          <a:p>
            <a:pPr>
              <a:defRPr lang="de-de"/>
            </a:pPr>
          </a:p>
        </p:txBody>
      </p:sp>
      <p:sp>
        <p:nvSpPr>
          <p:cNvPr id="3" name="Titel 1"/>
          <p:cNvSpPr>
            <a:spLocks noGrp="1" noChangeArrowheads="1"/>
            <a:extLst>
              <a:ext uri="smNativeData">
                <pr:smNativeData xmlns:pr="smNativeData" xmlns="smNativeData" val="SMDATA_15_c7c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Bdw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J/f38AAAAAA8zMzADAwP8Af39/AAAAAAAAAAAAAAAAAAAAAAAAAAAAIQAAABgAAAAUAAAANwIAADUCAACZOgAAWAcAABAAAAAmAAAACAAAAAEAAAAAAAAA"/>
              </a:ext>
            </a:extLst>
          </p:cNvSpPr>
          <p:nvPr>
            <p:ph type="title"/>
          </p:nvPr>
        </p:nvSpPr>
        <p:spPr>
          <a:xfrm>
            <a:off x="360045" y="358775"/>
            <a:ext cx="9165590" cy="835025"/>
          </a:xfrm>
        </p:spPr>
        <p:txBody>
          <a:bodyPr/>
          <a:lstStyle/>
          <a:p>
            <a:pPr>
              <a:defRPr lang="de-de"/>
            </a:pPr>
            <a:r>
              <a:t>Mastertitelformat bearbeiten</a:t>
            </a:r>
          </a:p>
        </p:txBody>
      </p:sp>
      <p:sp>
        <p:nvSpPr>
          <p:cNvPr id="4" name="Textplatzhalter 17"/>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wIAAKEKAACGMAAApyQAABAAAAAmAAAACAAAAAEAAAAAAAAA"/>
              </a:ext>
            </a:extLst>
          </p:cNvSpPr>
          <p:nvPr>
            <p:ph idx="17"/>
          </p:nvPr>
        </p:nvSpPr>
        <p:spPr>
          <a:xfrm>
            <a:off x="367665" y="1727835"/>
            <a:ext cx="7520305" cy="4230370"/>
          </a:xfrm>
        </p:spPr>
        <p:txBody>
          <a:bodyPr/>
          <a:lstStyle/>
          <a:p>
            <a:pPr>
              <a:defRPr lang="de-de"/>
            </a:pPr>
            <a:r>
              <a:t>Mastertextformat bearbeiten</a:t>
            </a:r>
          </a:p>
          <a:p>
            <a:pPr lvl="1">
              <a:defRPr lang="de-de"/>
            </a:pPr>
            <a:r>
              <a:t>Zweite Ebene</a:t>
            </a:r>
          </a:p>
          <a:p>
            <a:pPr lvl="2">
              <a:defRPr lang="de-de"/>
            </a:pPr>
            <a:r>
              <a:t>Dritte Ebene</a:t>
            </a:r>
          </a:p>
          <a:p>
            <a:pPr lvl="3">
              <a:defRPr lang="de-de"/>
            </a:pPr>
            <a:r>
              <a:t>Vierte Ebene</a:t>
            </a:r>
          </a:p>
          <a:p>
            <a:pPr lvl="4">
              <a:defRPr lang="de-de"/>
            </a:pPr>
            <a:r>
              <a:t>Fünfte Ebene</a:t>
            </a:r>
          </a:p>
        </p:txBody>
      </p:sp>
      <p:sp>
        <p:nvSpPr>
          <p:cNvPr id="5" name="Datumsplatzhalter 3"/>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wIAABonAACkBwAAWSkAABAAAAAmAAAACAAAAAAAAAAAAAAA"/>
              </a:ext>
            </a:extLst>
          </p:cNvSpPr>
          <p:nvPr>
            <p:ph type="dt" sz="half" idx="10"/>
          </p:nvPr>
        </p:nvSpPr>
        <p:spPr/>
        <p:txBody>
          <a:bodyPr/>
          <a:lstStyle/>
          <a:p>
            <a:pPr>
              <a:defRPr lang="de-de"/>
            </a:pPr>
            <a:fld id="{2A4DFD24-6AC7-180B-89F5-9C5EB3BB7FC9}" type="datetime1">
              <a:rPr lang="en-ca" cap="none"/>
              <a:t>2025-09-13</a:t>
            </a:fld>
          </a:p>
        </p:txBody>
      </p:sp>
      <p:sp>
        <p:nvSpPr>
          <p:cNvPr id="6" name="Fußzeilenplatzhalter 4"/>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HggAABonAABIIwAAWSkAABAAAAAmAAAACAAAAAEAAAAAAAAA"/>
              </a:ext>
            </a:extLst>
          </p:cNvSpPr>
          <p:nvPr>
            <p:ph type="ftr" sz="quarter" idx="11"/>
          </p:nvPr>
        </p:nvSpPr>
        <p:spPr>
          <a:xfrm>
            <a:off x="1319530" y="6356350"/>
            <a:ext cx="4415790" cy="365125"/>
          </a:xfrm>
        </p:spPr>
        <p:txBody>
          <a:bodyPr/>
          <a:lstStyle/>
          <a:p>
            <a:pPr>
              <a:defRPr lang="de-de"/>
            </a:pPr>
            <a:r>
              <a:t>SRH Hochschule Heidelberg</a:t>
            </a:r>
          </a:p>
        </p:txBody>
      </p:sp>
      <p:sp>
        <p:nvSpPr>
          <p:cNvPr id="7" name="Foliennummernplatzhalter 5"/>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kkQAACgnAADBSAAAZykAABAAAAAmAAAACAAAAAAAAAAAAAAA"/>
              </a:ext>
            </a:extLst>
          </p:cNvSpPr>
          <p:nvPr>
            <p:ph type="sldNum" sz="quarter" idx="12"/>
          </p:nvPr>
        </p:nvSpPr>
        <p:spPr/>
        <p:txBody>
          <a:bodyPr/>
          <a:lstStyle/>
          <a:p>
            <a:pPr>
              <a:defRPr lang="de-de"/>
            </a:pPr>
            <a:fld id="{2A4D813B-75C7-1877-89F5-8322CFBB7FD6}" type="slidenum">
              <a:t>‹#›</a:t>
            </a:fld>
          </a:p>
        </p:txBody>
      </p:sp>
      <p:sp>
        <p:nvSpPr>
          <p:cNvPr id="8" name="Bildplatzhalter 10"/>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EAAAAAAAAA/tnJ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nJAAAAAAEAAAAAAAAAAAAAAAAAAAAAAAAAAAAAAAAAAAAAAAAAAAAAAAJ/f38AAAAAA8zMzADAwP8Af39/AAAAAAAAAAAAAAAAAAAAAAAAAAAAIQAAABgAAAAUAAAAvTIAAKEKAAAASwAApyQAABAAAAAmAAAACAAAAAGAAAB/AAAA"/>
              </a:ext>
            </a:extLst>
          </p:cNvSpPr>
          <p:nvPr>
            <p:ph type="pic" sz="quarter" idx="19"/>
          </p:nvPr>
        </p:nvSpPr>
        <p:spPr>
          <a:xfrm>
            <a:off x="8248015" y="1727835"/>
            <a:ext cx="3943985" cy="4230370"/>
          </a:xfrm>
          <a:solidFill>
            <a:srgbClr val="FED9C9"/>
          </a:solidFill>
        </p:spPr>
        <p:txBody>
          <a:bodyPr/>
          <a:lstStyle/>
          <a:p>
            <a:pPr>
              <a:defRPr lang="de-de"/>
            </a:pPr>
          </a:p>
        </p:txBody>
      </p:sp>
    </p:spTree>
  </p:cSld>
  <p:clrMapOvr>
    <a:masterClrMapping/>
  </p:clrMapOvr>
  <p:hf hdr="0" ftr="0"/>
</p:sldLayout>
</file>

<file path=ppt/slideLayouts/slideLayout14.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type="blank" preserve="1">
  <p:cSld name="1/1 Inhalt auf warm grey">
    <p:spTree>
      <p:nvGrpSpPr>
        <p:cNvPr id="1" name=""/>
        <p:cNvGrpSpPr/>
        <p:nvPr/>
      </p:nvGrpSpPr>
      <p:grpSpPr>
        <a:xfrm>
          <a:off x="0" y="0"/>
          <a:ext cx="0" cy="0"/>
          <a:chOff x="0" y="0"/>
          <a:chExt cx="0" cy="0"/>
        </a:xfrm>
      </p:grpSpPr>
      <p:sp>
        <p:nvSpPr>
          <p:cNvPr id="2" name="Rechteck 9"/>
          <p:cNvSpPr>
            <a:extLst>
              <a:ext uri="smNativeData">
                <pr:smNativeData xmlns:pr="smNativeData" xmlns="smNativeData" val="SMDATA_15_c7cuahMAAAAlAAAAZAAAAA0AAAAAkAAAAEgAAACQAAAASAAAAAAAAAABAAAAAAAAAAEAAABQAAAAAAAAAAAA4D8AAAAAAADgPwAAAAAAAOA/AAAAAAAA4D8AAAAAAADgPwAAAAAAAOA/AAAAAAAA4D8AAAAAAADgPwAAAAAAAOA/AAAAAAAA4D8CAAAAjAAAAAEAAAAAAAAA7u3sAP///wgAAAAAAAAAAAAAAAAAAAAAAAAAAAAAAAAAAAAAZAAAAAEAAABAAAAAAAAAAAAAAAAAAAAAAAAAAAAAAAAAAAAAAAAAAAAAAAAAAAAAAAAAAAAAAAAAAAAAAAAAAAAAAAAAAAAAAAAAAAAAAAAAAAAAAAAAAAAAAAAAAAAAFAAAADwAAAAAAAAAAAAAAKY1BQA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P////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7u3sAAAAAAEAAAAAAAAAAAAAAAAAAAAAAAAAAAAAAAAAAAAAAAAAAKY1BQB/f38AAAAAA8zMzADAwP8Af39/AAAAAAAAAAAAAAAAAAAAAAAAAAAAIQAAABgAAAAUAAAAAAAAAKYIAAAASwAAMCoAABAAAAAmAAAACAAAAP//////////"/>
              </a:ext>
            </a:extLst>
          </p:cNvSpPr>
          <p:nvPr/>
        </p:nvSpPr>
        <p:spPr>
          <a:xfrm>
            <a:off x="0" y="1405890"/>
            <a:ext cx="12192000" cy="5452110"/>
          </a:xfrm>
          <a:prstGeom prst="rect">
            <a:avLst/>
          </a:prstGeom>
          <a:solidFill>
            <a:srgbClr val="EEEDEC"/>
          </a:solidFill>
          <a:ln>
            <a:noFill/>
          </a:ln>
          <a:effectLst/>
        </p:spPr>
        <p:txBody>
          <a:bodyPr vert="horz" wrap="square" lIns="91440" tIns="45720" rIns="91440" bIns="45720" numCol="1" spcCol="215900" anchor="ctr"/>
          <a:lstStyle/>
          <a:p>
            <a:pPr algn="ctr">
              <a:defRPr lang="de-de" cap="none">
                <a:solidFill>
                  <a:srgbClr val="FFFFFF"/>
                </a:solidFill>
                <a:latin typeface="SRH" pitchFamily="0" charset="0"/>
                <a:ea typeface="SRH" pitchFamily="0" charset="0"/>
                <a:cs typeface="SRH" pitchFamily="0" charset="0"/>
              </a:defRPr>
            </a:pPr>
          </a:p>
        </p:txBody>
      </p:sp>
      <p:sp>
        <p:nvSpPr>
          <p:cNvPr id="3" name="Freihandform: Form 28"/>
          <p:cNvSpPr>
            <a:extLst>
              <a:ext uri="smNativeData">
                <pr:smNativeData xmlns:pr="smNativeData" xmlns="smNativeData" val="SMDATA_15_c7cuahMAAAAlAAAACwAAAA0AAAAAdjIAAD0RAAAASwAAMCoAAAAAAAABAAAAAAAAAAEAAABQAAAAAAAAAAAA4D8AAAAAAADgPwAAAAAAAOA/AAAAAAAA4D8AAAAAAADgPwAAAAAAAOA/AAAAAAAA4D8AAAAAAADgPwAAAAAAAOA/AAAAAAAA4D8CAAAAjAAAAAEAAAAAAAAA5uPi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5uPiAAAAAAEAAAAAAAAAAAAAAAAAAAAAAAAAAAAAAAAAAAAAAAAAAAAAAAJ/f38AAAAAA8zMzADAwP8Af39/AAAAAAAAAAAAAAAAAAAAAAAAAAAAIQAAABgAAAAUAAAAdjIAAD0RAAAASwAAMCoAABAAAAAmAAAACAAAAP//////////"/>
              </a:ext>
            </a:extLst>
          </p:cNvSpPr>
          <p:nvPr/>
        </p:nvSpPr>
        <p:spPr>
          <a:xfrm>
            <a:off x="8202930" y="2802255"/>
            <a:ext cx="3989070" cy="4055745"/>
          </a:xfrm>
          <a:custGeom>
            <a:avLst/>
            <a:gdLst/>
            <a:ahLst/>
            <a:cxnLst/>
            <a:rect l="0" t="0" r="3989070" b="4055745"/>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6E3E2"/>
          </a:solidFill>
          <a:ln>
            <a:noFill/>
          </a:ln>
          <a:effectLst/>
        </p:spPr>
        <p:txBody>
          <a:bodyPr vert="horz" wrap="square" lIns="8202930" tIns="2802255" rIns="12192000" bIns="6858000" numCol="1" spcCol="215900" anchor="ctr"/>
          <a:lstStyle/>
          <a:p>
            <a:pPr>
              <a:defRPr lang="de-de"/>
            </a:pPr>
          </a:p>
        </p:txBody>
      </p:sp>
      <p:sp>
        <p:nvSpPr>
          <p:cNvPr id="4" name="Titel 1"/>
          <p:cNvSpPr>
            <a:spLocks noGrp="1" noChangeArrowheads="1"/>
            <a:extLst>
              <a:ext uri="smNativeData">
                <pr:smNativeData xmlns:pr="smNativeData" xmlns="smNativeData" val="SMDATA_15_c7c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J/f38AAAAAA8zMzADAwP8Af39/AAAAAAAAAAAAAAAAAAAAAAAAAAAAIQAAABgAAAAUAAAANwIAADUCAACOOgAAWAcAABAAAAAmAAAACAAAAAEAAAAAAAAA"/>
              </a:ext>
            </a:extLst>
          </p:cNvSpPr>
          <p:nvPr>
            <p:ph type="title"/>
          </p:nvPr>
        </p:nvSpPr>
        <p:spPr>
          <a:xfrm>
            <a:off x="360045" y="358775"/>
            <a:ext cx="9158605" cy="835025"/>
          </a:xfrm>
        </p:spPr>
        <p:txBody>
          <a:bodyPr/>
          <a:lstStyle/>
          <a:p>
            <a:pPr>
              <a:defRPr lang="de-de"/>
            </a:pPr>
            <a:r>
              <a:t>Mastertitelformat bearbeiten</a:t>
            </a:r>
          </a:p>
        </p:txBody>
      </p:sp>
      <p:sp>
        <p:nvSpPr>
          <p:cNvPr id="5" name="Textplatzhalter 7"/>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gIAAKEKAACNOgAApyQAABAAAAAmAAAACAAAAAEAAAAAAAAA"/>
              </a:ext>
            </a:extLst>
          </p:cNvSpPr>
          <p:nvPr>
            <p:ph idx="13"/>
          </p:nvPr>
        </p:nvSpPr>
        <p:spPr>
          <a:xfrm>
            <a:off x="359410" y="1727835"/>
            <a:ext cx="9158605" cy="4230370"/>
          </a:xfrm>
        </p:spPr>
        <p:txBody>
          <a:bodyPr/>
          <a:lstStyle/>
          <a:p>
            <a:pPr>
              <a:defRPr lang="de-de"/>
            </a:pPr>
            <a:r>
              <a:t>Mastertextformat bearbeiten</a:t>
            </a:r>
          </a:p>
          <a:p>
            <a:pPr lvl="1">
              <a:defRPr lang="de-de"/>
            </a:pPr>
            <a:r>
              <a:t>Zweite Ebene</a:t>
            </a:r>
          </a:p>
          <a:p>
            <a:pPr lvl="2">
              <a:defRPr lang="de-de"/>
            </a:pPr>
            <a:r>
              <a:t>Dritte Ebene</a:t>
            </a:r>
          </a:p>
          <a:p>
            <a:pPr lvl="3">
              <a:defRPr lang="de-de"/>
            </a:pPr>
            <a:r>
              <a:t>Vierte Ebene</a:t>
            </a:r>
          </a:p>
          <a:p>
            <a:pPr lvl="4">
              <a:defRPr lang="de-de"/>
            </a:pPr>
            <a:r>
              <a:t>Fünfte Ebene</a:t>
            </a:r>
          </a:p>
        </p:txBody>
      </p:sp>
      <p:sp>
        <p:nvSpPr>
          <p:cNvPr id="6" name="Datumsplatzhalter 3"/>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wIAABonAACkBwAAWSkAABAAAAAmAAAACAAAAAAAAAAAAAAA"/>
              </a:ext>
            </a:extLst>
          </p:cNvSpPr>
          <p:nvPr>
            <p:ph type="dt" sz="half" idx="10"/>
          </p:nvPr>
        </p:nvSpPr>
        <p:spPr/>
        <p:txBody>
          <a:bodyPr/>
          <a:lstStyle/>
          <a:p>
            <a:pPr>
              <a:defRPr lang="de-de"/>
            </a:pPr>
            <a:fld id="{2A4DB681-CFC7-1840-89F5-3915F8BB7F6C}" type="datetime1">
              <a:rPr lang="en-ca" cap="none"/>
              <a:t>2025-09-13</a:t>
            </a:fld>
          </a:p>
        </p:txBody>
      </p:sp>
      <p:sp>
        <p:nvSpPr>
          <p:cNvPr id="7" name="Fußzeilenplatzhalter 4"/>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HggAABonAAAUMAAAWSkAABAAAAAmAAAACAAAAAAAAAAAAAAA"/>
              </a:ext>
            </a:extLst>
          </p:cNvSpPr>
          <p:nvPr>
            <p:ph type="ftr" sz="quarter" idx="11"/>
          </p:nvPr>
        </p:nvSpPr>
        <p:spPr/>
        <p:txBody>
          <a:bodyPr/>
          <a:lstStyle/>
          <a:p>
            <a:pPr>
              <a:defRPr lang="de-de"/>
            </a:pPr>
            <a:r>
              <a:t>SRH Hochschule Heidelberg</a:t>
            </a:r>
          </a:p>
        </p:txBody>
      </p:sp>
      <p:sp>
        <p:nvSpPr>
          <p:cNvPr id="8" name="Foliennummernplatzhalter 5"/>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kkQAACgnAADBSAAAZykAABAAAAAmAAAACAAAAAAAAAAAAAAA"/>
              </a:ext>
            </a:extLst>
          </p:cNvSpPr>
          <p:nvPr>
            <p:ph type="sldNum" sz="quarter" idx="12"/>
          </p:nvPr>
        </p:nvSpPr>
        <p:spPr/>
        <p:txBody>
          <a:bodyPr/>
          <a:lstStyle/>
          <a:p>
            <a:pPr>
              <a:defRPr lang="de-de"/>
            </a:pPr>
            <a:fld id="{2A4D901C-52C7-1866-89F5-A433DEBB7FF1}" type="slidenum">
              <a:t>‹#›</a:t>
            </a:fld>
          </a:p>
        </p:txBody>
      </p:sp>
    </p:spTree>
  </p:cSld>
  <p:clrMapOvr>
    <a:masterClrMapping/>
  </p:clrMapOvr>
  <p:hf hdr="0" ftr="0"/>
</p:sldLayout>
</file>

<file path=ppt/slideLayouts/slideLayout15.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type="blank" preserve="1">
  <p:cSld name="Diagramme auf warm grey">
    <p:spTree>
      <p:nvGrpSpPr>
        <p:cNvPr id="1" name=""/>
        <p:cNvGrpSpPr/>
        <p:nvPr/>
      </p:nvGrpSpPr>
      <p:grpSpPr>
        <a:xfrm>
          <a:off x="0" y="0"/>
          <a:ext cx="0" cy="0"/>
          <a:chOff x="0" y="0"/>
          <a:chExt cx="0" cy="0"/>
        </a:xfrm>
      </p:grpSpPr>
      <p:sp>
        <p:nvSpPr>
          <p:cNvPr id="2" name="Rechteck 13"/>
          <p:cNvSpPr>
            <a:extLst>
              <a:ext uri="smNativeData">
                <pr:smNativeData xmlns:pr="smNativeData" xmlns="smNativeData" val="SMDATA_15_c7cuahMAAAAlAAAAZAAAAA0AAAAAkAAAAEgAAACQAAAASAAAAAAAAAABAAAAAAAAAAEAAABQAAAAAAAAAAAA4D8AAAAAAADgPwAAAAAAAOA/AAAAAAAA4D8AAAAAAADgPwAAAAAAAOA/AAAAAAAA4D8AAAAAAADgPwAAAAAAAOA/AAAAAAAA4D8CAAAAjAAAAAEAAAAAAAAA7u3sAP///wgAAAAAAAAAAAAAAAAAAAAAAAAAAAAAAAAAAAAAZAAAAAEAAABAAAAAAAAAAAAAAAAAAAAAAAAAAAAAAAAAAAAAAAAAAAAAAAAAAAAAAAAAAAAAAAAAAAAAAAAAAAAAAAAAAAAAAAAAAAAAAAAAAAAAAAAAAAAAAAAAAAAAFAAAADwAAAAAAAAAAAAAAKY1BQA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P////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7u3sAAAAAAEAAAAAAAAAAAAAAAAAAAAAAAAAAAAAAAAAAAAAAAAAAKY1BQB/f38AAAAAA8zMzADAwP8Af39/AAAAAAAAAAAAAAAAAAAAAAAAAAAAIQAAABgAAAAUAAAAAAAAAKYIAAAASwAAMCoAABAAAAAmAAAACAAAAP//////////"/>
              </a:ext>
            </a:extLst>
          </p:cNvSpPr>
          <p:nvPr/>
        </p:nvSpPr>
        <p:spPr>
          <a:xfrm>
            <a:off x="0" y="1405890"/>
            <a:ext cx="12192000" cy="5452110"/>
          </a:xfrm>
          <a:prstGeom prst="rect">
            <a:avLst/>
          </a:prstGeom>
          <a:solidFill>
            <a:srgbClr val="EEEDEC"/>
          </a:solidFill>
          <a:ln>
            <a:noFill/>
          </a:ln>
          <a:effectLst/>
        </p:spPr>
        <p:txBody>
          <a:bodyPr vert="horz" wrap="square" lIns="91440" tIns="45720" rIns="91440" bIns="45720" numCol="1" spcCol="215900" anchor="ctr"/>
          <a:lstStyle/>
          <a:p>
            <a:pPr algn="ctr">
              <a:defRPr lang="de-de" cap="none">
                <a:solidFill>
                  <a:srgbClr val="FFFFFF"/>
                </a:solidFill>
                <a:latin typeface="SRH" pitchFamily="0" charset="0"/>
                <a:ea typeface="SRH" pitchFamily="0" charset="0"/>
                <a:cs typeface="SRH" pitchFamily="0" charset="0"/>
              </a:defRPr>
            </a:pPr>
          </a:p>
        </p:txBody>
      </p:sp>
      <p:sp>
        <p:nvSpPr>
          <p:cNvPr id="3" name="Titel 1"/>
          <p:cNvSpPr>
            <a:spLocks noGrp="1" noChangeArrowheads="1"/>
            <a:extLst>
              <a:ext uri="smNativeData">
                <pr:smNativeData xmlns:pr="smNativeData" xmlns="smNativeData" val="SMDATA_15_c7c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J/f38AAAAAA8zMzADAwP8Af39/AAAAAAAAAAAAAAAAAAAAAAAAAAAAIQAAABgAAAAUAAAANwIAADUCAACMOgAAWAcAABAAAAAmAAAACAAAAAAAAAAAAAAA"/>
              </a:ext>
            </a:extLst>
          </p:cNvSpPr>
          <p:nvPr>
            <p:ph type="title"/>
          </p:nvPr>
        </p:nvSpPr>
        <p:spPr/>
        <p:txBody>
          <a:bodyPr/>
          <a:lstStyle/>
          <a:p>
            <a:pPr>
              <a:defRPr lang="de-de"/>
            </a:pPr>
            <a:r>
              <a:t>Mastertitelformat bearbeiten</a:t>
            </a:r>
          </a:p>
        </p:txBody>
      </p:sp>
      <p:sp>
        <p:nvSpPr>
          <p:cNvPr id="4" name="Diagrammplatzhalter 8"/>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mQwAAPULAABlJAAAqx8AABAAAAAmAAAACAAAAIGAAAAAAAAA"/>
              </a:ext>
            </a:extLst>
          </p:cNvSpPr>
          <p:nvPr>
            <p:ph type="chart" sz="quarter" idx="14"/>
          </p:nvPr>
        </p:nvSpPr>
        <p:spPr>
          <a:xfrm>
            <a:off x="2047875" y="1943735"/>
            <a:ext cx="3868420" cy="3204210"/>
          </a:xfrm>
        </p:spPr>
        <p:txBody>
          <a:bodyPr vert="horz" wrap="square" lIns="0" tIns="0" rIns="0" bIns="0" numCol="1" spcCol="215900" anchor="ctr">
            <a:prstTxWarp prst="textNoShape">
              <a:avLst/>
            </a:prstTxWarp>
          </a:bodyPr>
          <a:lstStyle/>
          <a:p>
            <a:pPr>
              <a:defRPr lang="de-de"/>
            </a:pPr>
          </a:p>
        </p:txBody>
      </p:sp>
      <p:sp>
        <p:nvSpPr>
          <p:cNvPr id="5" name="Datumsplatzhalter 3"/>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wIAABonAACkBwAAWSkAABAAAAAmAAAACAAAAAAAAAAAAAAA"/>
              </a:ext>
            </a:extLst>
          </p:cNvSpPr>
          <p:nvPr>
            <p:ph type="dt" sz="half" idx="10"/>
          </p:nvPr>
        </p:nvSpPr>
        <p:spPr/>
        <p:txBody>
          <a:bodyPr/>
          <a:lstStyle/>
          <a:p>
            <a:pPr>
              <a:defRPr lang="de-de"/>
            </a:pPr>
            <a:fld id="{2A4DE693-DDC7-1810-89F5-2B45A8BB7F7E}" type="datetime1">
              <a:rPr lang="en-ca" cap="none"/>
              <a:t>2025-09-13</a:t>
            </a:fld>
          </a:p>
        </p:txBody>
      </p:sp>
      <p:sp>
        <p:nvSpPr>
          <p:cNvPr id="6" name="Fußzeilenplatzhalter 4"/>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HggAABonAAAUMAAAWSkAABAAAAAmAAAACAAAAAAAAAAAAAAA"/>
              </a:ext>
            </a:extLst>
          </p:cNvSpPr>
          <p:nvPr>
            <p:ph type="ftr" sz="quarter" idx="11"/>
          </p:nvPr>
        </p:nvSpPr>
        <p:spPr/>
        <p:txBody>
          <a:bodyPr/>
          <a:lstStyle/>
          <a:p>
            <a:pPr>
              <a:defRPr lang="de-de"/>
            </a:pPr>
            <a:r>
              <a:t>SRH Hochschule Heidelberg</a:t>
            </a:r>
          </a:p>
        </p:txBody>
      </p:sp>
      <p:sp>
        <p:nvSpPr>
          <p:cNvPr id="7" name="Foliennummernplatzhalter 5"/>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gD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kkQAACgnAADBSAAAZykAABAAAAAmAAAACAAAAAAAAAAAAAAA"/>
              </a:ext>
            </a:extLst>
          </p:cNvSpPr>
          <p:nvPr>
            <p:ph type="sldNum" sz="quarter" idx="12"/>
          </p:nvPr>
        </p:nvSpPr>
        <p:spPr/>
        <p:txBody>
          <a:bodyPr/>
          <a:lstStyle/>
          <a:p>
            <a:pPr>
              <a:defRPr lang="de-de"/>
            </a:pPr>
            <a:fld id="{2A4D8347-09C7-1875-89F5-FF20CDBB7FAA}" type="slidenum">
              <a:t>‹#›</a:t>
            </a:fld>
          </a:p>
        </p:txBody>
      </p:sp>
      <p:sp>
        <p:nvSpPr>
          <p:cNvPr id="8" name="SlideText1"/>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mQwAABEgAABlJAAAnSQAABAAAAAmAAAACAAAAAGAAAAAAAAA"/>
              </a:ext>
            </a:extLst>
          </p:cNvSpPr>
          <p:nvPr>
            <p:ph idx="16"/>
          </p:nvPr>
        </p:nvSpPr>
        <p:spPr>
          <a:xfrm>
            <a:off x="2047875" y="5212715"/>
            <a:ext cx="3868420" cy="739140"/>
          </a:xfrm>
        </p:spPr>
        <p:txBody>
          <a:bodyPr/>
          <a:lstStyle>
            <a:lvl1pPr algn="ctr">
              <a:spcBef>
                <a:spcPts val="0"/>
              </a:spcBef>
              <a:defRPr lang="de-de" sz="1400" b="0" cap="none">
                <a:solidFill>
                  <a:schemeClr val="tx1"/>
                </a:solidFill>
              </a:defRPr>
            </a:lvl1pPr>
            <a:lvl2pPr>
              <a:defRPr lang="de-de" sz="1400" cap="none"/>
            </a:lvl2pPr>
            <a:lvl3pPr marL="0" indent="0">
              <a:buNone/>
              <a:defRPr lang="de-de" sz="1400" b="0" cap="none">
                <a:solidFill>
                  <a:srgbClr val="2C2E2E"/>
                </a:solidFill>
              </a:defRPr>
            </a:lvl3pPr>
            <a:lvl4pPr>
              <a:spcBef>
                <a:spcPts val="0"/>
              </a:spcBef>
              <a:defRPr lang="de-de" sz="1400" b="0" cap="none">
                <a:solidFill>
                  <a:srgbClr val="2C2E2E"/>
                </a:solidFill>
              </a:defRPr>
            </a:lvl4pPr>
            <a:lvl5pPr>
              <a:spcBef>
                <a:spcPts val="0"/>
              </a:spcBef>
              <a:defRPr lang="de-de" sz="1400" b="0" cap="none">
                <a:solidFill>
                  <a:srgbClr val="2C2E2E"/>
                </a:solidFill>
              </a:defRPr>
            </a:lvl5pPr>
            <a:lvl6pPr>
              <a:lnSpc>
                <a:spcPct val="110000"/>
              </a:lnSpc>
              <a:spcBef>
                <a:spcPts val="0"/>
              </a:spcBef>
              <a:defRPr lang="de-de" sz="1400" b="0" cap="none">
                <a:solidFill>
                  <a:srgbClr val="2C2E2E"/>
                </a:solidFill>
              </a:defRPr>
            </a:lvl6pPr>
            <a:lvl7pPr>
              <a:lnSpc>
                <a:spcPct val="110000"/>
              </a:lnSpc>
              <a:spcBef>
                <a:spcPts val="0"/>
              </a:spcBef>
              <a:defRPr lang="de-de" sz="1400" b="0" cap="none">
                <a:solidFill>
                  <a:srgbClr val="2C2E2E"/>
                </a:solidFill>
                <a:latin typeface="SRH" pitchFamily="0" charset="0"/>
                <a:ea typeface="SRH Headline" pitchFamily="0" charset="0"/>
                <a:cs typeface="SRH Headline" pitchFamily="0" charset="0"/>
              </a:defRPr>
            </a:lvl7pPr>
            <a:lvl8pPr>
              <a:lnSpc>
                <a:spcPct val="110000"/>
              </a:lnSpc>
              <a:spcBef>
                <a:spcPts val="0"/>
              </a:spcBef>
              <a:defRPr lang="de-de" sz="1400" b="0" cap="none">
                <a:solidFill>
                  <a:srgbClr val="2C2E2E"/>
                </a:solidFill>
                <a:latin typeface="SRH" pitchFamily="0" charset="0"/>
                <a:ea typeface="SRH Text" pitchFamily="0" charset="0"/>
                <a:cs typeface="SRH Text" pitchFamily="0" charset="0"/>
              </a:defRPr>
            </a:lvl8pPr>
            <a:lvl9pPr>
              <a:spcBef>
                <a:spcPts val="0"/>
              </a:spcBef>
              <a:defRPr lang="de-de" sz="1400" b="0" cap="none">
                <a:solidFill>
                  <a:srgbClr val="2C2E2E"/>
                </a:solidFill>
              </a:defRPr>
            </a:lvl9pPr>
          </a:lstStyle>
          <a:p>
            <a:pPr>
              <a:defRPr lang="de-de"/>
            </a:pPr>
            <a:r>
              <a:t>Mastertextformat bearbeiten</a:t>
            </a:r>
          </a:p>
        </p:txBody>
      </p:sp>
      <p:sp>
        <p:nvSpPr>
          <p:cNvPr id="9" name="Textplatzhalter 17"/>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myYAABEgAABnPgAAnSQAABAAAAAmAAAACAAAAAGAAAAAAAAA"/>
              </a:ext>
            </a:extLst>
          </p:cNvSpPr>
          <p:nvPr>
            <p:ph idx="18"/>
          </p:nvPr>
        </p:nvSpPr>
        <p:spPr>
          <a:xfrm>
            <a:off x="6275705" y="5212715"/>
            <a:ext cx="3868420" cy="739140"/>
          </a:xfrm>
        </p:spPr>
        <p:txBody>
          <a:bodyPr/>
          <a:lstStyle>
            <a:lvl1pPr algn="ctr">
              <a:spcBef>
                <a:spcPts val="0"/>
              </a:spcBef>
              <a:defRPr lang="de-de" sz="1400" b="0" cap="none">
                <a:solidFill>
                  <a:schemeClr val="tx1"/>
                </a:solidFill>
              </a:defRPr>
            </a:lvl1pPr>
            <a:lvl2pPr>
              <a:defRPr lang="de-de" sz="1400" cap="none"/>
            </a:lvl2pPr>
            <a:lvl3pPr marL="0" indent="0">
              <a:buNone/>
              <a:defRPr lang="de-de" sz="1400" b="0" cap="none">
                <a:solidFill>
                  <a:srgbClr val="2C2E2E"/>
                </a:solidFill>
              </a:defRPr>
            </a:lvl3pPr>
            <a:lvl4pPr>
              <a:spcBef>
                <a:spcPts val="0"/>
              </a:spcBef>
              <a:defRPr lang="de-de" sz="1400" b="0" cap="none">
                <a:solidFill>
                  <a:srgbClr val="2C2E2E"/>
                </a:solidFill>
              </a:defRPr>
            </a:lvl4pPr>
            <a:lvl5pPr>
              <a:spcBef>
                <a:spcPts val="0"/>
              </a:spcBef>
              <a:defRPr lang="de-de" sz="1400" b="0" cap="none">
                <a:solidFill>
                  <a:srgbClr val="2C2E2E"/>
                </a:solidFill>
              </a:defRPr>
            </a:lvl5pPr>
            <a:lvl6pPr>
              <a:lnSpc>
                <a:spcPct val="110000"/>
              </a:lnSpc>
              <a:spcBef>
                <a:spcPts val="0"/>
              </a:spcBef>
              <a:defRPr lang="de-de" sz="1400" b="0" cap="none">
                <a:solidFill>
                  <a:srgbClr val="2C2E2E"/>
                </a:solidFill>
              </a:defRPr>
            </a:lvl6pPr>
            <a:lvl7pPr>
              <a:lnSpc>
                <a:spcPct val="110000"/>
              </a:lnSpc>
              <a:spcBef>
                <a:spcPts val="0"/>
              </a:spcBef>
              <a:defRPr lang="de-de" sz="1400" b="0" cap="none">
                <a:solidFill>
                  <a:srgbClr val="2C2E2E"/>
                </a:solidFill>
                <a:latin typeface="SRH" pitchFamily="0" charset="0"/>
                <a:ea typeface="SRH Headline" pitchFamily="0" charset="0"/>
                <a:cs typeface="SRH Headline" pitchFamily="0" charset="0"/>
              </a:defRPr>
            </a:lvl7pPr>
            <a:lvl8pPr>
              <a:lnSpc>
                <a:spcPct val="110000"/>
              </a:lnSpc>
              <a:spcBef>
                <a:spcPts val="0"/>
              </a:spcBef>
              <a:defRPr lang="de-de" sz="1400" b="0" cap="none">
                <a:solidFill>
                  <a:srgbClr val="2C2E2E"/>
                </a:solidFill>
                <a:latin typeface="SRH" pitchFamily="0" charset="0"/>
                <a:ea typeface="SRH Text" pitchFamily="0" charset="0"/>
                <a:cs typeface="SRH Text" pitchFamily="0" charset="0"/>
              </a:defRPr>
            </a:lvl8pPr>
            <a:lvl9pPr>
              <a:spcBef>
                <a:spcPts val="0"/>
              </a:spcBef>
              <a:defRPr lang="de-de" sz="1400" b="0" cap="none">
                <a:solidFill>
                  <a:srgbClr val="2C2E2E"/>
                </a:solidFill>
              </a:defRPr>
            </a:lvl9pPr>
          </a:lstStyle>
          <a:p>
            <a:pPr>
              <a:defRPr lang="de-de"/>
            </a:pPr>
            <a:r>
              <a:t>Mastertextformat bearbeiten</a:t>
            </a:r>
          </a:p>
        </p:txBody>
      </p:sp>
      <p:sp>
        <p:nvSpPr>
          <p:cNvPr id="10" name="Object1"/>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myYAAPULAABnPgAAqx8AABAAAAAmAAAACAAAAIGAAAAAAAAA"/>
              </a:ext>
            </a:extLst>
          </p:cNvSpPr>
          <p:nvPr>
            <p:ph type="chart" sz="quarter" idx="19"/>
          </p:nvPr>
        </p:nvSpPr>
        <p:spPr>
          <a:xfrm>
            <a:off x="6275705" y="1943735"/>
            <a:ext cx="3868420" cy="3204210"/>
          </a:xfrm>
        </p:spPr>
        <p:txBody>
          <a:bodyPr vert="horz" wrap="square" lIns="0" tIns="0" rIns="0" bIns="0" numCol="1" spcCol="215900" anchor="ctr">
            <a:prstTxWarp prst="textNoShape">
              <a:avLst/>
            </a:prstTxWarp>
          </a:bodyPr>
          <a:lstStyle/>
          <a:p>
            <a:pPr>
              <a:defRPr lang="de-de"/>
            </a:pPr>
          </a:p>
        </p:txBody>
      </p:sp>
    </p:spTree>
  </p:cSld>
  <p:clrMapOvr>
    <a:masterClrMapping/>
  </p:clrMapOvr>
  <p:hf hdr="0" ftr="0"/>
</p:sldLayout>
</file>

<file path=ppt/slideLayouts/slideLayout16.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type="blank" preserve="1">
  <p:cSld name="Tabelle auf warm grey">
    <p:spTree>
      <p:nvGrpSpPr>
        <p:cNvPr id="1" name=""/>
        <p:cNvGrpSpPr/>
        <p:nvPr/>
      </p:nvGrpSpPr>
      <p:grpSpPr>
        <a:xfrm>
          <a:off x="0" y="0"/>
          <a:ext cx="0" cy="0"/>
          <a:chOff x="0" y="0"/>
          <a:chExt cx="0" cy="0"/>
        </a:xfrm>
      </p:grpSpPr>
      <p:sp>
        <p:nvSpPr>
          <p:cNvPr id="2" name="Rechteck 13"/>
          <p:cNvSpPr>
            <a:extLst>
              <a:ext uri="smNativeData">
                <pr:smNativeData xmlns:pr="smNativeData" xmlns="smNativeData" val="SMDATA_15_c7cuahMAAAAlAAAAZAAAAA0AAAAAkAAAAEgAAACQAAAASAAAAAAAAAABAAAAAAAAAAEAAABQAAAAAAAAAAAA4D8AAAAAAADgPwAAAAAAAOA/AAAAAAAA4D8AAAAAAADgPwAAAAAAAOA/AAAAAAAA4D8AAAAAAADgPwAAAAAAAOA/AAAAAAAA4D8CAAAAjAAAAAEAAAAAAAAA7u3sAP///wgAAAAAAAAAAAAAAAAAAAAAAAAAAAAAAAAAAAAAZAAAAAEAAABAAAAAAAAAAAAAAAAAAAAAAAAAAAAAAAAAAAAAAAAAAAAAAAAAAAAAAAAAAAAAAAAAAAAAAAAAAAAAAAAAAAAAAAAAAAAAAAAAAAAAAAAAAAAAAAAAAAAAFAAAADwAAAAAAAAAAAAAAKY1BQA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7u3sAAAAAAEAAAAAAAAAAAAAAAAAAAAAAAAAAAAAAAAAAAAAAAAAAKY1BQB/f38AAAAAA8zMzADAwP8Af39/AAAAAAAAAAAAAAAAAAAAAAAAAAAAIQAAABgAAAAUAAAAAAAAAKYIAAAASwAAMCoAABAAAAAmAAAACAAAAP//////////"/>
              </a:ext>
            </a:extLst>
          </p:cNvSpPr>
          <p:nvPr/>
        </p:nvSpPr>
        <p:spPr>
          <a:xfrm>
            <a:off x="0" y="1405890"/>
            <a:ext cx="12192000" cy="5452110"/>
          </a:xfrm>
          <a:prstGeom prst="rect">
            <a:avLst/>
          </a:prstGeom>
          <a:solidFill>
            <a:srgbClr val="EEEDEC"/>
          </a:solidFill>
          <a:ln>
            <a:noFill/>
          </a:ln>
          <a:effectLst/>
        </p:spPr>
        <p:txBody>
          <a:bodyPr vert="horz" wrap="square" lIns="91440" tIns="45720" rIns="91440" bIns="45720" numCol="1" spcCol="215900" anchor="ctr"/>
          <a:lstStyle/>
          <a:p>
            <a:pPr algn="ctr">
              <a:defRPr lang="de-de" cap="none">
                <a:solidFill>
                  <a:srgbClr val="FFFFFF"/>
                </a:solidFill>
                <a:latin typeface="SRH" pitchFamily="0" charset="0"/>
                <a:ea typeface="SRH" pitchFamily="0" charset="0"/>
                <a:cs typeface="SRH" pitchFamily="0" charset="0"/>
              </a:defRPr>
            </a:pPr>
          </a:p>
        </p:txBody>
      </p:sp>
      <p:sp>
        <p:nvSpPr>
          <p:cNvPr id="3" name="Titel 1"/>
          <p:cNvSpPr>
            <a:spLocks noGrp="1" noChangeArrowheads="1"/>
            <a:extLst>
              <a:ext uri="smNativeData">
                <pr:smNativeData xmlns:pr="smNativeData" xmlns="smNativeData" val="SMDATA_15_c7c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J/f38AAAAAA8zMzADAwP8Af39/AAAAAAAAAAAAAAAAAAAAAAAAAAAAIQAAABgAAAAUAAAANwIAADUCAACMOgAAWAcAABAAAAAmAAAACAAAAAAAAAAAAAAA"/>
              </a:ext>
            </a:extLst>
          </p:cNvSpPr>
          <p:nvPr>
            <p:ph type="title"/>
          </p:nvPr>
        </p:nvSpPr>
        <p:spPr/>
        <p:txBody>
          <a:bodyPr/>
          <a:lstStyle/>
          <a:p>
            <a:pPr>
              <a:defRPr lang="de-de"/>
            </a:pPr>
            <a:r>
              <a:t>Mastertitelformat bearbeiten</a:t>
            </a:r>
          </a:p>
        </p:txBody>
      </p:sp>
      <p:sp>
        <p:nvSpPr>
          <p:cNvPr id="4" name="Tabellenplatzhalter 7"/>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wIAAK4RAACOOgAA/R8AABAAAAAmAAAACAAAAIGAAAAAAAAA"/>
              </a:ext>
            </a:extLst>
          </p:cNvSpPr>
          <p:nvPr>
            <p:ph type="tbl" sz="quarter" idx="17"/>
          </p:nvPr>
        </p:nvSpPr>
        <p:spPr>
          <a:xfrm>
            <a:off x="360045" y="2874010"/>
            <a:ext cx="9158605" cy="2326005"/>
          </a:xfrm>
        </p:spPr>
        <p:txBody>
          <a:bodyPr vert="horz" wrap="square" lIns="0" tIns="0" rIns="0" bIns="0" numCol="1" spcCol="215900" anchor="ctr">
            <a:prstTxWarp prst="textNoShape">
              <a:avLst/>
            </a:prstTxWarp>
          </a:bodyPr>
          <a:lstStyle/>
          <a:p>
            <a:pPr>
              <a:defRPr lang="de-de"/>
            </a:pPr>
          </a:p>
        </p:txBody>
      </p:sp>
      <p:sp>
        <p:nvSpPr>
          <p:cNvPr id="5" name="Datumsplatzhalter 3"/>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wIAABonAACkBwAAWSkAABAAAAAmAAAACAAAAAAAAAAAAAAA"/>
              </a:ext>
            </a:extLst>
          </p:cNvSpPr>
          <p:nvPr>
            <p:ph type="dt" sz="half" idx="10"/>
          </p:nvPr>
        </p:nvSpPr>
        <p:spPr/>
        <p:txBody>
          <a:bodyPr/>
          <a:lstStyle/>
          <a:p>
            <a:pPr>
              <a:defRPr lang="de-de"/>
            </a:pPr>
            <a:fld id="{2A4DBE86-C8C7-1848-89F5-3E1DF0BB7F6B}" type="datetime1">
              <a:rPr lang="en-ca" cap="none"/>
              <a:t>2025-09-13</a:t>
            </a:fld>
          </a:p>
        </p:txBody>
      </p:sp>
      <p:sp>
        <p:nvSpPr>
          <p:cNvPr id="6" name="Fußzeilenplatzhalter 4"/>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HggAABonAAAUMAAAWSkAABAAAAAmAAAACAAAAAAAAAAAAAAA"/>
              </a:ext>
            </a:extLst>
          </p:cNvSpPr>
          <p:nvPr>
            <p:ph type="ftr" sz="quarter" idx="11"/>
          </p:nvPr>
        </p:nvSpPr>
        <p:spPr/>
        <p:txBody>
          <a:bodyPr/>
          <a:lstStyle/>
          <a:p>
            <a:pPr>
              <a:defRPr lang="de-de"/>
            </a:pPr>
            <a:r>
              <a:t>SRH Hochschule Heidelberg</a:t>
            </a:r>
          </a:p>
        </p:txBody>
      </p:sp>
      <p:sp>
        <p:nvSpPr>
          <p:cNvPr id="7" name="Foliennummernplatzhalter 5"/>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kkQAACgnAADBSAAAZykAABAAAAAmAAAACAAAAAAAAAAAAAAA"/>
              </a:ext>
            </a:extLst>
          </p:cNvSpPr>
          <p:nvPr>
            <p:ph type="sldNum" sz="quarter" idx="12"/>
          </p:nvPr>
        </p:nvSpPr>
        <p:spPr/>
        <p:txBody>
          <a:bodyPr/>
          <a:lstStyle/>
          <a:p>
            <a:pPr>
              <a:defRPr lang="de-de"/>
            </a:pPr>
            <a:fld id="{2A4DC096-D8C7-1836-89F5-2E638EBB7F7B}" type="slidenum">
              <a:t>‹#›</a:t>
            </a:fld>
          </a:p>
        </p:txBody>
      </p:sp>
      <p:sp>
        <p:nvSpPr>
          <p:cNvPr id="8" name="Tabellenplatzhalter 6"/>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wIAAKEKAACOOgAAbw8AABAAAAAmAAAACAAAAIGAAAAAAAAA"/>
              </a:ext>
            </a:extLst>
          </p:cNvSpPr>
          <p:nvPr>
            <p:ph type="tbl" sz="quarter" idx="18"/>
          </p:nvPr>
        </p:nvSpPr>
        <p:spPr>
          <a:xfrm>
            <a:off x="360045" y="1727835"/>
            <a:ext cx="9158605" cy="781050"/>
          </a:xfrm>
        </p:spPr>
        <p:txBody>
          <a:bodyPr vert="horz" wrap="square" lIns="0" tIns="0" rIns="0" bIns="0" numCol="1" spcCol="215900" anchor="ctr">
            <a:prstTxWarp prst="textNoShape">
              <a:avLst/>
            </a:prstTxWarp>
          </a:bodyPr>
          <a:lstStyle/>
          <a:p>
            <a:pPr>
              <a:defRPr lang="de-de"/>
            </a:pPr>
          </a:p>
        </p:txBody>
      </p:sp>
      <p:sp>
        <p:nvSpPr>
          <p:cNvPr id="9" name="Textplatzhalter 17"/>
          <p:cNvSpPr>
            <a:spLocks noGrp="1" noChangeArrowheads="1"/>
            <a:extLst>
              <a:ext uri="smNativeData">
                <pr:smNativeData xmlns:pr="smNativeData" xmlns="smNativeData" val="SMDATA_15_c7cuahMAAAAlAAAAZAAAAA0AAAAAAAAAAAAAAAAAAAAAAAAAAAAAAAAC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wIAAJwhAACOOgAApyQAABAAAAAmAAAACAAAAIGAAAAAAAAA"/>
              </a:ext>
            </a:extLst>
          </p:cNvSpPr>
          <p:nvPr>
            <p:ph idx="16"/>
          </p:nvPr>
        </p:nvSpPr>
        <p:spPr>
          <a:xfrm>
            <a:off x="360045" y="5463540"/>
            <a:ext cx="9158605" cy="494665"/>
          </a:xfrm>
        </p:spPr>
        <p:txBody>
          <a:bodyPr vert="horz" wrap="square" lIns="0" tIns="0" rIns="0" bIns="0" numCol="1" spcCol="215900" anchor="b">
            <a:prstTxWarp prst="textNoShape">
              <a:avLst/>
            </a:prstTxWarp>
          </a:bodyPr>
          <a:lstStyle>
            <a:lvl1pPr algn="l">
              <a:spcBef>
                <a:spcPts val="0"/>
              </a:spcBef>
              <a:defRPr lang="de-de" sz="1200" b="0" cap="none">
                <a:solidFill>
                  <a:schemeClr val="tx1"/>
                </a:solidFill>
              </a:defRPr>
            </a:lvl1pPr>
            <a:lvl2pPr>
              <a:defRPr lang="de-de" sz="1400" cap="none"/>
            </a:lvl2pPr>
            <a:lvl3pPr marL="0" indent="0">
              <a:buNone/>
              <a:defRPr lang="de-de" sz="1400" b="0" cap="none">
                <a:solidFill>
                  <a:srgbClr val="2C2E2E"/>
                </a:solidFill>
              </a:defRPr>
            </a:lvl3pPr>
            <a:lvl4pPr>
              <a:spcBef>
                <a:spcPts val="0"/>
              </a:spcBef>
              <a:defRPr lang="de-de" sz="1400" b="0" cap="none">
                <a:solidFill>
                  <a:srgbClr val="2C2E2E"/>
                </a:solidFill>
              </a:defRPr>
            </a:lvl4pPr>
            <a:lvl5pPr>
              <a:spcBef>
                <a:spcPts val="0"/>
              </a:spcBef>
              <a:defRPr lang="de-de" sz="1400" b="0" cap="none">
                <a:solidFill>
                  <a:srgbClr val="2C2E2E"/>
                </a:solidFill>
              </a:defRPr>
            </a:lvl5pPr>
            <a:lvl6pPr>
              <a:lnSpc>
                <a:spcPct val="110000"/>
              </a:lnSpc>
              <a:spcBef>
                <a:spcPts val="0"/>
              </a:spcBef>
              <a:defRPr lang="de-de" sz="1400" b="0" cap="none">
                <a:solidFill>
                  <a:srgbClr val="2C2E2E"/>
                </a:solidFill>
              </a:defRPr>
            </a:lvl6pPr>
            <a:lvl7pPr>
              <a:lnSpc>
                <a:spcPct val="110000"/>
              </a:lnSpc>
              <a:spcBef>
                <a:spcPts val="0"/>
              </a:spcBef>
              <a:defRPr lang="de-de" sz="1400" b="0" cap="none">
                <a:solidFill>
                  <a:srgbClr val="2C2E2E"/>
                </a:solidFill>
                <a:latin typeface="SRH" pitchFamily="0" charset="0"/>
                <a:ea typeface="SRH Headline" pitchFamily="0" charset="0"/>
                <a:cs typeface="SRH Headline" pitchFamily="0" charset="0"/>
              </a:defRPr>
            </a:lvl7pPr>
            <a:lvl8pPr>
              <a:lnSpc>
                <a:spcPct val="110000"/>
              </a:lnSpc>
              <a:spcBef>
                <a:spcPts val="0"/>
              </a:spcBef>
              <a:defRPr lang="de-de" sz="1400" b="0" cap="none">
                <a:solidFill>
                  <a:srgbClr val="2C2E2E"/>
                </a:solidFill>
                <a:latin typeface="SRH" pitchFamily="0" charset="0"/>
                <a:ea typeface="SRH Text" pitchFamily="0" charset="0"/>
                <a:cs typeface="SRH Text" pitchFamily="0" charset="0"/>
              </a:defRPr>
            </a:lvl8pPr>
            <a:lvl9pPr>
              <a:spcBef>
                <a:spcPts val="0"/>
              </a:spcBef>
              <a:defRPr lang="de-de" sz="1400" b="0" cap="none">
                <a:solidFill>
                  <a:srgbClr val="2C2E2E"/>
                </a:solidFill>
              </a:defRPr>
            </a:lvl9pPr>
          </a:lstStyle>
          <a:p>
            <a:pPr>
              <a:defRPr lang="de-de"/>
            </a:pPr>
            <a:r>
              <a:t>Mastertextformat bearbeiten</a:t>
            </a:r>
          </a:p>
        </p:txBody>
      </p:sp>
    </p:spTree>
  </p:cSld>
  <p:clrMapOvr>
    <a:masterClrMapping/>
  </p:clrMapOvr>
  <p:hf hdr="0" ftr="0"/>
</p:sldLayout>
</file>

<file path=ppt/slideLayouts/slideLayout17.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type="blank" preserve="1">
  <p:cSld name="Tabelle auf weiss">
    <p:spTree>
      <p:nvGrpSpPr>
        <p:cNvPr id="1" name=""/>
        <p:cNvGrpSpPr/>
        <p:nvPr/>
      </p:nvGrpSpPr>
      <p:grpSpPr>
        <a:xfrm>
          <a:off x="0" y="0"/>
          <a:ext cx="0" cy="0"/>
          <a:chOff x="0" y="0"/>
          <a:chExt cx="0" cy="0"/>
        </a:xfrm>
      </p:grpSpPr>
      <p:sp>
        <p:nvSpPr>
          <p:cNvPr id="2" name="Titel 1"/>
          <p:cNvSpPr>
            <a:spLocks noGrp="1" noChangeArrowheads="1"/>
            <a:extLst>
              <a:ext uri="smNativeData">
                <pr:smNativeData xmlns:pr="smNativeData" xmlns="smNativeData" val="SMDATA_15_c7c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J/f38AAAAAA8zMzADAwP8Af39/AAAAAAAAAAAAAAAAAAAAAAAAAAAAIQAAABgAAAAUAAAANwIAADUCAACMOgAAWAcAABAAAAAmAAAACAAAAAAAAAAAAAAA"/>
              </a:ext>
            </a:extLst>
          </p:cNvSpPr>
          <p:nvPr>
            <p:ph type="title"/>
          </p:nvPr>
        </p:nvSpPr>
        <p:spPr/>
        <p:txBody>
          <a:bodyPr/>
          <a:lstStyle/>
          <a:p>
            <a:pPr>
              <a:defRPr lang="de-de"/>
            </a:pPr>
            <a:r>
              <a:t>Mastertitelformat bearbeiten</a:t>
            </a:r>
          </a:p>
        </p:txBody>
      </p:sp>
      <p:sp>
        <p:nvSpPr>
          <p:cNvPr id="3" name="Tabellenplatzhalter 7"/>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wIAAK4RAACOOgAA/R8AABAAAAAmAAAACAAAAIGAAAAAAAAA"/>
              </a:ext>
            </a:extLst>
          </p:cNvSpPr>
          <p:nvPr>
            <p:ph type="tbl" sz="quarter" idx="17"/>
          </p:nvPr>
        </p:nvSpPr>
        <p:spPr>
          <a:xfrm>
            <a:off x="360045" y="2874010"/>
            <a:ext cx="9158605" cy="2326005"/>
          </a:xfrm>
        </p:spPr>
        <p:txBody>
          <a:bodyPr vert="horz" wrap="square" lIns="0" tIns="0" rIns="0" bIns="0" numCol="1" spcCol="215900" anchor="ctr">
            <a:prstTxWarp prst="textNoShape">
              <a:avLst/>
            </a:prstTxWarp>
          </a:bodyPr>
          <a:lstStyle/>
          <a:p>
            <a:pPr>
              <a:defRPr lang="de-de"/>
            </a:pPr>
          </a:p>
        </p:txBody>
      </p:sp>
      <p:sp>
        <p:nvSpPr>
          <p:cNvPr id="4" name="Datumsplatzhalter 3"/>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wIAABonAACkBwAAWSkAABAAAAAmAAAACAAAAAAAAAAAAAAA"/>
              </a:ext>
            </a:extLst>
          </p:cNvSpPr>
          <p:nvPr>
            <p:ph type="dt" sz="half" idx="10"/>
          </p:nvPr>
        </p:nvSpPr>
        <p:spPr/>
        <p:txBody>
          <a:bodyPr/>
          <a:lstStyle/>
          <a:p>
            <a:pPr>
              <a:defRPr lang="de-de"/>
            </a:pPr>
            <a:fld id="{2A4DC6EF-A1C7-1830-89F5-576588BB7F02}" type="datetime1">
              <a:rPr lang="en-ca" cap="none"/>
              <a:t>2025-09-13</a:t>
            </a:fld>
          </a:p>
        </p:txBody>
      </p:sp>
      <p:sp>
        <p:nvSpPr>
          <p:cNvPr id="5" name="Fußzeilenplatzhalter 4"/>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HggAABonAAAUMAAAWSkAABAAAAAmAAAACAAAAAAAAAAAAAAA"/>
              </a:ext>
            </a:extLst>
          </p:cNvSpPr>
          <p:nvPr>
            <p:ph type="ftr" sz="quarter" idx="11"/>
          </p:nvPr>
        </p:nvSpPr>
        <p:spPr/>
        <p:txBody>
          <a:bodyPr/>
          <a:lstStyle/>
          <a:p>
            <a:pPr>
              <a:defRPr lang="de-de"/>
            </a:pPr>
            <a:r>
              <a:t>SRH Hochschule Heidelberg</a:t>
            </a:r>
          </a:p>
        </p:txBody>
      </p:sp>
      <p:sp>
        <p:nvSpPr>
          <p:cNvPr id="6" name="Foliennummernplatzhalter 5"/>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kkQAACgnAADBSAAAZykAABAAAAAmAAAACAAAAAAAAAAAAAAA"/>
              </a:ext>
            </a:extLst>
          </p:cNvSpPr>
          <p:nvPr>
            <p:ph type="sldNum" sz="quarter" idx="12"/>
          </p:nvPr>
        </p:nvSpPr>
        <p:spPr/>
        <p:txBody>
          <a:bodyPr/>
          <a:lstStyle/>
          <a:p>
            <a:pPr>
              <a:defRPr lang="de-de"/>
            </a:pPr>
            <a:fld id="{2A4DEB70-3EC7-181D-89F5-C848A5BB7F9D}" type="slidenum">
              <a:t>‹#›</a:t>
            </a:fld>
          </a:p>
        </p:txBody>
      </p:sp>
      <p:sp>
        <p:nvSpPr>
          <p:cNvPr id="7" name="Tabellenplatzhalter 6"/>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wIAAKEKAACOOgAAbw8AABAAAAAmAAAACAAAAIGAAAAAAAAA"/>
              </a:ext>
            </a:extLst>
          </p:cNvSpPr>
          <p:nvPr>
            <p:ph type="tbl" sz="quarter" idx="18"/>
          </p:nvPr>
        </p:nvSpPr>
        <p:spPr>
          <a:xfrm>
            <a:off x="360045" y="1727835"/>
            <a:ext cx="9158605" cy="781050"/>
          </a:xfrm>
        </p:spPr>
        <p:txBody>
          <a:bodyPr vert="horz" wrap="square" lIns="0" tIns="0" rIns="0" bIns="0" numCol="1" spcCol="215900" anchor="ctr">
            <a:prstTxWarp prst="textNoShape">
              <a:avLst/>
            </a:prstTxWarp>
          </a:bodyPr>
          <a:lstStyle/>
          <a:p>
            <a:pPr>
              <a:defRPr lang="de-de"/>
            </a:pPr>
          </a:p>
        </p:txBody>
      </p:sp>
      <p:sp>
        <p:nvSpPr>
          <p:cNvPr id="8" name="Textplatzhalter 17"/>
          <p:cNvSpPr>
            <a:spLocks noGrp="1" noChangeArrowheads="1"/>
            <a:extLst>
              <a:ext uri="smNativeData">
                <pr:smNativeData xmlns:pr="smNativeData" xmlns="smNativeData" val="SMDATA_15_c7cuahMAAAAlAAAAZAAAAA0AAAAAAAAAAAAAAAAAAAAAAAAAAAAAAAAC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wIAAJwhAACOOgAApyQAABAAAAAmAAAACAAAAIGAAAAAAAAA"/>
              </a:ext>
            </a:extLst>
          </p:cNvSpPr>
          <p:nvPr>
            <p:ph idx="16"/>
          </p:nvPr>
        </p:nvSpPr>
        <p:spPr>
          <a:xfrm>
            <a:off x="360045" y="5463540"/>
            <a:ext cx="9158605" cy="494665"/>
          </a:xfrm>
        </p:spPr>
        <p:txBody>
          <a:bodyPr vert="horz" wrap="square" lIns="0" tIns="0" rIns="0" bIns="0" numCol="1" spcCol="215900" anchor="b">
            <a:prstTxWarp prst="textNoShape">
              <a:avLst/>
            </a:prstTxWarp>
          </a:bodyPr>
          <a:lstStyle>
            <a:lvl1pPr algn="l">
              <a:spcBef>
                <a:spcPts val="0"/>
              </a:spcBef>
              <a:defRPr lang="de-de" sz="1200" b="0" cap="none">
                <a:solidFill>
                  <a:schemeClr val="tx1"/>
                </a:solidFill>
              </a:defRPr>
            </a:lvl1pPr>
            <a:lvl2pPr>
              <a:defRPr lang="de-de" sz="1400" cap="none"/>
            </a:lvl2pPr>
            <a:lvl3pPr marL="0" indent="0">
              <a:buNone/>
              <a:defRPr lang="de-de" sz="1400" b="0" cap="none">
                <a:solidFill>
                  <a:srgbClr val="2C2E2E"/>
                </a:solidFill>
              </a:defRPr>
            </a:lvl3pPr>
            <a:lvl4pPr>
              <a:spcBef>
                <a:spcPts val="0"/>
              </a:spcBef>
              <a:defRPr lang="de-de" sz="1400" b="0" cap="none">
                <a:solidFill>
                  <a:srgbClr val="2C2E2E"/>
                </a:solidFill>
              </a:defRPr>
            </a:lvl4pPr>
            <a:lvl5pPr>
              <a:spcBef>
                <a:spcPts val="0"/>
              </a:spcBef>
              <a:defRPr lang="de-de" sz="1400" b="0" cap="none">
                <a:solidFill>
                  <a:srgbClr val="2C2E2E"/>
                </a:solidFill>
              </a:defRPr>
            </a:lvl5pPr>
            <a:lvl6pPr>
              <a:lnSpc>
                <a:spcPct val="110000"/>
              </a:lnSpc>
              <a:spcBef>
                <a:spcPts val="0"/>
              </a:spcBef>
              <a:defRPr lang="de-de" sz="1400" b="0" cap="none">
                <a:solidFill>
                  <a:srgbClr val="2C2E2E"/>
                </a:solidFill>
              </a:defRPr>
            </a:lvl6pPr>
            <a:lvl7pPr>
              <a:lnSpc>
                <a:spcPct val="110000"/>
              </a:lnSpc>
              <a:spcBef>
                <a:spcPts val="0"/>
              </a:spcBef>
              <a:defRPr lang="de-de" sz="1400" b="0" cap="none">
                <a:solidFill>
                  <a:srgbClr val="2C2E2E"/>
                </a:solidFill>
                <a:latin typeface="SRH" pitchFamily="0" charset="0"/>
                <a:ea typeface="SRH Headline" pitchFamily="0" charset="0"/>
                <a:cs typeface="SRH Headline" pitchFamily="0" charset="0"/>
              </a:defRPr>
            </a:lvl7pPr>
            <a:lvl8pPr>
              <a:lnSpc>
                <a:spcPct val="110000"/>
              </a:lnSpc>
              <a:spcBef>
                <a:spcPts val="0"/>
              </a:spcBef>
              <a:defRPr lang="de-de" sz="1400" b="0" cap="none">
                <a:solidFill>
                  <a:srgbClr val="2C2E2E"/>
                </a:solidFill>
                <a:latin typeface="SRH" pitchFamily="0" charset="0"/>
                <a:ea typeface="SRH Text" pitchFamily="0" charset="0"/>
                <a:cs typeface="SRH Text" pitchFamily="0" charset="0"/>
              </a:defRPr>
            </a:lvl8pPr>
            <a:lvl9pPr>
              <a:spcBef>
                <a:spcPts val="0"/>
              </a:spcBef>
              <a:defRPr lang="de-de" sz="1400" b="0" cap="none">
                <a:solidFill>
                  <a:srgbClr val="2C2E2E"/>
                </a:solidFill>
              </a:defRPr>
            </a:lvl9pPr>
          </a:lstStyle>
          <a:p>
            <a:pPr>
              <a:defRPr lang="de-de"/>
            </a:pPr>
            <a:r>
              <a:t>Mastertextformat bearbeiten</a:t>
            </a:r>
          </a:p>
        </p:txBody>
      </p:sp>
    </p:spTree>
  </p:cSld>
  <p:clrMapOvr>
    <a:masterClrMapping/>
  </p:clrMapOvr>
  <p:hf hdr="0" ftr="0"/>
</p:sldLayout>
</file>

<file path=ppt/slideLayouts/slideLayout18.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type="blank" preserve="1">
  <p:cSld name="Tabelle und Text auf warm grey">
    <p:spTree>
      <p:nvGrpSpPr>
        <p:cNvPr id="1" name=""/>
        <p:cNvGrpSpPr/>
        <p:nvPr/>
      </p:nvGrpSpPr>
      <p:grpSpPr>
        <a:xfrm>
          <a:off x="0" y="0"/>
          <a:ext cx="0" cy="0"/>
          <a:chOff x="0" y="0"/>
          <a:chExt cx="0" cy="0"/>
        </a:xfrm>
      </p:grpSpPr>
      <p:sp>
        <p:nvSpPr>
          <p:cNvPr id="2" name="Rechteck 13"/>
          <p:cNvSpPr>
            <a:extLst>
              <a:ext uri="smNativeData">
                <pr:smNativeData xmlns:pr="smNativeData" xmlns="smNativeData" val="SMDATA_15_c7cuahMAAAAlAAAAZAAAAA0AAAAAkAAAAEgAAACQAAAASAAAAAAAAAABAAAAAAAAAAEAAABQAAAAAAAAAAAA4D8AAAAAAADgPwAAAAAAAOA/AAAAAAAA4D8AAAAAAADgPwAAAAAAAOA/AAAAAAAA4D8AAAAAAADgPwAAAAAAAOA/AAAAAAAA4D8CAAAAjAAAAAEAAAAAAAAA7u3sAP///wgAAAAAAAAAAAAAAAAAAAAAAAAAAAAAAAAAAAAAZAAAAAEAAABAAAAAAAAAAAAAAAAAAAAAAAAAAAAAAAAAAAAAAAAAAAAAAAAAAAAAAAAAAAAAAAAAAAAAAAAAAAAAAAAAAAAAAAAAAAAAAAAAAAAAAAAAAAAAAAAAAAAAFAAAADwAAAAAAAAAAAAAAKY1BQA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7u3sAAAAAAEAAAAAAAAAAAAAAAAAAAAAAAAAAAAAAAAAAAAAAAAAAKY1BQB/f38AAAAAA8zMzADAwP8Af39/AAAAAAAAAAAAAAAAAAAAAAAAAAAAIQAAABgAAAAUAAAAAAAAAKYIAAAASwAAMCoAABAAAAAmAAAACAAAAP//////////"/>
              </a:ext>
            </a:extLst>
          </p:cNvSpPr>
          <p:nvPr/>
        </p:nvSpPr>
        <p:spPr>
          <a:xfrm>
            <a:off x="0" y="1405890"/>
            <a:ext cx="12192000" cy="5452110"/>
          </a:xfrm>
          <a:prstGeom prst="rect">
            <a:avLst/>
          </a:prstGeom>
          <a:solidFill>
            <a:srgbClr val="EEEDEC"/>
          </a:solidFill>
          <a:ln>
            <a:noFill/>
          </a:ln>
          <a:effectLst/>
        </p:spPr>
        <p:txBody>
          <a:bodyPr vert="horz" wrap="square" lIns="91440" tIns="45720" rIns="91440" bIns="45720" numCol="1" spcCol="215900" anchor="ctr"/>
          <a:lstStyle/>
          <a:p>
            <a:pPr algn="ctr">
              <a:defRPr lang="de-de" cap="none">
                <a:solidFill>
                  <a:srgbClr val="FFFFFF"/>
                </a:solidFill>
                <a:latin typeface="SRH" pitchFamily="0" charset="0"/>
                <a:ea typeface="SRH" pitchFamily="0" charset="0"/>
                <a:cs typeface="SRH" pitchFamily="0" charset="0"/>
              </a:defRPr>
            </a:pPr>
          </a:p>
        </p:txBody>
      </p:sp>
      <p:sp>
        <p:nvSpPr>
          <p:cNvPr id="3" name="Titel 1"/>
          <p:cNvSpPr>
            <a:spLocks noGrp="1" noChangeArrowheads="1"/>
            <a:extLst>
              <a:ext uri="smNativeData">
                <pr:smNativeData xmlns:pr="smNativeData" xmlns="smNativeData" val="SMDATA_15_c7c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J/f38AAAAAA8zMzADAwP8Af39/AAAAAAAAAAAAAAAAAAAAAAAAAAAAIQAAABgAAAAUAAAANwIAADUCAACMOgAAWAcAABAAAAAmAAAACAAAAAAAAAAAAAAA"/>
              </a:ext>
            </a:extLst>
          </p:cNvSpPr>
          <p:nvPr>
            <p:ph type="title"/>
          </p:nvPr>
        </p:nvSpPr>
        <p:spPr/>
        <p:txBody>
          <a:bodyPr/>
          <a:lstStyle/>
          <a:p>
            <a:pPr>
              <a:defRPr lang="de-de"/>
            </a:pPr>
            <a:r>
              <a:t>Mastertitelformat bearbeiten</a:t>
            </a:r>
          </a:p>
        </p:txBody>
      </p:sp>
      <p:sp>
        <p:nvSpPr>
          <p:cNvPr id="4" name="Tabellenplatzhalter 7"/>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wIAAK4RAACHMAAA/R8AABAAAAAmAAAACAAAAIGAAAAAAAAA"/>
              </a:ext>
            </a:extLst>
          </p:cNvSpPr>
          <p:nvPr>
            <p:ph type="tbl" sz="quarter" idx="17"/>
          </p:nvPr>
        </p:nvSpPr>
        <p:spPr>
          <a:xfrm>
            <a:off x="360045" y="2874010"/>
            <a:ext cx="7528560" cy="2326005"/>
          </a:xfrm>
        </p:spPr>
        <p:txBody>
          <a:bodyPr vert="horz" wrap="square" lIns="0" tIns="0" rIns="0" bIns="0" numCol="1" spcCol="215900" anchor="ctr">
            <a:prstTxWarp prst="textNoShape">
              <a:avLst/>
            </a:prstTxWarp>
          </a:bodyPr>
          <a:lstStyle/>
          <a:p>
            <a:pPr>
              <a:defRPr lang="de-de"/>
            </a:pPr>
          </a:p>
        </p:txBody>
      </p:sp>
      <p:sp>
        <p:nvSpPr>
          <p:cNvPr id="5" name="Datumsplatzhalter 3"/>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wIAABonAACkBwAAWSkAABAAAAAmAAAACAAAAAAAAAAAAAAA"/>
              </a:ext>
            </a:extLst>
          </p:cNvSpPr>
          <p:nvPr>
            <p:ph type="dt" sz="half" idx="10"/>
          </p:nvPr>
        </p:nvSpPr>
        <p:spPr/>
        <p:txBody>
          <a:bodyPr/>
          <a:lstStyle/>
          <a:p>
            <a:pPr>
              <a:defRPr lang="de-de"/>
            </a:pPr>
            <a:fld id="{2A4DE8F4-BAC7-181E-89F5-4C4BA6BB7F19}" type="datetime1">
              <a:rPr lang="en-ca" cap="none"/>
              <a:t>2025-09-13</a:t>
            </a:fld>
          </a:p>
        </p:txBody>
      </p:sp>
      <p:sp>
        <p:nvSpPr>
          <p:cNvPr id="6" name="Fußzeilenplatzhalter 4"/>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HggAABonAAAUMAAAWSkAABAAAAAmAAAACAAAAAAAAAAAAAAA"/>
              </a:ext>
            </a:extLst>
          </p:cNvSpPr>
          <p:nvPr>
            <p:ph type="ftr" sz="quarter" idx="11"/>
          </p:nvPr>
        </p:nvSpPr>
        <p:spPr/>
        <p:txBody>
          <a:bodyPr/>
          <a:lstStyle/>
          <a:p>
            <a:pPr>
              <a:defRPr lang="de-de"/>
            </a:pPr>
            <a:r>
              <a:t>SRH Hochschule Heidelberg</a:t>
            </a:r>
          </a:p>
        </p:txBody>
      </p:sp>
      <p:sp>
        <p:nvSpPr>
          <p:cNvPr id="7" name="Foliennummernplatzhalter 5"/>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kkQAACgnAADBSAAAZykAABAAAAAmAAAACAAAAAAAAAAAAAAA"/>
              </a:ext>
            </a:extLst>
          </p:cNvSpPr>
          <p:nvPr>
            <p:ph type="sldNum" sz="quarter" idx="12"/>
          </p:nvPr>
        </p:nvSpPr>
        <p:spPr/>
        <p:txBody>
          <a:bodyPr/>
          <a:lstStyle/>
          <a:p>
            <a:pPr>
              <a:defRPr lang="de-de"/>
            </a:pPr>
            <a:fld id="{2A4DE0C4-8AC7-1816-89F5-7C43AEBB7F29}" type="slidenum">
              <a:t>‹#›</a:t>
            </a:fld>
          </a:p>
        </p:txBody>
      </p:sp>
      <p:sp>
        <p:nvSpPr>
          <p:cNvPr id="8" name="Tabellenplatzhalter 6"/>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wIAAKEKAACHMAAAbw8AABAAAAAmAAAACAAAAIGAAAAAAAAA"/>
              </a:ext>
            </a:extLst>
          </p:cNvSpPr>
          <p:nvPr>
            <p:ph type="tbl" sz="quarter" idx="18"/>
          </p:nvPr>
        </p:nvSpPr>
        <p:spPr>
          <a:xfrm>
            <a:off x="360045" y="1727835"/>
            <a:ext cx="7528560" cy="781050"/>
          </a:xfrm>
        </p:spPr>
        <p:txBody>
          <a:bodyPr vert="horz" wrap="square" lIns="0" tIns="0" rIns="0" bIns="0" numCol="1" spcCol="215900" anchor="ctr">
            <a:prstTxWarp prst="textNoShape">
              <a:avLst/>
            </a:prstTxWarp>
          </a:bodyPr>
          <a:lstStyle/>
          <a:p>
            <a:pPr>
              <a:defRPr lang="de-de"/>
            </a:pPr>
          </a:p>
        </p:txBody>
      </p:sp>
      <p:sp>
        <p:nvSpPr>
          <p:cNvPr id="9" name="Textplatzhalter 17"/>
          <p:cNvSpPr>
            <a:spLocks noGrp="1" noChangeArrowheads="1"/>
            <a:extLst>
              <a:ext uri="smNativeData">
                <pr:smNativeData xmlns:pr="smNativeData" xmlns="smNativeData" val="SMDATA_15_c7cuahMAAAAlAAAAZAAAAA0AAAAAAAAAAAAAAAAAAAAAAAAAAAAAAAAC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wIAAJwhAACHMAAApSQAABAAAAAmAAAACAAAAIGAAAAAAAAA"/>
              </a:ext>
            </a:extLst>
          </p:cNvSpPr>
          <p:nvPr>
            <p:ph idx="16"/>
          </p:nvPr>
        </p:nvSpPr>
        <p:spPr>
          <a:xfrm>
            <a:off x="360045" y="5463540"/>
            <a:ext cx="7528560" cy="493395"/>
          </a:xfrm>
        </p:spPr>
        <p:txBody>
          <a:bodyPr vert="horz" wrap="square" lIns="0" tIns="0" rIns="0" bIns="0" numCol="1" spcCol="215900" anchor="b">
            <a:prstTxWarp prst="textNoShape">
              <a:avLst/>
            </a:prstTxWarp>
          </a:bodyPr>
          <a:lstStyle>
            <a:lvl1pPr algn="l">
              <a:spcBef>
                <a:spcPts val="0"/>
              </a:spcBef>
              <a:defRPr lang="de-de" sz="1200" b="0" cap="none">
                <a:solidFill>
                  <a:schemeClr val="tx1"/>
                </a:solidFill>
              </a:defRPr>
            </a:lvl1pPr>
            <a:lvl2pPr>
              <a:defRPr lang="de-de" sz="1400" cap="none"/>
            </a:lvl2pPr>
            <a:lvl3pPr marL="0" indent="0">
              <a:buNone/>
              <a:defRPr lang="de-de" sz="1400" b="0" cap="none">
                <a:solidFill>
                  <a:srgbClr val="2C2E2E"/>
                </a:solidFill>
              </a:defRPr>
            </a:lvl3pPr>
            <a:lvl4pPr>
              <a:spcBef>
                <a:spcPts val="0"/>
              </a:spcBef>
              <a:defRPr lang="de-de" sz="1400" b="0" cap="none">
                <a:solidFill>
                  <a:srgbClr val="2C2E2E"/>
                </a:solidFill>
              </a:defRPr>
            </a:lvl4pPr>
            <a:lvl5pPr>
              <a:spcBef>
                <a:spcPts val="0"/>
              </a:spcBef>
              <a:defRPr lang="de-de" sz="1400" b="0" cap="none">
                <a:solidFill>
                  <a:srgbClr val="2C2E2E"/>
                </a:solidFill>
              </a:defRPr>
            </a:lvl5pPr>
            <a:lvl6pPr>
              <a:lnSpc>
                <a:spcPct val="110000"/>
              </a:lnSpc>
              <a:spcBef>
                <a:spcPts val="0"/>
              </a:spcBef>
              <a:defRPr lang="de-de" sz="1400" b="0" cap="none">
                <a:solidFill>
                  <a:srgbClr val="2C2E2E"/>
                </a:solidFill>
              </a:defRPr>
            </a:lvl6pPr>
            <a:lvl7pPr>
              <a:lnSpc>
                <a:spcPct val="110000"/>
              </a:lnSpc>
              <a:spcBef>
                <a:spcPts val="0"/>
              </a:spcBef>
              <a:defRPr lang="de-de" sz="1400" b="0" cap="none">
                <a:solidFill>
                  <a:srgbClr val="2C2E2E"/>
                </a:solidFill>
                <a:latin typeface="SRH" pitchFamily="0" charset="0"/>
                <a:ea typeface="SRH Headline" pitchFamily="0" charset="0"/>
                <a:cs typeface="SRH Headline" pitchFamily="0" charset="0"/>
              </a:defRPr>
            </a:lvl7pPr>
            <a:lvl8pPr>
              <a:lnSpc>
                <a:spcPct val="110000"/>
              </a:lnSpc>
              <a:spcBef>
                <a:spcPts val="0"/>
              </a:spcBef>
              <a:defRPr lang="de-de" sz="1400" b="0" cap="none">
                <a:solidFill>
                  <a:srgbClr val="2C2E2E"/>
                </a:solidFill>
                <a:latin typeface="SRH" pitchFamily="0" charset="0"/>
                <a:ea typeface="SRH Text" pitchFamily="0" charset="0"/>
                <a:cs typeface="SRH Text" pitchFamily="0" charset="0"/>
              </a:defRPr>
            </a:lvl8pPr>
            <a:lvl9pPr>
              <a:spcBef>
                <a:spcPts val="0"/>
              </a:spcBef>
              <a:defRPr lang="de-de" sz="1400" b="0" cap="none">
                <a:solidFill>
                  <a:srgbClr val="2C2E2E"/>
                </a:solidFill>
              </a:defRPr>
            </a:lvl9pPr>
          </a:lstStyle>
          <a:p>
            <a:pPr>
              <a:defRPr lang="de-de"/>
            </a:pPr>
            <a:r>
              <a:t>Mastertextformat bearbeiten</a:t>
            </a:r>
          </a:p>
        </p:txBody>
      </p:sp>
      <p:sp>
        <p:nvSpPr>
          <p:cNvPr id="10" name="Textplatzhalter 9"/>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vjIAAKEKAADLSAAApyQAABAAAAAmAAAACAAAAAEAAAAAAAAA"/>
              </a:ext>
            </a:extLst>
          </p:cNvSpPr>
          <p:nvPr>
            <p:ph idx="19"/>
          </p:nvPr>
        </p:nvSpPr>
        <p:spPr>
          <a:xfrm>
            <a:off x="8248650" y="1727835"/>
            <a:ext cx="3584575" cy="4230370"/>
          </a:xfrm>
        </p:spPr>
        <p:txBody>
          <a:bodyPr/>
          <a:lstStyle/>
          <a:p>
            <a:pPr>
              <a:defRPr lang="de-de"/>
            </a:pPr>
            <a:r>
              <a:t>Mastertextformat bearbeiten</a:t>
            </a:r>
          </a:p>
          <a:p>
            <a:pPr lvl="1">
              <a:defRPr lang="de-de"/>
            </a:pPr>
            <a:r>
              <a:t>Zweite Ebene</a:t>
            </a:r>
          </a:p>
          <a:p>
            <a:pPr lvl="2">
              <a:defRPr lang="de-de"/>
            </a:pPr>
            <a:r>
              <a:t>Dritte Ebene</a:t>
            </a:r>
          </a:p>
          <a:p>
            <a:pPr lvl="3">
              <a:defRPr lang="de-de"/>
            </a:pPr>
            <a:r>
              <a:t>Vierte Ebene</a:t>
            </a:r>
          </a:p>
          <a:p>
            <a:pPr lvl="4">
              <a:defRPr lang="de-de"/>
            </a:pPr>
            <a:r>
              <a:t>Fünfte Ebene</a:t>
            </a:r>
          </a:p>
        </p:txBody>
      </p:sp>
    </p:spTree>
  </p:cSld>
  <p:clrMapOvr>
    <a:masterClrMapping/>
  </p:clrMapOvr>
  <p:hf hdr="0" ftr="0"/>
</p:sldLayout>
</file>

<file path=ppt/slideLayouts/slideLayout19.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type="blank" preserve="1">
  <p:cSld name="Tabelle und Text auf weiss">
    <p:spTree>
      <p:nvGrpSpPr>
        <p:cNvPr id="1" name=""/>
        <p:cNvGrpSpPr/>
        <p:nvPr/>
      </p:nvGrpSpPr>
      <p:grpSpPr>
        <a:xfrm>
          <a:off x="0" y="0"/>
          <a:ext cx="0" cy="0"/>
          <a:chOff x="0" y="0"/>
          <a:chExt cx="0" cy="0"/>
        </a:xfrm>
      </p:grpSpPr>
      <p:sp>
        <p:nvSpPr>
          <p:cNvPr id="2" name="Titel 1"/>
          <p:cNvSpPr>
            <a:spLocks noGrp="1" noChangeArrowheads="1"/>
            <a:extLst>
              <a:ext uri="smNativeData">
                <pr:smNativeData xmlns:pr="smNativeData" xmlns="smNativeData" val="SMDATA_15_c7c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J/f38AAAAAA8zMzADAwP8Af39/AAAAAAAAAAAAAAAAAAAAAAAAAAAAIQAAABgAAAAUAAAANwIAADUCAACMOgAAWAcAABAAAAAmAAAACAAAAAAAAAAAAAAA"/>
              </a:ext>
            </a:extLst>
          </p:cNvSpPr>
          <p:nvPr>
            <p:ph type="title"/>
          </p:nvPr>
        </p:nvSpPr>
        <p:spPr/>
        <p:txBody>
          <a:bodyPr/>
          <a:lstStyle/>
          <a:p>
            <a:pPr>
              <a:defRPr lang="de-de"/>
            </a:pPr>
            <a:r>
              <a:t>Mastertitelformat bearbeiten</a:t>
            </a:r>
          </a:p>
        </p:txBody>
      </p:sp>
      <p:sp>
        <p:nvSpPr>
          <p:cNvPr id="3" name="Tabellenplatzhalter 7"/>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wIAAK4RAACHMAAA/R8AABAAAAAmAAAACAAAAIGAAAAAAAAA"/>
              </a:ext>
            </a:extLst>
          </p:cNvSpPr>
          <p:nvPr>
            <p:ph type="tbl" sz="quarter" idx="17"/>
          </p:nvPr>
        </p:nvSpPr>
        <p:spPr>
          <a:xfrm>
            <a:off x="360045" y="2874010"/>
            <a:ext cx="7528560" cy="2326005"/>
          </a:xfrm>
        </p:spPr>
        <p:txBody>
          <a:bodyPr vert="horz" wrap="square" lIns="0" tIns="0" rIns="0" bIns="0" numCol="1" spcCol="215900" anchor="ctr">
            <a:prstTxWarp prst="textNoShape">
              <a:avLst/>
            </a:prstTxWarp>
          </a:bodyPr>
          <a:lstStyle>
            <a:lvl1pPr>
              <a:defRPr lang="de-de" cap="none">
                <a:latin typeface="SRH Text" pitchFamily="0" charset="0"/>
                <a:ea typeface="SRH Text" pitchFamily="0" charset="0"/>
                <a:cs typeface="SRH Text" pitchFamily="0" charset="0"/>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p>
        </p:txBody>
      </p:sp>
      <p:sp>
        <p:nvSpPr>
          <p:cNvPr id="4" name="Datumsplatzhalter 3"/>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wIAABonAACkBwAAWSkAABAAAAAmAAAACAAAAAAAAAAAAAAA"/>
              </a:ext>
            </a:extLst>
          </p:cNvSpPr>
          <p:nvPr>
            <p:ph type="dt" sz="half" idx="10"/>
          </p:nvPr>
        </p:nvSpPr>
        <p:spPr/>
        <p:txBody>
          <a:bodyPr/>
          <a:lstStyle/>
          <a:p>
            <a:pPr>
              <a:defRPr lang="de-de"/>
            </a:pPr>
            <a:fld id="{2A4DF270-3EC7-1804-89F5-C851BCBB7F9D}" type="datetime1">
              <a:rPr lang="en-ca" cap="none"/>
              <a:t>2025-09-13</a:t>
            </a:fld>
          </a:p>
        </p:txBody>
      </p:sp>
      <p:sp>
        <p:nvSpPr>
          <p:cNvPr id="5" name="Fußzeilenplatzhalter 4"/>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HggAABonAAAUMAAAWSkAABAAAAAmAAAACAAAAAAAAAAAAAAA"/>
              </a:ext>
            </a:extLst>
          </p:cNvSpPr>
          <p:nvPr>
            <p:ph type="ftr" sz="quarter" idx="11"/>
          </p:nvPr>
        </p:nvSpPr>
        <p:spPr/>
        <p:txBody>
          <a:bodyPr/>
          <a:lstStyle/>
          <a:p>
            <a:pPr>
              <a:defRPr lang="de-de"/>
            </a:pPr>
            <a:r>
              <a:t>SRH Hochschule Heidelberg</a:t>
            </a:r>
          </a:p>
        </p:txBody>
      </p:sp>
      <p:sp>
        <p:nvSpPr>
          <p:cNvPr id="6" name="Foliennummernplatzhalter 5"/>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kkQAACgnAADBSAAAZykAABAAAAAmAAAACAAAAAAAAAAAAAAA"/>
              </a:ext>
            </a:extLst>
          </p:cNvSpPr>
          <p:nvPr>
            <p:ph type="sldNum" sz="quarter" idx="12"/>
          </p:nvPr>
        </p:nvSpPr>
        <p:spPr/>
        <p:txBody>
          <a:bodyPr/>
          <a:lstStyle/>
          <a:p>
            <a:pPr>
              <a:defRPr lang="de-de"/>
            </a:pPr>
            <a:fld id="{2A4D8CA6-E8C7-187A-89F5-1E2FC2BB7F4B}" type="slidenum">
              <a:t>‹#›</a:t>
            </a:fld>
          </a:p>
        </p:txBody>
      </p:sp>
      <p:sp>
        <p:nvSpPr>
          <p:cNvPr id="7" name="Tabellenplatzhalter 6"/>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wIAAKEKAACHMAAAbw8AABAAAAAmAAAACAAAAIGAAAAAAAAA"/>
              </a:ext>
            </a:extLst>
          </p:cNvSpPr>
          <p:nvPr>
            <p:ph type="tbl" sz="quarter" idx="18"/>
          </p:nvPr>
        </p:nvSpPr>
        <p:spPr>
          <a:xfrm>
            <a:off x="360045" y="1727835"/>
            <a:ext cx="7528560" cy="781050"/>
          </a:xfrm>
        </p:spPr>
        <p:txBody>
          <a:bodyPr vert="horz" wrap="square" lIns="0" tIns="0" rIns="0" bIns="0" numCol="1" spcCol="215900" anchor="ctr">
            <a:prstTxWarp prst="textNoShape">
              <a:avLst/>
            </a:prstTxWarp>
          </a:bodyPr>
          <a:lstStyle>
            <a:lvl1pPr>
              <a:defRPr lang="de-de" cap="none">
                <a:latin typeface="SRH Text" pitchFamily="0" charset="0"/>
                <a:ea typeface="SRH Text" pitchFamily="0" charset="0"/>
                <a:cs typeface="SRH Text" pitchFamily="0" charset="0"/>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p>
        </p:txBody>
      </p:sp>
      <p:sp>
        <p:nvSpPr>
          <p:cNvPr id="8" name="Textplatzhalter 17"/>
          <p:cNvSpPr>
            <a:spLocks noGrp="1" noChangeArrowheads="1"/>
            <a:extLst>
              <a:ext uri="smNativeData">
                <pr:smNativeData xmlns:pr="smNativeData" xmlns="smNativeData" val="SMDATA_15_c7cuahMAAAAlAAAAZAAAAA0AAAAAAAAAAAAAAAAAAAAAAAAAAAAAAAAC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wIAAJwhAACHMAAApSQAABAAAAAmAAAACAAAAIGAAAAAAAAA"/>
              </a:ext>
            </a:extLst>
          </p:cNvSpPr>
          <p:nvPr>
            <p:ph idx="16"/>
          </p:nvPr>
        </p:nvSpPr>
        <p:spPr>
          <a:xfrm>
            <a:off x="360045" y="5463540"/>
            <a:ext cx="7528560" cy="493395"/>
          </a:xfrm>
        </p:spPr>
        <p:txBody>
          <a:bodyPr vert="horz" wrap="square" lIns="0" tIns="0" rIns="0" bIns="0" numCol="1" spcCol="215900" anchor="b">
            <a:prstTxWarp prst="textNoShape">
              <a:avLst/>
            </a:prstTxWarp>
          </a:bodyPr>
          <a:lstStyle>
            <a:lvl1pPr algn="l">
              <a:spcBef>
                <a:spcPts val="0"/>
              </a:spcBef>
              <a:defRPr lang="de-de" sz="1200" b="0" cap="none">
                <a:solidFill>
                  <a:schemeClr val="tx1"/>
                </a:solidFill>
              </a:defRPr>
            </a:lvl1pPr>
            <a:lvl2pPr>
              <a:defRPr lang="de-de" sz="1400" cap="none"/>
            </a:lvl2pPr>
            <a:lvl3pPr marL="0" indent="0">
              <a:buNone/>
              <a:defRPr lang="de-de" sz="1400" b="0" cap="none">
                <a:solidFill>
                  <a:srgbClr val="2C2E2E"/>
                </a:solidFill>
              </a:defRPr>
            </a:lvl3pPr>
            <a:lvl4pPr>
              <a:spcBef>
                <a:spcPts val="0"/>
              </a:spcBef>
              <a:defRPr lang="de-de" sz="1400" b="0" cap="none">
                <a:solidFill>
                  <a:srgbClr val="2C2E2E"/>
                </a:solidFill>
              </a:defRPr>
            </a:lvl4pPr>
            <a:lvl5pPr>
              <a:spcBef>
                <a:spcPts val="0"/>
              </a:spcBef>
              <a:defRPr lang="de-de" sz="1400" b="0" cap="none">
                <a:solidFill>
                  <a:srgbClr val="2C2E2E"/>
                </a:solidFill>
              </a:defRPr>
            </a:lvl5pPr>
            <a:lvl6pPr>
              <a:lnSpc>
                <a:spcPct val="110000"/>
              </a:lnSpc>
              <a:spcBef>
                <a:spcPts val="0"/>
              </a:spcBef>
              <a:defRPr lang="de-de" sz="1400" b="0" cap="none">
                <a:solidFill>
                  <a:srgbClr val="2C2E2E"/>
                </a:solidFill>
              </a:defRPr>
            </a:lvl6pPr>
            <a:lvl7pPr>
              <a:lnSpc>
                <a:spcPct val="110000"/>
              </a:lnSpc>
              <a:spcBef>
                <a:spcPts val="0"/>
              </a:spcBef>
              <a:defRPr lang="de-de" sz="1400" b="0" cap="none">
                <a:solidFill>
                  <a:srgbClr val="2C2E2E"/>
                </a:solidFill>
                <a:latin typeface="SRH" pitchFamily="0" charset="0"/>
                <a:ea typeface="SRH Headline" pitchFamily="0" charset="0"/>
                <a:cs typeface="SRH Headline" pitchFamily="0" charset="0"/>
              </a:defRPr>
            </a:lvl7pPr>
            <a:lvl8pPr>
              <a:lnSpc>
                <a:spcPct val="110000"/>
              </a:lnSpc>
              <a:spcBef>
                <a:spcPts val="0"/>
              </a:spcBef>
              <a:defRPr lang="de-de" sz="1400" b="0" cap="none">
                <a:solidFill>
                  <a:srgbClr val="2C2E2E"/>
                </a:solidFill>
                <a:latin typeface="SRH" pitchFamily="0" charset="0"/>
                <a:ea typeface="SRH Text" pitchFamily="0" charset="0"/>
                <a:cs typeface="SRH Text" pitchFamily="0" charset="0"/>
              </a:defRPr>
            </a:lvl8pPr>
            <a:lvl9pPr>
              <a:spcBef>
                <a:spcPts val="0"/>
              </a:spcBef>
              <a:defRPr lang="de-de" sz="1400" b="0" cap="none">
                <a:solidFill>
                  <a:srgbClr val="2C2E2E"/>
                </a:solidFill>
              </a:defRPr>
            </a:lvl9pPr>
          </a:lstStyle>
          <a:p>
            <a:pPr>
              <a:defRPr lang="de-de"/>
            </a:pPr>
            <a:r>
              <a:t>Mastertextformat bearbeiten</a:t>
            </a:r>
          </a:p>
        </p:txBody>
      </p:sp>
      <p:sp>
        <p:nvSpPr>
          <p:cNvPr id="9" name="Textplatzhalter 9"/>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vjIAAKEKAADLSAAApyQAABAAAAAmAAAACAAAAAEAAAAAAAAA"/>
              </a:ext>
            </a:extLst>
          </p:cNvSpPr>
          <p:nvPr>
            <p:ph idx="19"/>
          </p:nvPr>
        </p:nvSpPr>
        <p:spPr>
          <a:xfrm>
            <a:off x="8248650" y="1727835"/>
            <a:ext cx="3584575" cy="4230370"/>
          </a:xfrm>
        </p:spPr>
        <p:txBody>
          <a:bodyPr/>
          <a:lstStyle/>
          <a:p>
            <a:pPr>
              <a:defRPr lang="de-de"/>
            </a:pPr>
            <a:r>
              <a:t>Mastertextformat bearbeiten</a:t>
            </a:r>
          </a:p>
          <a:p>
            <a:pPr lvl="1">
              <a:defRPr lang="de-de"/>
            </a:pPr>
            <a:r>
              <a:t>Zweite Ebene</a:t>
            </a:r>
          </a:p>
          <a:p>
            <a:pPr lvl="2">
              <a:defRPr lang="de-de"/>
            </a:pPr>
            <a:r>
              <a:t>Dritte Ebene</a:t>
            </a:r>
          </a:p>
          <a:p>
            <a:pPr lvl="3">
              <a:defRPr lang="de-de"/>
            </a:pPr>
            <a:r>
              <a:t>Vierte Ebene</a:t>
            </a:r>
          </a:p>
          <a:p>
            <a:pPr lvl="4">
              <a:defRPr lang="de-de"/>
            </a:pPr>
            <a:r>
              <a:t>Fünfte Ebene</a:t>
            </a:r>
          </a:p>
        </p:txBody>
      </p:sp>
    </p:spTree>
  </p:cSld>
  <p:clrMapOvr>
    <a:masterClrMapping/>
  </p:clrMapOvr>
  <p:hf hdr="0" ftr="0"/>
</p:sldLayout>
</file>

<file path=ppt/slideLayouts/slideLayout20.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type="titleOnly" preserve="1">
  <p:cSld name="Nur Titel">
    <p:spTree>
      <p:nvGrpSpPr>
        <p:cNvPr id="1" name=""/>
        <p:cNvGrpSpPr/>
        <p:nvPr/>
      </p:nvGrpSpPr>
      <p:grpSpPr>
        <a:xfrm>
          <a:off x="0" y="0"/>
          <a:ext cx="0" cy="0"/>
          <a:chOff x="0" y="0"/>
          <a:chExt cx="0" cy="0"/>
        </a:xfrm>
      </p:grpSpPr>
      <p:sp>
        <p:nvSpPr>
          <p:cNvPr id="2" name="Titel 1"/>
          <p:cNvSpPr>
            <a:spLocks noGrp="1" noChangeArrowheads="1"/>
            <a:extLst>
              <a:ext uri="smNativeData">
                <pr:smNativeData xmlns:pr="smNativeData" xmlns="smNativeData" val="SMDATA_15_c7c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J/f38AAAAAA8zMzADAwP8Af39/AAAAAAAAAAAAAAAAAAAAAAAAAAAAIQAAABgAAAAUAAAANwIAADUCAACMOgAAWAcAABAAAAAmAAAACAAAAAAAAAAAAAAA"/>
              </a:ext>
            </a:extLst>
          </p:cNvSpPr>
          <p:nvPr>
            <p:ph type="title"/>
          </p:nvPr>
        </p:nvSpPr>
        <p:spPr/>
        <p:txBody>
          <a:bodyPr/>
          <a:lstStyle/>
          <a:p>
            <a:pPr>
              <a:defRPr lang="de-de"/>
            </a:pPr>
            <a:r>
              <a:t>Mastertitelformat bearbeiten</a:t>
            </a:r>
          </a:p>
        </p:txBody>
      </p:sp>
      <p:sp>
        <p:nvSpPr>
          <p:cNvPr id="3" name="Datumsplatzhalter 2"/>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wIAABonAACkBwAAWSkAABAAAAAmAAAACAAAAAAAAAAAAAAA"/>
              </a:ext>
            </a:extLst>
          </p:cNvSpPr>
          <p:nvPr>
            <p:ph type="dt" sz="half" idx="10"/>
          </p:nvPr>
        </p:nvSpPr>
        <p:spPr/>
        <p:txBody>
          <a:bodyPr/>
          <a:lstStyle/>
          <a:p>
            <a:pPr>
              <a:defRPr lang="de-de"/>
            </a:pPr>
            <a:fld id="{2A4DBF46-08C7-1849-89F5-FE1CF1BB7FAB}" type="datetime1">
              <a:rPr lang="en-ca" cap="none"/>
              <a:t>2025-09-13</a:t>
            </a:fld>
          </a:p>
        </p:txBody>
      </p:sp>
      <p:sp>
        <p:nvSpPr>
          <p:cNvPr id="4" name="Fußzeilenplatzhalter 3"/>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HggAABonAAAUMAAAWSkAABAAAAAmAAAACAAAAAAAAAAAAAAA"/>
              </a:ext>
            </a:extLst>
          </p:cNvSpPr>
          <p:nvPr>
            <p:ph type="ftr" sz="quarter" idx="11"/>
          </p:nvPr>
        </p:nvSpPr>
        <p:spPr/>
        <p:txBody>
          <a:bodyPr/>
          <a:lstStyle/>
          <a:p>
            <a:pPr>
              <a:defRPr lang="de-de"/>
            </a:pPr>
            <a:r>
              <a:t>SRH Hochschule Heidelberg</a:t>
            </a:r>
          </a:p>
        </p:txBody>
      </p:sp>
      <p:sp>
        <p:nvSpPr>
          <p:cNvPr id="5" name="Foliennummernplatzhalter 4"/>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kkQAACgnAADBSAAAZykAABAAAAAmAAAACAAAAAAAAAAAAAAA"/>
              </a:ext>
            </a:extLst>
          </p:cNvSpPr>
          <p:nvPr>
            <p:ph type="sldNum" sz="quarter" idx="12"/>
          </p:nvPr>
        </p:nvSpPr>
        <p:spPr/>
        <p:txBody>
          <a:bodyPr/>
          <a:lstStyle/>
          <a:p>
            <a:pPr>
              <a:defRPr lang="de-de"/>
            </a:pPr>
            <a:fld id="{2A4DCBB0-FEC7-183D-89F5-086885BB7F5D}" type="slidenum">
              <a:t>‹#›</a:t>
            </a:fld>
          </a:p>
        </p:txBody>
      </p:sp>
    </p:spTree>
  </p:cSld>
  <p:clrMapOvr>
    <a:masterClrMapping/>
  </p:clrMapOvr>
  <p:hf hdr="0" ftr="0"/>
</p:sldLayout>
</file>

<file path=ppt/slideLayouts/slideLayout21.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type="blank" preserve="1">
  <p:cSld name="Leer">
    <p:spTree>
      <p:nvGrpSpPr>
        <p:cNvPr id="1" name=""/>
        <p:cNvGrpSpPr/>
        <p:nvPr/>
      </p:nvGrpSpPr>
      <p:grpSpPr>
        <a:xfrm>
          <a:off x="0" y="0"/>
          <a:ext cx="0" cy="0"/>
          <a:chOff x="0" y="0"/>
          <a:chExt cx="0" cy="0"/>
        </a:xfrm>
      </p:grpSpPr>
      <p:sp>
        <p:nvSpPr>
          <p:cNvPr id="2" name="Datumsplatzhalter 1"/>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wIAABonAACkBwAAWSkAABAAAAAmAAAACAAAAAAAAAAAAAAA"/>
              </a:ext>
            </a:extLst>
          </p:cNvSpPr>
          <p:nvPr>
            <p:ph type="dt" sz="half" idx="10"/>
          </p:nvPr>
        </p:nvSpPr>
        <p:spPr/>
        <p:txBody>
          <a:bodyPr/>
          <a:lstStyle/>
          <a:p>
            <a:pPr>
              <a:defRPr lang="de-de"/>
            </a:pPr>
            <a:fld id="{2A4DAA47-09C7-185C-89F5-FF09E4BB7FAA}" type="datetime1">
              <a:rPr lang="en-ca" cap="none"/>
              <a:t>2025-09-13</a:t>
            </a:fld>
          </a:p>
        </p:txBody>
      </p:sp>
      <p:sp>
        <p:nvSpPr>
          <p:cNvPr id="3" name="Fußzeilenplatzhalter 2"/>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HggAABonAAAUMAAAWSkAABAAAAAmAAAACAAAAAAAAAAAAAAA"/>
              </a:ext>
            </a:extLst>
          </p:cNvSpPr>
          <p:nvPr>
            <p:ph type="ftr" sz="quarter" idx="11"/>
          </p:nvPr>
        </p:nvSpPr>
        <p:spPr/>
        <p:txBody>
          <a:bodyPr/>
          <a:lstStyle/>
          <a:p>
            <a:pPr>
              <a:defRPr lang="de-de"/>
            </a:pPr>
            <a:r>
              <a:t>SRH Hochschule Heidelberg</a:t>
            </a:r>
          </a:p>
        </p:txBody>
      </p:sp>
      <p:sp>
        <p:nvSpPr>
          <p:cNvPr id="4" name="Foliennummernplatzhalter 3"/>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kkQAACgnAADBSAAAZykAABAAAAAmAAAACAAAAAAAAAAAAAAA"/>
              </a:ext>
            </a:extLst>
          </p:cNvSpPr>
          <p:nvPr>
            <p:ph type="sldNum" sz="quarter" idx="12"/>
          </p:nvPr>
        </p:nvSpPr>
        <p:spPr/>
        <p:txBody>
          <a:bodyPr/>
          <a:lstStyle/>
          <a:p>
            <a:pPr>
              <a:defRPr lang="de-de"/>
            </a:pPr>
            <a:fld id="{2A4DE108-46C7-1817-89F5-B042AFBB7FE5}" type="slidenum">
              <a:t>‹#›</a:t>
            </a:fld>
          </a:p>
        </p:txBody>
      </p:sp>
    </p:spTree>
  </p:cSld>
  <p:clrMapOvr>
    <a:masterClrMapping/>
  </p:clrMapOvr>
  <p:hf hdr="0" ftr="0"/>
</p:sldLayout>
</file>

<file path=ppt/slideLayouts/slideLayout22.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type="blank" preserve="1">
  <p:cSld name="Kontakt weiß">
    <p:spTree>
      <p:nvGrpSpPr>
        <p:cNvPr id="1" name=""/>
        <p:cNvGrpSpPr/>
        <p:nvPr/>
      </p:nvGrpSpPr>
      <p:grpSpPr>
        <a:xfrm>
          <a:off x="0" y="0"/>
          <a:ext cx="0" cy="0"/>
          <a:chOff x="0" y="0"/>
          <a:chExt cx="0" cy="0"/>
        </a:xfrm>
      </p:grpSpPr>
      <p:sp>
        <p:nvSpPr>
          <p:cNvPr id="2" name="Freihandform: Form 10"/>
          <p:cNvSpPr>
            <a:extLst>
              <a:ext uri="smNativeData">
                <pr:smNativeData xmlns:pr="smNativeData" xmlns="smNativeData" val="SMDATA_15_c7cuahMAAAAlAAAACwAAAA0AAAAAdjIAAD0RAAAASwAAMCoAAAAAAAABAAAAAAAAAAEAAABQAAAAAAAAAAAA4D8AAAAAAADgPwAAAAAAAOA/AAAAAAAA4D8AAAAAAADgPwAAAAAAAOA/AAAAAAAA4D8AAAAAAADgPwAAAAAAAOA/AAAAAAAA4D8CAAAAjAAAAAEAAAAAAAAA7u3s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7u3sAAAAAAEAAAAAAAAAAAAAAAAAAAAAAAAAAAAAAAAAAAAAAAAAAAAAAAJ/f38AAAAAA8zMzADAwP8Af39/AAAAAAAAAAAAAAAAAAAAAAAAAAAAIQAAABgAAAAUAAAAdjIAAD0RAAAASwAAMCoAABAAAAAmAAAACAAAAP//////////"/>
              </a:ext>
            </a:extLst>
          </p:cNvSpPr>
          <p:nvPr/>
        </p:nvSpPr>
        <p:spPr>
          <a:xfrm>
            <a:off x="8202930" y="2802255"/>
            <a:ext cx="3989070" cy="4055745"/>
          </a:xfrm>
          <a:custGeom>
            <a:avLst/>
            <a:gdLst/>
            <a:ahLst/>
            <a:cxnLst/>
            <a:rect l="0" t="0" r="3989070" b="4055745"/>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a:noFill/>
          </a:ln>
          <a:effectLst/>
        </p:spPr>
        <p:txBody>
          <a:bodyPr vert="horz" wrap="square" lIns="8202930" tIns="2802255" rIns="12192000" bIns="6858000" numCol="1" spcCol="215900" anchor="ctr"/>
          <a:lstStyle/>
          <a:p>
            <a:pPr>
              <a:defRPr lang="de-de"/>
            </a:pPr>
          </a:p>
        </p:txBody>
      </p:sp>
      <p:sp>
        <p:nvSpPr>
          <p:cNvPr id="3" name="Textfeld 11"/>
          <p:cNvSpPr>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B/f38AAAAAA8zMzADAwP8Af39/AAAAAAAAAAAAAAAAAAAAAAAAAAAAIQAAABgAAAAUAAAANwIAAKMLAAAUMAAAcRgAABAAAAAmAAAACAAAAP//////////"/>
              </a:ext>
            </a:extLst>
          </p:cNvSpPr>
          <p:nvPr/>
        </p:nvSpPr>
        <p:spPr>
          <a:xfrm>
            <a:off x="360045" y="1891665"/>
            <a:ext cx="7455535" cy="2081530"/>
          </a:xfrm>
          <a:prstGeom prst="rect">
            <a:avLst/>
          </a:prstGeom>
          <a:noFill/>
          <a:ln>
            <a:noFill/>
          </a:ln>
          <a:effectLst/>
        </p:spPr>
        <p:txBody>
          <a:bodyPr vert="horz" wrap="square" lIns="0" tIns="0" rIns="0" bIns="0" numCol="1" spcCol="215900" anchor="t"/>
          <a:lstStyle/>
          <a:p>
            <a:pPr>
              <a:defRPr lang="de-de"/>
            </a:pPr>
            <a:r>
              <a:rPr lang="de-de" sz="4800" b="1" cap="none">
                <a:latin typeface="SRH Headline" pitchFamily="0" charset="0"/>
                <a:ea typeface="SRH Headline" pitchFamily="0" charset="0"/>
                <a:cs typeface="SRH Headline" pitchFamily="0" charset="0"/>
              </a:rPr>
              <a:t>Vielen Dank für Ihre </a:t>
            </a:r>
            <a:br/>
            <a:r>
              <a:rPr lang="de-de" sz="4800" b="1" cap="none">
                <a:latin typeface="SRH Headline" pitchFamily="0" charset="0"/>
                <a:ea typeface="SRH Headline" pitchFamily="0" charset="0"/>
                <a:cs typeface="SRH Headline" pitchFamily="0" charset="0"/>
              </a:rPr>
              <a:t>Aufmerksamkeit!</a:t>
            </a:r>
            <a:endParaRPr lang="de-de" sz="4800" b="1" cap="none">
              <a:latin typeface="SRH Headline" pitchFamily="0" charset="0"/>
              <a:ea typeface="SRH Headline" pitchFamily="0" charset="0"/>
              <a:cs typeface="SRH Headline" pitchFamily="0" charset="0"/>
            </a:endParaRPr>
          </a:p>
        </p:txBody>
      </p:sp>
      <p:sp>
        <p:nvSpPr>
          <p:cNvPr id="4" name="Textplatzhalter 8"/>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wIAAAceAAC0HgAA2iUAABAAAAAmAAAACAAAAAGAAAAAAAAA"/>
              </a:ext>
            </a:extLst>
          </p:cNvSpPr>
          <p:nvPr>
            <p:ph idx="13"/>
          </p:nvPr>
        </p:nvSpPr>
        <p:spPr>
          <a:xfrm>
            <a:off x="360045" y="4881245"/>
            <a:ext cx="4631055" cy="1271905"/>
          </a:xfrm>
        </p:spPr>
        <p:txBody>
          <a:bodyPr/>
          <a:lstStyle>
            <a:lvl1pPr>
              <a:lnSpc>
                <a:spcPct val="110000"/>
              </a:lnSpc>
              <a:spcBef>
                <a:spcPts val="0"/>
              </a:spcBef>
              <a:defRPr lang="de-de" sz="1200" b="1" cap="none">
                <a:solidFill>
                  <a:schemeClr val="tx1"/>
                </a:solidFill>
              </a:defRPr>
            </a:lvl1pPr>
            <a:lvl2pPr marL="0" indent="0">
              <a:lnSpc>
                <a:spcPct val="100000"/>
              </a:lnSpc>
              <a:spcBef>
                <a:spcPts val="0"/>
              </a:spcBef>
              <a:buNone/>
              <a:defRPr lang="de-de" sz="1200" b="1" cap="none"/>
            </a:lvl2pPr>
            <a:lvl3pPr marL="0" indent="0">
              <a:lnSpc>
                <a:spcPct val="100000"/>
              </a:lnSpc>
              <a:buNone/>
              <a:defRPr lang="de-de" sz="1200" b="1" cap="none">
                <a:solidFill>
                  <a:srgbClr val="2C2E2E"/>
                </a:solidFill>
              </a:defRPr>
            </a:lvl3pPr>
            <a:lvl4pPr marL="0" indent="0">
              <a:lnSpc>
                <a:spcPct val="100000"/>
              </a:lnSpc>
              <a:spcBef>
                <a:spcPts val="0"/>
              </a:spcBef>
              <a:buNone/>
              <a:defRPr lang="de-de" sz="1200" cap="none">
                <a:solidFill>
                  <a:srgbClr val="2C2E2E"/>
                </a:solidFill>
              </a:defRPr>
            </a:lvl4pPr>
            <a:lvl5pPr marL="0" indent="0">
              <a:lnSpc>
                <a:spcPct val="100000"/>
              </a:lnSpc>
              <a:spcBef>
                <a:spcPts val="0"/>
              </a:spcBef>
              <a:buNone/>
              <a:defRPr lang="de-de" sz="1200" cap="none">
                <a:solidFill>
                  <a:srgbClr val="2C2E2E"/>
                </a:solidFill>
              </a:defRPr>
            </a:lvl5pPr>
            <a:lvl6pPr marL="0" indent="0">
              <a:lnSpc>
                <a:spcPct val="100000"/>
              </a:lnSpc>
              <a:spcBef>
                <a:spcPts val="0"/>
              </a:spcBef>
              <a:buNone/>
              <a:defRPr lang="de-de" sz="1200" cap="none">
                <a:solidFill>
                  <a:srgbClr val="2C2E2E"/>
                </a:solidFill>
              </a:defRPr>
            </a:lvl6pPr>
            <a:lvl7pPr marL="0" indent="0">
              <a:lnSpc>
                <a:spcPct val="100000"/>
              </a:lnSpc>
              <a:spcBef>
                <a:spcPts val="0"/>
              </a:spcBef>
              <a:buNone/>
              <a:defRPr lang="de-de" sz="1200" cap="none">
                <a:solidFill>
                  <a:srgbClr val="2C2E2E"/>
                </a:solidFill>
              </a:defRPr>
            </a:lvl7pPr>
            <a:lvl8pPr marL="0" indent="0">
              <a:lnSpc>
                <a:spcPct val="100000"/>
              </a:lnSpc>
              <a:spcBef>
                <a:spcPts val="0"/>
              </a:spcBef>
              <a:buNone/>
              <a:defRPr lang="de-de" sz="1200" cap="none">
                <a:solidFill>
                  <a:srgbClr val="2C2E2E"/>
                </a:solidFill>
              </a:defRPr>
            </a:lvl8pPr>
            <a:lvl9pPr marL="0" indent="0">
              <a:lnSpc>
                <a:spcPct val="100000"/>
              </a:lnSpc>
              <a:spcBef>
                <a:spcPts val="0"/>
              </a:spcBef>
              <a:buNone/>
              <a:defRPr lang="de-de" sz="1200" b="1" cap="none">
                <a:solidFill>
                  <a:srgbClr val="2C2E2E"/>
                </a:solidFill>
              </a:defRPr>
            </a:lvl9pPr>
          </a:lstStyle>
          <a:p>
            <a:pPr>
              <a:defRPr lang="de-de"/>
            </a:pPr>
            <a:r>
              <a:t>Mastertextformat bearbeiten</a:t>
            </a:r>
          </a:p>
        </p:txBody>
      </p:sp>
    </p:spTree>
  </p:cSld>
  <p:clrMapOvr>
    <a:masterClrMapping/>
  </p:clrMapOvr>
</p:sldLayout>
</file>

<file path=ppt/slideLayouts/slideLayout23.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Sp="0" type="blank" preserve="1">
  <p:cSld name="Kontakt Farbe">
    <p:bg>
      <p:bgPr>
        <a:solidFill>
          <a:schemeClr val="accent1"/>
        </a:solidFill>
        <a:effectLst/>
      </p:bgPr>
    </p:bg>
    <p:spTree>
      <p:nvGrpSpPr>
        <p:cNvPr id="1" name=""/>
        <p:cNvGrpSpPr/>
        <p:nvPr/>
      </p:nvGrpSpPr>
      <p:grpSpPr>
        <a:xfrm>
          <a:off x="0" y="0"/>
          <a:ext cx="0" cy="0"/>
          <a:chOff x="0" y="0"/>
          <a:chExt cx="0" cy="0"/>
        </a:xfrm>
      </p:grpSpPr>
      <p:sp>
        <p:nvSpPr>
          <p:cNvPr id="2" name="Textfeld 11"/>
          <p:cNvSpPr>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AAAAAB/f38AqqOdA8zMzADAwP8Af39/AAAAAAAAAAAAAAAAAAAAAAAAAAAAIQAAABgAAAAUAAAANwIAAKMLAAAUMAAAcRgAABAAAAAmAAAACAAAAP//////////"/>
              </a:ext>
            </a:extLst>
          </p:cNvSpPr>
          <p:nvPr/>
        </p:nvSpPr>
        <p:spPr>
          <a:xfrm>
            <a:off x="360045" y="1891665"/>
            <a:ext cx="7455535" cy="2081530"/>
          </a:xfrm>
          <a:prstGeom prst="rect">
            <a:avLst/>
          </a:prstGeom>
          <a:noFill/>
          <a:ln>
            <a:noFill/>
          </a:ln>
          <a:effectLst/>
        </p:spPr>
        <p:txBody>
          <a:bodyPr vert="horz" wrap="square" lIns="0" tIns="0" rIns="0" bIns="0" numCol="1" spcCol="215900" anchor="t"/>
          <a:lstStyle/>
          <a:p>
            <a:pPr>
              <a:defRPr lang="de-de"/>
            </a:pPr>
            <a:r>
              <a:rPr lang="de-de" sz="4800" b="1" cap="none">
                <a:solidFill>
                  <a:schemeClr val="bg1"/>
                </a:solidFill>
                <a:latin typeface="SRH Headline" pitchFamily="0" charset="0"/>
                <a:ea typeface="SRH Headline" pitchFamily="0" charset="0"/>
                <a:cs typeface="SRH Headline" pitchFamily="0" charset="0"/>
              </a:rPr>
              <a:t>Vielen Dank für deine</a:t>
            </a:r>
            <a:br/>
            <a:r>
              <a:rPr lang="de-de" sz="4800" b="1" cap="none">
                <a:solidFill>
                  <a:schemeClr val="bg1"/>
                </a:solidFill>
                <a:latin typeface="SRH Headline" pitchFamily="0" charset="0"/>
                <a:ea typeface="SRH Headline" pitchFamily="0" charset="0"/>
                <a:cs typeface="SRH Headline" pitchFamily="0" charset="0"/>
              </a:rPr>
              <a:t>Aufmerksamkeit!</a:t>
            </a:r>
            <a:endParaRPr lang="de-de" sz="4800" b="1" cap="none">
              <a:solidFill>
                <a:schemeClr val="bg1"/>
              </a:solidFill>
              <a:latin typeface="SRH Headline" pitchFamily="0" charset="0"/>
              <a:ea typeface="SRH Headline" pitchFamily="0" charset="0"/>
              <a:cs typeface="SRH Headline" pitchFamily="0" charset="0"/>
            </a:endParaRPr>
          </a:p>
        </p:txBody>
      </p:sp>
      <p:sp>
        <p:nvSpPr>
          <p:cNvPr id="3" name="Textplatzhalter 8"/>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NwIAAAceAAC0HgAA2SUAABAAAAAmAAAACAAAAAGAAAAAAAAA"/>
              </a:ext>
            </a:extLst>
          </p:cNvSpPr>
          <p:nvPr>
            <p:ph idx="13"/>
          </p:nvPr>
        </p:nvSpPr>
        <p:spPr>
          <a:xfrm>
            <a:off x="360045" y="4881245"/>
            <a:ext cx="4631055" cy="1271270"/>
          </a:xfrm>
        </p:spPr>
        <p:txBody>
          <a:bodyPr/>
          <a:lstStyle>
            <a:lvl1pPr>
              <a:lnSpc>
                <a:spcPct val="110000"/>
              </a:lnSpc>
              <a:spcBef>
                <a:spcPts val="0"/>
              </a:spcBef>
              <a:defRPr lang="de-de" sz="1200" b="1" cap="none">
                <a:solidFill>
                  <a:schemeClr val="bg1"/>
                </a:solidFill>
              </a:defRPr>
            </a:lvl1pPr>
            <a:lvl2pPr marL="0" indent="0">
              <a:lnSpc>
                <a:spcPct val="100000"/>
              </a:lnSpc>
              <a:spcBef>
                <a:spcPts val="0"/>
              </a:spcBef>
              <a:buNone/>
              <a:defRPr lang="de-de" sz="1200" b="1" cap="none">
                <a:solidFill>
                  <a:schemeClr val="bg1"/>
                </a:solidFill>
              </a:defRPr>
            </a:lvl2pPr>
            <a:lvl3pPr marL="0" indent="0">
              <a:lnSpc>
                <a:spcPct val="100000"/>
              </a:lnSpc>
              <a:buNone/>
              <a:defRPr lang="de-de" sz="1200" b="1" cap="none">
                <a:solidFill>
                  <a:schemeClr val="bg1"/>
                </a:solidFill>
              </a:defRPr>
            </a:lvl3pPr>
            <a:lvl4pPr marL="0" indent="0">
              <a:lnSpc>
                <a:spcPct val="100000"/>
              </a:lnSpc>
              <a:spcBef>
                <a:spcPts val="0"/>
              </a:spcBef>
              <a:buNone/>
              <a:defRPr lang="de-de" sz="1200" cap="none">
                <a:solidFill>
                  <a:schemeClr val="bg1"/>
                </a:solidFill>
              </a:defRPr>
            </a:lvl4pPr>
            <a:lvl5pPr marL="0" indent="0">
              <a:lnSpc>
                <a:spcPct val="100000"/>
              </a:lnSpc>
              <a:spcBef>
                <a:spcPts val="0"/>
              </a:spcBef>
              <a:buNone/>
              <a:defRPr lang="de-de" sz="1200" cap="none">
                <a:solidFill>
                  <a:schemeClr val="bg1"/>
                </a:solidFill>
              </a:defRPr>
            </a:lvl5pPr>
            <a:lvl6pPr marL="0" indent="0">
              <a:lnSpc>
                <a:spcPct val="100000"/>
              </a:lnSpc>
              <a:spcBef>
                <a:spcPts val="0"/>
              </a:spcBef>
              <a:buNone/>
              <a:defRPr lang="de-de" sz="1200" cap="none">
                <a:solidFill>
                  <a:schemeClr val="bg1"/>
                </a:solidFill>
              </a:defRPr>
            </a:lvl6pPr>
            <a:lvl7pPr marL="0" indent="0">
              <a:lnSpc>
                <a:spcPct val="100000"/>
              </a:lnSpc>
              <a:spcBef>
                <a:spcPts val="0"/>
              </a:spcBef>
              <a:buNone/>
              <a:defRPr lang="de-de" sz="1200" cap="none">
                <a:solidFill>
                  <a:schemeClr val="bg1"/>
                </a:solidFill>
              </a:defRPr>
            </a:lvl7pPr>
            <a:lvl8pPr marL="0" indent="0">
              <a:lnSpc>
                <a:spcPct val="100000"/>
              </a:lnSpc>
              <a:spcBef>
                <a:spcPts val="0"/>
              </a:spcBef>
              <a:buNone/>
              <a:defRPr lang="de-de" sz="1200" cap="none">
                <a:solidFill>
                  <a:schemeClr val="bg1"/>
                </a:solidFill>
              </a:defRPr>
            </a:lvl8pPr>
            <a:lvl9pPr marL="0" indent="0">
              <a:lnSpc>
                <a:spcPct val="100000"/>
              </a:lnSpc>
              <a:spcBef>
                <a:spcPts val="0"/>
              </a:spcBef>
              <a:buNone/>
              <a:defRPr lang="de-de" sz="1200" b="1" cap="none">
                <a:solidFill>
                  <a:schemeClr val="bg1"/>
                </a:solidFill>
              </a:defRPr>
            </a:lvl9pPr>
          </a:lstStyle>
          <a:p>
            <a:pPr>
              <a:defRPr lang="de-de"/>
            </a:pPr>
            <a:r>
              <a:t>Mastertextformat bearbeiten</a:t>
            </a:r>
          </a:p>
        </p:txBody>
      </p:sp>
      <p:sp>
        <p:nvSpPr>
          <p:cNvPr id="4" name="Freihandform: Form 5"/>
          <p:cNvSpPr>
            <a:extLst>
              <a:ext uri="smNativeData">
                <pr:smNativeData xmlns:pr="smNativeData" xmlns="smNativeData" val="SMDATA_15_c7cuahMAAAAlAAAACwAAAA0AAAAAhDIAAD0RAAAPSwAAMCoAAAAAAAABAAAAAAAAAAEAAABQAAAAAAAAAAAA4D8AAAAAAADgPwAAAAAAAOA/AAAAAAAA4D8AAAAAAADgPwAAAAAAAOA/AAAAAAAA4D8AAAAAAADgPwAAAAAAAOA/AAAAAAAA4D8CAAAAjAAAAAEAAAAAAAAA7u3sAP///whR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7u3sAP///wEAAAAAAAAAAAAAAAAAAAAAAAAAAAAAAAAAAAAAAAAAAFdXVgJ/f38AqqOdA8zMzADAwP8Af39/AAAAAAAAAAAAAAAAAAAAAAAAAAAAIQAAABgAAAAUAAAAhDIAAD0RAAAPSwAAMCoAABAAAAAmAAAACAAAAP//////////"/>
              </a:ext>
            </a:extLst>
          </p:cNvSpPr>
          <p:nvPr/>
        </p:nvSpPr>
        <p:spPr>
          <a:xfrm>
            <a:off x="8211820" y="2802255"/>
            <a:ext cx="3989705" cy="4055745"/>
          </a:xfrm>
          <a:custGeom>
            <a:avLst/>
            <a:gdLst/>
            <a:ahLst/>
            <a:cxnLst/>
            <a:rect l="0" t="0" r="3989705" b="4055745"/>
            <a:pathLst>
              <a:path w="3989705" h="4055745">
                <a:moveTo>
                  <a:pt x="3989705" y="0"/>
                </a:moveTo>
                <a:lnTo>
                  <a:pt x="3989705" y="2389210"/>
                </a:lnTo>
                <a:lnTo>
                  <a:pt x="3859000" y="2411148"/>
                </a:lnTo>
                <a:cubicBezTo>
                  <a:pt x="2993767" y="2575305"/>
                  <a:pt x="2648265" y="3036008"/>
                  <a:pt x="2529591" y="3871779"/>
                </a:cubicBezTo>
                <a:lnTo>
                  <a:pt x="2508283" y="4055745"/>
                </a:lnTo>
                <a:lnTo>
                  <a:pt x="0" y="4055745"/>
                </a:lnTo>
                <a:lnTo>
                  <a:pt x="22944" y="3788838"/>
                </a:lnTo>
                <a:cubicBezTo>
                  <a:pt x="290771" y="1521853"/>
                  <a:pt x="1510519" y="126892"/>
                  <a:pt x="3885553" y="4661"/>
                </a:cubicBezTo>
                <a:cubicBezTo>
                  <a:pt x="3907463" y="3232"/>
                  <a:pt x="3931933" y="1982"/>
                  <a:pt x="3958371" y="932"/>
                </a:cubicBezTo>
                <a:close/>
              </a:path>
            </a:pathLst>
          </a:custGeom>
          <a:solidFill>
            <a:srgbClr val="EEEDEC">
              <a:alpha val="19000"/>
            </a:srgbClr>
          </a:solidFill>
          <a:ln>
            <a:noFill/>
          </a:ln>
          <a:effectLst/>
        </p:spPr>
        <p:txBody>
          <a:bodyPr vert="horz" wrap="square" lIns="8211820" tIns="2802255" rIns="12201525" bIns="6858000" numCol="1" spcCol="215900" anchor="ctr"/>
          <a:lstStyle/>
          <a:p>
            <a:pPr>
              <a:defRPr lang="de-de"/>
            </a:pPr>
          </a:p>
        </p:txBody>
      </p:sp>
      <p:pic>
        <p:nvPicPr>
          <p:cNvPr id="5" name="Grafik 6"/>
          <p:cNvPicPr>
            <a:picLocks noChangeAspect="1"/>
            <a:extLst>
              <a:ext uri="smNativeData">
                <pr:smNativeData xmlns:pr="smNativeData" xmlns="smNativeData" val="SMDATA_17_c7cuahMAAAAlAAAAEQAAAC0AAAAAkAAAAEgAAACQAAAAS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AcAAAA4AAAAAAAAAAAAAAAAAAAA////AAAAAAAAAAAAAAAAAAAAAAAAAAAAAAAAAAAAAABkAAAAZAAAAAAAAAAjAAAABAAAAGQAAAAXAAAAFAAAAAAAAAAAAAAA/38AAP9/AAAAAAAACQAAAAQAAAAAAAAAHgAAAGgAAAAAAAAAAAAAAAAAAAAAAAAAAAAAABAnAAAQJwAAAAAAAAAAAAAAAAAAAAAAAAAAAAAAAAAAAAAAAAAAAAAUAAAAAAAAAMDA/wAAAAAAZAAAADIAAAAAAAAAZAAAAAAAAAB/f38ACgAAACIAAAAYAAAAAAAAAAAAAAAAAAAAAAAAAAAAAAAAAAAAJAAAACQAAAAAAAAABwAAAAAAAAAAAAAAAAAAAAAAAAAAAAAAAAAAAH9/fwAlAAAAWAAAAAAAAAAAAAAAAAAAAAAAAAAAAAAAAAAAAAAAAAAAAAAAAAAAAAAAAAAAAAAAPwAAAAAAAACghgEAAAAAAAAAAAAAAAAADAAAAAEAAAAAAAAAAAAAAAAAAAAfAAAAVAAAAN9IBwX///8BAAAAAAAAAAAAAAAAAAAAAAAAAAAAAAAAAAAAAAAAAABXV1YCf39/AKqjnQPMzMwAwMD/AH9/fwAAAAAAAAAAAAAAAAD///8AAAAAACEAAAAYAAAAFAAAAOpCAAA1AgAAw0gAAL4GAAAQAAAAJgAAAAgAAAD//////////w=="/>
              </a:ext>
            </a:extLst>
          </p:cNvPicPr>
          <p:nvPr/>
        </p:nvPicPr>
        <p:blipFill>
          <a:blip r:embed="rId2">
            <a:extLst>
              <a:ext uri="{96DAC541-7B7A-43D3-8B79-37D633B846F1}">
                <asvg:svgBlip xmlns:asvg="http://schemas.microsoft.com/office/drawing/2016/SVG/main" r:embed="rId3"/>
              </a:ext>
            </a:extLst>
          </a:blip>
          <a:stretch>
            <a:fillRect/>
          </a:stretch>
        </p:blipFill>
        <p:spPr>
          <a:xfrm>
            <a:off x="10877550" y="358775"/>
            <a:ext cx="950595" cy="737235"/>
          </a:xfrm>
          <a:prstGeom prst="rect">
            <a:avLst/>
          </a:prstGeom>
          <a:noFill/>
          <a:ln>
            <a:noFill/>
          </a:ln>
          <a:effectLst/>
        </p:spPr>
      </p:pic>
    </p:spTree>
  </p:cSld>
  <p:clrMapOvr>
    <a:masterClrMapping/>
  </p:clrMapOvr>
</p:sldLayout>
</file>

<file path=ppt/slideMasters/_rels/slideMaster1.xml.rels><?xml version="1.0" encoding="UTF-8" standalone="yes" ?>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theme" Target="../theme/theme1.xml"/></Relationships>
</file>

<file path=ppt/slideMasters/slideMaster1.xml><?xml version="1.0" encoding="utf-8"?>
<p:sldMaster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p:cSld>
    <p:bg>
      <p:bgPr>
        <a:solidFill>
          <a:schemeClr val="bg1"/>
        </a:solidFill>
        <a:effectLst/>
      </p:bgPr>
    </p:bg>
    <p:spTree>
      <p:nvGrpSpPr>
        <p:cNvPr id="1" name=""/>
        <p:cNvGrpSpPr/>
        <p:nvPr/>
      </p:nvGrpSpPr>
      <p:grpSpPr>
        <a:xfrm>
          <a:off x="0" y="0"/>
          <a:ext cx="0" cy="0"/>
          <a:chOff x="0" y="0"/>
          <a:chExt cx="0" cy="0"/>
        </a:xfrm>
      </p:grpSpPr>
      <p:sp>
        <p:nvSpPr>
          <p:cNvPr id="2" name="Foliennummernplatzhalter 5"/>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B/f38AAAAAA8zMzADAwP8Af39/AAAAAAAAAAAAAAAAAAAAAAAAAAAAIQAAABgAAAAUAAAAkkQAACgnAADBSAAAZykAABAAAAAmAAAACAAAAL+PAAAAAAAA"/>
              </a:ext>
            </a:extLst>
          </p:cNvSpPr>
          <p:nvPr>
            <p:ph type="sldNum" sz="quarter" idx="4"/>
          </p:nvPr>
        </p:nvSpPr>
        <p:spPr>
          <a:xfrm>
            <a:off x="11146790" y="6365240"/>
            <a:ext cx="680085" cy="365125"/>
          </a:xfrm>
          <a:prstGeom prst="rect">
            <a:avLst/>
          </a:prstGeom>
        </p:spPr>
        <p:txBody>
          <a:bodyPr vert="horz" wrap="square" lIns="0" tIns="0" rIns="0" bIns="0" numCol="1" spcCol="215900" anchor="ctr">
            <a:prstTxWarp prst="textNoShape">
              <a:avLst/>
            </a:prstTxWarp>
          </a:bodyPr>
          <a:lstStyle>
            <a:lvl1pPr algn="r">
              <a:defRPr lang="de-de" sz="1550" b="1" cap="none">
                <a:solidFill>
                  <a:srgbClr val="6D7373"/>
                </a:solidFill>
                <a:latin typeface="SRH Text" pitchFamily="0" charset="0"/>
                <a:ea typeface="SRH" pitchFamily="0" charset="0"/>
                <a:cs typeface="SRH" pitchFamily="0" charset="0"/>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fld id="{2A4DAA0A-44C7-185C-89F5-B209E4BB7FE7}" type="slidenum">
              <a:t>14</a:t>
            </a:fld>
          </a:p>
        </p:txBody>
      </p:sp>
      <p:sp>
        <p:nvSpPr>
          <p:cNvPr id="3" name="Datumsplatzhalter 3"/>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NQYVU4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B/f38AAAAAA8zMzADAwP8Af39/AAAAAAAAAAAAAAAAAAAAAAAAAAAAIQAAABgAAAAUAAAAQwIAABonAACkBwAAWSkAABAAAAAmAAAACAAAAL+PAAAAAAAA"/>
              </a:ext>
            </a:extLst>
          </p:cNvSpPr>
          <p:nvPr>
            <p:ph type="dt" sz="half" idx="2"/>
          </p:nvPr>
        </p:nvSpPr>
        <p:spPr>
          <a:xfrm>
            <a:off x="367665" y="6356350"/>
            <a:ext cx="874395" cy="365125"/>
          </a:xfrm>
          <a:prstGeom prst="rect">
            <a:avLst/>
          </a:prstGeom>
        </p:spPr>
        <p:txBody>
          <a:bodyPr vert="horz" wrap="square" lIns="0" tIns="0" rIns="0" bIns="0" numCol="1" spcCol="215900" anchor="ctr">
            <a:prstTxWarp prst="textNoShape">
              <a:avLst/>
            </a:prstTxWarp>
          </a:bodyPr>
          <a:lstStyle>
            <a:lvl1pPr algn="l">
              <a:defRPr lang="de-de" sz="900" b="1" cap="none">
                <a:solidFill>
                  <a:srgbClr val="6D7373"/>
                </a:solidFill>
                <a:latin typeface="SRH Text" pitchFamily="0" charset="0"/>
                <a:ea typeface="SRH" pitchFamily="0" charset="0"/>
                <a:cs typeface="SRH" pitchFamily="0" charset="0"/>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fld id="{2A4DB7F1-BFC7-1841-89F5-4914F9BB7F1C}" type="datetime1">
              <a:rPr lang="en-ca" cap="none"/>
              <a:t>6/14/2026</a:t>
            </a:fld>
          </a:p>
        </p:txBody>
      </p:sp>
      <p:sp>
        <p:nvSpPr>
          <p:cNvPr id="4" name="Fußzeilenplatzhalter 4"/>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GkDgwM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B/f38AAAAAA8zMzADAwP8Af39/AAAAAAAAAAAAAAAAAAAAAAAAAAAAIQAAABgAAAAUAAAAHggAABonAAAUMAAAWSkAABAAAAAmAAAACAAAAL+PAAAAAAAA"/>
              </a:ext>
            </a:extLst>
          </p:cNvSpPr>
          <p:nvPr>
            <p:ph type="ftr" sz="quarter" idx="3"/>
          </p:nvPr>
        </p:nvSpPr>
        <p:spPr>
          <a:xfrm>
            <a:off x="1319530" y="6356350"/>
            <a:ext cx="6496050" cy="365125"/>
          </a:xfrm>
          <a:prstGeom prst="rect">
            <a:avLst/>
          </a:prstGeom>
        </p:spPr>
        <p:txBody>
          <a:bodyPr vert="horz" wrap="square" lIns="0" tIns="0" rIns="0" bIns="0" numCol="1" spcCol="215900" anchor="ctr">
            <a:prstTxWarp prst="textNoShape">
              <a:avLst/>
            </a:prstTxWarp>
          </a:bodyPr>
          <a:lstStyle>
            <a:lvl1pPr algn="l">
              <a:defRPr lang="de-de" sz="900" b="1" cap="none">
                <a:solidFill>
                  <a:srgbClr val="6D7373"/>
                </a:solidFill>
                <a:latin typeface="SRH Text" pitchFamily="0" charset="0"/>
                <a:ea typeface="SRH" pitchFamily="0" charset="0"/>
                <a:cs typeface="SRH" pitchFamily="0" charset="0"/>
              </a:defRPr>
            </a:lvl1pPr>
            <a:lvl2pPr>
              <a:defRPr lang="de-de"/>
            </a:lvl2pPr>
            <a:lvl3pPr>
              <a:defRPr lang="de-de"/>
            </a:lvl3pPr>
            <a:lvl4pPr>
              <a:defRPr lang="de-de"/>
            </a:lvl4pPr>
            <a:lvl5pPr>
              <a:defRPr lang="de-de"/>
            </a:lvl5pPr>
            <a:lvl6pPr>
              <a:defRPr lang="de-de"/>
            </a:lvl6pPr>
            <a:lvl7pPr>
              <a:defRPr lang="de-de"/>
            </a:lvl7pPr>
            <a:lvl8pPr>
              <a:defRPr lang="de-de"/>
            </a:lvl8pPr>
            <a:lvl9pPr>
              <a:defRPr lang="de-de"/>
            </a:lvl9pPr>
          </a:lstStyle>
          <a:p>
            <a:pPr>
              <a:defRPr lang="de-de"/>
            </a:pPr>
            <a:r>
              <a:t>SRH Hochschule Heidelberg</a:t>
            </a:r>
          </a:p>
        </p:txBody>
      </p:sp>
      <p:sp>
        <p:nvSpPr>
          <p:cNvPr id="5" name="Textplatzhalter 2"/>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MK4NY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B/f38AAAAAA8zMzADAwP8Af39/AAAAAAAAAAAAAAAAAAAAAAAAAAAAIQAAABgAAAAUAAAANgIAAKEKAACMOgAApyQAABAAAAAmAAAACAAAAD8vAAB/AAAA"/>
              </a:ext>
            </a:extLst>
          </p:cNvSpPr>
          <p:nvPr>
            <p:ph type="body" idx="1"/>
          </p:nvPr>
        </p:nvSpPr>
        <p:spPr>
          <a:xfrm>
            <a:off x="359410" y="1727835"/>
            <a:ext cx="9157970" cy="4230370"/>
          </a:xfrm>
          <a:prstGeom prst="rect">
            <a:avLst/>
          </a:prstGeom>
          <a:noFill/>
        </p:spPr>
        <p:txBody>
          <a:bodyPr vert="horz" wrap="square" lIns="0" tIns="0" rIns="0" bIns="0" numCol="1" spcCol="215900" anchor="t">
            <a:prstTxWarp prst="textNoShape">
              <a:avLst/>
            </a:prstTxWarp>
          </a:bodyPr>
          <a:lstStyle/>
          <a:p>
            <a:pPr>
              <a:defRPr lang="de-de"/>
            </a:pPr>
            <a:r>
              <a:t>Copy 18 Pt.</a:t>
            </a:r>
          </a:p>
          <a:p>
            <a:pPr lvl="1">
              <a:defRPr lang="de-de"/>
            </a:pPr>
            <a:r>
              <a:t>Copy mit Bulletpoint 18 Pt.</a:t>
            </a:r>
          </a:p>
          <a:p>
            <a:pPr lvl="2">
              <a:defRPr lang="de-de"/>
            </a:pPr>
            <a:r>
              <a:t>Copy mit Bulletpoint, eingerückt 16 Pt.</a:t>
            </a:r>
          </a:p>
          <a:p>
            <a:pPr lvl="3">
              <a:defRPr lang="de-de"/>
            </a:pPr>
            <a:r>
              <a:t>Zwischenüberschrift 20 Pt. Bold</a:t>
            </a:r>
          </a:p>
          <a:p>
            <a:pPr lvl="4">
              <a:defRPr lang="de-de"/>
            </a:pPr>
            <a:r>
              <a:t>Einleitungstext 20 Pt. Bold</a:t>
            </a:r>
          </a:p>
          <a:p>
            <a:pPr lvl="5">
              <a:defRPr lang="de-de"/>
            </a:pPr>
            <a:r>
              <a:t>Subline 24 Pt.</a:t>
            </a:r>
          </a:p>
          <a:p>
            <a:pPr lvl="6">
              <a:defRPr lang="de-de"/>
            </a:pPr>
            <a:r>
              <a:t>Statements!</a:t>
            </a:r>
          </a:p>
          <a:p>
            <a:pPr lvl="7">
              <a:defRPr lang="de-de"/>
            </a:pPr>
            <a:r>
              <a:t>SRH </a:t>
            </a:r>
          </a:p>
          <a:p>
            <a:pPr lvl="8">
              <a:defRPr lang="de-de"/>
            </a:pPr>
            <a:r>
              <a:t>Quelle</a:t>
            </a:r>
          </a:p>
        </p:txBody>
      </p:sp>
      <p:sp>
        <p:nvSpPr>
          <p:cNvPr id="6" name="Titelplatzhalter 1"/>
          <p:cNvSpPr>
            <a:spLocks noGrp="1" noChangeArrowheads="1"/>
            <a:extLst>
              <a:ext uri="smNativeData">
                <pr:smNativeData xmlns:pr="smNativeData" xmlns="smNativeData" val="SMDATA_15_c7c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JAhIQE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AAEAAAAAAAAAAAAAAAAAAAAAAAAAAAAAAAAAAAAAAAAAAAAAAAB/f38AAAAAA8zMzADAwP8Af39/AAAAAAAAAAAAAAAAAAAAAAAAAAAAIQAAABgAAAAUAAAANwIAADUCAACMOgAAWAcAABAAAAAmAAAACAAAAL8vAAB/AAAA"/>
              </a:ext>
            </a:extLst>
          </p:cNvSpPr>
          <p:nvPr>
            <p:ph type="title"/>
          </p:nvPr>
        </p:nvSpPr>
        <p:spPr>
          <a:xfrm>
            <a:off x="360045" y="358775"/>
            <a:ext cx="9157335" cy="835025"/>
          </a:xfrm>
          <a:prstGeom prst="rect">
            <a:avLst/>
          </a:prstGeom>
          <a:noFill/>
        </p:spPr>
        <p:txBody>
          <a:bodyPr vert="horz" wrap="square" lIns="0" tIns="0" rIns="0" bIns="0" numCol="1" spcCol="215900" anchor="b">
            <a:prstTxWarp prst="textNoShape">
              <a:avLst/>
            </a:prstTxWarp>
          </a:bodyPr>
          <a:lstStyle/>
          <a:p>
            <a:pPr>
              <a:defRPr lang="de-de"/>
            </a:pPr>
            <a:r>
              <a:t>Mastertitelformat bearbeiten</a:t>
            </a:r>
          </a:p>
        </p:txBody>
      </p:sp>
      <p:sp>
        <p:nvSpPr>
          <p:cNvPr id="7" name="Freihandform: Form 11"/>
          <p:cNvSpPr>
            <a:extLst>
              <a:ext uri="smNativeData">
                <pr:smNativeData xmlns:pr="smNativeData" xmlns="smNativeData" val="SMDATA_15_c7cuahMAAAAlAAAACwAAAA0AAAAA7EIAADkCAADBSAAAvAYAAAAAAAABAAAAAAAAAAEAAABQAAAAAAAAAAAA4D8AAAAAAADgPwAAAAAAAOA/AAAAAAAA4D8AAAAAAADgPwAAAAAAAOA/AAAAAAAA4D8AAAAAAADgPwAAAAAAAOA/AAAAAAAA4D8CAAAAjAAAAAEAAAAAAAAA30gHD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7EIAADkCAADBSAAAvAYAABAAAAAmAAAACAAAAP//////////"/>
              </a:ext>
            </a:extLst>
          </p:cNvSpPr>
          <p:nvPr/>
        </p:nvSpPr>
        <p:spPr>
          <a:xfrm>
            <a:off x="10878820" y="361315"/>
            <a:ext cx="948055" cy="733425"/>
          </a:xfrm>
          <a:custGeom>
            <a:avLst/>
            <a:gdLst/>
            <a:ahLst/>
            <a:cxnLst/>
            <a:rect l="0" t="0" r="948055" b="733425"/>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a:noFill/>
          </a:ln>
          <a:effectLst/>
        </p:spPr>
        <p:txBody>
          <a:bodyPr vert="horz" wrap="square" lIns="10878820" tIns="361315" rIns="11826875" bIns="1094740" numCol="1" spcCol="215900" anchor="ctr"/>
          <a:lstStyle/>
          <a:p>
            <a:pPr>
              <a:defRPr lang="de-de"/>
            </a:pPr>
          </a:p>
        </p:txBody>
      </p:sp>
    </p:spTree>
  </p:cSld>
  <p:clrMap bg1="lt1" tx1="dk1" bg2="lt2" tx2="dk2" accent1="accent1" accent2="accent2" accent3="accent3" accent4="accent4" accent5="accent5" accent6="accent6" hlink="hlink" folHlink="folHlink"/>
  <p:sldLayoutIdLst>
    <p:sldLayoutId id="2147483679" r:id="rId1"/>
    <p:sldLayoutId id="2147483649" r:id="rId2"/>
    <p:sldLayoutId id="2147483676" r:id="rId3"/>
    <p:sldLayoutId id="2147483650" r:id="rId4"/>
    <p:sldLayoutId id="2147483651" r:id="rId5"/>
    <p:sldLayoutId id="2147483666" r:id="rId6"/>
    <p:sldLayoutId id="2147483686" r:id="rId7"/>
    <p:sldLayoutId id="2147483667" r:id="rId8"/>
    <p:sldLayoutId id="2147483664" r:id="rId9"/>
    <p:sldLayoutId id="2147483665" r:id="rId10"/>
    <p:sldLayoutId id="2147483661" r:id="rId11"/>
    <p:sldLayoutId id="2147483671" r:id="rId12"/>
    <p:sldLayoutId id="2147483672" r:id="rId13"/>
    <p:sldLayoutId id="2147483678" r:id="rId14"/>
    <p:sldLayoutId id="2147483673" r:id="rId15"/>
    <p:sldLayoutId id="2147483677" r:id="rId16"/>
    <p:sldLayoutId id="2147483683" r:id="rId17"/>
    <p:sldLayoutId id="2147483680" r:id="rId18"/>
    <p:sldLayoutId id="2147483684" r:id="rId19"/>
    <p:sldLayoutId id="2147483654" r:id="rId20"/>
    <p:sldLayoutId id="2147483655" r:id="rId21"/>
    <p:sldLayoutId id="2147483681" r:id="rId22"/>
    <p:sldLayoutId id="2147483682" r:id="rId23"/>
  </p:sldLayoutIdLst>
  <p:hf hdr="0"/>
  <p:txStyles>
    <p:titleStyle>
      <a:lvl1pPr marL="0" marR="0" indent="0" algn="l" defTabSz="914400">
        <a:lnSpc>
          <a:spcPct val="100000"/>
        </a:lnSpc>
        <a:spcBef>
          <a:spcPts val="0"/>
        </a:spcBef>
        <a:spcAft>
          <a:spcPts val="0"/>
        </a:spcAft>
        <a:buNone/>
        <a:tabLst/>
        <a:defRPr lang="de-de" sz="3000" b="1" i="0" u="none" strike="noStrike" kern="1" cap="none" spc="0" baseline="0">
          <a:solidFill>
            <a:schemeClr val="tx1"/>
          </a:solidFill>
          <a:effectLst/>
          <a:latin typeface="SRH Headline" pitchFamily="0" charset="0"/>
          <a:ea typeface="SRH Headline" pitchFamily="0" charset="0"/>
          <a:cs typeface="SRH Headline" pitchFamily="0" charset="0"/>
        </a:defRPr>
      </a:lvl1pPr>
      <a:lvl2pPr marL="45720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2pPr>
      <a:lvl3pPr marL="91440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3pPr>
      <a:lvl4pPr marL="137160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4pPr>
      <a:lvl5pPr marL="182880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5pPr>
      <a:lvl6pPr marL="228600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6pPr>
      <a:lvl7pPr marL="274320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7pPr>
      <a:lvl8pPr marL="320040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8pPr>
      <a:lvl9pPr marL="365760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9pPr>
    </p:titleStyle>
    <p:bodyStyle>
      <a:lvl1pPr marL="0" marR="0" indent="0" algn="l" defTabSz="914400">
        <a:lnSpc>
          <a:spcPct val="110000"/>
        </a:lnSpc>
        <a:spcBef>
          <a:spcPts val="1200"/>
        </a:spcBef>
        <a:spcAft>
          <a:spcPts val="0"/>
        </a:spcAft>
        <a:buNone/>
        <a:tabLst/>
        <a:defRPr lang="de-de" sz="1800" b="0" i="0" u="none" strike="noStrike" kern="1" cap="none" spc="0" baseline="0">
          <a:solidFill>
            <a:schemeClr val="tx1"/>
          </a:solidFill>
          <a:effectLst/>
          <a:latin typeface="SRH Text" pitchFamily="0" charset="0"/>
          <a:ea typeface="SRH Text" pitchFamily="0" charset="0"/>
          <a:cs typeface="SRH Text" pitchFamily="0" charset="0"/>
        </a:defRPr>
      </a:lvl1pPr>
      <a:lvl2pPr marL="360045" marR="0" indent="-360045" algn="l" defTabSz="914400">
        <a:lnSpc>
          <a:spcPct val="110000"/>
        </a:lnSpc>
        <a:spcBef>
          <a:spcPts val="1200"/>
        </a:spcBef>
        <a:spcAft>
          <a:spcPts val="0"/>
        </a:spcAft>
        <a:buClr>
          <a:schemeClr val="accent1"/>
        </a:buClr>
        <a:buSzTx/>
        <a:buFont typeface="SRH" pitchFamily="0" charset="0"/>
        <a:buChar char="—"/>
        <a:tabLst/>
        <a:defRPr lang="de-de" sz="1800" b="0" i="0" u="none" strike="noStrike" kern="1" cap="none" spc="0" baseline="0">
          <a:solidFill>
            <a:schemeClr val="tx1"/>
          </a:solidFill>
          <a:effectLst/>
          <a:latin typeface="SRH Text" pitchFamily="0" charset="0"/>
          <a:ea typeface="SRH Text" pitchFamily="0" charset="0"/>
          <a:cs typeface="SRH Text" pitchFamily="0" charset="0"/>
        </a:defRPr>
      </a:lvl2pPr>
      <a:lvl3pPr marL="720090" marR="0" indent="-360045" algn="l" defTabSz="914400">
        <a:lnSpc>
          <a:spcPct val="110000"/>
        </a:lnSpc>
        <a:spcBef>
          <a:spcPts val="0"/>
        </a:spcBef>
        <a:spcAft>
          <a:spcPts val="0"/>
        </a:spcAft>
        <a:buClr>
          <a:schemeClr val="accent1"/>
        </a:buClr>
        <a:buSzTx/>
        <a:buFont typeface="SRH" pitchFamily="0" charset="0"/>
        <a:buChar char="—"/>
        <a:tabLst/>
        <a:defRPr lang="de-de" sz="1600" b="0" i="0" u="none" strike="noStrike" kern="1" cap="none" spc="0" baseline="0">
          <a:solidFill>
            <a:schemeClr val="tx1"/>
          </a:solidFill>
          <a:effectLst/>
          <a:latin typeface="SRH Text" pitchFamily="0" charset="0"/>
          <a:ea typeface="SRH Text" pitchFamily="0" charset="0"/>
          <a:cs typeface="SRH Text" pitchFamily="0" charset="0"/>
        </a:defRPr>
      </a:lvl3pPr>
      <a:lvl4pPr marL="0" marR="0" indent="0" algn="l" defTabSz="914400">
        <a:lnSpc>
          <a:spcPct val="110000"/>
        </a:lnSpc>
        <a:spcBef>
          <a:spcPts val="2400"/>
        </a:spcBef>
        <a:spcAft>
          <a:spcPts val="0"/>
        </a:spcAft>
        <a:buNone/>
        <a:tabLst/>
        <a:defRPr lang="de-de" sz="2000" b="1" i="0" u="none" strike="noStrike" kern="1" cap="none" spc="0" baseline="0">
          <a:solidFill>
            <a:schemeClr val="accent1"/>
          </a:solidFill>
          <a:effectLst/>
          <a:latin typeface="SRH Text" pitchFamily="0" charset="0"/>
          <a:ea typeface="SRH Text" pitchFamily="0" charset="0"/>
          <a:cs typeface="SRH Text" pitchFamily="0" charset="0"/>
        </a:defRPr>
      </a:lvl4pPr>
      <a:lvl5pPr marL="0" marR="0" indent="0" algn="l" defTabSz="914400">
        <a:lnSpc>
          <a:spcPct val="110000"/>
        </a:lnSpc>
        <a:spcBef>
          <a:spcPts val="1200"/>
        </a:spcBef>
        <a:spcAft>
          <a:spcPts val="0"/>
        </a:spcAft>
        <a:buNone/>
        <a:tabLst/>
        <a:defRPr lang="de-de" sz="2000" b="1" i="0" u="none" strike="noStrike" kern="1" cap="none" spc="0" baseline="0">
          <a:solidFill>
            <a:schemeClr val="tx1"/>
          </a:solidFill>
          <a:effectLst/>
          <a:latin typeface="SRH Headline" pitchFamily="0" charset="0"/>
          <a:ea typeface="SRH Headline" pitchFamily="0" charset="0"/>
          <a:cs typeface="SRH Headline" pitchFamily="0" charset="0"/>
        </a:defRPr>
      </a:lvl5pPr>
      <a:lvl6pPr marL="0" marR="0" indent="0" algn="l" defTabSz="914400">
        <a:lnSpc>
          <a:spcPct val="110000"/>
        </a:lnSpc>
        <a:spcBef>
          <a:spcPts val="1200"/>
        </a:spcBef>
        <a:spcAft>
          <a:spcPts val="0"/>
        </a:spcAft>
        <a:buNone/>
        <a:tabLst/>
        <a:defRPr lang="de-de" sz="2400" b="0" i="0" u="none" strike="noStrike" kern="1" cap="none" spc="0" baseline="0">
          <a:solidFill>
            <a:schemeClr val="tx1"/>
          </a:solidFill>
          <a:effectLst/>
          <a:latin typeface="SRH Headline" pitchFamily="0" charset="0"/>
          <a:ea typeface="SRH Headline" pitchFamily="0" charset="0"/>
          <a:cs typeface="SRH Headline" pitchFamily="0" charset="0"/>
        </a:defRPr>
      </a:lvl6pPr>
      <a:lvl7pPr marL="0" marR="0" indent="0" algn="l" defTabSz="914400">
        <a:lnSpc>
          <a:spcPct val="98000"/>
        </a:lnSpc>
        <a:spcBef>
          <a:spcPts val="1200"/>
        </a:spcBef>
        <a:spcAft>
          <a:spcPts val="0"/>
        </a:spcAft>
        <a:buNone/>
        <a:tabLst/>
        <a:defRPr lang="de-de" sz="4800" b="1" i="0" u="none" strike="noStrike" kern="1" cap="none" spc="0" baseline="0">
          <a:solidFill>
            <a:schemeClr val="accent1"/>
          </a:solidFill>
          <a:effectLst/>
          <a:latin typeface="SRH Headline" pitchFamily="0" charset="0"/>
          <a:ea typeface="SRH Headline" pitchFamily="0" charset="0"/>
          <a:cs typeface="SRH Headline" pitchFamily="0" charset="0"/>
        </a:defRPr>
      </a:lvl7pPr>
      <a:lvl8pPr marL="0" marR="0" indent="0" algn="l" defTabSz="914400">
        <a:lnSpc>
          <a:spcPct val="98000"/>
        </a:lnSpc>
        <a:spcBef>
          <a:spcPts val="1200"/>
        </a:spcBef>
        <a:spcAft>
          <a:spcPts val="0"/>
        </a:spcAft>
        <a:buNone/>
        <a:tabLst/>
        <a:defRPr lang="de-de" sz="2000" b="1" i="0" u="none" strike="noStrike" kern="1" cap="none" spc="0" baseline="0">
          <a:solidFill>
            <a:schemeClr val="tx1"/>
          </a:solidFill>
          <a:effectLst/>
          <a:latin typeface="SRH Text" pitchFamily="0" charset="0"/>
          <a:ea typeface="SRH Text" pitchFamily="0" charset="0"/>
          <a:cs typeface="SRH Text" pitchFamily="0" charset="0"/>
        </a:defRPr>
      </a:lvl8pPr>
      <a:lvl9pPr marL="0" marR="0" indent="0" algn="l" defTabSz="914400">
        <a:lnSpc>
          <a:spcPct val="110000"/>
        </a:lnSpc>
        <a:spcBef>
          <a:spcPts val="600"/>
        </a:spcBef>
        <a:spcAft>
          <a:spcPts val="0"/>
        </a:spcAft>
        <a:buNone/>
        <a:tabLst/>
        <a:defRPr lang="de-de" sz="1200" b="0" i="0" u="none" strike="noStrike" kern="1" cap="none" spc="0" baseline="0">
          <a:solidFill>
            <a:schemeClr val="tx1"/>
          </a:solidFill>
          <a:effectLst/>
          <a:latin typeface="SRH Text" pitchFamily="0" charset="0"/>
          <a:ea typeface="SRH Text" pitchFamily="0" charset="0"/>
          <a:cs typeface="SRH Text" pitchFamily="0" charset="0"/>
        </a:defRPr>
      </a:lvl9pPr>
    </p:bodyStyle>
    <p:otherStyle>
      <a:lvl1pPr marL="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1pPr>
      <a:lvl2pPr marL="45720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2pPr>
      <a:lvl3pPr marL="91440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3pPr>
      <a:lvl4pPr marL="137160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4pPr>
      <a:lvl5pPr marL="182880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5pPr>
      <a:lvl6pPr marL="228600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6pPr>
      <a:lvl7pPr marL="274320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7pPr>
      <a:lvl8pPr marL="320040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8pPr>
      <a:lvl9pPr marL="3657600" marR="0" indent="0" algn="l" defTabSz="914400">
        <a:lnSpc>
          <a:spcPct val="100000"/>
        </a:lnSpc>
        <a:spcBef>
          <a:spcPts val="0"/>
        </a:spcBef>
        <a:spcAft>
          <a:spcPts val="0"/>
        </a:spcAft>
        <a:buNone/>
        <a:tabLst/>
        <a:defRPr lang="de-de" sz="1800" b="0" i="0" u="none" strike="noStrike" kern="1" cap="none" spc="0" baseline="0">
          <a:solidFill>
            <a:schemeClr val="tx1"/>
          </a:solidFill>
          <a:effectLst/>
          <a:latin typeface="SRH" pitchFamily="0" charset="0"/>
          <a:ea typeface="SRH" pitchFamily="0" charset="0"/>
          <a:cs typeface="SRH" pitchFamily="0" charset="0"/>
        </a:defRPr>
      </a:lvl9pPr>
    </p:otherStyle>
  </p:txStyles>
</p:sldMaster>
</file>

<file path=ppt/slides/_rels/slide1.xml.rels><?xml version="1.0" encoding="UTF-8" standalone="yes" ?>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png"/></Relationships>
</file>

<file path=ppt/slides/_rels/slide4.xml.rels><?xml version="1.0" encoding="UTF-8" standalone="yes" ?>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png"/></Relationships>
</file>

<file path=ppt/slides/_rels/slide5.xml.rels><?xml version="1.0" encoding="UTF-8" standalone="yes" ?>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15.xml.rels><?xml version="1.0" encoding="UTF-8" standalone="yes" ?>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5.emf"/><Relationship Id="rId3" Type="http://schemas.openxmlformats.org/officeDocument/2006/relationships/image" Target="../media/image6.emf"/></Relationships>
</file>

<file path=ppt/slides/slide1.xml><?xml version="1.0" encoding="utf-8"?>
<p:sld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mc:Ignorable="p14">
  <p:cSld>
    <p:spTree>
      <p:nvGrpSpPr>
        <p:cNvPr id="1" name=""/>
        <p:cNvGrpSpPr/>
        <p:nvPr/>
      </p:nvGrpSpPr>
      <p:grpSpPr>
        <a:xfrm>
          <a:off x="0" y="0"/>
          <a:ext cx="0" cy="0"/>
          <a:chOff x="0" y="0"/>
          <a:chExt cx="0" cy="0"/>
        </a:xfrm>
      </p:grpSpPr>
      <p:sp>
        <p:nvSpPr>
          <p:cNvPr id="2" name="Titel 8"/>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FdXVgJ/f38AqqOdA8zMzADAwP8Af39/AAAAAAAAAAAAAAAAAAAAAAAAAAAAIQAAABgAAAAUAAAA2AEAAA0FAAAXRwAAhREAAAAAAAAmAAAACAAAAAEAAAAAAAAA"/>
              </a:ext>
            </a:extLst>
          </p:cNvSpPr>
          <p:nvPr>
            <p:ph type="title"/>
          </p:nvPr>
        </p:nvSpPr>
        <p:spPr>
          <a:xfrm>
            <a:off x="299720" y="821055"/>
            <a:ext cx="11256645" cy="2026920"/>
          </a:xfrm>
        </p:spPr>
        <p:txBody>
          <a:bodyPr/>
          <a:lstStyle/>
          <a:p>
            <a:pPr algn="ctr">
              <a:defRPr lang="de-de"/>
            </a:pPr>
            <a:br/>
            <a:r>
              <a:rPr lang="en-us" sz="4000" cap="none"/>
              <a:t>Thesis:</a:t>
            </a:r>
            <a:br/>
            <a:r>
              <a:rPr lang="en-us" sz="4000" cap="none"/>
              <a:t>Reliability  Monitoring  and  Cost-Sensitive  Selective Prediction for Credit Risk under Distribution Shift</a:t>
            </a:r>
            <a:endParaRPr lang="en-us" sz="4000" cap="none"/>
          </a:p>
          <a:p>
            <a:pPr algn="ctr">
              <a:spcBef>
                <a:spcPts val="0"/>
              </a:spcBef>
              <a:defRPr lang="en-us" sz="4000" cap="none"/>
            </a:pPr>
          </a:p>
        </p:txBody>
      </p:sp>
      <p:sp>
        <p:nvSpPr>
          <p:cNvPr id="3" name="object 12"/>
          <p:cNvSpPr>
            <a:extLst>
              <a:ext uri="smNativeData">
                <pr:smNativeData xmlns:pr="smNativeData" xmlns="smNativeData" val="SMDATA_15_c7cuahMAAAAlAAAAZAAAAE0AAAAAAAAAABQAAAAAAAAAAAAAAAAAAAAA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AAAAAB/f38AqqOdA8zMzADAwP8Af39/AAAAAAAAAAAAAAAAAAAAAAAAAAAAIQAAABgAAAAUAAAAswIAAHIYAADaJgAAfSoAAAAgAAAmAAAACAAAAP//////////"/>
              </a:ext>
            </a:extLst>
          </p:cNvSpPr>
          <p:nvPr/>
        </p:nvSpPr>
        <p:spPr>
          <a:xfrm>
            <a:off x="438785" y="3973830"/>
            <a:ext cx="5876925" cy="2933065"/>
          </a:xfrm>
          <a:prstGeom prst="rect">
            <a:avLst/>
          </a:prstGeom>
          <a:noFill/>
          <a:ln>
            <a:noFill/>
          </a:ln>
          <a:effectLst/>
        </p:spPr>
        <p:txBody>
          <a:bodyPr vert="horz" wrap="square" lIns="0" tIns="12700" rIns="0" bIns="0" numCol="1" spcCol="215900" anchor="t"/>
          <a:lstStyle/>
          <a:p>
            <a:pPr marL="12700">
              <a:spcBef>
                <a:spcPts val="3345"/>
              </a:spcBef>
              <a:defRPr lang="de-de"/>
            </a:pPr>
            <a:r>
              <a:rPr lang="en-us" sz="2400" b="1" cap="none">
                <a:solidFill>
                  <a:schemeClr val="bg1"/>
                </a:solidFill>
                <a:latin typeface="SRH Headline" pitchFamily="0" charset="0"/>
                <a:ea typeface="SRH Headline" pitchFamily="0" charset="0"/>
                <a:cs typeface="SRH Headline" pitchFamily="0" charset="0"/>
              </a:rPr>
              <a:t>Amin</a:t>
            </a:r>
            <a:r>
              <a:rPr lang="en-us" sz="2400" cap="none"/>
              <a:t> </a:t>
            </a:r>
            <a:r>
              <a:rPr lang="en-us" sz="2400" b="1" cap="none">
                <a:solidFill>
                  <a:schemeClr val="bg1"/>
                </a:solidFill>
                <a:latin typeface="SRH Headline" pitchFamily="0" charset="0"/>
                <a:ea typeface="SRH Headline" pitchFamily="0" charset="0"/>
                <a:cs typeface="SRH Headline" pitchFamily="0" charset="0"/>
              </a:rPr>
              <a:t>Feli</a:t>
            </a:r>
            <a:r>
              <a:rPr lang="fa-ir" sz="2400" b="1" cap="none">
                <a:solidFill>
                  <a:schemeClr val="bg1"/>
                </a:solidFill>
                <a:latin typeface="SRH Headline" pitchFamily="0" charset="0"/>
                <a:ea typeface="SRH Headline" pitchFamily="0" charset="0"/>
                <a:cs typeface="SRH Headline" pitchFamily="0" charset="0"/>
              </a:rPr>
              <a:t> </a:t>
            </a:r>
            <a:r>
              <a:rPr lang="en-us" sz="2400" b="1" cap="none">
                <a:solidFill>
                  <a:schemeClr val="bg1"/>
                </a:solidFill>
                <a:latin typeface="SRH Headline" pitchFamily="0" charset="0"/>
                <a:ea typeface="SRH Headline" pitchFamily="0" charset="0"/>
                <a:cs typeface="SRH Headline" pitchFamily="0" charset="0"/>
              </a:rPr>
              <a:t>(11038701)</a:t>
            </a:r>
            <a:r>
              <a:rPr lang="fa-ir" sz="2400" b="1" cap="none">
                <a:solidFill>
                  <a:schemeClr val="bg1"/>
                </a:solidFill>
                <a:latin typeface="SRH Headline" pitchFamily="0" charset="0"/>
                <a:ea typeface="SRH Headline" pitchFamily="0" charset="0"/>
                <a:cs typeface="SRH Headline" pitchFamily="0" charset="0"/>
              </a:rPr>
              <a:t> </a:t>
            </a:r>
            <a:endParaRPr lang="en-us" sz="2400" b="1" cap="none">
              <a:solidFill>
                <a:schemeClr val="bg1"/>
              </a:solidFill>
              <a:latin typeface="SRH Headline" pitchFamily="0" charset="0"/>
              <a:ea typeface="SRH Headline" pitchFamily="0" charset="0"/>
              <a:cs typeface="SRH Headline" pitchFamily="0" charset="0"/>
            </a:endParaRPr>
          </a:p>
          <a:p>
            <a:pPr marL="12700">
              <a:spcBef>
                <a:spcPts val="3345"/>
              </a:spcBef>
              <a:defRPr lang="de-de"/>
            </a:pPr>
            <a:r>
              <a:rPr lang="en-us" sz="2400" b="1" cap="none">
                <a:solidFill>
                  <a:schemeClr val="bg1"/>
                </a:solidFill>
                <a:latin typeface="SRH Headline" pitchFamily="0" charset="0"/>
                <a:ea typeface="SRH Headline" pitchFamily="0" charset="0"/>
                <a:cs typeface="SRH Headline" pitchFamily="0" charset="0"/>
              </a:rPr>
              <a:t>Supervisor: Prof</a:t>
            </a:r>
            <a:r>
              <a:rPr lang="fa-ir" sz="2400" b="1" cap="none">
                <a:solidFill>
                  <a:schemeClr val="bg1"/>
                </a:solidFill>
                <a:latin typeface="SRH Headline" pitchFamily="0" charset="0"/>
                <a:ea typeface="SRH Headline" pitchFamily="0" charset="0"/>
                <a:cs typeface="SRH Headline" pitchFamily="0" charset="0"/>
              </a:rPr>
              <a:t> . </a:t>
            </a:r>
            <a:r>
              <a:rPr lang="en-us" sz="2400" b="1" cap="none">
                <a:solidFill>
                  <a:schemeClr val="bg1"/>
                </a:solidFill>
                <a:latin typeface="SRH Headline" pitchFamily="0" charset="0"/>
                <a:ea typeface="SRH Headline" pitchFamily="0" charset="0"/>
                <a:cs typeface="SRH Headline" pitchFamily="0" charset="0"/>
              </a:rPr>
              <a:t>Dr. Mehrdad Jalali</a:t>
            </a:r>
            <a:endParaRPr lang="en-us" sz="2400" b="1" cap="none">
              <a:solidFill>
                <a:schemeClr val="bg1"/>
              </a:solidFill>
              <a:latin typeface="SRH Headline" pitchFamily="0" charset="0"/>
              <a:ea typeface="SRH Headline" pitchFamily="0" charset="0"/>
              <a:cs typeface="SRH Headline" pitchFamily="0" charset="0"/>
            </a:endParaRPr>
          </a:p>
          <a:p>
            <a:pPr marL="12700">
              <a:spcBef>
                <a:spcPts val="3345"/>
              </a:spcBef>
              <a:defRPr lang="de-de"/>
            </a:pPr>
            <a:r>
              <a:rPr lang="en-us" sz="2400" b="1" cap="none">
                <a:solidFill>
                  <a:schemeClr val="bg1"/>
                </a:solidFill>
                <a:latin typeface="SRH Headline" pitchFamily="0" charset="0"/>
                <a:ea typeface="SRH Headline" pitchFamily="0" charset="0"/>
                <a:cs typeface="SRH Headline" pitchFamily="0" charset="0"/>
              </a:rPr>
              <a:t>SRH Hochschule Heidelberg</a:t>
            </a:r>
            <a:endParaRPr lang="en-us" sz="2400" b="1" cap="none">
              <a:solidFill>
                <a:schemeClr val="bg1"/>
              </a:solidFill>
              <a:latin typeface="SRH Headline" pitchFamily="0" charset="0"/>
              <a:ea typeface="SRH Headline" pitchFamily="0" charset="0"/>
              <a:cs typeface="SRH Headline" pitchFamily="0" charset="0"/>
            </a:endParaRPr>
          </a:p>
          <a:p>
            <a:pPr marL="12700">
              <a:lnSpc>
                <a:spcPct val="150000"/>
              </a:lnSpc>
              <a:spcBef>
                <a:spcPts val="3345"/>
              </a:spcBef>
              <a:defRPr lang="de-de"/>
            </a:pPr>
            <a:endParaRPr lang="de-de" sz="2400" b="1" cap="none">
              <a:solidFill>
                <a:schemeClr val="bg1"/>
              </a:solidFill>
              <a:latin typeface="SRH Headline" pitchFamily="0" charset="0"/>
              <a:ea typeface="SRH Headline" pitchFamily="0" charset="0"/>
              <a:cs typeface="SRH Headline" pitchFamily="0" charset="0"/>
            </a:endParaRPr>
          </a:p>
        </p:txBody>
      </p:sp>
      <p:sp>
        <p:nvSpPr>
          <p:cNvPr id="4" name="Date Placeholder 2"/>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DwEAAFYmAABxBgAAlSgAABAAAAAmAAAACAAAAAEAAAAAAAAA"/>
              </a:ext>
            </a:extLst>
          </p:cNvSpPr>
          <p:nvPr>
            <p:ph type="dt" sz="half" idx="10"/>
          </p:nvPr>
        </p:nvSpPr>
        <p:spPr>
          <a:xfrm>
            <a:off x="172085" y="6231890"/>
            <a:ext cx="875030" cy="365125"/>
          </a:xfrm>
        </p:spPr>
        <p:txBody>
          <a:bodyPr/>
          <a:lstStyle/>
          <a:p>
            <a:pPr>
              <a:defRPr lang="de-de"/>
            </a:pPr>
            <a:fld id="{2A4DEBFC-B2C7-181D-89F5-4448A5BB7F11}" type="datetime1">
              <a:rPr lang="en-ca" cap="none"/>
              <a:t>6/14/2026</a:t>
            </a:fld>
          </a:p>
        </p:txBody>
      </p:sp>
      <p:sp>
        <p:nvSpPr>
          <p:cNvPr id="5" name="Footer Placeholder 5"/>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QYAAKomAADuLgAA6SgAABAAAAAmAAAACAAAAAEAAAAAAAAA"/>
              </a:ext>
            </a:extLst>
          </p:cNvSpPr>
          <p:nvPr>
            <p:ph type="ftr" sz="quarter" idx="11"/>
          </p:nvPr>
        </p:nvSpPr>
        <p:spPr>
          <a:xfrm>
            <a:off x="1133475" y="6285230"/>
            <a:ext cx="6495415" cy="365125"/>
          </a:xfrm>
        </p:spPr>
        <p:txBody>
          <a:bodyPr/>
          <a:lstStyle/>
          <a:p>
            <a:pPr>
              <a:defRPr lang="de-de"/>
            </a:pPr>
            <a:r>
              <a:t>SRH Hochschule Heidelberg</a:t>
            </a:r>
          </a:p>
        </p:txBody>
      </p:sp>
      <p:sp>
        <p:nvSpPr>
          <p:cNvPr id="6" name="Slide Number Placeholder 7"/>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FzcDwM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B0QAANMmAAA2SAAAEikAABAAAAAmAAAACAAAAAEAAAAAAAAA"/>
              </a:ext>
            </a:extLst>
          </p:cNvSpPr>
          <p:nvPr>
            <p:ph type="sldNum" sz="quarter" idx="12"/>
          </p:nvPr>
        </p:nvSpPr>
        <p:spPr>
          <a:xfrm>
            <a:off x="11058525" y="6311265"/>
            <a:ext cx="680085" cy="365125"/>
          </a:xfrm>
        </p:spPr>
        <p:txBody>
          <a:bodyPr/>
          <a:lstStyle/>
          <a:p>
            <a:pPr>
              <a:defRPr lang="de-de"/>
            </a:pPr>
            <a:fld id="{2A4DD26A-24C7-1824-89F5-D2719CBB7F87}" type="slidenum">
              <a:t>1</a:t>
            </a:fld>
          </a:p>
        </p:txBody>
      </p:sp>
    </p:spTree>
  </p:cSld>
  <p:clrMapOvr>
    <a:masterClrMapping/>
  </p:clrMapOvr>
  <p:timing>
    <p:tnLst>
      <p:par>
        <p:cTn id="1" dur="indefinite" restart="never" nodeType="tmRoot"/>
      </p:par>
    </p:tnLst>
  </p:timing>
</p:sld>
</file>

<file path=ppt/slides/slide2.xml><?xml version="1.0" encoding="utf-8"?>
<p:sld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mc:Ignorable="p14">
  <p:cSld>
    <p:spTree>
      <p:nvGrpSpPr>
        <p:cNvPr id="1" name=""/>
        <p:cNvGrpSpPr/>
        <p:nvPr/>
      </p:nvGrpSpPr>
      <p:grpSpPr>
        <a:xfrm>
          <a:off x="0" y="0"/>
          <a:ext cx="0" cy="0"/>
          <a:chOff x="0" y="0"/>
          <a:chExt cx="0" cy="0"/>
        </a:xfrm>
      </p:grpSpPr>
      <p:sp>
        <p:nvSpPr>
          <p:cNvPr id="2" name="Titel 1"/>
          <p:cNvSpPr>
            <a:spLocks noGrp="1" noChangeArrowheads="1"/>
            <a:extLst>
              <a:ext uri="smNativeData">
                <pr:smNativeData xmlns:pr="smNativeData" xmlns="smNativeData" val="SMDATA_15_c7c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FdXVgJ/f38AqqOdA8zMzADAwP8Af39/AAAAAAAAAAAAAAAAAAAAAAAAAAAAIQAAABgAAAAUAAAALgEAAI8AAACEOQAAVAQAABAAAAAmAAAACAAAAAEAAAAAAAAA"/>
              </a:ext>
            </a:extLst>
          </p:cNvSpPr>
          <p:nvPr>
            <p:ph type="title"/>
          </p:nvPr>
        </p:nvSpPr>
        <p:spPr>
          <a:xfrm>
            <a:off x="191770" y="90805"/>
            <a:ext cx="9157970" cy="612775"/>
          </a:xfrm>
        </p:spPr>
        <p:txBody>
          <a:bodyPr/>
          <a:lstStyle/>
          <a:p>
            <a:pPr>
              <a:defRPr lang="de-de"/>
            </a:pPr>
            <a:r>
              <a:rPr lang="en-us" cap="none">
                <a:solidFill>
                  <a:srgbClr val="DF4807"/>
                </a:solidFill>
              </a:rPr>
              <a:t>Problem Statement:</a:t>
            </a:r>
            <a:endParaRPr lang="de-de" cap="none">
              <a:solidFill>
                <a:srgbClr val="DF4807"/>
              </a:solidFill>
            </a:endParaRPr>
          </a:p>
        </p:txBody>
      </p:sp>
      <p:sp>
        <p:nvSpPr>
          <p:cNvPr id="3" name="Inhaltsplatzhalter 5"/>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sB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tAEAAJAEAAAtRAAALSkAAAAAAAAmAAAACAAAAAEAAAAAAAAA"/>
              </a:ext>
            </a:extLst>
          </p:cNvSpPr>
          <p:nvPr>
            <p:ph type="body" idx="1"/>
          </p:nvPr>
        </p:nvSpPr>
        <p:spPr>
          <a:xfrm>
            <a:off x="276860" y="741680"/>
            <a:ext cx="10805795" cy="5951855"/>
          </a:xfrm>
        </p:spPr>
        <p:txBody>
          <a:bodyPr/>
          <a:lstStyle/>
          <a:p>
            <a:pPr algn="just">
              <a:lnSpc>
                <a:spcPct val="200000"/>
              </a:lnSpc>
              <a:spcBef>
                <a:spcPts val="0"/>
              </a:spcBef>
              <a:buNone/>
              <a:defRPr sz="1100" cap="none">
                <a:solidFill>
                  <a:srgbClr val="000000"/>
                </a:solidFill>
                <a:uFill>
                  <a:solidFill>
                    <a:srgbClr val="000000"/>
                  </a:solidFill>
                </a:uFill>
                <a:latin typeface="Times New Roman" pitchFamily="1" charset="0"/>
                <a:ea typeface="Times New Roman" pitchFamily="1" charset="0"/>
                <a:cs typeface="Times New Roman" pitchFamily="1" charset="0"/>
              </a:defRPr>
            </a:pPr>
            <a:r>
              <a:t>Credit risk prediction systems in banking are typically designed to classify loan applicants as either </a:t>
            </a:r>
            <a:r>
              <a:rPr b="1" cap="none"/>
              <a:t>default or non-default </a:t>
            </a:r>
            <a:r>
              <a:t>using machine learning models trained on historical data. While many existing studies focus on improving predictive accuracy (e.g., </a:t>
            </a:r>
            <a:r>
              <a:rPr b="1" cap="none"/>
              <a:t>AUC optimization</a:t>
            </a:r>
            <a:r>
              <a:t>) and addressing class imbalance through cost-sensitive learning, they remain limited in several important aspects.</a:t>
            </a:r>
          </a:p>
          <a:p>
            <a:pPr algn="just">
              <a:lnSpc>
                <a:spcPct val="200000"/>
              </a:lnSpc>
              <a:spcBef>
                <a:spcPts val="0"/>
              </a:spcBef>
              <a:buNone/>
              <a:defRPr sz="1100" cap="none">
                <a:solidFill>
                  <a:srgbClr val="000000"/>
                </a:solidFill>
                <a:uFill>
                  <a:solidFill>
                    <a:srgbClr val="000000"/>
                  </a:solidFill>
                </a:uFill>
                <a:latin typeface="Times New Roman" pitchFamily="1" charset="0"/>
                <a:ea typeface="Times New Roman" pitchFamily="1" charset="0"/>
                <a:cs typeface="Times New Roman" pitchFamily="1" charset="0"/>
              </a:defRPr>
            </a:pPr>
          </a:p>
          <a:p>
            <a:pPr algn="just">
              <a:lnSpc>
                <a:spcPct val="200000"/>
              </a:lnSpc>
              <a:spcBef>
                <a:spcPts val="0"/>
              </a:spcBef>
              <a:buNone/>
              <a:defRPr sz="1100" cap="none">
                <a:solidFill>
                  <a:srgbClr val="000000"/>
                </a:solidFill>
                <a:uFill>
                  <a:solidFill>
                    <a:srgbClr val="000000"/>
                  </a:solidFill>
                </a:uFill>
                <a:latin typeface="Times New Roman" pitchFamily="1" charset="0"/>
                <a:ea typeface="Times New Roman" pitchFamily="1" charset="0"/>
                <a:cs typeface="Times New Roman" pitchFamily="1" charset="0"/>
              </a:defRPr>
            </a:pPr>
            <a:r>
              <a:t>First, most traditional models rely on a </a:t>
            </a:r>
            <a:r>
              <a:rPr b="1" cap="none"/>
              <a:t>static decision threshold (commonly 0.5)</a:t>
            </a:r>
            <a:r>
              <a:t>, which does not reflect real-world financial trade-offs between false positives and false negatives. This leads to suboptimal decision-making in risk-sensitive environments such as credit lending.</a:t>
            </a:r>
          </a:p>
          <a:p>
            <a:pPr algn="just">
              <a:lnSpc>
                <a:spcPct val="200000"/>
              </a:lnSpc>
              <a:spcBef>
                <a:spcPts val="0"/>
              </a:spcBef>
              <a:buNone/>
              <a:defRPr sz="1100" cap="none">
                <a:solidFill>
                  <a:srgbClr val="000000"/>
                </a:solidFill>
                <a:uFill>
                  <a:solidFill>
                    <a:srgbClr val="000000"/>
                  </a:solidFill>
                </a:uFill>
                <a:latin typeface="Times New Roman" pitchFamily="1" charset="0"/>
                <a:ea typeface="Times New Roman" pitchFamily="1" charset="0"/>
                <a:cs typeface="Times New Roman" pitchFamily="1" charset="0"/>
              </a:defRPr>
            </a:pPr>
          </a:p>
          <a:p>
            <a:pPr algn="just">
              <a:lnSpc>
                <a:spcPct val="200000"/>
              </a:lnSpc>
              <a:spcBef>
                <a:spcPts val="0"/>
              </a:spcBef>
              <a:buNone/>
              <a:defRPr sz="1100" cap="none">
                <a:solidFill>
                  <a:srgbClr val="000000"/>
                </a:solidFill>
                <a:uFill>
                  <a:solidFill>
                    <a:srgbClr val="000000"/>
                  </a:solidFill>
                </a:uFill>
                <a:latin typeface="Times New Roman" pitchFamily="1" charset="0"/>
                <a:ea typeface="Times New Roman" pitchFamily="1" charset="0"/>
                <a:cs typeface="Times New Roman" pitchFamily="1" charset="0"/>
              </a:defRPr>
            </a:pPr>
            <a:r>
              <a:t>Second, although cost-sensitive learning is widely adopted, it is typically implemented as a</a:t>
            </a:r>
            <a:r>
              <a:rPr b="1" cap="none"/>
              <a:t> fixed penalty structure</a:t>
            </a:r>
            <a:r>
              <a:t>, without adapting dynamically to changing business constraints, operational conditions, or varying risk preferences.</a:t>
            </a:r>
          </a:p>
          <a:p>
            <a:pPr algn="just">
              <a:lnSpc>
                <a:spcPct val="200000"/>
              </a:lnSpc>
              <a:spcBef>
                <a:spcPts val="0"/>
              </a:spcBef>
              <a:buNone/>
              <a:defRPr sz="1100" cap="none">
                <a:solidFill>
                  <a:srgbClr val="000000"/>
                </a:solidFill>
                <a:uFill>
                  <a:solidFill>
                    <a:srgbClr val="000000"/>
                  </a:solidFill>
                </a:uFill>
                <a:latin typeface="Times New Roman" pitchFamily="1" charset="0"/>
                <a:ea typeface="Times New Roman" pitchFamily="1" charset="0"/>
                <a:cs typeface="Times New Roman" pitchFamily="1" charset="0"/>
              </a:defRPr>
            </a:pPr>
          </a:p>
          <a:p>
            <a:pPr algn="just">
              <a:lnSpc>
                <a:spcPct val="200000"/>
              </a:lnSpc>
              <a:spcBef>
                <a:spcPts val="0"/>
              </a:spcBef>
              <a:buNone/>
              <a:defRPr sz="1100" cap="none">
                <a:solidFill>
                  <a:srgbClr val="000000"/>
                </a:solidFill>
                <a:uFill>
                  <a:solidFill>
                    <a:srgbClr val="000000"/>
                  </a:solidFill>
                </a:uFill>
                <a:latin typeface="Times New Roman" pitchFamily="1" charset="0"/>
                <a:ea typeface="Times New Roman" pitchFamily="1" charset="0"/>
                <a:cs typeface="Times New Roman" pitchFamily="1" charset="0"/>
              </a:defRPr>
            </a:pPr>
            <a:r>
              <a:t>Third, most conventional credit risk models provide only </a:t>
            </a:r>
            <a:r>
              <a:rPr b="1" cap="none"/>
              <a:t>deterministic binary outputs</a:t>
            </a:r>
            <a:r>
              <a:t>, without explicitly modeling uncertainty. As a result, they force automated decisions even in ambiguous cases where human judgment would be more appropriate.</a:t>
            </a:r>
          </a:p>
          <a:p>
            <a:pPr algn="just">
              <a:lnSpc>
                <a:spcPct val="200000"/>
              </a:lnSpc>
              <a:spcBef>
                <a:spcPts val="0"/>
              </a:spcBef>
              <a:buNone/>
              <a:defRPr sz="1100" cap="none">
                <a:solidFill>
                  <a:srgbClr val="000000"/>
                </a:solidFill>
                <a:uFill>
                  <a:solidFill>
                    <a:srgbClr val="000000"/>
                  </a:solidFill>
                </a:uFill>
                <a:latin typeface="Times New Roman" pitchFamily="1" charset="0"/>
                <a:ea typeface="Times New Roman" pitchFamily="1" charset="0"/>
                <a:cs typeface="Times New Roman" pitchFamily="1" charset="0"/>
              </a:defRPr>
            </a:pPr>
          </a:p>
          <a:p>
            <a:pPr algn="just">
              <a:lnSpc>
                <a:spcPct val="200000"/>
              </a:lnSpc>
              <a:spcBef>
                <a:spcPts val="0"/>
              </a:spcBef>
              <a:buNone/>
              <a:defRPr sz="1100" cap="none">
                <a:solidFill>
                  <a:srgbClr val="000000"/>
                </a:solidFill>
                <a:uFill>
                  <a:solidFill>
                    <a:srgbClr val="000000"/>
                  </a:solidFill>
                </a:uFill>
                <a:latin typeface="Times New Roman" pitchFamily="1" charset="0"/>
                <a:ea typeface="Times New Roman" pitchFamily="1" charset="0"/>
                <a:cs typeface="Times New Roman" pitchFamily="1" charset="0"/>
              </a:defRPr>
            </a:pPr>
            <a:r>
              <a:t>Fourth, existing approaches are generally developed and evaluated in a static training environment, </a:t>
            </a:r>
            <a:r>
              <a:rPr b="1" cap="none"/>
              <a:t>assuming that data distributions remain stable over time.</a:t>
            </a:r>
            <a:r>
              <a:t> However, in real banking systems, economic conditions, customer behavior, and credit patterns evolve continuously, leading to data drift and model performance degradation over time.</a:t>
            </a:r>
          </a:p>
          <a:p>
            <a:pPr algn="just">
              <a:lnSpc>
                <a:spcPct val="200000"/>
              </a:lnSpc>
              <a:spcBef>
                <a:spcPts val="0"/>
              </a:spcBef>
              <a:buNone/>
              <a:defRPr sz="1100" cap="none">
                <a:solidFill>
                  <a:srgbClr val="000000"/>
                </a:solidFill>
                <a:uFill>
                  <a:solidFill>
                    <a:srgbClr val="000000"/>
                  </a:solidFill>
                </a:uFill>
                <a:latin typeface="Times New Roman" pitchFamily="1" charset="0"/>
                <a:ea typeface="Times New Roman" pitchFamily="1" charset="0"/>
                <a:cs typeface="Times New Roman" pitchFamily="1" charset="0"/>
              </a:defRPr>
            </a:pPr>
            <a:r>
              <a:t>Finally, a key limitation in many previous works is the </a:t>
            </a:r>
            <a:r>
              <a:rPr b="1" cap="none"/>
              <a:t>lack of a continuous reliability monitoring framework</a:t>
            </a:r>
            <a:r>
              <a:t>. After deployment, models are often evaluated only periodically using new datasets, without systematic tracking of data drift, prediction drift, or real-time performance degradation. This means that deterioration in model behavior (e.g., increasing false negatives or shifting risk distributions) may go undetected until significant financial impact has already occurred.</a:t>
            </a:r>
          </a:p>
          <a:p>
            <a:pPr lvl="1" marL="0" indent="0" algn="just">
              <a:lnSpc>
                <a:spcPct val="200000"/>
              </a:lnSpc>
              <a:buNone/>
              <a:defRPr sz="1100" cap="none">
                <a:solidFill>
                  <a:srgbClr val="000000"/>
                </a:solidFill>
                <a:uFill>
                  <a:solidFill>
                    <a:srgbClr val="000000"/>
                  </a:solidFill>
                </a:uFill>
                <a:latin typeface="Times New Roman" pitchFamily="1" charset="0"/>
                <a:ea typeface="Times New Roman" pitchFamily="1" charset="0"/>
                <a:cs typeface="Times New Roman" pitchFamily="1" charset="0"/>
              </a:defRPr>
            </a:pPr>
          </a:p>
        </p:txBody>
      </p:sp>
      <p:sp>
        <p:nvSpPr>
          <p:cNvPr id="4" name="Datumsplatzhalter 2"/>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QwIAABonAACkBwAAWSkAABAAAAAmAAAACAAAAAAAAAAAAAAA"/>
              </a:ext>
            </a:extLst>
          </p:cNvSpPr>
          <p:nvPr>
            <p:ph type="dt" sz="half" idx="10"/>
          </p:nvPr>
        </p:nvSpPr>
        <p:spPr/>
        <p:txBody>
          <a:bodyPr/>
          <a:lstStyle/>
          <a:p>
            <a:pPr>
              <a:defRPr lang="de-de"/>
            </a:pPr>
            <a:fld id="{2A4D80F2-BCC7-1876-89F5-4A23CEBB7F1F}" type="datetime1">
              <a:rPr lang="en-ca" cap="none"/>
              <a:t>6/14/2026</a:t>
            </a:fld>
          </a:p>
        </p:txBody>
      </p:sp>
      <p:sp>
        <p:nvSpPr>
          <p:cNvPr id="5" name="Fußzeilenplatzhalter 3"/>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pAcAAConAACaLwAAaSkAABAAAAAmAAAACAAAAAEAAAAAAAAA"/>
              </a:ext>
            </a:extLst>
          </p:cNvSpPr>
          <p:nvPr>
            <p:ph type="ftr" sz="quarter" idx="11"/>
          </p:nvPr>
        </p:nvSpPr>
        <p:spPr>
          <a:xfrm>
            <a:off x="1242060" y="6366510"/>
            <a:ext cx="6496050" cy="365125"/>
          </a:xfrm>
        </p:spPr>
        <p:txBody>
          <a:bodyPr/>
          <a:lstStyle/>
          <a:p>
            <a:pPr>
              <a:defRPr lang="de-de"/>
            </a:pPr>
            <a:r>
              <a:rPr lang="nl-nl" cap="none" spc="-6">
                <a:solidFill>
                  <a:schemeClr val="tx1"/>
                </a:solidFill>
                <a:latin typeface="Arial MT" pitchFamily="0" charset="0"/>
                <a:ea typeface="SRH" pitchFamily="0" charset="0"/>
                <a:cs typeface="Arial MT" pitchFamily="0" charset="0"/>
              </a:rPr>
              <a:t>SRH Hochschule Heidelberg</a:t>
            </a:r>
          </a:p>
        </p:txBody>
      </p:sp>
      <p:sp>
        <p:nvSpPr>
          <p:cNvPr id="6" name="Foliennummernplatzhalter 4"/>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kkQAACgnAADBSAAAZykAABAAAAAmAAAACAAAAAAAAAAAAAAA"/>
              </a:ext>
            </a:extLst>
          </p:cNvSpPr>
          <p:nvPr>
            <p:ph type="sldNum" sz="quarter" idx="12"/>
          </p:nvPr>
        </p:nvSpPr>
        <p:spPr/>
        <p:txBody>
          <a:bodyPr/>
          <a:lstStyle/>
          <a:p>
            <a:pPr>
              <a:defRPr lang="de-de"/>
            </a:pPr>
            <a:fld id="{2A4DBD57-19C7-184B-89F5-EF1EF3BB7FBA}" type="slidenum">
              <a:t>2</a:t>
            </a:fld>
          </a:p>
        </p:txBody>
      </p:sp>
    </p:spTree>
  </p:cSld>
  <p:clrMapOvr>
    <a:masterClrMapping/>
  </p:clrMapOvr>
  <p:timing>
    <p:tnLst>
      <p:par>
        <p:cTn id="1" dur="indefinite" restart="never" nodeType="tmRoot"/>
      </p:par>
    </p:tnLst>
  </p:timing>
</p:sld>
</file>

<file path=ppt/slides/slide3.xml><?xml version="1.0" encoding="utf-8"?>
<p:sld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mc:Ignorable="p14">
  <p:cSld>
    <p:spTree>
      <p:nvGrpSpPr>
        <p:cNvPr id="1" name=""/>
        <p:cNvGrpSpPr/>
        <p:nvPr/>
      </p:nvGrpSpPr>
      <p:grpSpPr>
        <a:xfrm>
          <a:off x="0" y="0"/>
          <a:ext cx="0" cy="0"/>
          <a:chOff x="0" y="0"/>
          <a:chExt cx="0" cy="0"/>
        </a:xfrm>
      </p:grpSpPr>
      <p:sp>
        <p:nvSpPr>
          <p:cNvPr id="2" name="Titel 1"/>
          <p:cNvSpPr>
            <a:spLocks noGrp="1" noChangeArrowheads="1"/>
            <a:extLst>
              <a:ext uri="smNativeData">
                <pr:smNativeData xmlns:pr="smNativeData" xmlns="smNativeData" val="SMDATA_15_c7c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FdXVgJ/f38AqqOdA8zMzADAwP8Af39/AAAAAAAAAAAAAAAAAAAAAAAAAAAAIQAAABgAAAAUAAAALgEAAI8AAACEOQAAsgUAAAAAAAAmAAAACAAAAAEAAAAAAAAA"/>
              </a:ext>
            </a:extLst>
          </p:cNvSpPr>
          <p:nvPr>
            <p:ph type="title"/>
          </p:nvPr>
        </p:nvSpPr>
        <p:spPr>
          <a:xfrm>
            <a:off x="191770" y="90805"/>
            <a:ext cx="9157970" cy="835025"/>
          </a:xfrm>
        </p:spPr>
        <p:txBody>
          <a:bodyPr/>
          <a:lstStyle/>
          <a:p>
            <a:pPr>
              <a:defRPr lang="de-de"/>
            </a:pPr>
            <a:r>
              <a:rPr lang="en-us" cap="none">
                <a:solidFill>
                  <a:srgbClr val="DF4807"/>
                </a:solidFill>
              </a:rPr>
              <a:t>Limitations of previous research:</a:t>
            </a:r>
            <a:endParaRPr lang="de-de" cap="none">
              <a:solidFill>
                <a:srgbClr val="DF4807"/>
              </a:solidFill>
            </a:endParaRPr>
          </a:p>
        </p:txBody>
      </p:sp>
      <p:sp>
        <p:nvSpPr>
          <p:cNvPr id="3" name="Inhaltsplatzhalter 5"/>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tAEAABMGAAAtRAAALSkAAAAAAAAmAAAACAAAAAEAAAAAAAAA"/>
              </a:ext>
            </a:extLst>
          </p:cNvSpPr>
          <p:nvPr>
            <p:ph type="body" idx="1"/>
          </p:nvPr>
        </p:nvSpPr>
        <p:spPr>
          <a:xfrm>
            <a:off x="276860" y="987425"/>
            <a:ext cx="10805795" cy="5706110"/>
          </a:xfrm>
        </p:spPr>
        <p:txBody>
          <a:bodyPr/>
          <a:lstStyle/>
          <a:p>
            <a:pPr algn="just">
              <a:lnSpc>
                <a:spcPct val="200000"/>
              </a:lnSpc>
              <a:spcBef>
                <a:spcPts val="0"/>
              </a:spcBef>
              <a:buClr>
                <a:schemeClr val="accent1"/>
              </a:buClr>
              <a:buFont typeface="Wingdings" pitchFamily="0" charset="2"/>
              <a:buBlip>
                <a:blip r:embed="rId2"/>
              </a:buBlip>
              <a:defRPr sz="1400" cap="none">
                <a:solidFill>
                  <a:srgbClr val="000000"/>
                </a:solidFill>
                <a:uFill>
                  <a:solidFill>
                    <a:srgbClr val="000000"/>
                  </a:solidFill>
                </a:uFill>
                <a:latin typeface="Times New Roman" pitchFamily="1" charset="0"/>
                <a:ea typeface="Times New Roman" pitchFamily="1" charset="0"/>
                <a:cs typeface="Times New Roman" pitchFamily="1" charset="0"/>
              </a:defRPr>
            </a:pPr>
            <a:r>
              <a:t>No dynamic threshold optimization</a:t>
            </a:r>
          </a:p>
          <a:p>
            <a:pPr algn="just">
              <a:lnSpc>
                <a:spcPct val="200000"/>
              </a:lnSpc>
              <a:spcBef>
                <a:spcPts val="0"/>
              </a:spcBef>
              <a:buClr>
                <a:schemeClr val="accent1"/>
              </a:buClr>
              <a:buFont typeface="Wingdings" pitchFamily="0" charset="2"/>
              <a:buBlip>
                <a:blip r:embed="rId2"/>
              </a:buBlip>
              <a:defRPr sz="1400" cap="none">
                <a:solidFill>
                  <a:srgbClr val="000000"/>
                </a:solidFill>
                <a:uFill>
                  <a:solidFill>
                    <a:srgbClr val="000000"/>
                  </a:solidFill>
                </a:uFill>
                <a:latin typeface="Times New Roman" pitchFamily="1" charset="0"/>
                <a:ea typeface="Times New Roman" pitchFamily="1" charset="0"/>
                <a:cs typeface="Times New Roman" pitchFamily="1" charset="0"/>
              </a:defRPr>
            </a:pPr>
            <a:r>
              <a:t>No uncertainty handling</a:t>
            </a:r>
          </a:p>
          <a:p>
            <a:pPr algn="just">
              <a:lnSpc>
                <a:spcPct val="200000"/>
              </a:lnSpc>
              <a:spcBef>
                <a:spcPts val="0"/>
              </a:spcBef>
              <a:buClr>
                <a:schemeClr val="accent1"/>
              </a:buClr>
              <a:buFont typeface="Wingdings" pitchFamily="0" charset="2"/>
              <a:buBlip>
                <a:blip r:embed="rId2"/>
              </a:buBlip>
              <a:defRPr sz="1400" cap="none">
                <a:solidFill>
                  <a:srgbClr val="000000"/>
                </a:solidFill>
                <a:uFill>
                  <a:solidFill>
                    <a:srgbClr val="000000"/>
                  </a:solidFill>
                </a:uFill>
                <a:latin typeface="Times New Roman" pitchFamily="1" charset="0"/>
                <a:ea typeface="Times New Roman" pitchFamily="1" charset="0"/>
                <a:cs typeface="Times New Roman" pitchFamily="1" charset="0"/>
              </a:defRPr>
            </a:pPr>
            <a:r>
              <a:t>No model monitoring after deployment</a:t>
            </a:r>
          </a:p>
          <a:p>
            <a:pPr algn="just">
              <a:lnSpc>
                <a:spcPct val="200000"/>
              </a:lnSpc>
              <a:spcBef>
                <a:spcPts val="0"/>
              </a:spcBef>
              <a:buClr>
                <a:schemeClr val="accent1"/>
              </a:buClr>
              <a:buFont typeface="Wingdings" pitchFamily="0" charset="2"/>
              <a:buBlip>
                <a:blip r:embed="rId2"/>
              </a:buBlip>
              <a:defRPr sz="1400" cap="none">
                <a:solidFill>
                  <a:srgbClr val="000000"/>
                </a:solidFill>
                <a:uFill>
                  <a:solidFill>
                    <a:srgbClr val="000000"/>
                  </a:solidFill>
                </a:uFill>
                <a:latin typeface="Times New Roman" pitchFamily="1" charset="0"/>
                <a:ea typeface="Times New Roman" pitchFamily="1" charset="0"/>
                <a:cs typeface="Times New Roman" pitchFamily="1" charset="0"/>
              </a:defRPr>
            </a:pPr>
            <a:r>
              <a:t>No drift detection</a:t>
            </a:r>
          </a:p>
          <a:p>
            <a:pPr algn="just">
              <a:lnSpc>
                <a:spcPct val="200000"/>
              </a:lnSpc>
              <a:spcBef>
                <a:spcPts val="0"/>
              </a:spcBef>
              <a:buClr>
                <a:schemeClr val="accent1"/>
              </a:buClr>
              <a:buFont typeface="Wingdings" pitchFamily="0" charset="2"/>
              <a:buBlip>
                <a:blip r:embed="rId2"/>
              </a:buBlip>
              <a:defRPr sz="1400" cap="none">
                <a:solidFill>
                  <a:srgbClr val="000000"/>
                </a:solidFill>
                <a:uFill>
                  <a:solidFill>
                    <a:srgbClr val="000000"/>
                  </a:solidFill>
                </a:uFill>
                <a:latin typeface="Times New Roman" pitchFamily="1" charset="0"/>
                <a:ea typeface="Times New Roman" pitchFamily="1" charset="0"/>
                <a:cs typeface="Times New Roman" pitchFamily="1" charset="0"/>
              </a:defRPr>
            </a:pPr>
            <a:r>
              <a:t>No selective decision-making (human-in-the-loop)</a:t>
            </a:r>
          </a:p>
          <a:p>
            <a:pPr algn="just">
              <a:lnSpc>
                <a:spcPct val="200000"/>
              </a:lnSpc>
              <a:spcBef>
                <a:spcPts val="0"/>
              </a:spcBef>
              <a:buClr>
                <a:schemeClr val="accent1"/>
              </a:buClr>
              <a:buFont typeface="Wingdings" pitchFamily="0" charset="2"/>
              <a:buBlip>
                <a:blip r:embed="rId2"/>
              </a:buBlip>
              <a:defRPr sz="1400" cap="none">
                <a:solidFill>
                  <a:srgbClr val="000000"/>
                </a:solidFill>
                <a:uFill>
                  <a:solidFill>
                    <a:srgbClr val="000000"/>
                  </a:solidFill>
                </a:uFill>
                <a:latin typeface="Times New Roman" pitchFamily="1" charset="0"/>
                <a:ea typeface="Times New Roman" pitchFamily="1" charset="0"/>
                <a:cs typeface="Times New Roman" pitchFamily="1" charset="0"/>
              </a:defRPr>
            </a:pPr>
            <a:r>
              <a:t>No connection between model prediction and operational workflow</a:t>
            </a:r>
          </a:p>
        </p:txBody>
      </p:sp>
      <p:sp>
        <p:nvSpPr>
          <p:cNvPr id="4" name="Datumsplatzhalter 2"/>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QwIAABonAACkBwAAWSkAABAAAAAmAAAACAAAAAAAAAAAAAAA"/>
              </a:ext>
            </a:extLst>
          </p:cNvSpPr>
          <p:nvPr>
            <p:ph type="dt" sz="half" idx="10"/>
          </p:nvPr>
        </p:nvSpPr>
        <p:spPr/>
        <p:txBody>
          <a:bodyPr/>
          <a:lstStyle/>
          <a:p>
            <a:pPr>
              <a:defRPr lang="de-de"/>
            </a:pPr>
            <a:fld id="{2A4DF64B-05C7-1800-89F5-F355B8BB7FA6}" type="datetime1">
              <a:rPr lang="en-ca" cap="none"/>
              <a:t>6/14/2026</a:t>
            </a:fld>
          </a:p>
        </p:txBody>
      </p:sp>
      <p:sp>
        <p:nvSpPr>
          <p:cNvPr id="5" name="Fußzeilenplatzhalter 3"/>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pAcAAConAACaLwAAaSkAABAAAAAmAAAACAAAAAEAAAAAAAAA"/>
              </a:ext>
            </a:extLst>
          </p:cNvSpPr>
          <p:nvPr>
            <p:ph type="ftr" sz="quarter" idx="11"/>
          </p:nvPr>
        </p:nvSpPr>
        <p:spPr>
          <a:xfrm>
            <a:off x="1242060" y="6366510"/>
            <a:ext cx="6496050" cy="365125"/>
          </a:xfrm>
        </p:spPr>
        <p:txBody>
          <a:bodyPr/>
          <a:lstStyle/>
          <a:p>
            <a:pPr>
              <a:defRPr lang="de-de"/>
            </a:pPr>
            <a:r>
              <a:rPr lang="nl-nl" cap="none" spc="-6">
                <a:solidFill>
                  <a:schemeClr val="tx1"/>
                </a:solidFill>
                <a:latin typeface="Arial MT" pitchFamily="0" charset="0"/>
                <a:ea typeface="SRH" pitchFamily="0" charset="0"/>
                <a:cs typeface="Arial MT" pitchFamily="0" charset="0"/>
              </a:rPr>
              <a:t>SRH Hochschule Heidelberg</a:t>
            </a:r>
          </a:p>
        </p:txBody>
      </p:sp>
      <p:sp>
        <p:nvSpPr>
          <p:cNvPr id="6" name="Foliennummernplatzhalter 4"/>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kkQAACgnAADBSAAAZykAABAAAAAmAAAACAAAAAAAAAAAAAAA"/>
              </a:ext>
            </a:extLst>
          </p:cNvSpPr>
          <p:nvPr>
            <p:ph type="sldNum" sz="quarter" idx="12"/>
          </p:nvPr>
        </p:nvSpPr>
        <p:spPr/>
        <p:txBody>
          <a:bodyPr/>
          <a:lstStyle/>
          <a:p>
            <a:pPr>
              <a:defRPr lang="de-de"/>
            </a:pPr>
            <a:fld id="{2A4D9DCC-82C7-186B-89F5-743ED3BB7F21}" type="slidenum">
              <a:t>3</a:t>
            </a:fld>
          </a:p>
        </p:txBody>
      </p:sp>
    </p:spTree>
  </p:cSld>
  <p:clrMapOvr>
    <a:masterClrMapping/>
  </p:clrMapOvr>
  <p:timing>
    <p:tnLst>
      <p:par>
        <p:cTn id="1" dur="indefinite" restart="never" nodeType="tmRoot"/>
      </p:par>
    </p:tnLst>
  </p:timing>
</p:sld>
</file>

<file path=ppt/slides/slide4.xml><?xml version="1.0" encoding="utf-8"?>
<p:sld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mc:Ignorable="p14">
  <p:cSld>
    <p:spTree>
      <p:nvGrpSpPr>
        <p:cNvPr id="1" name=""/>
        <p:cNvGrpSpPr/>
        <p:nvPr/>
      </p:nvGrpSpPr>
      <p:grpSpPr>
        <a:xfrm>
          <a:off x="0" y="0"/>
          <a:ext cx="0" cy="0"/>
          <a:chOff x="0" y="0"/>
          <a:chExt cx="0" cy="0"/>
        </a:xfrm>
      </p:grpSpPr>
      <p:sp>
        <p:nvSpPr>
          <p:cNvPr id="2" name="Titel 1"/>
          <p:cNvSpPr>
            <a:spLocks noGrp="1" noChangeArrowheads="1"/>
            <a:extLst>
              <a:ext uri="smNativeData">
                <pr:smNativeData xmlns:pr="smNativeData" xmlns="smNativeData" val="SMDATA_15_c7c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FdXVgJ/f38AqqOdA8zMzADAwP8Af39/AAAAAAAAAAAAAAAAAAAAAAAAAAAAIQAAABgAAAAUAAAALgEAAI8AAACEOQAAsgUAAAAAAAAmAAAACAAAAAEAAAAAAAAA"/>
              </a:ext>
            </a:extLst>
          </p:cNvSpPr>
          <p:nvPr>
            <p:ph type="title"/>
          </p:nvPr>
        </p:nvSpPr>
        <p:spPr>
          <a:xfrm>
            <a:off x="191770" y="90805"/>
            <a:ext cx="9157970" cy="835025"/>
          </a:xfrm>
        </p:spPr>
        <p:txBody>
          <a:bodyPr/>
          <a:lstStyle/>
          <a:p>
            <a:pPr>
              <a:defRPr lang="de-de" cap="none">
                <a:solidFill>
                  <a:srgbClr val="DF4807"/>
                </a:solidFill>
              </a:defRPr>
            </a:pPr>
            <a:r>
              <a:t>Steps:</a:t>
            </a:r>
          </a:p>
        </p:txBody>
      </p:sp>
      <p:sp>
        <p:nvSpPr>
          <p:cNvPr id="3" name="Inhaltsplatzhalter 5"/>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tAEAABMGAAAtRAAALSkAAAAAAAAmAAAACAAAAAEAAAAAAAAA"/>
              </a:ext>
            </a:extLst>
          </p:cNvSpPr>
          <p:nvPr>
            <p:ph type="body" idx="1"/>
          </p:nvPr>
        </p:nvSpPr>
        <p:spPr>
          <a:xfrm>
            <a:off x="276860" y="987425"/>
            <a:ext cx="10805795" cy="5706110"/>
          </a:xfrm>
        </p:spPr>
        <p:txBody>
          <a:bodyPr/>
          <a:lstStyle/>
          <a:p>
            <a:pPr algn="just">
              <a:lnSpc>
                <a:spcPct val="200000"/>
              </a:lnSpc>
              <a:spcBef>
                <a:spcPts val="0"/>
              </a:spcBef>
              <a:buClr>
                <a:schemeClr val="accent1"/>
              </a:buClr>
              <a:buFont typeface="Wingdings" pitchFamily="0" charset="2"/>
              <a:buBlip>
                <a:blip r:embed="rId2"/>
              </a:buBlip>
              <a:defRPr sz="1400" cap="none">
                <a:solidFill>
                  <a:srgbClr val="000000"/>
                </a:solidFill>
                <a:uFill>
                  <a:solidFill>
                    <a:srgbClr val="000000"/>
                  </a:solidFill>
                </a:uFill>
                <a:latin typeface="Times New Roman" pitchFamily="1" charset="0"/>
                <a:ea typeface="Times New Roman" pitchFamily="1" charset="0"/>
                <a:cs typeface="Times New Roman" pitchFamily="1" charset="0"/>
              </a:defRPr>
            </a:pPr>
            <a:r>
              <a:t>Find optimal threshold:arange(0.15, 0.6, 0.01)</a:t>
            </a:r>
          </a:p>
          <a:p>
            <a:pPr algn="just">
              <a:lnSpc>
                <a:spcPct val="200000"/>
              </a:lnSpc>
              <a:spcBef>
                <a:spcPts val="0"/>
              </a:spcBef>
              <a:buClr>
                <a:schemeClr val="accent1"/>
              </a:buClr>
              <a:buFont typeface="Wingdings" pitchFamily="0" charset="2"/>
              <a:buBlip>
                <a:blip r:embed="rId2"/>
              </a:buBlip>
              <a:defRPr sz="1400" cap="none">
                <a:solidFill>
                  <a:srgbClr val="000000"/>
                </a:solidFill>
                <a:uFill>
                  <a:solidFill>
                    <a:srgbClr val="000000"/>
                  </a:solidFill>
                </a:uFill>
                <a:latin typeface="Times New Roman" pitchFamily="1" charset="0"/>
                <a:ea typeface="Times New Roman" pitchFamily="1" charset="0"/>
                <a:cs typeface="Times New Roman" pitchFamily="1" charset="0"/>
              </a:defRPr>
            </a:pPr>
            <a:r>
              <a:t>Cost function: prioritize low FN, penalize FP--&gt;cost = 2.5 * fn + 1.0 * fp</a:t>
            </a:r>
          </a:p>
          <a:p>
            <a:pPr algn="just">
              <a:lnSpc>
                <a:spcPct val="200000"/>
              </a:lnSpc>
              <a:spcBef>
                <a:spcPts val="0"/>
              </a:spcBef>
              <a:buClr>
                <a:schemeClr val="accent1"/>
              </a:buClr>
              <a:buFont typeface="Wingdings" pitchFamily="0" charset="2"/>
              <a:buBlip>
                <a:blip r:embed="rId2"/>
              </a:buBlip>
              <a:defRPr sz="1400" cap="none">
                <a:solidFill>
                  <a:srgbClr val="000000"/>
                </a:solidFill>
                <a:uFill>
                  <a:solidFill>
                    <a:srgbClr val="000000"/>
                  </a:solidFill>
                </a:uFill>
                <a:latin typeface="Times New Roman" pitchFamily="1" charset="0"/>
                <a:ea typeface="Times New Roman" pitchFamily="1" charset="0"/>
                <a:cs typeface="Times New Roman" pitchFamily="1" charset="0"/>
              </a:defRPr>
            </a:pPr>
            <a:r>
              <a:t>Multi-objective Model Selection</a:t>
            </a:r>
          </a:p>
          <a:p>
            <a:pPr algn="just">
              <a:lnSpc>
                <a:spcPct val="200000"/>
              </a:lnSpc>
              <a:spcBef>
                <a:spcPts val="0"/>
              </a:spcBef>
              <a:buClr>
                <a:schemeClr val="accent1"/>
              </a:buClr>
              <a:buFont typeface="Wingdings" pitchFamily="0" charset="2"/>
              <a:buBlip>
                <a:blip r:embed="rId2"/>
              </a:buBlip>
              <a:defRPr sz="1400" cap="none">
                <a:solidFill>
                  <a:srgbClr val="000000"/>
                </a:solidFill>
                <a:uFill>
                  <a:solidFill>
                    <a:srgbClr val="000000"/>
                  </a:solidFill>
                </a:uFill>
                <a:latin typeface="Times New Roman" pitchFamily="1" charset="0"/>
                <a:ea typeface="Times New Roman" pitchFamily="1" charset="0"/>
                <a:cs typeface="Times New Roman" pitchFamily="1" charset="0"/>
              </a:defRPr>
            </a:pPr>
            <a:r>
              <a:t>RELIABILITY MONITORING :</a:t>
            </a:r>
          </a:p>
          <a:p>
            <a:pPr algn="just">
              <a:lnSpc>
                <a:spcPct val="200000"/>
              </a:lnSpc>
              <a:spcBef>
                <a:spcPts val="0"/>
              </a:spcBef>
              <a:buClr>
                <a:schemeClr val="accent1"/>
              </a:buClr>
              <a:buFont typeface="Wingdings" pitchFamily="0" charset="2"/>
              <a:buBlip>
                <a:blip r:embed="rId2"/>
              </a:buBlip>
              <a:defRPr sz="1400" cap="none">
                <a:solidFill>
                  <a:srgbClr val="000000"/>
                </a:solidFill>
                <a:uFill>
                  <a:solidFill>
                    <a:srgbClr val="000000"/>
                  </a:solidFill>
                </a:uFill>
                <a:latin typeface="Times New Roman" pitchFamily="1" charset="0"/>
                <a:ea typeface="Times New Roman" pitchFamily="1" charset="0"/>
                <a:cs typeface="Times New Roman" pitchFamily="1" charset="0"/>
              </a:defRPr>
            </a:pPr>
            <a:r>
              <a:t>Drift Detection</a:t>
            </a:r>
          </a:p>
          <a:p>
            <a:pPr algn="just">
              <a:lnSpc>
                <a:spcPct val="200000"/>
              </a:lnSpc>
              <a:spcBef>
                <a:spcPts val="0"/>
              </a:spcBef>
              <a:buClr>
                <a:schemeClr val="accent1"/>
              </a:buClr>
              <a:buFont typeface="Wingdings" pitchFamily="0" charset="2"/>
              <a:buBlip>
                <a:blip r:embed="rId2"/>
              </a:buBlip>
              <a:defRPr sz="1400" cap="none">
                <a:solidFill>
                  <a:srgbClr val="000000"/>
                </a:solidFill>
                <a:uFill>
                  <a:solidFill>
                    <a:srgbClr val="000000"/>
                  </a:solidFill>
                </a:uFill>
                <a:latin typeface="Times New Roman" pitchFamily="1" charset="0"/>
                <a:ea typeface="Times New Roman" pitchFamily="1" charset="0"/>
                <a:cs typeface="Times New Roman" pitchFamily="1" charset="0"/>
              </a:defRPr>
            </a:pPr>
            <a:r>
              <a:t>Drift Prediction</a:t>
            </a:r>
          </a:p>
          <a:p>
            <a:pPr algn="just">
              <a:lnSpc>
                <a:spcPct val="200000"/>
              </a:lnSpc>
              <a:spcBef>
                <a:spcPts val="0"/>
              </a:spcBef>
              <a:buClr>
                <a:schemeClr val="accent1"/>
              </a:buClr>
              <a:buFont typeface="Wingdings" pitchFamily="0" charset="2"/>
              <a:buBlip>
                <a:blip r:embed="rId2"/>
              </a:buBlip>
              <a:defRPr sz="1400" cap="none">
                <a:solidFill>
                  <a:srgbClr val="000000"/>
                </a:solidFill>
                <a:uFill>
                  <a:solidFill>
                    <a:srgbClr val="000000"/>
                  </a:solidFill>
                </a:uFill>
                <a:latin typeface="Times New Roman" pitchFamily="1" charset="0"/>
                <a:ea typeface="Times New Roman" pitchFamily="1" charset="0"/>
                <a:cs typeface="Times New Roman" pitchFamily="1" charset="0"/>
              </a:defRPr>
            </a:pPr>
          </a:p>
          <a:p>
            <a:pPr algn="just">
              <a:lnSpc>
                <a:spcPct val="200000"/>
              </a:lnSpc>
              <a:spcBef>
                <a:spcPts val="0"/>
              </a:spcBef>
              <a:buClr>
                <a:schemeClr val="accent1"/>
              </a:buClr>
              <a:buFont typeface="Wingdings" pitchFamily="0" charset="2"/>
              <a:buBlip>
                <a:blip r:embed="rId2"/>
              </a:buBlip>
              <a:defRPr sz="1400" cap="none">
                <a:solidFill>
                  <a:srgbClr val="000000"/>
                </a:solidFill>
                <a:uFill>
                  <a:solidFill>
                    <a:srgbClr val="000000"/>
                  </a:solidFill>
                </a:uFill>
                <a:latin typeface="Times New Roman" pitchFamily="1" charset="0"/>
                <a:ea typeface="Times New Roman" pitchFamily="1" charset="0"/>
                <a:cs typeface="Times New Roman" pitchFamily="1" charset="0"/>
              </a:defRPr>
            </a:pPr>
            <a:r>
              <a:t>SELECTIVE PREDICTION FRAMEWORK</a:t>
            </a:r>
          </a:p>
        </p:txBody>
      </p:sp>
      <p:sp>
        <p:nvSpPr>
          <p:cNvPr id="4" name="Datumsplatzhalter 2"/>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KmgRQI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QwIAABonAACkBwAAWSkAABAAAAAmAAAACAAAAAAAAAAAAAAA"/>
              </a:ext>
            </a:extLst>
          </p:cNvSpPr>
          <p:nvPr>
            <p:ph type="dt" sz="half" idx="10"/>
          </p:nvPr>
        </p:nvSpPr>
        <p:spPr/>
        <p:txBody>
          <a:bodyPr/>
          <a:lstStyle/>
          <a:p>
            <a:pPr>
              <a:defRPr lang="de-de"/>
            </a:pPr>
            <a:fld id="{2A4DABB4-FAC7-185D-89F5-0C08E5BB7F59}" type="datetime1">
              <a:rPr lang="en-ca" cap="none"/>
              <a:t>6/14/2026</a:t>
            </a:fld>
          </a:p>
        </p:txBody>
      </p:sp>
      <p:sp>
        <p:nvSpPr>
          <p:cNvPr id="5" name="Fußzeilenplatzhalter 3"/>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pAcAAConAACaLwAAaSkAABAAAAAmAAAACAAAAAEAAAAAAAAA"/>
              </a:ext>
            </a:extLst>
          </p:cNvSpPr>
          <p:nvPr>
            <p:ph type="ftr" sz="quarter" idx="11"/>
          </p:nvPr>
        </p:nvSpPr>
        <p:spPr>
          <a:xfrm>
            <a:off x="1242060" y="6366510"/>
            <a:ext cx="6496050" cy="365125"/>
          </a:xfrm>
        </p:spPr>
        <p:txBody>
          <a:bodyPr/>
          <a:lstStyle/>
          <a:p>
            <a:pPr>
              <a:defRPr lang="de-de"/>
            </a:pPr>
            <a:r>
              <a:rPr lang="nl-nl" cap="none" spc="-6">
                <a:solidFill>
                  <a:schemeClr val="tx1"/>
                </a:solidFill>
                <a:latin typeface="Arial MT" pitchFamily="0" charset="0"/>
                <a:ea typeface="SRH" pitchFamily="0" charset="0"/>
                <a:cs typeface="Arial MT" pitchFamily="0" charset="0"/>
              </a:rPr>
              <a:t>SRH Hochschule Heidelberg</a:t>
            </a:r>
          </a:p>
        </p:txBody>
      </p:sp>
      <p:sp>
        <p:nvSpPr>
          <p:cNvPr id="6" name="Foliennummernplatzhalter 4"/>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C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kkQAACgnAADBSAAAZykAABAAAAAmAAAACAAAAAAAAAAAAAAA"/>
              </a:ext>
            </a:extLst>
          </p:cNvSpPr>
          <p:nvPr>
            <p:ph type="sldNum" sz="quarter" idx="12"/>
          </p:nvPr>
        </p:nvSpPr>
        <p:spPr/>
        <p:txBody>
          <a:bodyPr/>
          <a:lstStyle/>
          <a:p>
            <a:pPr>
              <a:defRPr lang="de-de"/>
            </a:pPr>
            <a:fld id="{2A4DB328-66C7-1845-89F5-9010FDBB7FC5}" type="slidenum">
              <a:t>4</a:t>
            </a:fld>
          </a:p>
        </p:txBody>
      </p:sp>
    </p:spTree>
  </p:cSld>
  <p:clrMapOvr>
    <a:masterClrMapping/>
  </p:clrMapOvr>
  <p:timing>
    <p:tnLst>
      <p:par>
        <p:cTn id="1" dur="indefinite" restart="never" nodeType="tmRoot"/>
      </p:par>
    </p:tnLst>
  </p:timing>
</p:sld>
</file>

<file path=ppt/slides/slide5.xml><?xml version="1.0" encoding="utf-8"?>
<p:sld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mc:Ignorable="p14">
  <p:cSld>
    <p:spTree>
      <p:nvGrpSpPr>
        <p:cNvPr id="1" name=""/>
        <p:cNvGrpSpPr/>
        <p:nvPr/>
      </p:nvGrpSpPr>
      <p:grpSpPr>
        <a:xfrm>
          <a:off x="0" y="0"/>
          <a:ext cx="0" cy="0"/>
          <a:chOff x="0" y="0"/>
          <a:chExt cx="0" cy="0"/>
        </a:xfrm>
      </p:grpSpPr>
      <p:sp>
        <p:nvSpPr>
          <p:cNvPr id="2" name="Title 1"/>
          <p:cNvSpPr>
            <a:spLocks noGrp="1" noChangeArrowheads="1"/>
            <a:extLst>
              <a:ext uri="smNativeData">
                <pr:smNativeData xmlns:pr="smNativeData" xmlns="smNativeData" val="SMDATA_15_c7c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FdXVgJ/f38AqqOdA8zMzADAwP8Af39/AAAAAAAAAAAAAAAAAAAAAAAAAAAAIQAAABgAAAAUAAAAQwIAANcAAACYOgAA+gUAAAAAAAAmAAAACAAAAAEAAAAAAAAA"/>
              </a:ext>
            </a:extLst>
          </p:cNvSpPr>
          <p:nvPr>
            <p:ph type="title"/>
          </p:nvPr>
        </p:nvSpPr>
        <p:spPr>
          <a:xfrm>
            <a:off x="367665" y="136525"/>
            <a:ext cx="9157335" cy="835025"/>
          </a:xfrm>
        </p:spPr>
        <p:txBody>
          <a:bodyPr/>
          <a:lstStyle/>
          <a:p>
            <a:pPr>
              <a:spcBef>
                <a:spcPts val="0"/>
              </a:spcBef>
              <a:defRPr lang="en-in" cap="none">
                <a:solidFill>
                  <a:srgbClr val="C00000"/>
                </a:solidFill>
              </a:defRPr>
            </a:pPr>
            <a:r>
              <a:t>Adaptive threshold optimization</a:t>
            </a:r>
          </a:p>
        </p:txBody>
      </p:sp>
      <p:sp>
        <p:nvSpPr>
          <p:cNvPr id="3" name="Content Placeholder 2"/>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QgIAAF4HAADzQAAA0yEAAAAAAAAmAAAACAAAAAEAAAAAAAAA"/>
              </a:ext>
            </a:extLst>
          </p:cNvSpPr>
          <p:nvPr>
            <p:ph type="body" idx="1"/>
          </p:nvPr>
        </p:nvSpPr>
        <p:spPr>
          <a:xfrm>
            <a:off x="367030" y="1197610"/>
            <a:ext cx="10191115" cy="4300855"/>
          </a:xfrm>
        </p:spPr>
        <p:txBody>
          <a:bodyPr/>
          <a:lstStyle/>
          <a:p>
            <a:pPr marL="360045" indent="-360045" algn="just">
              <a:lnSpc>
                <a:spcPct val="150000"/>
              </a:lnSpc>
              <a:buClr>
                <a:schemeClr val="accent1"/>
              </a:buClr>
              <a:buChar char="•"/>
              <a:defRPr lang="en-us" b="1" cap="none">
                <a:solidFill>
                  <a:schemeClr val="hlink"/>
                </a:solidFill>
              </a:defRPr>
            </a:pPr>
            <a:r>
              <a:t>I did NOT use 0.5 threshold</a:t>
            </a:r>
          </a:p>
          <a:p>
            <a:pPr marL="360045" indent="-360045" algn="just">
              <a:lnSpc>
                <a:spcPct val="150000"/>
              </a:lnSpc>
              <a:buClr>
                <a:schemeClr val="accent1"/>
              </a:buClr>
              <a:buChar char="•"/>
              <a:defRPr lang="en-us" b="1" cap="none">
                <a:solidFill>
                  <a:schemeClr val="hlink"/>
                </a:solidFill>
              </a:defRPr>
            </a:pPr>
            <a:r>
              <a:t>I searched optimal threshold based on:</a:t>
            </a:r>
            <a:r>
              <a:rPr sz="1400" b="0" cap="none">
                <a:solidFill>
                  <a:srgbClr val="000000"/>
                </a:solidFill>
                <a:uFill>
                  <a:solidFill>
                    <a:srgbClr val="000000"/>
                  </a:solidFill>
                </a:uFill>
                <a:latin typeface="Times New Roman" pitchFamily="1" charset="0"/>
                <a:ea typeface="Times New Roman" pitchFamily="1" charset="0"/>
                <a:cs typeface="Times New Roman" pitchFamily="1" charset="0"/>
              </a:rPr>
              <a:t>Find optimal threshold:arange(0.15, 0.6, 0.01)</a:t>
            </a:r>
            <a:endParaRPr sz="1400" b="0" cap="none">
              <a:solidFill>
                <a:srgbClr val="000000"/>
              </a:solidFill>
              <a:uFill>
                <a:solidFill>
                  <a:srgbClr val="000000"/>
                </a:solidFill>
              </a:uFill>
              <a:latin typeface="Times New Roman" pitchFamily="1" charset="0"/>
              <a:ea typeface="Times New Roman" pitchFamily="1" charset="0"/>
              <a:cs typeface="Times New Roman" pitchFamily="1" charset="0"/>
            </a:endParaRPr>
          </a:p>
          <a:p>
            <a:pPr marL="360045" indent="-360045" algn="just">
              <a:lnSpc>
                <a:spcPct val="150000"/>
              </a:lnSpc>
              <a:buClr>
                <a:schemeClr val="accent1"/>
              </a:buClr>
              <a:buChar char="•"/>
              <a:defRPr lang="en-us" b="1" cap="none">
                <a:solidFill>
                  <a:schemeClr val="hlink"/>
                </a:solidFill>
              </a:defRPr>
            </a:pPr>
            <a:r>
              <a:t>cost function:</a:t>
            </a:r>
            <a:r>
              <a:rPr sz="1400" b="0" cap="none">
                <a:solidFill>
                  <a:srgbClr val="000000"/>
                </a:solidFill>
                <a:uFill>
                  <a:solidFill>
                    <a:srgbClr val="000000"/>
                  </a:solidFill>
                </a:uFill>
                <a:latin typeface="Times New Roman" pitchFamily="1" charset="0"/>
                <a:ea typeface="Times New Roman" pitchFamily="1" charset="0"/>
                <a:cs typeface="Times New Roman" pitchFamily="1" charset="0"/>
              </a:rPr>
              <a:t>cost = 2.5 * fn + 1.0 * fp</a:t>
            </a:r>
            <a:endParaRPr sz="1400" b="0" cap="none">
              <a:solidFill>
                <a:srgbClr val="000000"/>
              </a:solidFill>
              <a:uFill>
                <a:solidFill>
                  <a:srgbClr val="000000"/>
                </a:solidFill>
              </a:uFill>
              <a:latin typeface="Times New Roman" pitchFamily="1" charset="0"/>
              <a:ea typeface="Times New Roman" pitchFamily="1" charset="0"/>
              <a:cs typeface="Times New Roman" pitchFamily="1" charset="0"/>
            </a:endParaRPr>
          </a:p>
          <a:p>
            <a:pPr marL="360045" indent="-360045" algn="just">
              <a:lnSpc>
                <a:spcPct val="150000"/>
              </a:lnSpc>
              <a:buClr>
                <a:schemeClr val="accent1"/>
              </a:buClr>
              <a:buChar char="•"/>
              <a:defRPr lang="en-us" b="1" cap="none">
                <a:solidFill>
                  <a:schemeClr val="hlink"/>
                </a:solidFill>
              </a:defRPr>
            </a:pPr>
            <a:r>
              <a:t>FN/FP trade-off</a:t>
            </a:r>
          </a:p>
          <a:p>
            <a:pPr marL="360045" indent="-360045" algn="just">
              <a:lnSpc>
                <a:spcPct val="150000"/>
              </a:lnSpc>
              <a:buClr>
                <a:schemeClr val="accent1"/>
              </a:buClr>
              <a:buChar char="•"/>
              <a:defRPr lang="en-us" b="1" cap="none">
                <a:solidFill>
                  <a:schemeClr val="hlink"/>
                </a:solidFill>
              </a:defRPr>
            </a:pPr>
            <a:r>
              <a:t>class imbalance behavior</a:t>
            </a:r>
          </a:p>
          <a:p>
            <a:pPr marL="360045" indent="-360045" algn="just">
              <a:lnSpc>
                <a:spcPct val="150000"/>
              </a:lnSpc>
              <a:buClr>
                <a:schemeClr val="accent1"/>
              </a:buClr>
              <a:buChar char="•"/>
              <a:defRPr lang="en-us" b="1" cap="none">
                <a:solidFill>
                  <a:srgbClr val="FF0000"/>
                </a:solidFill>
              </a:defRPr>
            </a:pPr>
            <a:r>
              <a:rPr lang="en-us" cap="none">
                <a:solidFill>
                  <a:schemeClr val="hlink"/>
                </a:solidFill>
              </a:rPr>
              <a:t>This turns the model into a decision system, not just a classifier</a:t>
            </a:r>
            <a:endParaRPr lang="en-us" cap="none">
              <a:solidFill>
                <a:schemeClr val="hlink"/>
              </a:solidFill>
            </a:endParaRPr>
          </a:p>
          <a:p>
            <a:pPr lvl="1" algn="just">
              <a:lnSpc>
                <a:spcPct val="150000"/>
              </a:lnSpc>
              <a:buFont typeface="Arial" pitchFamily="2" charset="0"/>
              <a:buChar char="•"/>
              <a:defRPr lang="en-us" b="1" cap="none">
                <a:solidFill>
                  <a:schemeClr val="hlink"/>
                </a:solidFill>
              </a:defRPr>
            </a:pPr>
          </a:p>
        </p:txBody>
      </p:sp>
      <p:sp>
        <p:nvSpPr>
          <p:cNvPr id="4" name="Slide Number Placeholder 5"/>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kkQAACgnAADBSAAAZykAABAAAAAmAAAACAAAAAAAAAAAAAAA"/>
              </a:ext>
            </a:extLst>
          </p:cNvSpPr>
          <p:nvPr>
            <p:ph type="sldNum" sz="quarter" idx="12"/>
          </p:nvPr>
        </p:nvSpPr>
        <p:spPr/>
        <p:txBody>
          <a:bodyPr/>
          <a:lstStyle/>
          <a:p>
            <a:pPr>
              <a:defRPr lang="de-de"/>
            </a:pPr>
            <a:fld id="{2A4DBCAB-E5C7-184A-89F5-131FF2BB7F46}" type="slidenum">
              <a:t>5</a:t>
            </a:fld>
          </a:p>
        </p:txBody>
      </p:sp>
      <p:sp>
        <p:nvSpPr>
          <p:cNvPr id="5" name="Date Placeholder 3"/>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QwIAABonAACkBwAAWSkAABAAAAAmAAAACAAAAAAAAAAAAAAA"/>
              </a:ext>
            </a:extLst>
          </p:cNvSpPr>
          <p:nvPr>
            <p:ph type="dt" sz="half" idx="10"/>
          </p:nvPr>
        </p:nvSpPr>
        <p:spPr/>
        <p:txBody>
          <a:bodyPr/>
          <a:lstStyle/>
          <a:p>
            <a:pPr>
              <a:defRPr lang="de-de"/>
            </a:pPr>
            <a:fld id="{2A4DB66F-21C7-1840-89F5-D715F8BB7F82}" type="datetime1">
              <a:rPr lang="en-ca" cap="none"/>
              <a:t>6/14/2026</a:t>
            </a:fld>
          </a:p>
        </p:txBody>
      </p:sp>
      <p:sp>
        <p:nvSpPr>
          <p:cNvPr id="6" name="Footer Placeholder 4"/>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HggAABonAAAUMAAAWSkAABAAAAAmAAAACAAAAAAAAAAAAAAA"/>
              </a:ext>
            </a:extLst>
          </p:cNvSpPr>
          <p:nvPr>
            <p:ph type="ftr" sz="quarter" idx="11"/>
          </p:nvPr>
        </p:nvSpPr>
        <p:spPr/>
        <p:txBody>
          <a:bodyPr/>
          <a:lstStyle/>
          <a:p>
            <a:pPr>
              <a:defRPr lang="de-de"/>
            </a:pPr>
            <a:r>
              <a:t>SRH Hochschule Heidelberg</a:t>
            </a:r>
          </a:p>
        </p:txBody>
      </p:sp>
    </p:spTree>
  </p:cSld>
  <p:clrMapOvr>
    <a:masterClrMapping/>
  </p:clrMapOvr>
  <p:timing>
    <p:tnLst>
      <p:par>
        <p:cTn id="1" dur="indefinite" restart="never" nodeType="tmRoot"/>
      </p:par>
    </p:tnLst>
  </p:timing>
</p:sld>
</file>

<file path=ppt/slides/slide6.xml><?xml version="1.0" encoding="utf-8"?>
<p:sld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mc:Ignorable="p14">
  <p:cSld>
    <p:spTree>
      <p:nvGrpSpPr>
        <p:cNvPr id="1" name=""/>
        <p:cNvGrpSpPr/>
        <p:nvPr/>
      </p:nvGrpSpPr>
      <p:grpSpPr>
        <a:xfrm>
          <a:off x="0" y="0"/>
          <a:ext cx="0" cy="0"/>
          <a:chOff x="0" y="0"/>
          <a:chExt cx="0" cy="0"/>
        </a:xfrm>
      </p:grpSpPr>
      <p:sp>
        <p:nvSpPr>
          <p:cNvPr id="2" name="Title 1"/>
          <p:cNvSpPr>
            <a:spLocks noGrp="1" noChangeArrowheads="1"/>
            <a:extLst>
              <a:ext uri="smNativeData">
                <pr:smNativeData xmlns:pr="smNativeData" xmlns="smNativeData" val="SMDATA_15_c7c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FdXVgJ/f38AqqOdA8zMzADAwP8Af39/AAAAAAAAAAAAAAAAAAAAAAAAAAAAIQAAABgAAAAUAAAAQwIAANcAAACYOgAAdAQAAAAAAAAmAAAACAAAAAEAAAAAAAAA"/>
              </a:ext>
            </a:extLst>
          </p:cNvSpPr>
          <p:nvPr>
            <p:ph type="title"/>
          </p:nvPr>
        </p:nvSpPr>
        <p:spPr>
          <a:xfrm>
            <a:off x="367665" y="136525"/>
            <a:ext cx="9157335" cy="587375"/>
          </a:xfrm>
        </p:spPr>
        <p:txBody>
          <a:bodyPr/>
          <a:lstStyle/>
          <a:p>
            <a:pPr>
              <a:defRPr lang="en-in" cap="none">
                <a:solidFill>
                  <a:srgbClr val="C00000"/>
                </a:solidFill>
              </a:defRPr>
            </a:pPr>
            <a:r>
              <a:t>Novalty</a:t>
            </a:r>
          </a:p>
        </p:txBody>
      </p:sp>
      <p:sp>
        <p:nvSpPr>
          <p:cNvPr id="3" name="Content Placeholder 2"/>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QgIAAIIFAADzQAAA0yEAAAAAAAAmAAAACAAAAAEAAAAAAAAA"/>
              </a:ext>
            </a:extLst>
          </p:cNvSpPr>
          <p:nvPr>
            <p:ph type="body" idx="1"/>
          </p:nvPr>
        </p:nvSpPr>
        <p:spPr>
          <a:xfrm>
            <a:off x="367030" y="895350"/>
            <a:ext cx="10191115" cy="4603115"/>
          </a:xfrm>
        </p:spPr>
        <p:txBody>
          <a:bodyPr/>
          <a:lstStyle/>
          <a:p>
            <a:pPr marL="360045" indent="-360045" algn="just">
              <a:lnSpc>
                <a:spcPct val="150000"/>
              </a:lnSpc>
              <a:buClr>
                <a:schemeClr val="accent1"/>
              </a:buClr>
              <a:buChar char="•"/>
              <a:defRPr lang="de-de" cap="none">
                <a:solidFill>
                  <a:srgbClr val="FF0000"/>
                </a:solidFill>
              </a:defRPr>
            </a:pPr>
            <a:r>
              <a:t>Old approach: </a:t>
            </a:r>
            <a:r>
              <a:rPr lang="de-de" cap="none">
                <a:solidFill>
                  <a:schemeClr val="hlink"/>
                </a:solidFill>
              </a:rPr>
              <a:t>Maximize AUC only</a:t>
            </a:r>
          </a:p>
          <a:p>
            <a:pPr lvl="1" algn="just">
              <a:lnSpc>
                <a:spcPct val="150000"/>
              </a:lnSpc>
              <a:buFont typeface="Arial" pitchFamily="2" charset="0"/>
              <a:buChar char="•"/>
              <a:defRPr lang="de-de" cap="none">
                <a:solidFill>
                  <a:srgbClr val="FF0000"/>
                </a:solidFill>
              </a:defRPr>
            </a:pPr>
            <a:r>
              <a:rPr lang="en-us" b="1" cap="none"/>
              <a:t>Multi-objective learning:</a:t>
            </a:r>
            <a:endParaRPr lang="en-us" b="1" cap="none"/>
          </a:p>
          <a:p>
            <a:pPr marL="360045" indent="-360045" algn="just">
              <a:lnSpc>
                <a:spcPct val="150000"/>
              </a:lnSpc>
              <a:buClr>
                <a:schemeClr val="accent1"/>
              </a:buClr>
              <a:buChar char="•"/>
              <a:defRPr lang="en-us" b="1" cap="none">
                <a:solidFill>
                  <a:srgbClr val="FF0000"/>
                </a:solidFill>
              </a:defRPr>
            </a:pPr>
            <a:r>
              <a:rPr lang="en-us" cap="none">
                <a:solidFill>
                  <a:srgbClr val="000000"/>
                </a:solidFill>
              </a:rPr>
              <a:t>In</a:t>
            </a:r>
            <a:r>
              <a:rPr lang="en-us" cap="none">
                <a:solidFill>
                  <a:schemeClr val="folHlink"/>
                </a:solidFill>
              </a:rPr>
              <a:t>stead of optimizing only AUC:</a:t>
            </a:r>
            <a:endParaRPr lang="en-us" cap="none">
              <a:solidFill>
                <a:schemeClr val="folHlink"/>
              </a:solidFill>
            </a:endParaRPr>
          </a:p>
          <a:p>
            <a:pPr marL="360045" indent="-360045" algn="just">
              <a:lnSpc>
                <a:spcPct val="150000"/>
              </a:lnSpc>
              <a:buClr>
                <a:schemeClr val="accent1"/>
              </a:buClr>
              <a:buChar char="•"/>
              <a:defRPr lang="en-us" b="1" cap="none">
                <a:solidFill>
                  <a:schemeClr val="folHlink"/>
                </a:solidFill>
              </a:defRPr>
            </a:pPr>
            <a:r>
              <a:t>Multiple factors are considered:</a:t>
            </a:r>
          </a:p>
          <a:p>
            <a:pPr marL="360045" indent="-360045" algn="just">
              <a:lnSpc>
                <a:spcPct val="150000"/>
              </a:lnSpc>
              <a:buClr>
                <a:schemeClr val="accent1"/>
              </a:buClr>
              <a:buChar char="•"/>
              <a:defRPr lang="en-us" b="1" cap="none">
                <a:solidFill>
                  <a:schemeClr val="folHlink"/>
                </a:solidFill>
              </a:defRPr>
            </a:pPr>
            <a:r>
              <a:t>AUC score</a:t>
            </a:r>
          </a:p>
          <a:p>
            <a:pPr marL="360045" indent="-360045" algn="just">
              <a:lnSpc>
                <a:spcPct val="150000"/>
              </a:lnSpc>
              <a:buClr>
                <a:schemeClr val="accent1"/>
              </a:buClr>
              <a:buChar char="•"/>
              <a:defRPr lang="en-us" b="1" cap="none">
                <a:solidFill>
                  <a:schemeClr val="folHlink"/>
                </a:solidFill>
              </a:defRPr>
            </a:pPr>
            <a:r>
              <a:t>False Negatives (FN)</a:t>
            </a:r>
          </a:p>
          <a:p>
            <a:pPr marL="360045" indent="-360045" algn="just">
              <a:lnSpc>
                <a:spcPct val="150000"/>
              </a:lnSpc>
              <a:buClr>
                <a:schemeClr val="accent1"/>
              </a:buClr>
              <a:buChar char="•"/>
              <a:defRPr lang="en-us" b="1" cap="none">
                <a:solidFill>
                  <a:schemeClr val="folHlink"/>
                </a:solidFill>
              </a:defRPr>
            </a:pPr>
            <a:r>
              <a:t>False Positives (FP)</a:t>
            </a:r>
          </a:p>
          <a:p>
            <a:pPr marL="360045" indent="-360045" algn="just">
              <a:lnSpc>
                <a:spcPct val="150000"/>
              </a:lnSpc>
              <a:buClr>
                <a:schemeClr val="accent1"/>
              </a:buClr>
              <a:buChar char="•"/>
              <a:defRPr lang="en-us" b="1" cap="none">
                <a:solidFill>
                  <a:schemeClr val="folHlink"/>
                </a:solidFill>
              </a:defRPr>
            </a:pPr>
            <a:r>
              <a:t>FP/FN balance(Ration)</a:t>
            </a:r>
          </a:p>
          <a:p>
            <a:pPr lvl="1" algn="just">
              <a:lnSpc>
                <a:spcPct val="150000"/>
              </a:lnSpc>
              <a:buFont typeface="Arial" pitchFamily="2" charset="0"/>
              <a:buChar char="•"/>
              <a:defRPr lang="en-us" b="1" cap="none">
                <a:solidFill>
                  <a:schemeClr val="folHlink"/>
                </a:solidFill>
              </a:defRPr>
            </a:pPr>
            <a:r>
              <a:t>Class balance</a:t>
            </a:r>
          </a:p>
          <a:p>
            <a:pPr lvl="1" algn="just">
              <a:lnSpc>
                <a:spcPct val="150000"/>
              </a:lnSpc>
              <a:buFont typeface="Arial" pitchFamily="2" charset="0"/>
              <a:buChar char="•"/>
              <a:defRPr lang="en-us" b="1" cap="none">
                <a:solidFill>
                  <a:schemeClr val="folHlink"/>
                </a:solidFill>
              </a:defRPr>
            </a:pPr>
            <a:r>
              <a:t>The goal is to optimize real-world performance, not just accuracy</a:t>
            </a:r>
          </a:p>
        </p:txBody>
      </p:sp>
      <p:sp>
        <p:nvSpPr>
          <p:cNvPr id="4" name="Slide Number Placeholder 5"/>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kkQAACgnAADBSAAAZykAABAAAAAmAAAACAAAAAAAAAAAAAAA"/>
              </a:ext>
            </a:extLst>
          </p:cNvSpPr>
          <p:nvPr>
            <p:ph type="sldNum" sz="quarter" idx="12"/>
          </p:nvPr>
        </p:nvSpPr>
        <p:spPr/>
        <p:txBody>
          <a:bodyPr/>
          <a:lstStyle/>
          <a:p>
            <a:pPr>
              <a:defRPr lang="de-de"/>
            </a:pPr>
            <a:fld id="{2A4DD658-16C7-1820-89F5-E07598BB7FB5}" type="slidenum">
              <a:t>6</a:t>
            </a:fld>
          </a:p>
        </p:txBody>
      </p:sp>
      <p:sp>
        <p:nvSpPr>
          <p:cNvPr id="5" name="Date Placeholder 3"/>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QwIAABonAACkBwAAWSkAABAAAAAmAAAACAAAAAAAAAAAAAAA"/>
              </a:ext>
            </a:extLst>
          </p:cNvSpPr>
          <p:nvPr>
            <p:ph type="dt" sz="half" idx="10"/>
          </p:nvPr>
        </p:nvSpPr>
        <p:spPr/>
        <p:txBody>
          <a:bodyPr/>
          <a:lstStyle/>
          <a:p>
            <a:pPr>
              <a:defRPr lang="de-de"/>
            </a:pPr>
            <a:fld id="{2A4DAEB4-FAC7-1858-89F5-0C0DE0BB7F59}" type="datetime1">
              <a:rPr lang="en-ca" cap="none"/>
              <a:t>6/14/2026</a:t>
            </a:fld>
          </a:p>
        </p:txBody>
      </p:sp>
      <p:sp>
        <p:nvSpPr>
          <p:cNvPr id="6" name="Footer Placeholder 4"/>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HggAABonAAAUMAAAWSkAABAAAAAmAAAACAAAAAAAAAAAAAAA"/>
              </a:ext>
            </a:extLst>
          </p:cNvSpPr>
          <p:nvPr>
            <p:ph type="ftr" sz="quarter" idx="11"/>
          </p:nvPr>
        </p:nvSpPr>
        <p:spPr/>
        <p:txBody>
          <a:bodyPr/>
          <a:lstStyle/>
          <a:p>
            <a:pPr>
              <a:defRPr lang="de-de"/>
            </a:pPr>
            <a:r>
              <a:t>SRH Hochschule Heidelberg</a:t>
            </a:r>
          </a:p>
        </p:txBody>
      </p:sp>
    </p:spTree>
  </p:cSld>
  <p:clrMapOvr>
    <a:masterClrMapping/>
  </p:clrMapOvr>
  <p:timing>
    <p:tnLst>
      <p:par>
        <p:cTn id="1" dur="indefinite" restart="never" nodeType="tmRoot"/>
      </p:par>
    </p:tnLst>
  </p:timing>
</p:sld>
</file>

<file path=ppt/slides/slide7.xml><?xml version="1.0" encoding="utf-8"?>
<p:sld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mc:Ignorable="p14">
  <p:cSld>
    <p:spTree>
      <p:nvGrpSpPr>
        <p:cNvPr id="1" name=""/>
        <p:cNvGrpSpPr/>
        <p:nvPr/>
      </p:nvGrpSpPr>
      <p:grpSpPr>
        <a:xfrm>
          <a:off x="0" y="0"/>
          <a:ext cx="0" cy="0"/>
          <a:chOff x="0" y="0"/>
          <a:chExt cx="0" cy="0"/>
        </a:xfrm>
      </p:grpSpPr>
      <p:sp>
        <p:nvSpPr>
          <p:cNvPr id="2" name="Content Placeholder 2"/>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FQIAAPoBAADGQAAAbxwAAAAAAAAmAAAACAAAAAEAAAAAAAAA"/>
              </a:ext>
            </a:extLst>
          </p:cNvSpPr>
          <p:nvPr>
            <p:ph type="body" idx="1"/>
          </p:nvPr>
        </p:nvSpPr>
        <p:spPr>
          <a:xfrm>
            <a:off x="338455" y="321310"/>
            <a:ext cx="10191115" cy="4300855"/>
          </a:xfrm>
        </p:spPr>
        <p:txBody>
          <a:bodyPr/>
          <a:lstStyle/>
          <a:p>
            <a:pPr marL="360045" indent="-360045" algn="just">
              <a:lnSpc>
                <a:spcPct val="150000"/>
              </a:lnSpc>
              <a:buClr>
                <a:schemeClr val="accent1"/>
              </a:buClr>
              <a:buChar char="•"/>
              <a:defRPr lang="de-de" sz="1400" cap="none">
                <a:solidFill>
                  <a:srgbClr val="FF0000"/>
                </a:solidFill>
              </a:defRPr>
            </a:pPr>
            <a:r>
              <a:t>Step 1: Threshold tuning</a:t>
            </a:r>
          </a:p>
          <a:p>
            <a:pPr marL="360045" indent="-360045" algn="just">
              <a:lnSpc>
                <a:spcPct val="150000"/>
              </a:lnSpc>
              <a:buClr>
                <a:schemeClr val="accent1"/>
              </a:buClr>
              <a:buChar char="•"/>
              <a:defRPr lang="de-de" sz="1400" cap="none">
                <a:solidFill>
                  <a:srgbClr val="000000"/>
                </a:solidFill>
              </a:defRPr>
            </a:pPr>
            <a:r>
              <a:t>For each model you also test:</a:t>
            </a:r>
          </a:p>
          <a:p>
            <a:pPr marL="360045" indent="-360045" algn="just">
              <a:lnSpc>
                <a:spcPct val="150000"/>
              </a:lnSpc>
              <a:buClr>
                <a:schemeClr val="accent1"/>
              </a:buClr>
              <a:buChar char="•"/>
              <a:defRPr lang="de-de" sz="1400" cap="none">
                <a:solidFill>
                  <a:srgbClr val="000000"/>
                </a:solidFill>
              </a:defRPr>
            </a:pPr>
            <a:r>
              <a:t>threshold = 0.15 → 0.60</a:t>
            </a:r>
          </a:p>
          <a:p>
            <a:pPr marL="360045" indent="-360045" algn="just">
              <a:lnSpc>
                <a:spcPct val="150000"/>
              </a:lnSpc>
              <a:buClr>
                <a:schemeClr val="accent1"/>
              </a:buClr>
              <a:buChar char="•"/>
              <a:defRPr lang="de-de" sz="1400" cap="none">
                <a:solidFill>
                  <a:srgbClr val="000000"/>
                </a:solidFill>
              </a:defRPr>
            </a:pPr>
            <a:r>
              <a:t>For each threshold:</a:t>
            </a:r>
          </a:p>
          <a:p>
            <a:pPr marL="360045" indent="-360045" algn="just">
              <a:lnSpc>
                <a:spcPct val="150000"/>
              </a:lnSpc>
              <a:buClr>
                <a:schemeClr val="accent1"/>
              </a:buClr>
              <a:buChar char="•"/>
              <a:defRPr lang="de-de" sz="1400" cap="none">
                <a:solidFill>
                  <a:srgbClr val="000000"/>
                </a:solidFill>
              </a:defRPr>
            </a:pPr>
            <a:r>
              <a:t>Convert probability → class</a:t>
            </a:r>
          </a:p>
          <a:p>
            <a:pPr marL="360045" indent="-360045" algn="just">
              <a:lnSpc>
                <a:spcPct val="150000"/>
              </a:lnSpc>
              <a:buClr>
                <a:schemeClr val="accent1"/>
              </a:buClr>
              <a:buChar char="•"/>
              <a:defRPr lang="de-de" sz="1400" cap="none">
                <a:solidFill>
                  <a:srgbClr val="000000"/>
                </a:solidFill>
              </a:defRPr>
            </a:pPr>
            <a:r>
              <a:t>Compute FN, FP</a:t>
            </a:r>
          </a:p>
          <a:p>
            <a:pPr marL="360045" indent="-360045" algn="just">
              <a:lnSpc>
                <a:spcPct val="150000"/>
              </a:lnSpc>
              <a:buClr>
                <a:schemeClr val="accent1"/>
              </a:buClr>
              <a:buChar char="•"/>
              <a:defRPr lang="de-de" sz="1400" cap="none">
                <a:solidFill>
                  <a:srgbClr val="000000"/>
                </a:solidFill>
              </a:defRPr>
            </a:pPr>
            <a:r>
              <a:t>Compute cost</a:t>
            </a:r>
          </a:p>
          <a:p>
            <a:pPr marL="360045" indent="-360045" algn="just">
              <a:lnSpc>
                <a:spcPct val="150000"/>
              </a:lnSpc>
              <a:buClr>
                <a:schemeClr val="accent1"/>
              </a:buClr>
              <a:buChar char="•"/>
              <a:defRPr lang="de-de" sz="1400" cap="none">
                <a:solidFill>
                  <a:srgbClr val="FF0000"/>
                </a:solidFill>
              </a:defRPr>
            </a:pPr>
            <a:r>
              <a:t>Step 2: Evaluate each model</a:t>
            </a:r>
          </a:p>
          <a:p>
            <a:pPr marL="360045" indent="-360045" algn="just">
              <a:lnSpc>
                <a:spcPct val="150000"/>
              </a:lnSpc>
              <a:buClr>
                <a:schemeClr val="accent1"/>
              </a:buClr>
              <a:buChar char="•"/>
              <a:defRPr lang="de-de" sz="1400" cap="none">
                <a:solidFill>
                  <a:srgbClr val="000000"/>
                </a:solidFill>
              </a:defRPr>
            </a:pPr>
            <a:r>
              <a:t>For each hyperparameter combination:</a:t>
            </a:r>
          </a:p>
          <a:p>
            <a:pPr marL="360045" indent="-360045" algn="just">
              <a:lnSpc>
                <a:spcPct val="150000"/>
              </a:lnSpc>
              <a:buClr>
                <a:schemeClr val="accent1"/>
              </a:buClr>
              <a:buChar char="•"/>
              <a:defRPr lang="de-de" sz="1400" cap="none">
                <a:solidFill>
                  <a:srgbClr val="000000"/>
                </a:solidFill>
              </a:defRPr>
            </a:pPr>
            <a:r>
              <a:t>Compute AUC</a:t>
            </a:r>
          </a:p>
          <a:p>
            <a:pPr marL="360045" indent="-360045" algn="just">
              <a:lnSpc>
                <a:spcPct val="150000"/>
              </a:lnSpc>
              <a:buClr>
                <a:schemeClr val="accent1"/>
              </a:buClr>
              <a:buChar char="•"/>
              <a:defRPr lang="de-de" sz="1400" cap="none">
                <a:solidFill>
                  <a:srgbClr val="000000"/>
                </a:solidFill>
              </a:defRPr>
            </a:pPr>
            <a:r>
              <a:t>Compute FN, FP</a:t>
            </a:r>
          </a:p>
          <a:p>
            <a:pPr marL="360045" indent="-360045" algn="just">
              <a:lnSpc>
                <a:spcPct val="150000"/>
              </a:lnSpc>
              <a:buClr>
                <a:schemeClr val="accent1"/>
              </a:buClr>
              <a:buChar char="•"/>
              <a:defRPr lang="de-de" sz="1400" cap="none">
                <a:solidFill>
                  <a:srgbClr val="000000"/>
                </a:solidFill>
              </a:defRPr>
            </a:pPr>
            <a:r>
              <a:t>Compute cost</a:t>
            </a:r>
          </a:p>
          <a:p>
            <a:pPr marL="360045" indent="-360045" algn="just">
              <a:lnSpc>
                <a:spcPct val="150000"/>
              </a:lnSpc>
              <a:buClr>
                <a:schemeClr val="accent1"/>
              </a:buClr>
              <a:buChar char="•"/>
              <a:defRPr lang="de-de" sz="1400" cap="none">
                <a:solidFill>
                  <a:srgbClr val="000000"/>
                </a:solidFill>
              </a:defRPr>
            </a:pPr>
            <a:r>
              <a:t>Compute balance (FP/FN ratio)</a:t>
            </a:r>
          </a:p>
          <a:p>
            <a:pPr marL="360045" indent="-360045" algn="just">
              <a:lnSpc>
                <a:spcPct val="150000"/>
              </a:lnSpc>
              <a:buClr>
                <a:schemeClr val="accent1"/>
              </a:buClr>
              <a:buChar char="•"/>
              <a:defRPr lang="de-de" sz="1400" cap="none">
                <a:solidFill>
                  <a:srgbClr val="000000"/>
                </a:solidFill>
              </a:defRPr>
            </a:pPr>
          </a:p>
          <a:p>
            <a:pPr marL="360045" indent="-360045" algn="just">
              <a:lnSpc>
                <a:spcPct val="150000"/>
              </a:lnSpc>
              <a:buClr>
                <a:schemeClr val="accent1"/>
              </a:buClr>
              <a:buChar char="•"/>
              <a:defRPr lang="de-de" sz="1400" cap="none">
                <a:solidFill>
                  <a:srgbClr val="FF0000"/>
                </a:solidFill>
              </a:defRPr>
            </a:pPr>
          </a:p>
        </p:txBody>
      </p:sp>
      <p:sp>
        <p:nvSpPr>
          <p:cNvPr id="3" name="Slide Number Placeholder 5"/>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kkQAACgnAADBSAAAZykAABAAAAAmAAAACAAAAAAAAAAAAAAA"/>
              </a:ext>
            </a:extLst>
          </p:cNvSpPr>
          <p:nvPr>
            <p:ph type="sldNum" sz="quarter" idx="12"/>
          </p:nvPr>
        </p:nvSpPr>
        <p:spPr/>
        <p:txBody>
          <a:bodyPr/>
          <a:lstStyle/>
          <a:p>
            <a:pPr>
              <a:defRPr lang="de-de"/>
            </a:pPr>
            <a:fld id="{2A4DFD77-39C7-180B-89F5-CF5EB3BB7F9A}" type="slidenum">
              <a:t>7</a:t>
            </a:fld>
          </a:p>
        </p:txBody>
      </p:sp>
      <p:sp>
        <p:nvSpPr>
          <p:cNvPr id="4" name="Date Placeholder 3"/>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QwIAABonAACkBwAAWSkAABAAAAAmAAAACAAAAAAAAAAAAAAA"/>
              </a:ext>
            </a:extLst>
          </p:cNvSpPr>
          <p:nvPr>
            <p:ph type="dt" sz="half" idx="10"/>
          </p:nvPr>
        </p:nvSpPr>
        <p:spPr/>
        <p:txBody>
          <a:bodyPr/>
          <a:lstStyle/>
          <a:p>
            <a:pPr>
              <a:defRPr lang="de-de"/>
            </a:pPr>
            <a:fld id="{2A4DE789-C7C7-1811-89F5-3144A9BB7F64}" type="datetime1">
              <a:rPr lang="en-ca" cap="none"/>
              <a:t>6/14/2026</a:t>
            </a:fld>
          </a:p>
        </p:txBody>
      </p:sp>
      <p:sp>
        <p:nvSpPr>
          <p:cNvPr id="5" name="Footer Placeholder 4"/>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HggAABonAAAUMAAAWSkAABAAAAAmAAAACAAAAAAAAAAAAAAA"/>
              </a:ext>
            </a:extLst>
          </p:cNvSpPr>
          <p:nvPr>
            <p:ph type="ftr" sz="quarter" idx="11"/>
          </p:nvPr>
        </p:nvSpPr>
        <p:spPr/>
        <p:txBody>
          <a:bodyPr/>
          <a:lstStyle/>
          <a:p>
            <a:pPr>
              <a:defRPr lang="de-de"/>
            </a:pPr>
            <a:r>
              <a:t>SRH Hochschule Heidelberg</a:t>
            </a:r>
          </a:p>
        </p:txBody>
      </p:sp>
    </p:spTree>
  </p:cSld>
  <p:clrMapOvr>
    <a:masterClrMapping/>
  </p:clrMapOvr>
  <p:timing>
    <p:tnLst>
      <p:par>
        <p:cTn id="1" dur="indefinite" restart="never" nodeType="tmRoot"/>
      </p:par>
    </p:tnLst>
  </p:timing>
</p:sld>
</file>

<file path=ppt/slides/slide8.xml><?xml version="1.0" encoding="utf-8"?>
<p:sld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mc:Ignorable="p14">
  <p:cSld>
    <p:spTree>
      <p:nvGrpSpPr>
        <p:cNvPr id="1" name=""/>
        <p:cNvGrpSpPr/>
        <p:nvPr/>
      </p:nvGrpSpPr>
      <p:grpSpPr>
        <a:xfrm>
          <a:off x="0" y="0"/>
          <a:ext cx="0" cy="0"/>
          <a:chOff x="0" y="0"/>
          <a:chExt cx="0" cy="0"/>
        </a:xfrm>
      </p:grpSpPr>
      <p:sp>
        <p:nvSpPr>
          <p:cNvPr id="2" name="Content Placeholder 2"/>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JAIAAOsBAADVQAAAYBwAAAAAAAAmAAAACAAAAAEAAAAAAAAA"/>
              </a:ext>
            </a:extLst>
          </p:cNvSpPr>
          <p:nvPr>
            <p:ph type="body" idx="1"/>
          </p:nvPr>
        </p:nvSpPr>
        <p:spPr>
          <a:xfrm>
            <a:off x="347980" y="311785"/>
            <a:ext cx="10191115" cy="4300855"/>
          </a:xfrm>
        </p:spPr>
        <p:txBody>
          <a:bodyPr/>
          <a:lstStyle/>
          <a:p>
            <a:pPr marL="360045" indent="-360045" algn="just">
              <a:lnSpc>
                <a:spcPct val="150000"/>
              </a:lnSpc>
              <a:buClrTx/>
              <a:buChar char="•"/>
              <a:defRPr lang="en-us" sz="1600" b="1" cap="none">
                <a:solidFill>
                  <a:schemeClr val="hlink"/>
                </a:solidFill>
              </a:defRPr>
            </a:pPr>
            <a:r>
              <a:rPr lang="en-us" cap="none">
                <a:solidFill>
                  <a:schemeClr val="accent1"/>
                </a:solidFill>
              </a:rPr>
              <a:t>selective prediction</a:t>
            </a:r>
            <a:r>
              <a:t>:</a:t>
            </a:r>
          </a:p>
          <a:p>
            <a:pPr marL="360045" indent="-360045" algn="just">
              <a:lnSpc>
                <a:spcPct val="150000"/>
              </a:lnSpc>
              <a:buClr>
                <a:schemeClr val="accent1"/>
              </a:buClr>
              <a:buChar char="•"/>
              <a:defRPr lang="en-us" sz="1600" b="1" cap="none">
                <a:solidFill>
                  <a:schemeClr val="hlink"/>
                </a:solidFill>
              </a:defRPr>
            </a:pPr>
            <a:r>
              <a:t>Instead of 1 threshold, you use 2 thresholds:</a:t>
            </a:r>
          </a:p>
          <a:p>
            <a:pPr marL="360045" indent="-360045" algn="just">
              <a:lnSpc>
                <a:spcPct val="150000"/>
              </a:lnSpc>
              <a:buClrTx/>
              <a:buChar char="•"/>
              <a:defRPr lang="en-us" sz="1600" b="1" cap="none">
                <a:solidFill>
                  <a:schemeClr val="accent1"/>
                </a:solidFill>
              </a:defRPr>
            </a:pPr>
            <a:r>
              <a:t>t1 &lt; t2</a:t>
            </a:r>
          </a:p>
          <a:p>
            <a:pPr marL="360045" indent="-360045" algn="just">
              <a:lnSpc>
                <a:spcPct val="150000"/>
              </a:lnSpc>
              <a:buChar char="•"/>
              <a:defRPr lang="en-us" sz="1600" b="1" cap="none">
                <a:solidFill>
                  <a:schemeClr val="hlink"/>
                </a:solidFill>
              </a:defRPr>
            </a:pPr>
            <a:r>
              <a:t>t1 (Accept threshold): 0.20</a:t>
            </a:r>
          </a:p>
          <a:p>
            <a:pPr marL="360045" indent="-360045" algn="just">
              <a:lnSpc>
                <a:spcPct val="150000"/>
              </a:lnSpc>
              <a:buClrTx/>
              <a:buChar char="•"/>
              <a:defRPr lang="en-us" sz="1600" b="1" cap="none">
                <a:solidFill>
                  <a:schemeClr val="hlink"/>
                </a:solidFill>
              </a:defRPr>
            </a:pPr>
            <a:r>
              <a:t>t2 (Reject threshold): 0.60</a:t>
            </a:r>
          </a:p>
          <a:p>
            <a:pPr marL="360045" indent="-360045" algn="just">
              <a:lnSpc>
                <a:spcPct val="150000"/>
              </a:lnSpc>
              <a:buClr>
                <a:schemeClr val="accent1"/>
              </a:buClr>
              <a:buChar char="•"/>
              <a:defRPr lang="en-us" sz="1600" b="1" cap="none">
                <a:solidFill>
                  <a:schemeClr val="hlink"/>
                </a:solidFill>
              </a:defRPr>
            </a:pPr>
            <a:r>
              <a:t>So the probability space is split into 3 zones:</a:t>
            </a:r>
          </a:p>
          <a:p>
            <a:pPr marL="360045" indent="-360045" algn="just">
              <a:lnSpc>
                <a:spcPct val="150000"/>
              </a:lnSpc>
              <a:buClrTx/>
              <a:buChar char="•"/>
              <a:defRPr lang="en-us" sz="1600" b="1" cap="none">
                <a:solidFill>
                  <a:schemeClr val="hlink"/>
                </a:solidFill>
              </a:defRPr>
            </a:pPr>
            <a:r>
              <a:rPr lang="en-us" cap="none">
                <a:solidFill>
                  <a:schemeClr val="accent1"/>
                </a:solidFill>
              </a:rPr>
              <a:t>Zone 1:</a:t>
            </a:r>
            <a:r>
              <a:t> Low risk → Automatic Accept--&gt;p(default)&lt;t1</a:t>
            </a:r>
          </a:p>
          <a:p>
            <a:pPr marL="360045" indent="-360045" algn="just">
              <a:lnSpc>
                <a:spcPct val="150000"/>
              </a:lnSpc>
              <a:buClrTx/>
              <a:buChar char="•"/>
              <a:defRPr lang="en-us" sz="1600" b="1" cap="none">
                <a:solidFill>
                  <a:schemeClr val="hlink"/>
                </a:solidFill>
              </a:defRPr>
            </a:pPr>
            <a:r>
              <a:t>Predicted probabilities of default</a:t>
            </a:r>
          </a:p>
          <a:p>
            <a:pPr marL="360045" indent="-360045" algn="just">
              <a:lnSpc>
                <a:spcPct val="150000"/>
              </a:lnSpc>
              <a:buClr>
                <a:schemeClr val="accent1"/>
              </a:buClr>
              <a:buChar char="•"/>
              <a:defRPr lang="en-us" sz="1600" b="1" cap="none">
                <a:solidFill>
                  <a:schemeClr val="hlink"/>
                </a:solidFill>
              </a:defRPr>
            </a:pPr>
            <a:r>
              <a:t>Model is confident customer is safe</a:t>
            </a:r>
          </a:p>
          <a:p>
            <a:pPr marL="360045" indent="-360045" algn="just">
              <a:lnSpc>
                <a:spcPct val="150000"/>
              </a:lnSpc>
              <a:buClrTx/>
              <a:buChar char="•"/>
              <a:defRPr lang="en-us" sz="1600" b="1" cap="none">
                <a:solidFill>
                  <a:schemeClr val="hlink"/>
                </a:solidFill>
              </a:defRPr>
            </a:pPr>
            <a:r>
              <a:rPr lang="en-us" cap="none">
                <a:solidFill>
                  <a:schemeClr val="accent1"/>
                </a:solidFill>
              </a:rPr>
              <a:t> Zone 2:</a:t>
            </a:r>
            <a:r>
              <a:t> Uncertain region → Manual review:t1≤p(default)≤t2--&gt;Model is NOT confident</a:t>
            </a:r>
          </a:p>
          <a:p>
            <a:pPr marL="360045" indent="-360045" algn="just">
              <a:lnSpc>
                <a:spcPct val="150000"/>
              </a:lnSpc>
              <a:buClr>
                <a:schemeClr val="accent1"/>
              </a:buClr>
              <a:buChar char="•"/>
              <a:defRPr lang="en-us" sz="1600" b="1" cap="none">
                <a:solidFill>
                  <a:schemeClr val="hlink"/>
                </a:solidFill>
              </a:defRPr>
            </a:pPr>
            <a:r>
              <a:t>Send to human expert (bank officer)</a:t>
            </a:r>
          </a:p>
          <a:p>
            <a:pPr marL="360045" indent="-360045" algn="just">
              <a:lnSpc>
                <a:spcPct val="150000"/>
              </a:lnSpc>
              <a:buClrTx/>
              <a:buChar char="•"/>
              <a:defRPr lang="en-us" sz="1600" b="1" cap="none">
                <a:solidFill>
                  <a:schemeClr val="hlink"/>
                </a:solidFill>
              </a:defRPr>
            </a:pPr>
            <a:r>
              <a:rPr lang="en-us" cap="none">
                <a:solidFill>
                  <a:schemeClr val="accent1"/>
                </a:solidFill>
              </a:rPr>
              <a:t>Zone 3:</a:t>
            </a:r>
            <a:r>
              <a:t> High risk → Automatic Reject:p(default)&gt;t2</a:t>
            </a:r>
          </a:p>
          <a:p>
            <a:pPr marL="360045" indent="-360045" algn="just">
              <a:lnSpc>
                <a:spcPct val="150000"/>
              </a:lnSpc>
              <a:buClr>
                <a:schemeClr val="accent1"/>
              </a:buClr>
              <a:buChar char="•"/>
              <a:defRPr lang="en-us" sz="1600" b="1" cap="none">
                <a:solidFill>
                  <a:schemeClr val="hlink"/>
                </a:solidFill>
              </a:defRPr>
            </a:pPr>
            <a:r>
              <a:t>Model is confident customer will default</a:t>
            </a:r>
          </a:p>
        </p:txBody>
      </p:sp>
      <p:sp>
        <p:nvSpPr>
          <p:cNvPr id="3" name="Slide Number Placeholder 5"/>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kkQAACgnAADBSAAAZykAABAAAAAmAAAACAAAAAAAAAAAAAAA"/>
              </a:ext>
            </a:extLst>
          </p:cNvSpPr>
          <p:nvPr>
            <p:ph type="sldNum" sz="quarter" idx="12"/>
          </p:nvPr>
        </p:nvSpPr>
        <p:spPr/>
        <p:txBody>
          <a:bodyPr/>
          <a:lstStyle/>
          <a:p>
            <a:pPr>
              <a:defRPr lang="de-de"/>
            </a:pPr>
            <a:fld id="{2A4DFBBE-F0C7-180D-89F5-0658B5BB7F53}" type="slidenum">
              <a:t>8</a:t>
            </a:fld>
          </a:p>
        </p:txBody>
      </p:sp>
      <p:sp>
        <p:nvSpPr>
          <p:cNvPr id="4" name="Date Placeholder 3"/>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QwIAABonAACkBwAAWSkAABAAAAAmAAAACAAAAAAAAAAAAAAA"/>
              </a:ext>
            </a:extLst>
          </p:cNvSpPr>
          <p:nvPr>
            <p:ph type="dt" sz="half" idx="10"/>
          </p:nvPr>
        </p:nvSpPr>
        <p:spPr/>
        <p:txBody>
          <a:bodyPr/>
          <a:lstStyle/>
          <a:p>
            <a:pPr>
              <a:defRPr lang="de-de"/>
            </a:pPr>
            <a:fld id="{2A4DE920-6EC7-181F-89F5-984AA7BB7FCD}" type="datetime1">
              <a:rPr lang="en-ca" cap="none"/>
              <a:t>6/14/2026</a:t>
            </a:fld>
          </a:p>
        </p:txBody>
      </p:sp>
      <p:sp>
        <p:nvSpPr>
          <p:cNvPr id="5" name="Footer Placeholder 4"/>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HggAABonAAAUMAAAWSkAABAAAAAmAAAACAAAAAAAAAAAAAAA"/>
              </a:ext>
            </a:extLst>
          </p:cNvSpPr>
          <p:nvPr>
            <p:ph type="ftr" sz="quarter" idx="11"/>
          </p:nvPr>
        </p:nvSpPr>
        <p:spPr/>
        <p:txBody>
          <a:bodyPr/>
          <a:lstStyle/>
          <a:p>
            <a:pPr>
              <a:defRPr lang="de-de"/>
            </a:pPr>
            <a:r>
              <a:t>SRH Hochschule Heidelberg</a:t>
            </a:r>
          </a:p>
        </p:txBody>
      </p:sp>
    </p:spTree>
  </p:cSld>
  <p:clrMapOvr>
    <a:masterClrMapping/>
  </p:clrMapOvr>
  <p:timing>
    <p:tnLst>
      <p:par>
        <p:cTn id="1" dur="indefinite" restart="never" nodeType="tmRoot"/>
      </p:par>
    </p:tnLst>
  </p:timing>
</p:sld>
</file>

<file path=ppt/slides/slide9.xml><?xml version="1.0" encoding="utf-8"?>
<p:sld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mc:Ignorable="p14">
  <p:cSld>
    <p:spTree>
      <p:nvGrpSpPr>
        <p:cNvPr id="1" name=""/>
        <p:cNvGrpSpPr/>
        <p:nvPr/>
      </p:nvGrpSpPr>
      <p:grpSpPr>
        <a:xfrm>
          <a:off x="0" y="0"/>
          <a:ext cx="0" cy="0"/>
          <a:chOff x="0" y="0"/>
          <a:chExt cx="0" cy="0"/>
        </a:xfrm>
      </p:grpSpPr>
      <p:sp>
        <p:nvSpPr>
          <p:cNvPr id="2" name="Title 1"/>
          <p:cNvSpPr>
            <a:spLocks noGrp="1" noChangeArrowheads="1"/>
            <a:extLst>
              <a:ext uri="smNativeData">
                <pr:smNativeData xmlns:pr="smNativeData" xmlns="smNativeData" val="SMDATA_15_c7c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FdXVgJ/f38AqqOdA8zMzADAwP8Af39/AAAAAAAAAAAAAAAAAAAAAAAAAAAAIQAAABgAAAAUAAAAQwIAANcAAACYOgAA+gUAAAAAAAAmAAAACAAAAAEAAAAAAAAA"/>
              </a:ext>
            </a:extLst>
          </p:cNvSpPr>
          <p:nvPr>
            <p:ph type="title"/>
          </p:nvPr>
        </p:nvSpPr>
        <p:spPr>
          <a:xfrm>
            <a:off x="367665" y="136525"/>
            <a:ext cx="9157335" cy="835025"/>
          </a:xfrm>
        </p:spPr>
        <p:txBody>
          <a:bodyPr/>
          <a:lstStyle/>
          <a:p>
            <a:pPr>
              <a:spcBef>
                <a:spcPts val="0"/>
              </a:spcBef>
              <a:defRPr lang="en-in" cap="none">
                <a:solidFill>
                  <a:srgbClr val="C00000"/>
                </a:solidFill>
              </a:defRPr>
            </a:pPr>
            <a:r>
              <a:t>Selective prediction</a:t>
            </a:r>
          </a:p>
        </p:txBody>
      </p:sp>
      <p:sp>
        <p:nvSpPr>
          <p:cNvPr id="3" name="Content Placeholder 2"/>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QgIAAF4HAADzQAAA0yEAAAAAAAAmAAAACAAAAAEAAAAAAAAA"/>
              </a:ext>
            </a:extLst>
          </p:cNvSpPr>
          <p:nvPr>
            <p:ph type="body" idx="1"/>
          </p:nvPr>
        </p:nvSpPr>
        <p:spPr>
          <a:xfrm>
            <a:off x="367030" y="1197610"/>
            <a:ext cx="10191115" cy="4300855"/>
          </a:xfrm>
        </p:spPr>
        <p:txBody>
          <a:bodyPr/>
          <a:lstStyle/>
          <a:p>
            <a:pPr lvl="1" algn="just">
              <a:lnSpc>
                <a:spcPct val="150000"/>
              </a:lnSpc>
              <a:buFont typeface="Arial" pitchFamily="2" charset="0"/>
              <a:buChar char="•"/>
              <a:defRPr lang="en-us" b="1" cap="none">
                <a:solidFill>
                  <a:schemeClr val="hlink"/>
                </a:solidFill>
              </a:defRPr>
            </a:pPr>
          </a:p>
          <a:p>
            <a:pPr lvl="1" algn="just">
              <a:lnSpc>
                <a:spcPct val="150000"/>
              </a:lnSpc>
              <a:buFont typeface="Arial" pitchFamily="2" charset="0"/>
              <a:buChar char="•"/>
              <a:defRPr lang="en-us" b="1" cap="none">
                <a:solidFill>
                  <a:schemeClr val="hlink"/>
                </a:solidFill>
              </a:defRPr>
            </a:pPr>
            <a:r>
              <a:t>Selective prediction extends traditional binary classification by introducing a tri-state decision system. Instead of forcing all predictions into accept or reject categories, the model defines an uncertainty region where predictions are deferred to human experts. This improves reliability and reduces critical errors in high-risk financial decisions.</a:t>
            </a:r>
          </a:p>
        </p:txBody>
      </p:sp>
      <p:sp>
        <p:nvSpPr>
          <p:cNvPr id="4" name="Slide Number Placeholder 5"/>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kkQAACgnAADBSAAAZykAABAAAAAmAAAACAAAAAAAAAAAAAAA"/>
              </a:ext>
            </a:extLst>
          </p:cNvSpPr>
          <p:nvPr>
            <p:ph type="sldNum" sz="quarter" idx="12"/>
          </p:nvPr>
        </p:nvSpPr>
        <p:spPr/>
        <p:txBody>
          <a:bodyPr/>
          <a:lstStyle/>
          <a:p>
            <a:pPr>
              <a:defRPr lang="de-de"/>
            </a:pPr>
            <a:fld id="{2A4DF029-67C7-1806-89F5-9153BEBB7FC4}" type="slidenum">
              <a:t>9</a:t>
            </a:fld>
          </a:p>
        </p:txBody>
      </p:sp>
      <p:sp>
        <p:nvSpPr>
          <p:cNvPr id="5" name="Date Placeholder 3"/>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QwIAABonAACkBwAAWSkAABAAAAAmAAAACAAAAAAAAAAAAAAA"/>
              </a:ext>
            </a:extLst>
          </p:cNvSpPr>
          <p:nvPr>
            <p:ph type="dt" sz="half" idx="10"/>
          </p:nvPr>
        </p:nvSpPr>
        <p:spPr/>
        <p:txBody>
          <a:bodyPr/>
          <a:lstStyle/>
          <a:p>
            <a:pPr>
              <a:defRPr lang="de-de"/>
            </a:pPr>
            <a:fld id="{2A4DE4AA-E4C7-1812-89F5-1247AABB7F47}" type="datetime1">
              <a:rPr lang="en-ca" cap="none"/>
              <a:t>6/14/2026</a:t>
            </a:fld>
          </a:p>
        </p:txBody>
      </p:sp>
      <p:sp>
        <p:nvSpPr>
          <p:cNvPr id="6" name="Footer Placeholder 4"/>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HggAABonAAAUMAAAWSkAABAAAAAmAAAACAAAAAAAAAAAAAAA"/>
              </a:ext>
            </a:extLst>
          </p:cNvSpPr>
          <p:nvPr>
            <p:ph type="ftr" sz="quarter" idx="11"/>
          </p:nvPr>
        </p:nvSpPr>
        <p:spPr/>
        <p:txBody>
          <a:bodyPr/>
          <a:lstStyle/>
          <a:p>
            <a:pPr>
              <a:defRPr lang="de-de"/>
            </a:pPr>
            <a:r>
              <a:t>SRH Hochschule Heidelberg</a:t>
            </a:r>
          </a:p>
        </p:txBody>
      </p:sp>
    </p:spTree>
  </p:cSld>
  <p:clrMapOvr>
    <a:masterClrMapping/>
  </p:clrMapOvr>
  <p:timing>
    <p:tnLst>
      <p:par>
        <p:cTn id="1" dur="indefinite" restart="never" nodeType="tmRoot"/>
      </p:par>
    </p:tnLst>
  </p:timing>
</p:sld>
</file>

<file path=ppt/slides/slide10.xml><?xml version="1.0" encoding="utf-8"?>
<p:sld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mc:Ignorable="p14">
  <p:cSld>
    <p:spTree>
      <p:nvGrpSpPr>
        <p:cNvPr id="1" name=""/>
        <p:cNvGrpSpPr/>
        <p:nvPr/>
      </p:nvGrpSpPr>
      <p:grpSpPr>
        <a:xfrm>
          <a:off x="0" y="0"/>
          <a:ext cx="0" cy="0"/>
          <a:chOff x="0" y="0"/>
          <a:chExt cx="0" cy="0"/>
        </a:xfrm>
      </p:grpSpPr>
      <p:sp>
        <p:nvSpPr>
          <p:cNvPr id="2" name="Title 1"/>
          <p:cNvSpPr>
            <a:spLocks noGrp="1" noChangeArrowheads="1"/>
            <a:extLst>
              <a:ext uri="smNativeData">
                <pr:smNativeData xmlns:pr="smNativeData" xmlns="smNativeData" val="SMDATA_15_c7c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FdXVgJ/f38AqqOdA8zMzADAwP8Af39/AAAAAAAAAAAAAAAAAAAAAAAAAAAAIQAAABgAAAAUAAAAUAIAAAAAAAClOgAAIwUAAAAAAAAmAAAACAAAAAEAAAAAAAAA"/>
              </a:ext>
            </a:extLst>
          </p:cNvSpPr>
          <p:nvPr>
            <p:ph type="title"/>
          </p:nvPr>
        </p:nvSpPr>
        <p:spPr>
          <a:xfrm>
            <a:off x="375920" y="0"/>
            <a:ext cx="9157335" cy="835025"/>
          </a:xfrm>
        </p:spPr>
        <p:txBody>
          <a:bodyPr/>
          <a:lstStyle/>
          <a:p>
            <a:pPr>
              <a:spcBef>
                <a:spcPts val="0"/>
              </a:spcBef>
              <a:defRPr lang="en-in" cap="none">
                <a:solidFill>
                  <a:srgbClr val="C00000"/>
                </a:solidFill>
              </a:defRPr>
            </a:pPr>
            <a:r>
              <a:t>Reliability &amp; monitoring system</a:t>
            </a:r>
          </a:p>
        </p:txBody>
      </p:sp>
      <p:sp>
        <p:nvSpPr>
          <p:cNvPr id="3" name="Content Placeholder 2"/>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FQIAAEEGAADGQAAAtiAAAAAAAAAmAAAACAAAAAEAAAAAAAAA"/>
              </a:ext>
            </a:extLst>
          </p:cNvSpPr>
          <p:nvPr>
            <p:ph type="body" idx="1"/>
          </p:nvPr>
        </p:nvSpPr>
        <p:spPr>
          <a:xfrm>
            <a:off x="338455" y="1016635"/>
            <a:ext cx="10191115" cy="4300855"/>
          </a:xfrm>
        </p:spPr>
        <p:txBody>
          <a:bodyPr/>
          <a:lstStyle/>
          <a:p>
            <a:pPr marL="360045" indent="-360045" algn="just">
              <a:lnSpc>
                <a:spcPct val="150000"/>
              </a:lnSpc>
              <a:buClr>
                <a:schemeClr val="accent1"/>
              </a:buClr>
              <a:buChar char="•"/>
              <a:defRPr lang="en-us" sz="1400" b="1" cap="none">
                <a:solidFill>
                  <a:schemeClr val="hlink"/>
                </a:solidFill>
              </a:defRPr>
            </a:pPr>
            <a:r>
              <a:t>I built a production-style monitoring system, including:</a:t>
            </a:r>
          </a:p>
          <a:p>
            <a:pPr marL="360045" indent="-360045" algn="just">
              <a:lnSpc>
                <a:spcPct val="150000"/>
              </a:lnSpc>
              <a:buClrTx/>
              <a:buChar char="•"/>
              <a:defRPr lang="en-us" sz="1400" b="1" cap="none">
                <a:solidFill>
                  <a:schemeClr val="accent1"/>
                </a:solidFill>
              </a:defRPr>
            </a:pPr>
            <a:r>
              <a:t>1. Data drift detection</a:t>
            </a:r>
          </a:p>
          <a:p>
            <a:pPr marL="360045" indent="-360045" algn="just">
              <a:lnSpc>
                <a:spcPct val="150000"/>
              </a:lnSpc>
              <a:buClr>
                <a:schemeClr val="accent1"/>
              </a:buClr>
              <a:buChar char="•"/>
              <a:defRPr lang="en-us" sz="1400" b="1" cap="none">
                <a:solidFill>
                  <a:schemeClr val="hlink"/>
                </a:solidFill>
              </a:defRPr>
            </a:pPr>
            <a:r>
              <a:t>PSI (Population Stability Index):has the distribution of the new data changed compared with the training data?</a:t>
            </a:r>
          </a:p>
          <a:p>
            <a:pPr marL="360045" indent="-360045" algn="just">
              <a:lnSpc>
                <a:spcPct val="150000"/>
              </a:lnSpc>
              <a:buClr>
                <a:schemeClr val="accent1"/>
              </a:buClr>
              <a:buChar char="•"/>
              <a:defRPr lang="en-us" sz="1400" b="1" cap="none">
                <a:solidFill>
                  <a:schemeClr val="hlink"/>
                </a:solidFill>
              </a:defRPr>
            </a:pPr>
            <a:r>
              <a:t>KS test:Are the two statistical distributions different from each other?</a:t>
            </a:r>
          </a:p>
          <a:p>
            <a:pPr marL="360045" indent="-360045" algn="just">
              <a:lnSpc>
                <a:spcPct val="150000"/>
              </a:lnSpc>
              <a:buClrTx/>
              <a:buChar char="•"/>
              <a:defRPr lang="en-us" sz="1400" b="1" cap="none">
                <a:solidFill>
                  <a:schemeClr val="accent1"/>
                </a:solidFill>
              </a:defRPr>
            </a:pPr>
            <a:r>
              <a:t>2. Prediction drift monitoring:</a:t>
            </a:r>
          </a:p>
          <a:p>
            <a:pPr marL="360045" indent="-360045" algn="just">
              <a:lnSpc>
                <a:spcPct val="150000"/>
              </a:lnSpc>
              <a:buClr>
                <a:schemeClr val="accent1"/>
              </a:buClr>
              <a:buChar char="•"/>
              <a:defRPr lang="en-us" sz="1400" b="1" cap="none">
                <a:solidFill>
                  <a:schemeClr val="hlink"/>
                </a:solidFill>
              </a:defRPr>
            </a:pPr>
            <a:r>
              <a:t>probability shift</a:t>
            </a:r>
          </a:p>
          <a:p>
            <a:pPr marL="360045" indent="-360045" algn="just">
              <a:lnSpc>
                <a:spcPct val="150000"/>
              </a:lnSpc>
              <a:buClr>
                <a:schemeClr val="accent1"/>
              </a:buClr>
              <a:buChar char="•"/>
              <a:defRPr lang="en-us" sz="1400" b="1" cap="none">
                <a:solidFill>
                  <a:schemeClr val="hlink"/>
                </a:solidFill>
              </a:defRPr>
            </a:pPr>
            <a:r>
              <a:t>approval rate change</a:t>
            </a:r>
          </a:p>
          <a:p>
            <a:pPr marL="360045" indent="-360045" algn="just">
              <a:lnSpc>
                <a:spcPct val="150000"/>
              </a:lnSpc>
              <a:buClr>
                <a:schemeClr val="accent1"/>
              </a:buClr>
              <a:buChar char="•"/>
              <a:defRPr lang="en-us" sz="1400" b="1" cap="none">
                <a:solidFill>
                  <a:schemeClr val="hlink"/>
                </a:solidFill>
              </a:defRPr>
            </a:pPr>
            <a:r>
              <a:t>distribution change</a:t>
            </a:r>
          </a:p>
          <a:p>
            <a:pPr marL="360045" indent="-360045" algn="just">
              <a:lnSpc>
                <a:spcPct val="150000"/>
              </a:lnSpc>
              <a:buClrTx/>
              <a:buChar char="•"/>
              <a:defRPr lang="en-us" sz="1400" b="1" cap="none">
                <a:solidFill>
                  <a:schemeClr val="accent1"/>
                </a:solidFill>
              </a:defRPr>
            </a:pPr>
            <a:r>
              <a:t>3. Performance monitoring</a:t>
            </a:r>
          </a:p>
          <a:p>
            <a:pPr marL="360045" indent="-360045" algn="just">
              <a:lnSpc>
                <a:spcPct val="150000"/>
              </a:lnSpc>
              <a:buClr>
                <a:schemeClr val="accent1"/>
              </a:buClr>
              <a:buChar char="•"/>
              <a:defRPr lang="en-us" sz="1400" b="1" cap="none">
                <a:solidFill>
                  <a:schemeClr val="hlink"/>
                </a:solidFill>
              </a:defRPr>
            </a:pPr>
            <a:r>
              <a:t>AUC drop detection</a:t>
            </a:r>
          </a:p>
          <a:p>
            <a:pPr marL="360045" indent="-360045" algn="just">
              <a:lnSpc>
                <a:spcPct val="150000"/>
              </a:lnSpc>
              <a:buClr>
                <a:schemeClr val="accent1"/>
              </a:buClr>
              <a:buChar char="•"/>
              <a:defRPr lang="en-us" sz="1400" b="1" cap="none">
                <a:solidFill>
                  <a:schemeClr val="hlink"/>
                </a:solidFill>
              </a:defRPr>
            </a:pPr>
            <a:r>
              <a:t>FN increase detection</a:t>
            </a:r>
          </a:p>
          <a:p>
            <a:pPr lvl="1" algn="just">
              <a:lnSpc>
                <a:spcPct val="150000"/>
              </a:lnSpc>
              <a:buFont typeface="Arial" pitchFamily="2" charset="0"/>
              <a:buChar char="•"/>
              <a:defRPr lang="en-us" sz="1400" b="1" cap="none">
                <a:solidFill>
                  <a:schemeClr val="hlink"/>
                </a:solidFill>
              </a:defRPr>
            </a:pPr>
            <a:r>
              <a:t>cost increase tracking</a:t>
            </a:r>
          </a:p>
        </p:txBody>
      </p:sp>
      <p:sp>
        <p:nvSpPr>
          <p:cNvPr id="4" name="Slide Number Placeholder 5"/>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kkQAACgnAADBSAAAZykAABAAAAAmAAAACAAAAAAAAAAAAAAA"/>
              </a:ext>
            </a:extLst>
          </p:cNvSpPr>
          <p:nvPr>
            <p:ph type="sldNum" sz="quarter" idx="12"/>
          </p:nvPr>
        </p:nvSpPr>
        <p:spPr/>
        <p:txBody>
          <a:bodyPr/>
          <a:lstStyle/>
          <a:p>
            <a:pPr>
              <a:defRPr lang="de-de"/>
            </a:pPr>
            <a:fld id="{2A4D94FF-B1C7-1862-89F5-4737DABB7F12}" type="slidenum">
              <a:t>10</a:t>
            </a:fld>
          </a:p>
        </p:txBody>
      </p:sp>
      <p:sp>
        <p:nvSpPr>
          <p:cNvPr id="5" name="Date Placeholder 3"/>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QwIAABonAACkBwAAWSkAABAAAAAmAAAACAAAAAAAAAAAAAAA"/>
              </a:ext>
            </a:extLst>
          </p:cNvSpPr>
          <p:nvPr>
            <p:ph type="dt" sz="half" idx="10"/>
          </p:nvPr>
        </p:nvSpPr>
        <p:spPr/>
        <p:txBody>
          <a:bodyPr/>
          <a:lstStyle/>
          <a:p>
            <a:pPr>
              <a:defRPr lang="de-de"/>
            </a:pPr>
            <a:fld id="{2A4DFC35-7BC7-180A-89F5-8D5FB2BB7FD8}" type="datetime1">
              <a:rPr lang="en-ca" cap="none"/>
              <a:t>6/14/2026</a:t>
            </a:fld>
          </a:p>
        </p:txBody>
      </p:sp>
      <p:sp>
        <p:nvSpPr>
          <p:cNvPr id="6" name="Footer Placeholder 4"/>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HggAABonAAAUMAAAWSkAABAAAAAmAAAACAAAAAAAAAAAAAAA"/>
              </a:ext>
            </a:extLst>
          </p:cNvSpPr>
          <p:nvPr>
            <p:ph type="ftr" sz="quarter" idx="11"/>
          </p:nvPr>
        </p:nvSpPr>
        <p:spPr/>
        <p:txBody>
          <a:bodyPr/>
          <a:lstStyle/>
          <a:p>
            <a:pPr>
              <a:defRPr lang="de-de"/>
            </a:pPr>
            <a:r>
              <a:t>SRH Hochschule Heidelberg</a:t>
            </a:r>
          </a:p>
        </p:txBody>
      </p:sp>
    </p:spTree>
  </p:cSld>
  <p:clrMapOvr>
    <a:masterClrMapping/>
  </p:clrMapOvr>
  <p:timing>
    <p:tnLst>
      <p:par>
        <p:cTn id="1" dur="indefinite" restart="never" nodeType="tmRoot"/>
      </p:par>
    </p:tnLst>
  </p:timing>
</p:sld>
</file>

<file path=ppt/slides/slide11.xml><?xml version="1.0" encoding="utf-8"?>
<p:sld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mc:Ignorable="p14">
  <p:cSld>
    <p:spTree>
      <p:nvGrpSpPr>
        <p:cNvPr id="1" name=""/>
        <p:cNvGrpSpPr/>
        <p:nvPr/>
      </p:nvGrpSpPr>
      <p:grpSpPr>
        <a:xfrm>
          <a:off x="0" y="0"/>
          <a:ext cx="0" cy="0"/>
          <a:chOff x="0" y="0"/>
          <a:chExt cx="0" cy="0"/>
        </a:xfrm>
      </p:grpSpPr>
      <p:sp>
        <p:nvSpPr>
          <p:cNvPr id="2" name="Content Placeholder 2"/>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uwEAABgCAABsQAAAjRwAAAAAAAAmAAAACAAAAAEAAAAAAAAA"/>
              </a:ext>
            </a:extLst>
          </p:cNvSpPr>
          <p:nvPr>
            <p:ph type="body" idx="1"/>
          </p:nvPr>
        </p:nvSpPr>
        <p:spPr>
          <a:xfrm>
            <a:off x="281305" y="340360"/>
            <a:ext cx="10191115" cy="4300855"/>
          </a:xfrm>
        </p:spPr>
        <p:txBody>
          <a:bodyPr/>
          <a:lstStyle/>
          <a:p>
            <a:pPr marL="360045" indent="-360045" algn="just">
              <a:lnSpc>
                <a:spcPct val="150000"/>
              </a:lnSpc>
              <a:buClr>
                <a:schemeClr val="accent1"/>
              </a:buClr>
              <a:buChar char="•"/>
              <a:defRPr lang="en-us" sz="1200" b="1" cap="none">
                <a:solidFill>
                  <a:schemeClr val="hlink"/>
                </a:solidFill>
              </a:defRPr>
            </a:pPr>
            <a:r>
              <a:t>In real-world credit risk systems, a model is not stable forever.</a:t>
            </a:r>
          </a:p>
          <a:p>
            <a:pPr marL="360045" indent="-360045" algn="just">
              <a:lnSpc>
                <a:spcPct val="150000"/>
              </a:lnSpc>
              <a:buClr>
                <a:schemeClr val="accent1"/>
              </a:buClr>
              <a:buChar char="•"/>
              <a:defRPr lang="en-us" sz="1200" b="1" cap="none">
                <a:solidFill>
                  <a:schemeClr val="hlink"/>
                </a:solidFill>
              </a:defRPr>
            </a:pPr>
            <a:r>
              <a:t>customer behavior changes</a:t>
            </a:r>
          </a:p>
          <a:p>
            <a:pPr marL="360045" indent="-360045" algn="just">
              <a:lnSpc>
                <a:spcPct val="150000"/>
              </a:lnSpc>
              <a:buClr>
                <a:schemeClr val="accent1"/>
              </a:buClr>
              <a:buChar char="•"/>
              <a:defRPr lang="en-us" sz="1200" b="1" cap="none">
                <a:solidFill>
                  <a:schemeClr val="hlink"/>
                </a:solidFill>
              </a:defRPr>
            </a:pPr>
            <a:r>
              <a:t>economic conditions change</a:t>
            </a:r>
          </a:p>
          <a:p>
            <a:pPr marL="360045" indent="-360045" algn="just">
              <a:lnSpc>
                <a:spcPct val="150000"/>
              </a:lnSpc>
              <a:buClr>
                <a:schemeClr val="accent1"/>
              </a:buClr>
              <a:buChar char="•"/>
              <a:defRPr lang="en-us" sz="1200" b="1" cap="none">
                <a:solidFill>
                  <a:schemeClr val="hlink"/>
                </a:solidFill>
              </a:defRPr>
            </a:pPr>
            <a:r>
              <a:t>loan policies change</a:t>
            </a:r>
          </a:p>
          <a:p>
            <a:pPr marL="360045" indent="-360045" algn="just">
              <a:lnSpc>
                <a:spcPct val="150000"/>
              </a:lnSpc>
              <a:buClr>
                <a:schemeClr val="accent1"/>
              </a:buClr>
              <a:buChar char="•"/>
              <a:defRPr lang="en-us" sz="1200" b="1" cap="none">
                <a:solidFill>
                  <a:schemeClr val="hlink"/>
                </a:solidFill>
              </a:defRPr>
            </a:pPr>
            <a:r>
              <a:t>data sources shift</a:t>
            </a:r>
          </a:p>
          <a:p>
            <a:pPr marL="360045" indent="-360045" algn="just">
              <a:lnSpc>
                <a:spcPct val="150000"/>
              </a:lnSpc>
              <a:buClrTx/>
              <a:buChar char="•"/>
              <a:defRPr lang="en-us" sz="1200" b="1" cap="none">
                <a:solidFill>
                  <a:schemeClr val="accent1"/>
                </a:solidFill>
              </a:defRPr>
            </a:pPr>
            <a:r>
              <a:t>Data Drift Detection:</a:t>
            </a:r>
          </a:p>
          <a:p>
            <a:pPr marL="360045" indent="-360045" algn="just">
              <a:lnSpc>
                <a:spcPct val="150000"/>
              </a:lnSpc>
              <a:buClrTx/>
              <a:buChar char="•"/>
              <a:defRPr lang="en-us" sz="1200" b="1" cap="none">
                <a:solidFill>
                  <a:schemeClr val="accent1"/>
                </a:solidFill>
              </a:defRPr>
            </a:pPr>
            <a:r>
              <a:t>1-Population Stability Index (PSI)</a:t>
            </a:r>
          </a:p>
          <a:p>
            <a:pPr marL="360045" indent="-360045" algn="just">
              <a:lnSpc>
                <a:spcPct val="150000"/>
              </a:lnSpc>
              <a:buClrTx/>
              <a:buChar char="•"/>
              <a:defRPr lang="en-us" sz="1200" b="1" cap="none">
                <a:solidFill>
                  <a:schemeClr val="hlink"/>
                </a:solidFill>
              </a:defRPr>
            </a:pPr>
            <a:r>
              <a:t>PSI measures how much a feature distribution has changed.</a:t>
            </a:r>
          </a:p>
          <a:p>
            <a:pPr marL="360045" indent="-360045" algn="just">
              <a:lnSpc>
                <a:spcPct val="150000"/>
              </a:lnSpc>
              <a:buClrTx/>
              <a:buChar char="•"/>
              <a:defRPr lang="en-us" sz="1200" b="1" cap="none">
                <a:solidFill>
                  <a:schemeClr val="hlink"/>
                </a:solidFill>
              </a:defRPr>
            </a:pPr>
            <a:r>
              <a:t>Compare:</a:t>
            </a:r>
          </a:p>
          <a:p>
            <a:pPr marL="360045" indent="-360045" algn="just">
              <a:lnSpc>
                <a:spcPct val="150000"/>
              </a:lnSpc>
              <a:buClrTx/>
              <a:buChar char="•"/>
              <a:defRPr lang="en-us" sz="1200" b="1" cap="none">
                <a:solidFill>
                  <a:schemeClr val="hlink"/>
                </a:solidFill>
              </a:defRPr>
            </a:pPr>
            <a:r>
              <a:t>reference data (training/validation)</a:t>
            </a:r>
          </a:p>
          <a:p>
            <a:pPr marL="360045" indent="-360045" algn="just">
              <a:lnSpc>
                <a:spcPct val="150000"/>
              </a:lnSpc>
              <a:buClrTx/>
              <a:buChar char="•"/>
              <a:defRPr lang="en-us" sz="1200" b="1" cap="none">
                <a:solidFill>
                  <a:schemeClr val="hlink"/>
                </a:solidFill>
              </a:defRPr>
            </a:pPr>
            <a:r>
              <a:t>new data (incoming/test/live data)</a:t>
            </a:r>
          </a:p>
          <a:p>
            <a:pPr marL="360045" indent="-360045" algn="just">
              <a:lnSpc>
                <a:spcPct val="150000"/>
              </a:lnSpc>
              <a:buChar char="•"/>
              <a:defRPr lang="en-us" sz="1200" b="1" cap="none">
                <a:solidFill>
                  <a:schemeClr val="hlink"/>
                </a:solidFill>
              </a:defRPr>
            </a:pPr>
            <a:r>
              <a:t>PSI &lt; 0.1: No significant change</a:t>
            </a:r>
          </a:p>
          <a:p>
            <a:pPr marL="360045" indent="-360045" algn="just">
              <a:lnSpc>
                <a:spcPct val="150000"/>
              </a:lnSpc>
              <a:buChar char="•"/>
              <a:defRPr lang="en-us" sz="1200" b="1" cap="none">
                <a:solidFill>
                  <a:schemeClr val="hlink"/>
                </a:solidFill>
              </a:defRPr>
            </a:pPr>
            <a:r>
              <a:t>    0.1 &lt;= PSI &lt; 0.2: Moderate change (monitor)</a:t>
            </a:r>
          </a:p>
          <a:p>
            <a:pPr marL="360045" indent="-360045" algn="just">
              <a:lnSpc>
                <a:spcPct val="150000"/>
              </a:lnSpc>
              <a:buClrTx/>
              <a:buChar char="•"/>
              <a:defRPr lang="en-us" sz="1200" b="1" cap="none">
                <a:solidFill>
                  <a:schemeClr val="hlink"/>
                </a:solidFill>
              </a:defRPr>
            </a:pPr>
            <a:r>
              <a:t>    PSI &gt;= 0.2: significant change</a:t>
            </a:r>
          </a:p>
          <a:p>
            <a:pPr marL="360045" indent="-360045" algn="just">
              <a:lnSpc>
                <a:spcPct val="150000"/>
              </a:lnSpc>
              <a:buChar char="•"/>
              <a:defRPr lang="en-us" sz="1200" b="1" cap="none">
                <a:solidFill>
                  <a:schemeClr val="hlink"/>
                </a:solidFill>
              </a:defRPr>
            </a:pPr>
          </a:p>
        </p:txBody>
      </p:sp>
      <p:sp>
        <p:nvSpPr>
          <p:cNvPr id="3" name="Slide Number Placeholder 5"/>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kkQAACgnAADBSAAAZykAABAAAAAmAAAACAAAAAAAAAAAAAAA"/>
              </a:ext>
            </a:extLst>
          </p:cNvSpPr>
          <p:nvPr>
            <p:ph type="sldNum" sz="quarter" idx="12"/>
          </p:nvPr>
        </p:nvSpPr>
        <p:spPr/>
        <p:txBody>
          <a:bodyPr/>
          <a:lstStyle/>
          <a:p>
            <a:pPr>
              <a:defRPr lang="de-de"/>
            </a:pPr>
            <a:fld id="{2A4DC83F-71C7-183E-89F5-876B86BB7FD2}" type="slidenum">
              <a:t>11</a:t>
            </a:fld>
          </a:p>
        </p:txBody>
      </p:sp>
      <p:sp>
        <p:nvSpPr>
          <p:cNvPr id="4" name="Date Placeholder 3"/>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QwIAABonAACkBwAAWSkAABAAAAAmAAAACAAAAAAAAAAAAAAA"/>
              </a:ext>
            </a:extLst>
          </p:cNvSpPr>
          <p:nvPr>
            <p:ph type="dt" sz="half" idx="10"/>
          </p:nvPr>
        </p:nvSpPr>
        <p:spPr/>
        <p:txBody>
          <a:bodyPr/>
          <a:lstStyle/>
          <a:p>
            <a:pPr>
              <a:defRPr lang="de-de"/>
            </a:pPr>
            <a:fld id="{2A4D8F3E-70C7-1879-89F5-862CC1BB7FD3}" type="datetime1">
              <a:t>6/14/2026</a:t>
            </a:fld>
          </a:p>
        </p:txBody>
      </p:sp>
      <p:sp>
        <p:nvSpPr>
          <p:cNvPr id="5" name="Footer Placeholder 4"/>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HggAABonAAAUMAAAWSkAABAAAAAmAAAACAAAAAAAAAAAAAAA"/>
              </a:ext>
            </a:extLst>
          </p:cNvSpPr>
          <p:nvPr>
            <p:ph type="ftr" sz="quarter" idx="11"/>
          </p:nvPr>
        </p:nvSpPr>
        <p:spPr/>
        <p:txBody>
          <a:bodyPr/>
          <a:lstStyle/>
          <a:p>
            <a:pPr>
              <a:defRPr lang="de-de"/>
            </a:pPr>
            <a:r>
              <a:t>SRH Hochschule Heidelberg</a:t>
            </a:r>
          </a:p>
        </p:txBody>
      </p:sp>
    </p:spTree>
  </p:cSld>
  <p:clrMapOvr>
    <a:masterClrMapping/>
  </p:clrMapOvr>
  <p:timing>
    <p:tnLst>
      <p:par>
        <p:cTn id="1" dur="indefinite" restart="never" nodeType="tmRoot"/>
      </p:par>
    </p:tnLst>
  </p:timing>
</p:sld>
</file>

<file path=ppt/slides/slide12.xml><?xml version="1.0" encoding="utf-8"?>
<p:sld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mc:Ignorable="p14">
  <p:cSld>
    <p:spTree>
      <p:nvGrpSpPr>
        <p:cNvPr id="1" name=""/>
        <p:cNvGrpSpPr/>
        <p:nvPr/>
      </p:nvGrpSpPr>
      <p:grpSpPr>
        <a:xfrm>
          <a:off x="0" y="0"/>
          <a:ext cx="0" cy="0"/>
          <a:chOff x="0" y="0"/>
          <a:chExt cx="0" cy="0"/>
        </a:xfrm>
      </p:grpSpPr>
      <p:sp>
        <p:nvSpPr>
          <p:cNvPr id="2" name="Content Placeholder 2"/>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uwEAABgCAABsQAAAjRwAAAAAAAAmAAAACAAAAAEAAAAAAAAA"/>
              </a:ext>
            </a:extLst>
          </p:cNvSpPr>
          <p:nvPr>
            <p:ph type="body" idx="1"/>
          </p:nvPr>
        </p:nvSpPr>
        <p:spPr>
          <a:xfrm>
            <a:off x="281305" y="340360"/>
            <a:ext cx="10191115" cy="4300855"/>
          </a:xfrm>
        </p:spPr>
        <p:txBody>
          <a:bodyPr/>
          <a:lstStyle/>
          <a:p>
            <a:pPr marL="360045" indent="-360045" algn="just">
              <a:lnSpc>
                <a:spcPct val="150000"/>
              </a:lnSpc>
              <a:buClrTx/>
              <a:buChar char="•"/>
              <a:defRPr lang="en-us" sz="1200" b="1" cap="none">
                <a:solidFill>
                  <a:schemeClr val="accent1"/>
                </a:solidFill>
              </a:defRPr>
            </a:pPr>
            <a:r>
              <a:t>KS Test (Kolmogorov–Smirnov):</a:t>
            </a:r>
          </a:p>
          <a:p>
            <a:pPr marL="360045" indent="-360045" algn="just">
              <a:lnSpc>
                <a:spcPct val="150000"/>
              </a:lnSpc>
              <a:buClr>
                <a:schemeClr val="accent1"/>
              </a:buClr>
              <a:buChar char="•"/>
              <a:defRPr lang="en-us" sz="1200" b="1" cap="none">
                <a:solidFill>
                  <a:schemeClr val="hlink"/>
                </a:solidFill>
              </a:defRPr>
            </a:pPr>
            <a:r>
              <a:t>“Are two distributions statistically different?”</a:t>
            </a:r>
          </a:p>
          <a:p>
            <a:pPr marL="360045" indent="-360045" algn="just">
              <a:lnSpc>
                <a:spcPct val="150000"/>
              </a:lnSpc>
              <a:buClr>
                <a:schemeClr val="accent1"/>
              </a:buClr>
              <a:buChar char="•"/>
              <a:defRPr lang="en-us" sz="1200" b="1" cap="none">
                <a:solidFill>
                  <a:schemeClr val="hlink"/>
                </a:solidFill>
              </a:defRPr>
            </a:pPr>
            <a:r>
              <a:t>It compares full cumulative distributions (not just mean/variance).</a:t>
            </a:r>
          </a:p>
          <a:p>
            <a:pPr marL="360045" indent="-360045" algn="just">
              <a:lnSpc>
                <a:spcPct val="150000"/>
              </a:lnSpc>
              <a:buClr>
                <a:schemeClr val="accent1"/>
              </a:buClr>
              <a:buChar char="•"/>
              <a:defRPr lang="en-us" sz="1200" b="1" cap="none">
                <a:solidFill>
                  <a:schemeClr val="hlink"/>
                </a:solidFill>
              </a:defRPr>
            </a:pPr>
            <a:r>
              <a:t>KS statistic (distance between distributions)</a:t>
            </a:r>
          </a:p>
          <a:p>
            <a:pPr marL="360045" indent="-360045" algn="just">
              <a:lnSpc>
                <a:spcPct val="150000"/>
              </a:lnSpc>
              <a:buClr>
                <a:schemeClr val="accent1"/>
              </a:buClr>
              <a:buChar char="•"/>
              <a:defRPr lang="en-us" sz="1200" b="1" cap="none">
                <a:solidFill>
                  <a:schemeClr val="hlink"/>
                </a:solidFill>
              </a:defRPr>
            </a:pPr>
            <a:r>
              <a:t>p-value (significance)</a:t>
            </a:r>
          </a:p>
          <a:p>
            <a:pPr marL="360045" indent="-360045" algn="just">
              <a:lnSpc>
                <a:spcPct val="150000"/>
              </a:lnSpc>
              <a:buClr>
                <a:schemeClr val="accent1"/>
              </a:buClr>
              <a:buChar char="•"/>
              <a:defRPr lang="en-us" sz="1200" b="1" cap="none">
                <a:solidFill>
                  <a:schemeClr val="hlink"/>
                </a:solidFill>
              </a:defRPr>
            </a:pPr>
            <a:r>
              <a:t>Interpretation:</a:t>
            </a:r>
          </a:p>
          <a:p>
            <a:pPr marL="360045" indent="-360045" algn="just">
              <a:lnSpc>
                <a:spcPct val="150000"/>
              </a:lnSpc>
              <a:buChar char="•"/>
              <a:defRPr lang="en-us" sz="1200" b="1" cap="none">
                <a:solidFill>
                  <a:schemeClr val="hlink"/>
                </a:solidFill>
              </a:defRPr>
            </a:pPr>
            <a:r>
              <a:t>KS &lt; 0.05: No significant difference</a:t>
            </a:r>
          </a:p>
          <a:p>
            <a:pPr marL="360045" indent="-360045" algn="just">
              <a:lnSpc>
                <a:spcPct val="150000"/>
              </a:lnSpc>
              <a:buChar char="•"/>
              <a:defRPr lang="en-us" sz="1200" b="1" cap="none">
                <a:solidFill>
                  <a:schemeClr val="hlink"/>
                </a:solidFill>
              </a:defRPr>
            </a:pPr>
            <a:r>
              <a:t>    0.05 &lt;= KS &lt; 0.1: Moderate difference</a:t>
            </a:r>
          </a:p>
          <a:p>
            <a:pPr marL="360045" indent="-360045" algn="just">
              <a:lnSpc>
                <a:spcPct val="150000"/>
              </a:lnSpc>
              <a:buClr>
                <a:schemeClr val="accent1"/>
              </a:buClr>
              <a:buChar char="•"/>
              <a:defRPr lang="en-us" sz="1200" b="1" cap="none">
                <a:solidFill>
                  <a:schemeClr val="hlink"/>
                </a:solidFill>
              </a:defRPr>
            </a:pPr>
            <a:r>
              <a:t>    KS &gt;= 0.1: Significant difference</a:t>
            </a:r>
          </a:p>
          <a:p>
            <a:pPr marL="360045" indent="-360045" algn="just">
              <a:lnSpc>
                <a:spcPct val="150000"/>
              </a:lnSpc>
              <a:buClrTx/>
              <a:buChar char="•"/>
              <a:defRPr lang="en-us" sz="1200" b="1" cap="none">
                <a:solidFill>
                  <a:schemeClr val="accent1"/>
                </a:solidFill>
              </a:defRPr>
            </a:pPr>
            <a:r>
              <a:t>Prediction Drift Monitoring</a:t>
            </a:r>
          </a:p>
          <a:p>
            <a:pPr marL="360045" indent="-360045" algn="just">
              <a:lnSpc>
                <a:spcPct val="150000"/>
              </a:lnSpc>
              <a:buClr>
                <a:schemeClr val="accent1"/>
              </a:buClr>
              <a:buChar char="•"/>
              <a:defRPr lang="en-us" sz="1200" b="1" cap="none">
                <a:solidFill>
                  <a:schemeClr val="hlink"/>
                </a:solidFill>
              </a:defRPr>
            </a:pPr>
            <a:r>
              <a:t>Even if inputs look stable, model behavior can still drift</a:t>
            </a:r>
          </a:p>
          <a:p>
            <a:pPr marL="360045" indent="-360045" algn="just">
              <a:lnSpc>
                <a:spcPct val="150000"/>
              </a:lnSpc>
              <a:buClr>
                <a:schemeClr val="accent1"/>
              </a:buClr>
              <a:buChar char="•"/>
              <a:defRPr lang="en-us" sz="1200" b="1" cap="none">
                <a:solidFill>
                  <a:schemeClr val="hlink"/>
                </a:solidFill>
              </a:defRPr>
            </a:pPr>
            <a:r>
              <a:t>“Are model outputs changing over time?”</a:t>
            </a:r>
          </a:p>
          <a:p>
            <a:pPr marL="360045" indent="-360045" algn="just">
              <a:lnSpc>
                <a:spcPct val="150000"/>
              </a:lnSpc>
              <a:buClr>
                <a:schemeClr val="accent1"/>
              </a:buClr>
              <a:buChar char="•"/>
              <a:defRPr lang="en-us" sz="1200" b="1" cap="none">
                <a:solidFill>
                  <a:schemeClr val="hlink"/>
                </a:solidFill>
              </a:defRPr>
            </a:pPr>
            <a:r>
              <a:t>I developed a production-style monitoring framework that continuously evaluates model reliability through data drift, prediction drift, and cost-sensitive performance monitoring, ensuring that the credit risk model remains stable and business-aligned after deployment.</a:t>
            </a:r>
          </a:p>
        </p:txBody>
      </p:sp>
      <p:sp>
        <p:nvSpPr>
          <p:cNvPr id="3" name="Slide Number Placeholder 5"/>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kkQAACgnAADBSAAAZykAABAAAAAmAAAACAAAAAAAAAAAAAAA"/>
              </a:ext>
            </a:extLst>
          </p:cNvSpPr>
          <p:nvPr>
            <p:ph type="sldNum" sz="quarter" idx="12"/>
          </p:nvPr>
        </p:nvSpPr>
        <p:spPr/>
        <p:txBody>
          <a:bodyPr/>
          <a:lstStyle/>
          <a:p>
            <a:pPr>
              <a:defRPr lang="de-de"/>
            </a:pPr>
            <a:fld id="{2A4D9877-39C7-186E-89F5-CF3BD6BB7F9A}" type="slidenum">
              <a:t>12</a:t>
            </a:fld>
          </a:p>
        </p:txBody>
      </p:sp>
      <p:sp>
        <p:nvSpPr>
          <p:cNvPr id="4" name="Date Placeholder 3"/>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QwIAABonAACkBwAAWSkAABAAAAAmAAAACAAAAAAAAAAAAAAA"/>
              </a:ext>
            </a:extLst>
          </p:cNvSpPr>
          <p:nvPr>
            <p:ph type="dt" sz="half" idx="10"/>
          </p:nvPr>
        </p:nvSpPr>
        <p:spPr/>
        <p:txBody>
          <a:bodyPr/>
          <a:lstStyle/>
          <a:p>
            <a:pPr>
              <a:defRPr lang="de-de"/>
            </a:pPr>
            <a:fld id="{2A4DF490-DEC7-1802-89F5-2857BABB7F7D}" type="datetime1">
              <a:t>6/14/2026</a:t>
            </a:fld>
          </a:p>
        </p:txBody>
      </p:sp>
      <p:sp>
        <p:nvSpPr>
          <p:cNvPr id="5" name="Footer Placeholder 4"/>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HggAABonAAAUMAAAWSkAABAAAAAmAAAACAAAAAAAAAAAAAAA"/>
              </a:ext>
            </a:extLst>
          </p:cNvSpPr>
          <p:nvPr>
            <p:ph type="ftr" sz="quarter" idx="11"/>
          </p:nvPr>
        </p:nvSpPr>
        <p:spPr/>
        <p:txBody>
          <a:bodyPr/>
          <a:lstStyle/>
          <a:p>
            <a:pPr>
              <a:defRPr lang="de-de"/>
            </a:pPr>
            <a:r>
              <a:t>SRH Hochschule Heidelberg</a:t>
            </a:r>
          </a:p>
        </p:txBody>
      </p:sp>
    </p:spTree>
  </p:cSld>
  <p:clrMapOvr>
    <a:masterClrMapping/>
  </p:clrMapOvr>
  <p:timing>
    <p:tnLst>
      <p:par>
        <p:cTn id="1" dur="indefinite" restart="never" nodeType="tmRoot"/>
      </p:par>
    </p:tnLst>
  </p:timing>
</p:sld>
</file>

<file path=ppt/slides/slide13.xml><?xml version="1.0" encoding="utf-8"?>
<p:sld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mc:Ignorable="p14">
  <p:cSld>
    <p:spTree>
      <p:nvGrpSpPr>
        <p:cNvPr id="1" name=""/>
        <p:cNvGrpSpPr/>
        <p:nvPr/>
      </p:nvGrpSpPr>
      <p:grpSpPr>
        <a:xfrm>
          <a:off x="0" y="0"/>
          <a:ext cx="0" cy="0"/>
          <a:chOff x="0" y="0"/>
          <a:chExt cx="0" cy="0"/>
        </a:xfrm>
      </p:grpSpPr>
      <p:sp>
        <p:nvSpPr>
          <p:cNvPr id="2" name="Title 1"/>
          <p:cNvSpPr>
            <a:spLocks noGrp="1" noChangeArrowheads="1"/>
            <a:extLst>
              <a:ext uri="smNativeData">
                <pr:smNativeData xmlns:pr="smNativeData" xmlns="smNativeData" val="SMDATA_15_c7c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FdXVgJ/f38AqqOdA8zMzADAwP8Af39/AAAAAAAAAAAAAAAAAAAAAAAAAAAAIQAAABgAAAAUAAAAQwIAANcAAACYOgAA+gUAAAAAAAAmAAAACAAAAAEAAAAAAAAA"/>
              </a:ext>
            </a:extLst>
          </p:cNvSpPr>
          <p:nvPr>
            <p:ph type="title"/>
          </p:nvPr>
        </p:nvSpPr>
        <p:spPr>
          <a:xfrm>
            <a:off x="367665" y="136525"/>
            <a:ext cx="9157335" cy="835025"/>
          </a:xfrm>
        </p:spPr>
        <p:txBody>
          <a:bodyPr/>
          <a:lstStyle/>
          <a:p>
            <a:pPr>
              <a:spcBef>
                <a:spcPts val="0"/>
              </a:spcBef>
              <a:defRPr lang="en-in" cap="none">
                <a:solidFill>
                  <a:srgbClr val="C00000"/>
                </a:solidFill>
              </a:defRPr>
            </a:pPr>
            <a:r>
              <a:t>Explainable AI integration (SHAP)</a:t>
            </a:r>
          </a:p>
        </p:txBody>
      </p:sp>
      <p:sp>
        <p:nvSpPr>
          <p:cNvPr id="3" name="Content Placeholder 2"/>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QgIAAF4HAADzQAAA0yEAAAAAAAAmAAAACAAAAAEAAAAAAAAA"/>
              </a:ext>
            </a:extLst>
          </p:cNvSpPr>
          <p:nvPr>
            <p:ph type="body" idx="1"/>
          </p:nvPr>
        </p:nvSpPr>
        <p:spPr>
          <a:xfrm>
            <a:off x="367030" y="1197610"/>
            <a:ext cx="10191115" cy="4300855"/>
          </a:xfrm>
        </p:spPr>
        <p:txBody>
          <a:bodyPr/>
          <a:lstStyle/>
          <a:p>
            <a:pPr marL="360045" indent="-360045" algn="just">
              <a:lnSpc>
                <a:spcPct val="150000"/>
              </a:lnSpc>
              <a:buClr>
                <a:schemeClr val="accent1"/>
              </a:buClr>
              <a:buChar char="•"/>
              <a:defRPr lang="en-us" sz="1400" b="1" cap="none">
                <a:solidFill>
                  <a:schemeClr val="hlink"/>
                </a:solidFill>
              </a:defRPr>
            </a:pPr>
            <a:r>
              <a:t>I didn’t stop at prediction:</a:t>
            </a:r>
          </a:p>
          <a:p>
            <a:pPr marL="360045" indent="-360045" algn="just">
              <a:lnSpc>
                <a:spcPct val="150000"/>
              </a:lnSpc>
              <a:buClr>
                <a:schemeClr val="accent1"/>
              </a:buClr>
              <a:buChar char="•"/>
              <a:defRPr lang="en-us" sz="1400" b="1" cap="none">
                <a:solidFill>
                  <a:schemeClr val="hlink"/>
                </a:solidFill>
              </a:defRPr>
            </a:pPr>
            <a:r>
              <a:t>Global feature importance</a:t>
            </a:r>
          </a:p>
          <a:p>
            <a:pPr marL="360045" indent="-360045" algn="just">
              <a:lnSpc>
                <a:spcPct val="150000"/>
              </a:lnSpc>
              <a:buClr>
                <a:schemeClr val="accent1"/>
              </a:buClr>
              <a:buChar char="•"/>
              <a:defRPr lang="en-us" sz="1400" b="1" cap="none">
                <a:solidFill>
                  <a:schemeClr val="hlink"/>
                </a:solidFill>
              </a:defRPr>
            </a:pPr>
            <a:r>
              <a:t>Local explanations (waterfall plots)</a:t>
            </a:r>
          </a:p>
          <a:p>
            <a:pPr lvl="1" algn="just">
              <a:lnSpc>
                <a:spcPct val="150000"/>
              </a:lnSpc>
              <a:buFont typeface="Arial" pitchFamily="2" charset="0"/>
              <a:buChar char="•"/>
              <a:defRPr lang="en-us" sz="1400" b="1" cap="none">
                <a:solidFill>
                  <a:schemeClr val="hlink"/>
                </a:solidFill>
              </a:defRPr>
            </a:pPr>
            <a:r>
              <a:t>Dependence effects</a:t>
            </a:r>
          </a:p>
        </p:txBody>
      </p:sp>
      <p:sp>
        <p:nvSpPr>
          <p:cNvPr id="4" name="Slide Number Placeholder 5"/>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kkQAACgnAADBSAAAZykAABAAAAAmAAAACAAAAAAAAAAAAAAA"/>
              </a:ext>
            </a:extLst>
          </p:cNvSpPr>
          <p:nvPr>
            <p:ph type="sldNum" sz="quarter" idx="12"/>
          </p:nvPr>
        </p:nvSpPr>
        <p:spPr/>
        <p:txBody>
          <a:bodyPr/>
          <a:lstStyle/>
          <a:p>
            <a:pPr>
              <a:defRPr lang="de-de"/>
            </a:pPr>
            <a:fld id="{2A4DF00E-40C7-1806-89F5-B653BEBB7FE3}" type="slidenum">
              <a:t>13</a:t>
            </a:fld>
          </a:p>
        </p:txBody>
      </p:sp>
      <p:sp>
        <p:nvSpPr>
          <p:cNvPr id="5" name="Date Placeholder 3"/>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QwIAABonAACkBwAAWSkAABAAAAAmAAAACAAAAAAAAAAAAAAA"/>
              </a:ext>
            </a:extLst>
          </p:cNvSpPr>
          <p:nvPr>
            <p:ph type="dt" sz="half" idx="10"/>
          </p:nvPr>
        </p:nvSpPr>
        <p:spPr/>
        <p:txBody>
          <a:bodyPr/>
          <a:lstStyle/>
          <a:p>
            <a:pPr>
              <a:defRPr lang="de-de"/>
            </a:pPr>
            <a:fld id="{2A4DF7DB-95C7-1801-89F5-6354B9BB7F36}" type="datetime1">
              <a:rPr lang="en-ca" cap="none"/>
              <a:t>6/14/2026</a:t>
            </a:fld>
          </a:p>
        </p:txBody>
      </p:sp>
      <p:sp>
        <p:nvSpPr>
          <p:cNvPr id="6" name="Footer Placeholder 4"/>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HggAABonAAAUMAAAWSkAABAAAAAmAAAACAAAAAAAAAAAAAAA"/>
              </a:ext>
            </a:extLst>
          </p:cNvSpPr>
          <p:nvPr>
            <p:ph type="ftr" sz="quarter" idx="11"/>
          </p:nvPr>
        </p:nvSpPr>
        <p:spPr/>
        <p:txBody>
          <a:bodyPr/>
          <a:lstStyle/>
          <a:p>
            <a:pPr>
              <a:defRPr lang="de-de"/>
            </a:pPr>
            <a:r>
              <a:t>SRH Hochschule Heidelberg</a:t>
            </a:r>
          </a:p>
        </p:txBody>
      </p:sp>
    </p:spTree>
  </p:cSld>
  <p:clrMapOvr>
    <a:masterClrMapping/>
  </p:clrMapOvr>
  <p:timing>
    <p:tnLst>
      <p:par>
        <p:cTn id="1" dur="indefinite" restart="never" nodeType="tmRoot"/>
      </p:par>
    </p:tnLst>
  </p:timing>
</p:sld>
</file>

<file path=ppt/slides/slide14.xml><?xml version="1.0" encoding="utf-8"?>
<p:sld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mc:Ignorable="p14">
  <p:cSld>
    <p:spTree>
      <p:nvGrpSpPr>
        <p:cNvPr id="1" name=""/>
        <p:cNvGrpSpPr/>
        <p:nvPr/>
      </p:nvGrpSpPr>
      <p:grpSpPr>
        <a:xfrm>
          <a:off x="0" y="0"/>
          <a:ext cx="0" cy="0"/>
          <a:chOff x="0" y="0"/>
          <a:chExt cx="0" cy="0"/>
        </a:xfrm>
      </p:grpSpPr>
      <p:sp>
        <p:nvSpPr>
          <p:cNvPr id="2" name="Title 1"/>
          <p:cNvSpPr>
            <a:spLocks noGrp="1" noChangeArrowheads="1"/>
            <a:extLst>
              <a:ext uri="smNativeData">
                <pr:smNativeData xmlns:pr="smNativeData" xmlns="smNativeData" val="SMDATA_15_c7cuahMAAAAlAAAAZAAAAA0AAAAAAAAAAAAAAAAAAAAAAAAAAAAAAAACAAAAAAAAAAEAAABQAAAAAAAAAAAA4D8AAAAAAADgPwAAAAAAAOA/AAAAAAAA4D8AAAAAAADgPwAAAAAAAOA/AAAAAAAA4D8AAAAAAADgPwAAAAAAAOA/AAAAAAAA4D8CAAAAjAAAAAAAAAAAAAAA////AP///wgAAAAAAAAAAAAAAAAAAAAAAAAAAAAAAAAAAAAAeAAAAAEAAABAAAAAAAAAAAAAAAB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FdXVgJ/f38AqqOdA8zMzADAwP8Af39/AAAAAAAAAAAAAAAAAAAAAAAAAAAAIQAAABgAAAAUAAAAQwIAANcAAACYOgAA+gUAAAAAAAAmAAAACAAAAAEAAAAAAAAA"/>
              </a:ext>
            </a:extLst>
          </p:cNvSpPr>
          <p:nvPr>
            <p:ph type="title"/>
          </p:nvPr>
        </p:nvSpPr>
        <p:spPr>
          <a:xfrm>
            <a:off x="367665" y="136525"/>
            <a:ext cx="9157335" cy="835025"/>
          </a:xfrm>
        </p:spPr>
        <p:txBody>
          <a:bodyPr/>
          <a:lstStyle/>
          <a:p>
            <a:pPr>
              <a:defRPr lang="en-in" cap="none">
                <a:solidFill>
                  <a:srgbClr val="C00000"/>
                </a:solidFill>
              </a:defRPr>
            </a:pPr>
            <a:r>
              <a:t>Result</a:t>
            </a:r>
          </a:p>
        </p:txBody>
      </p:sp>
      <p:sp>
        <p:nvSpPr>
          <p:cNvPr id="3" name="Content Placeholder 2"/>
          <p:cNvSpPr>
            <a:spLocks noGrp="1" noChangeArrowheads="1"/>
            <a:extLst>
              <a:ext uri="smNativeData">
                <pr:smNativeData xmlns:pr="smNativeData" xmlns="smNativeData" val="SMDATA_15_c7cuahMAAAAlAAAAZAAAAA0AAAAAAAAAAAAAAAAAAAAAA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QgIAAF4HAADtQQAAQCMAABAAAAAmAAAACAAAAAEAAAAAAAAA"/>
              </a:ext>
            </a:extLst>
          </p:cNvSpPr>
          <p:nvPr>
            <p:ph type="body" idx="1"/>
          </p:nvPr>
        </p:nvSpPr>
        <p:spPr>
          <a:xfrm>
            <a:off x="367030" y="1197610"/>
            <a:ext cx="10349865" cy="4532630"/>
          </a:xfrm>
        </p:spPr>
        <p:txBody>
          <a:bodyPr/>
          <a:lstStyle/>
          <a:p>
            <a:pPr algn="just">
              <a:lnSpc>
                <a:spcPct val="200000"/>
              </a:lnSpc>
              <a:defRPr lang="de-de"/>
            </a:pPr>
            <a:r>
              <a:rPr lang="en-us" cap="none"/>
              <a:t>The project successfully demonstrated the potential of machine learning in predicting building energy consumption. By combining </a:t>
            </a:r>
            <a:r>
              <a:rPr lang="en-us" b="1" cap="none"/>
              <a:t>Prophet</a:t>
            </a:r>
            <a:r>
              <a:rPr lang="en-us" cap="none"/>
              <a:t>, </a:t>
            </a:r>
            <a:r>
              <a:rPr lang="en-us" b="1" cap="none"/>
              <a:t>LSTM</a:t>
            </a:r>
            <a:r>
              <a:rPr lang="en-us" cap="none"/>
              <a:t>, and </a:t>
            </a:r>
            <a:r>
              <a:rPr lang="en-us" b="1" cap="none"/>
              <a:t>XGBoost</a:t>
            </a:r>
            <a:r>
              <a:rPr lang="en-us" cap="none"/>
              <a:t> in a hybrid ensemble, the model captured both long-term seasonal trends and short-term fluctuations with improved accuracy. Exploratory Data Analysis and feature selection methods highlighted the importance of environmental factors (e.g., temperature, humidity) and operational variables (e.g., building type, occupancy). The results show that advanced ML methods can support </a:t>
            </a:r>
            <a:r>
              <a:rPr lang="en-us" b="1" cap="none"/>
              <a:t>energy managers, policymakers, and occupants</a:t>
            </a:r>
            <a:r>
              <a:rPr lang="en-us" cap="none"/>
              <a:t> in making informed decisions, reducing costs, and promoting sustainable energy use.</a:t>
            </a:r>
            <a:endParaRPr lang="en-us" b="1" cap="none"/>
          </a:p>
        </p:txBody>
      </p:sp>
      <p:sp>
        <p:nvSpPr>
          <p:cNvPr id="4" name="Slide Number Placeholder 5"/>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kkQAACgnAADBSAAAZykAABAAAAAmAAAACAAAAAAAAAAAAAAA"/>
              </a:ext>
            </a:extLst>
          </p:cNvSpPr>
          <p:nvPr>
            <p:ph type="sldNum" sz="quarter" idx="12"/>
          </p:nvPr>
        </p:nvSpPr>
        <p:spPr/>
        <p:txBody>
          <a:bodyPr/>
          <a:lstStyle/>
          <a:p>
            <a:pPr>
              <a:defRPr lang="de-de"/>
            </a:pPr>
            <a:fld id="{2A4D8649-07C7-1870-89F5-F125C8BB7FA4}" type="slidenum">
              <a:t>14</a:t>
            </a:fld>
          </a:p>
        </p:txBody>
      </p:sp>
      <p:sp>
        <p:nvSpPr>
          <p:cNvPr id="5" name="Date Placeholder 3"/>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QwIAABonAACkBwAAWSkAABAAAAAmAAAACAAAAAAAAAAAAAAA"/>
              </a:ext>
            </a:extLst>
          </p:cNvSpPr>
          <p:nvPr>
            <p:ph type="dt" sz="half" idx="10"/>
          </p:nvPr>
        </p:nvSpPr>
        <p:spPr/>
        <p:txBody>
          <a:bodyPr/>
          <a:lstStyle/>
          <a:p>
            <a:pPr>
              <a:defRPr lang="de-de"/>
            </a:pPr>
            <a:fld id="{2A4DFD51-1FC7-180B-89F5-E95EB3BB7FBC}" type="datetime1">
              <a:rPr lang="en-ca" cap="none"/>
              <a:t>6/14/2026</a:t>
            </a:fld>
          </a:p>
        </p:txBody>
      </p:sp>
      <p:sp>
        <p:nvSpPr>
          <p:cNvPr id="6" name="Footer Placeholder 4"/>
          <p:cNvSpPr>
            <a:spLocks noGrp="1" noChangeArrowheads="1"/>
            <a:extLst>
              <a:ext uri="smNativeData">
                <pr:smNativeData xmlns:pr="smNativeData" xmlns="smNativeData" val="SMDATA_15_c7cuahMAAAAlAAAAZAAAAA0AAAAAAAAAAAAAAAAAAAAAAAAAAAAAAAAB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30gHBf///wEAAAAAAAAAAAAAAAAAAAAAAAAAAAAAAAAAAAAAAAAAAFdXVgJ/f38AqqOdA8zMzADAwP8Af39/AAAAAAAAAAAAAAAAAAAAAAAAAAAAIQAAABgAAAAUAAAAHggAABonAAAUMAAAWSkAABAAAAAmAAAACAAAAAAAAAAAAAAA"/>
              </a:ext>
            </a:extLst>
          </p:cNvSpPr>
          <p:nvPr>
            <p:ph type="ftr" sz="quarter" idx="11"/>
          </p:nvPr>
        </p:nvSpPr>
        <p:spPr/>
        <p:txBody>
          <a:bodyPr/>
          <a:lstStyle/>
          <a:p>
            <a:pPr>
              <a:defRPr lang="de-de"/>
            </a:pPr>
            <a:r>
              <a:t>SRH Hochschule Heidelberg</a:t>
            </a:r>
          </a:p>
        </p:txBody>
      </p:sp>
    </p:spTree>
  </p:cSld>
  <p:clrMapOvr>
    <a:masterClrMapping/>
  </p:clrMapOvr>
  <p:timing>
    <p:tnLst>
      <p:par>
        <p:cTn id="1" dur="indefinite" restart="never" nodeType="tmRoot"/>
      </p:par>
    </p:tnLst>
  </p:timing>
</p:sld>
</file>

<file path=ppt/slides/slide15.xml><?xml version="1.0" encoding="utf-8"?>
<p:sld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mc:Ignorable="p14">
  <p:cSld>
    <p:spTree>
      <p:nvGrpSpPr>
        <p:cNvPr id="1" name=""/>
        <p:cNvGrpSpPr/>
        <p:nvPr/>
      </p:nvGrpSpPr>
      <p:grpSpPr>
        <a:xfrm>
          <a:off x="0" y="0"/>
          <a:ext cx="0" cy="0"/>
          <a:chOff x="0" y="0"/>
          <a:chExt cx="0" cy="0"/>
        </a:xfrm>
      </p:grpSpPr>
      <p:pic>
        <p:nvPicPr>
          <p:cNvPr id="2" name="Picture 10"/>
          <p:cNvPicPr>
            <a:picLocks noChangeAspect="1"/>
            <a:extLst>
              <a:ext uri="smNativeData">
                <pr:smNativeData xmlns:pr="smNativeData" xmlns="smNativeData" val="SMDATA_17_c7cuahMAAAAlAAAAEQAAAC0AAAAAkAAAAEgAAACQAAAAS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AcAAAA4AAAAAAAAAAAAAAAAAAAA////AAAAAAAAAAAAAAAAAAAAAAAAAAAAAAAAAAAAAABkAAAAZAAAAAAAAAAjAAAABAAAAGQAAAAXAAAAFAAAAAAAAAAAAAAA/38AAP9/AAAAAAAACQAAAAQAAACIQdoMHgAAAGgAAAAAAAAAAAAAAAAAAAAAAAAAAAAAABAnAAAQJwAAAAAAAAAAAAAAAAAAAAAAAAAAAAAAAAAAAAAAAAAAAAAUAAAAAAAAAMDA/wAAAAAAZAAAADIAAAAAAAAAZAAAAAAAAAB/f38ACgAAACIAAAAYAAAAAAAAAAAAAAAAAAAAAAAAAAAAAAAAAAAAJAAAACQAAAAAAAAABwAAAAAAAAAAAAAAAAAAAAAAAAAAAAAAAAAAAH9/fwAlAAAAWAAAAAAAAAAAAAAAAAAAAAAAAAAAAAAAAAAAAAAAAAAAAAAAAAAAAAAAAAAAAAAAPwAAAAAAAACghgEAAAAAAAAAAAAAAAAADAAAAAEAAAAAAAAAAAAAAAAAAAAfAAAAVAAAAN9IBwX///8BAAAAAAAAAAAAAAAAAAAAAAAAAAAAAAAAAAAAAAAAAABXV1YCf39/AKqjnQPMzMwAwMD/AH9/fwAAAAAAAAAAAAAAAAD///8AAAAAACEAAAAYAAAAFAAAAKAAAAAPCQAAxDoAALgTAAAQAAAAJgAAAAgAAAD//////////w=="/>
              </a:ext>
            </a:extLst>
          </p:cNvPicPr>
          <p:nvPr/>
        </p:nvPicPr>
        <p:blipFill>
          <a:blip r:embed="rId2"/>
          <a:stretch>
            <a:fillRect/>
          </a:stretch>
        </p:blipFill>
        <p:spPr>
          <a:xfrm>
            <a:off x="101600" y="1472565"/>
            <a:ext cx="9451340" cy="1732915"/>
          </a:xfrm>
          <a:prstGeom prst="rect">
            <a:avLst/>
          </a:prstGeom>
          <a:noFill/>
          <a:ln>
            <a:noFill/>
          </a:ln>
          <a:effectLst/>
        </p:spPr>
      </p:pic>
      <p:pic>
        <p:nvPicPr>
          <p:cNvPr id="3" name="Picture 11"/>
          <p:cNvPicPr>
            <a:picLocks noChangeAspect="1"/>
            <a:extLst>
              <a:ext uri="smNativeData">
                <pr:smNativeData xmlns:pr="smNativeData" xmlns="smNativeData" val="SMDATA_17_c7cuahMAAAAlAAAAEQAAAC0AAAAAkAAAAEgAAACQAAAASAAAAAAAAAAAAAAAAAAAAAEAAABQAAAAAAAAAAAA4D8AAAAAAADgPwAAAAAAAOA/AAAAAAAA4D8AAAAAAADgPwAAAAAAAOA/AAAAAAAA4D8AAAAAAADgPwAAAAAAAOA/AAAAAAAA4D8CAAAAjAAAAAAAAAAAAAAA30gHDP///wgAAAAAAAAAAAAAAAAAAAAAAAAAAAAAAAAAAAAAZAAAAAEAAABAAAAAAAAAAAAAAAAAAAAAAAAAAAAAAAAAAAAAAAAAAAAAAAAAAAAAAAAAAAAAAAAAAAAAAAAAAAAAAAAAAAAAAAAAAAAAAAAAAAAAAAAAAAAAAAAAAAAAFAAAADwAAAAAAAAAAAAAAFdXVgkUAAAAAQAAABQAAAAUAAAAFAAAAAEAAAAAAAAAZAAAAGQAAAAAAAAAZAAAAGQAAAAVAAAAYAAAAAAAAAAAAAAADwAAACADAAAAAAAAAAAAAAEAAACgMgAAVgcAAKr4//8BAAAAf39/AAEAAABkAAAAAAAAABQAAABAHwAAAAAAACYAAAAAAAAAwOD//wAAAAAmAAAAZAAAABYAAABMAAAAAAAAAAAAAAAEAAAAAAAAAAEAAACqo50KAAAAACgAAAAoAAAAZAAAAGQAAAAAAAAAzMzMAAAAAABQAAAAUAAAAGQAAABkAAAAAAAAAAcAAAA4AAAAAAAAAAAAAAAAAAAA////AAAAAAAAAAAAAAAAAAAAAAAAAAAAAAAAAAAAAABkAAAAZAAAAAAAAAAjAAAABAAAAGQAAAAXAAAAFAAAAAAAAAAAAAAA/38AAP9/AAAAAAAACQAAAAQAAAAAAAAAHgAAAGgAAAAAAAAAAAAAAAAAAAAAAAAAAAAAABAnAAAQJwAAAAAAAAAAAAAAAAAAAAAAAAAAAAAAAAAAAAAAAAAAAAAUAAAAAAAAAMDA/wAAAAAAZAAAADIAAAAAAAAAZAAAAAAAAAB/f38ACgAAACIAAAAYAAAAAAAAAAAAAAAAAAAAAAAAAAAAAAAAAAAAJAAAACQAAAAAAAAABwAAAAAAAAAAAAAAAAAAAAAAAAAAAAAAAAAAAH9/fwAlAAAAWAAAAAAAAAAAAAAAAAAAAAAAAAAAAAAAAAAAAAAAAAAAAAAAAAAAAAAAAAAAAAAAPwAAAAAAAACghgEAAAAAAAAAAAAAAAAADAAAAAEAAAAAAAAAAAAAAAAAAAAfAAAAVAAAAN9IBwX///8BAAAAAAAAAAAAAAAAAAAAAAAAAAAAAAAAAAAAAAAAAABXV1YCf39/AKqjnQPMzMwAwMD/AH9/fwAAAAAAAAAAAAAAAAD///8AAAAAACEAAAAYAAAAFAAAAPUIAAAaEQAAJTgAAFYWAAAQAAAAJgAAAAgAAAD//////////w=="/>
              </a:ext>
            </a:extLst>
          </p:cNvPicPr>
          <p:nvPr/>
        </p:nvPicPr>
        <p:blipFill>
          <a:blip r:embed="rId3"/>
          <a:stretch>
            <a:fillRect/>
          </a:stretch>
        </p:blipFill>
        <p:spPr>
          <a:xfrm>
            <a:off x="1456055" y="2780030"/>
            <a:ext cx="7670800" cy="850900"/>
          </a:xfrm>
          <a:prstGeom prst="rect">
            <a:avLst/>
          </a:prstGeom>
          <a:noFill/>
          <a:ln>
            <a:noFill/>
          </a:ln>
          <a:effectLst/>
        </p:spPr>
      </p:pic>
    </p:spTree>
  </p:cSld>
  <p:clrMapOvr>
    <a:masterClrMapping/>
  </p:clrMapOvr>
  <p:timing>
    <p:tnLst>
      <p:par>
        <p:cTn id="1" dur="indefinite" restart="never" nodeType="tmRoot"/>
      </p:par>
    </p:tnLst>
  </p:timing>
</p:sld>
</file>

<file path=ppt/theme/theme1.xml><?xml version="1.0" encoding="utf-8"?>
<a:theme xmlns:a="http://schemas.openxmlformats.org/drawingml/2006/main" name="Presentation">
  <a:themeElements>
    <a:clrScheme name="Presentation 1">
      <a:dk1>
        <a:srgbClr val="575756"/>
      </a:dk1>
      <a:lt1>
        <a:srgbClr val="FFFFFF"/>
      </a:lt1>
      <a:dk2>
        <a:srgbClr val="00699A"/>
      </a:dk2>
      <a:lt2>
        <a:srgbClr val="AAA39D"/>
      </a:lt2>
      <a:accent1>
        <a:srgbClr val="DF4807"/>
      </a:accent1>
      <a:accent2>
        <a:srgbClr val="AAA39D"/>
      </a:accent2>
      <a:accent3>
        <a:srgbClr val="FCC61E"/>
      </a:accent3>
      <a:accent4>
        <a:srgbClr val="35B4A0"/>
      </a:accent4>
      <a:accent5>
        <a:srgbClr val="CA007F"/>
      </a:accent5>
      <a:accent6>
        <a:srgbClr val="021E30"/>
      </a:accent6>
      <a:hlink>
        <a:srgbClr val="000000"/>
      </a:hlink>
      <a:folHlink>
        <a:srgbClr val="000000"/>
      </a:folHlink>
    </a:clrScheme>
    <a:fontScheme name="Presentation">
      <a:majorFont>
        <a:latin typeface="SRH Headline"/>
        <a:ea typeface="SRH Headline"/>
        <a:cs typeface="SRH Headline"/>
      </a:majorFont>
      <a:minorFont>
        <a:latin typeface="SRH Text"/>
        <a:ea typeface="SRH Text"/>
        <a:cs typeface="SRH Text"/>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prstTxWarp prst="textNoShape">
          <a:avLst/>
        </a:prstTxWarp>
        <a:noAutofit/>
      </a:bodyPr>
      <a:lstStyle>
        <a:defPPr>
          <a:defRPr/>
        </a:defPPr>
      </a:lstStyle>
      <a:style>
        <a:lnRef idx="0">
          <a:schemeClr val="accent1"/>
        </a:lnRef>
        <a:fillRef idx="0">
          <a:schemeClr val="accent1"/>
        </a:fillRef>
        <a:effectRef idx="0">
          <a:schemeClr val="accent1"/>
        </a:effectRef>
        <a:fontRef idx="minor">
          <a:schemeClr val="lt1"/>
        </a:fontRef>
      </a:style>
    </a:spDef>
  </a:objectDefaults>
  <a:extraClrSchemeLst>
    <a:extraClrScheme>
      <a:clrScheme name="Presentation 1">
        <a:dk1>
          <a:srgbClr val="575756"/>
        </a:dk1>
        <a:lt1>
          <a:srgbClr val="FFFFFF"/>
        </a:lt1>
        <a:dk2>
          <a:srgbClr val="00699A"/>
        </a:dk2>
        <a:lt2>
          <a:srgbClr val="AAA39D"/>
        </a:lt2>
        <a:accent1>
          <a:srgbClr val="DF4807"/>
        </a:accent1>
        <a:accent2>
          <a:srgbClr val="AAA39D"/>
        </a:accent2>
        <a:accent3>
          <a:srgbClr val="FCC61E"/>
        </a:accent3>
        <a:accent4>
          <a:srgbClr val="35B4A0"/>
        </a:accent4>
        <a:accent5>
          <a:srgbClr val="CA007F"/>
        </a:accent5>
        <a:accent6>
          <a:srgbClr val="021E30"/>
        </a:accent6>
        <a:hlink>
          <a:srgbClr val="000000"/>
        </a:hlink>
        <a:folHlink>
          <a:srgbClr val="000000"/>
        </a:folHlink>
      </a:clrScheme>
      <a:clrMap bg1="lt1" tx1="dk1" bg2="lt2" tx2="dk2" accent1="accent1" accent2="accent2" accent3="accent3" accent4="accent4" accent5="accent5" accent6="accent6" hlink="hlink" folHlink="folHlink"/>
    </a:extraClrScheme>
    <a:extraClrScheme>
      <a:clrScheme name="Presentation 2">
        <a:dk1>
          <a:srgbClr val="575756"/>
        </a:dk1>
        <a:lt1>
          <a:srgbClr val="575756"/>
        </a:lt1>
        <a:dk2>
          <a:srgbClr val="575756"/>
        </a:dk2>
        <a:lt2>
          <a:srgbClr val="575756"/>
        </a:lt2>
        <a:accent1>
          <a:srgbClr val="575756"/>
        </a:accent1>
        <a:accent2>
          <a:srgbClr val="575756"/>
        </a:accent2>
        <a:accent3>
          <a:srgbClr val="575756"/>
        </a:accent3>
        <a:accent4>
          <a:srgbClr val="575756"/>
        </a:accent4>
        <a:accent5>
          <a:srgbClr val="575756"/>
        </a:accent5>
        <a:accent6>
          <a:srgbClr val="575756"/>
        </a:accent6>
        <a:hlink>
          <a:srgbClr val="575756"/>
        </a:hlink>
        <a:folHlink>
          <a:srgbClr val="575756"/>
        </a:folHlink>
      </a:clrScheme>
      <a:clrMap bg1="lt1" tx1="dk1" bg2="lt2" tx2="dk2" accent1="accent1" accent2="accent2" accent3="accent3" accent4="accent4" accent5="accent5" accent6="accent6" hlink="hlink" folHlink="folHlink"/>
    </a:extraClrScheme>
    <a:extraClrScheme>
      <a:clrScheme name="Presentation 3">
        <a:dk1>
          <a:srgbClr val="575756"/>
        </a:dk1>
        <a:lt1>
          <a:srgbClr val="575756"/>
        </a:lt1>
        <a:dk2>
          <a:srgbClr val="575756"/>
        </a:dk2>
        <a:lt2>
          <a:srgbClr val="575756"/>
        </a:lt2>
        <a:accent1>
          <a:srgbClr val="575756"/>
        </a:accent1>
        <a:accent2>
          <a:srgbClr val="575756"/>
        </a:accent2>
        <a:accent3>
          <a:srgbClr val="575756"/>
        </a:accent3>
        <a:accent4>
          <a:srgbClr val="575756"/>
        </a:accent4>
        <a:accent5>
          <a:srgbClr val="575756"/>
        </a:accent5>
        <a:accent6>
          <a:srgbClr val="575756"/>
        </a:accent6>
        <a:hlink>
          <a:srgbClr val="575756"/>
        </a:hlink>
        <a:folHlink>
          <a:srgbClr val="575756"/>
        </a:folHlink>
      </a:clrScheme>
      <a:clrMap bg1="lt1" tx1="dk1" bg2="lt2" tx2="dk2" accent1="accent1" accent2="accent2" accent3="accent3" accent4="accent4" accent5="accent5" accent6="accent6" hlink="hlink" folHlink="folHlink"/>
    </a:extraClrScheme>
    <a:extraClrScheme>
      <a:clrScheme name="Presentation 4">
        <a:dk1>
          <a:srgbClr val="575756"/>
        </a:dk1>
        <a:lt1>
          <a:srgbClr val="575756"/>
        </a:lt1>
        <a:dk2>
          <a:srgbClr val="575756"/>
        </a:dk2>
        <a:lt2>
          <a:srgbClr val="575756"/>
        </a:lt2>
        <a:accent1>
          <a:srgbClr val="575756"/>
        </a:accent1>
        <a:accent2>
          <a:srgbClr val="575756"/>
        </a:accent2>
        <a:accent3>
          <a:srgbClr val="575756"/>
        </a:accent3>
        <a:accent4>
          <a:srgbClr val="575756"/>
        </a:accent4>
        <a:accent5>
          <a:srgbClr val="575756"/>
        </a:accent5>
        <a:accent6>
          <a:srgbClr val="575756"/>
        </a:accent6>
        <a:hlink>
          <a:srgbClr val="575756"/>
        </a:hlink>
        <a:folHlink>
          <a:srgbClr val="575756"/>
        </a:folHlink>
      </a:clrScheme>
      <a:clrMap bg1="lt1" tx1="dk1" bg2="lt2" tx2="dk2" accent1="accent1" accent2="accent2" accent3="accent3" accent4="accent4" accent5="accent5" accent6="accent6" hlink="hlink" folHlink="folHlink"/>
    </a:extraClrScheme>
    <a:extraClrScheme>
      <a:clrScheme name="Presentation 5">
        <a:dk1>
          <a:srgbClr val="575756"/>
        </a:dk1>
        <a:lt1>
          <a:srgbClr val="575756"/>
        </a:lt1>
        <a:dk2>
          <a:srgbClr val="575756"/>
        </a:dk2>
        <a:lt2>
          <a:srgbClr val="575756"/>
        </a:lt2>
        <a:accent1>
          <a:srgbClr val="575756"/>
        </a:accent1>
        <a:accent2>
          <a:srgbClr val="575756"/>
        </a:accent2>
        <a:accent3>
          <a:srgbClr val="575756"/>
        </a:accent3>
        <a:accent4>
          <a:srgbClr val="575756"/>
        </a:accent4>
        <a:accent5>
          <a:srgbClr val="575756"/>
        </a:accent5>
        <a:accent6>
          <a:srgbClr val="575756"/>
        </a:accent6>
        <a:hlink>
          <a:srgbClr val="575756"/>
        </a:hlink>
        <a:folHlink>
          <a:srgbClr val="575756"/>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Presentation">
  <a:themeElements>
    <a:clrScheme name="Presentation 1">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Presentation">
      <a:majorFont>
        <a:latin typeface="SRH Headline"/>
        <a:ea typeface="SRH Headline"/>
        <a:cs typeface="SRH Headline"/>
      </a:majorFont>
      <a:minorFont>
        <a:latin typeface="SRH Text"/>
        <a:ea typeface="SRH Text"/>
        <a:cs typeface="SRH Text"/>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prstTxWarp prst="textNoShape">
          <a:avLst/>
        </a:prstTxWarp>
        <a:noAutofit/>
      </a:bodyPr>
      <a:lstStyle>
        <a:defPPr>
          <a:defRPr/>
        </a:defPPr>
      </a:lstStyle>
      <a:style>
        <a:lnRef idx="0">
          <a:schemeClr val="accent1"/>
        </a:lnRef>
        <a:fillRef idx="0">
          <a:schemeClr val="accent1"/>
        </a:fillRef>
        <a:effectRef idx="0">
          <a:schemeClr val="accent1"/>
        </a:effectRef>
        <a:fontRef idx="minor">
          <a:schemeClr val="lt1"/>
        </a:fontRef>
      </a:style>
    </a:spDef>
  </a:objectDefaults>
  <a:extraClrSchemeLst>
    <a:extraClrScheme>
      <a:clrScheme name="Presentation 1">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clrMap bg1="lt1" tx1="dk1" bg2="lt2" tx2="dk2" accent1="accent1" accent2="accent2" accent3="accent3" accent4="accent4" accent5="accent5" accent6="accent6" hlink="hlink" folHlink="folHlink"/>
    </a:extraClrScheme>
  </a:extraClrSchemeLst>
</a:theme>
</file>

<file path=ppt/theme/themeOverride1.xml><?xml version="1.0" encoding="utf-8"?>
<a:themeOverride xmlns:a="http://schemas.openxmlformats.org/drawingml/2006/main">
  <a:clrScheme name="Presentation">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Henrike Voelker</dc:creator>
  <cp:keywords/>
  <dc:description/>
  <cp:lastModifiedBy>Amin</cp:lastModifiedBy>
  <cp:revision>0</cp:revision>
  <dcterms:created xsi:type="dcterms:W3CDTF">2020-06-05T16:20:53Z</dcterms:created>
  <dcterms:modified xsi:type="dcterms:W3CDTF">2026-06-14T14:15:15Z</dcterms:modified>
</cp:coreProperties>
</file>