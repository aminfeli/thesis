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4.xml" ContentType="application/vnd.openxmlformats-officedocument.theme+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media/image2.svg" ContentType="image/svg"/>
  <Override PartName="/ppt/media/image6.emf" ContentType="image/x-emf"/>
  <Override PartName="/ppt/media/image4.svg" ContentType="image/svg"/>
  <Override PartName="/ppt/media/image7.emf" ContentType="image/x-emf"/>
  <Override PartName="/ppt/slideMasters/slideMaster1.xml" ContentType="application/vnd.openxmlformats-officedocument.presentationml.slide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7559675" cy="10691813"/>
  <p:embeddedFontLst>
    <p:embeddedFont>
      <p:font typeface="SRH"/>
    </p:embeddedFont>
    <p:embeddedFont>
      <p:font typeface="Arial MT"/>
    </p:embeddedFont>
    <p:embeddedFont>
      <p:font typeface="SRH Headline"/>
    </p:embeddedFont>
    <p:embeddedFont>
      <p:font typeface="SRH Text"/>
    </p:embeddedFont>
    <p:embeddedFont>
      <p:font typeface="Lucida Sans"/>
      <p:regular r:id="rId21"/>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font" Target="fonts/Font_1_Lucida_Sans_Regular.fntdata"/><Relationship Id="rId2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defTabSz="914400">
              <a:lnSpc>
                <a:spcPct val="98000"/>
              </a:lnSpc>
              <a:tabLst>
                <a:tab pos="0" algn="l"/>
              </a:tabLst>
            </a:pPr>
            <a:r>
              <a:rPr lang="de-DE" sz="4800" b="1" u="none" strike="noStrike">
                <a:solidFill>
                  <a:schemeClr val="lt1"/>
                </a:solidFill>
                <a:effectLst/>
                <a:uFillTx/>
                <a:latin typeface="SRH Headline"/>
              </a:rPr>
              <a:t>Click to move the slide</a:t>
            </a:r>
            <a:endParaRPr lang="de-DE" sz="4800" b="1" u="none" strike="noStrike">
              <a:solidFill>
                <a:schemeClr val="lt1"/>
              </a:solidFill>
              <a:effectLst/>
              <a:uFillTx/>
              <a:latin typeface="SRH Headline"/>
            </a:endParaRPr>
          </a:p>
        </p:txBody>
      </p:sp>
      <p:sp>
        <p:nvSpPr>
          <p:cNvPr id="1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8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87" name="PlaceHolder 4"/>
          <p:cNvSpPr>
            <a:spLocks noGrp="1"/>
          </p:cNvSpPr>
          <p:nvPr>
            <p:ph type="dt" idx="58"/>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88" name="PlaceHolder 5"/>
          <p:cNvSpPr>
            <a:spLocks noGrp="1"/>
          </p:cNvSpPr>
          <p:nvPr>
            <p:ph type="ftr" idx="59"/>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89" name="PlaceHolder 6"/>
          <p:cNvSpPr>
            <a:spLocks noGrp="1"/>
          </p:cNvSpPr>
          <p:nvPr>
            <p:ph type="sldNum" idx="60"/>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4CD8CED1-557C-4CB5-A00E-FA2BCA0FFC43}"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685800" y="1143000"/>
            <a:ext cx="5485680" cy="3085560"/>
          </a:xfrm>
          <a:prstGeom prst="rect">
            <a:avLst/>
          </a:prstGeom>
          <a:ln w="0">
            <a:noFill/>
          </a:ln>
        </p:spPr>
      </p:sp>
      <p:sp>
        <p:nvSpPr>
          <p:cNvPr id="269" name="PlaceHolder 2"/>
          <p:cNvSpPr>
            <a:spLocks noGrp="1"/>
          </p:cNvSpPr>
          <p:nvPr>
            <p:ph type="body"/>
          </p:nvPr>
        </p:nvSpPr>
        <p:spPr>
          <a:xfrm>
            <a:off x="685800" y="4400640"/>
            <a:ext cx="5485680" cy="359964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0" name="PlaceHolder 3"/>
          <p:cNvSpPr>
            <a:spLocks noGrp="1"/>
          </p:cNvSpPr>
          <p:nvPr>
            <p:ph type="sldNum" idx="109"/>
          </p:nvPr>
        </p:nvSpPr>
        <p:spPr>
          <a:xfrm>
            <a:off x="3884760" y="8685360"/>
            <a:ext cx="2971080" cy="45792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30D01793-5FF1-4667-BE42-E85AF49B98A0}"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685800" y="1143000"/>
            <a:ext cx="5485680" cy="3085560"/>
          </a:xfrm>
          <a:prstGeom prst="rect">
            <a:avLst/>
          </a:prstGeom>
          <a:ln w="0">
            <a:noFill/>
          </a:ln>
        </p:spPr>
      </p:sp>
      <p:sp>
        <p:nvSpPr>
          <p:cNvPr id="272" name="PlaceHolder 2"/>
          <p:cNvSpPr>
            <a:spLocks noGrp="1"/>
          </p:cNvSpPr>
          <p:nvPr>
            <p:ph type="body"/>
          </p:nvPr>
        </p:nvSpPr>
        <p:spPr>
          <a:xfrm>
            <a:off x="685800" y="4400640"/>
            <a:ext cx="5485680" cy="359964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3" name="PlaceHolder 3"/>
          <p:cNvSpPr>
            <a:spLocks noGrp="1"/>
          </p:cNvSpPr>
          <p:nvPr>
            <p:ph type="sldNum" idx="110"/>
          </p:nvPr>
        </p:nvSpPr>
        <p:spPr>
          <a:xfrm>
            <a:off x="3884760" y="8685360"/>
            <a:ext cx="2971080" cy="45792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AD6CE8E6-9D9F-4B10-B292-90784E85B1F2}"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5680" cy="3085560"/>
          </a:xfrm>
          <a:prstGeom prst="rect">
            <a:avLst/>
          </a:prstGeom>
          <a:ln w="0">
            <a:noFill/>
          </a:ln>
        </p:spPr>
      </p:sp>
      <p:sp>
        <p:nvSpPr>
          <p:cNvPr id="275" name="PlaceHolder 2"/>
          <p:cNvSpPr>
            <a:spLocks noGrp="1"/>
          </p:cNvSpPr>
          <p:nvPr>
            <p:ph type="body"/>
          </p:nvPr>
        </p:nvSpPr>
        <p:spPr>
          <a:xfrm>
            <a:off x="685800" y="4400640"/>
            <a:ext cx="5485680" cy="359964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6" name="PlaceHolder 3"/>
          <p:cNvSpPr>
            <a:spLocks noGrp="1"/>
          </p:cNvSpPr>
          <p:nvPr>
            <p:ph type="sldNum" idx="111"/>
          </p:nvPr>
        </p:nvSpPr>
        <p:spPr>
          <a:xfrm>
            <a:off x="3884760" y="8685360"/>
            <a:ext cx="2971080" cy="45792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3B36CC6C-77FC-4817-AED0-5022F48592B2}" type="slidenum">
              <a:rPr lang="de-DE"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2"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3" name="PlaceHolder 1"/>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4" name="PlaceHolder 2"/>
          <p:cNvSpPr>
            <a:spLocks noGrp="1"/>
          </p:cNvSpPr>
          <p:nvPr>
            <p:ph type="body"/>
          </p:nvPr>
        </p:nvSpPr>
        <p:spPr>
          <a:xfrm>
            <a:off x="360000" y="2873880"/>
            <a:ext cx="9158040" cy="23252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5" name="PlaceHolder 3"/>
          <p:cNvSpPr>
            <a:spLocks noGrp="1"/>
          </p:cNvSpPr>
          <p:nvPr>
            <p:ph type="dt" idx="1"/>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6" name="PlaceHolder 4"/>
          <p:cNvSpPr>
            <a:spLocks noGrp="1"/>
          </p:cNvSpPr>
          <p:nvPr>
            <p:ph type="ftr" idx="2"/>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7" name="PlaceHolder 5"/>
          <p:cNvSpPr>
            <a:spLocks noGrp="1"/>
          </p:cNvSpPr>
          <p:nvPr>
            <p:ph type="sldNum" idx="3"/>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50E5A1C-58E7-47CD-AFD2-77174D823094}"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8" name="PlaceHolder 6"/>
          <p:cNvSpPr>
            <a:spLocks noGrp="1"/>
          </p:cNvSpPr>
          <p:nvPr>
            <p:ph type="body"/>
          </p:nvPr>
        </p:nvSpPr>
        <p:spPr>
          <a:xfrm>
            <a:off x="360000" y="1728000"/>
            <a:ext cx="9158040" cy="78048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9" name="PlaceHolder 7"/>
          <p:cNvSpPr>
            <a:spLocks noGrp="1"/>
          </p:cNvSpPr>
          <p:nvPr>
            <p:ph type="body"/>
          </p:nvPr>
        </p:nvSpPr>
        <p:spPr>
          <a:xfrm>
            <a:off x="360000" y="5463720"/>
            <a:ext cx="9158040" cy="49392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10"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1" name="Rechteck 13"/>
          <p:cNvSpPr/>
          <p:nvPr/>
        </p:nvSpPr>
        <p:spPr>
          <a:xfrm>
            <a:off x="0" y="1405800"/>
            <a:ext cx="12191400" cy="545148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2" name="PlaceHolder 1"/>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3" name="PlaceHolder 2"/>
          <p:cNvSpPr>
            <a:spLocks noGrp="1"/>
          </p:cNvSpPr>
          <p:nvPr>
            <p:ph type="body"/>
          </p:nvPr>
        </p:nvSpPr>
        <p:spPr>
          <a:xfrm>
            <a:off x="360000" y="2873880"/>
            <a:ext cx="7527960" cy="23252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4" name="PlaceHolder 3"/>
          <p:cNvSpPr>
            <a:spLocks noGrp="1"/>
          </p:cNvSpPr>
          <p:nvPr>
            <p:ph type="dt" idx="4"/>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5" name="PlaceHolder 4"/>
          <p:cNvSpPr>
            <a:spLocks noGrp="1"/>
          </p:cNvSpPr>
          <p:nvPr>
            <p:ph type="ftr" idx="5"/>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6" name="PlaceHolder 5"/>
          <p:cNvSpPr>
            <a:spLocks noGrp="1"/>
          </p:cNvSpPr>
          <p:nvPr>
            <p:ph type="sldNum" idx="6"/>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8D79541-1065-48A3-8BFD-E10390F2220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7" name="PlaceHolder 6"/>
          <p:cNvSpPr>
            <a:spLocks noGrp="1"/>
          </p:cNvSpPr>
          <p:nvPr>
            <p:ph type="body"/>
          </p:nvPr>
        </p:nvSpPr>
        <p:spPr>
          <a:xfrm>
            <a:off x="360000" y="1728000"/>
            <a:ext cx="7527960" cy="78048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8" name="PlaceHolder 7"/>
          <p:cNvSpPr>
            <a:spLocks noGrp="1"/>
          </p:cNvSpPr>
          <p:nvPr>
            <p:ph type="body"/>
          </p:nvPr>
        </p:nvSpPr>
        <p:spPr>
          <a:xfrm>
            <a:off x="360000" y="5463720"/>
            <a:ext cx="7527960" cy="49284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9" name="PlaceHolder 8"/>
          <p:cNvSpPr>
            <a:spLocks noGrp="1"/>
          </p:cNvSpPr>
          <p:nvPr>
            <p:ph type="body"/>
          </p:nvPr>
        </p:nvSpPr>
        <p:spPr>
          <a:xfrm>
            <a:off x="8248680" y="1728000"/>
            <a:ext cx="3583800" cy="422964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20"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21" name="PlaceHolder 1"/>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22" name="PlaceHolder 2"/>
          <p:cNvSpPr>
            <a:spLocks noGrp="1"/>
          </p:cNvSpPr>
          <p:nvPr>
            <p:ph type="body"/>
          </p:nvPr>
        </p:nvSpPr>
        <p:spPr>
          <a:xfrm>
            <a:off x="360000" y="2873880"/>
            <a:ext cx="7527960" cy="23252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3" name="PlaceHolder 3"/>
          <p:cNvSpPr>
            <a:spLocks noGrp="1"/>
          </p:cNvSpPr>
          <p:nvPr>
            <p:ph type="dt" idx="7"/>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24" name="PlaceHolder 4"/>
          <p:cNvSpPr>
            <a:spLocks noGrp="1"/>
          </p:cNvSpPr>
          <p:nvPr>
            <p:ph type="ftr" idx="8"/>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25" name="PlaceHolder 5"/>
          <p:cNvSpPr>
            <a:spLocks noGrp="1"/>
          </p:cNvSpPr>
          <p:nvPr>
            <p:ph type="sldNum" idx="9"/>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EC16A72-7957-4BBE-A231-B83D22E5F218}"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6" name="PlaceHolder 6"/>
          <p:cNvSpPr>
            <a:spLocks noGrp="1"/>
          </p:cNvSpPr>
          <p:nvPr>
            <p:ph type="body"/>
          </p:nvPr>
        </p:nvSpPr>
        <p:spPr>
          <a:xfrm>
            <a:off x="360000" y="1728000"/>
            <a:ext cx="7527960" cy="78048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7" name="PlaceHolder 7"/>
          <p:cNvSpPr>
            <a:spLocks noGrp="1"/>
          </p:cNvSpPr>
          <p:nvPr>
            <p:ph type="body"/>
          </p:nvPr>
        </p:nvSpPr>
        <p:spPr>
          <a:xfrm>
            <a:off x="360000" y="5463720"/>
            <a:ext cx="7527960" cy="49284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28" name="PlaceHolder 8"/>
          <p:cNvSpPr>
            <a:spLocks noGrp="1"/>
          </p:cNvSpPr>
          <p:nvPr>
            <p:ph type="body"/>
          </p:nvPr>
        </p:nvSpPr>
        <p:spPr>
          <a:xfrm>
            <a:off x="8248680" y="1728000"/>
            <a:ext cx="3583800" cy="422964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29" name="Freihandform: Form 11" hidden="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30" name="PlaceHolder 1"/>
          <p:cNvSpPr>
            <a:spLocks noGrp="1"/>
          </p:cNvSpPr>
          <p:nvPr>
            <p:ph type="body"/>
          </p:nvPr>
        </p:nvSpPr>
        <p:spPr>
          <a:xfrm>
            <a:off x="0" y="0"/>
            <a:ext cx="12191400" cy="685728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31" name="PlaceHolder 2"/>
          <p:cNvSpPr>
            <a:spLocks noGrp="1"/>
          </p:cNvSpPr>
          <p:nvPr>
            <p:ph type="title"/>
          </p:nvPr>
        </p:nvSpPr>
        <p:spPr>
          <a:xfrm>
            <a:off x="630000" y="1079640"/>
            <a:ext cx="7400880" cy="30175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32" name="PlaceHolder 3"/>
          <p:cNvSpPr>
            <a:spLocks noGrp="1"/>
          </p:cNvSpPr>
          <p:nvPr>
            <p:ph type="body"/>
          </p:nvPr>
        </p:nvSpPr>
        <p:spPr>
          <a:xfrm>
            <a:off x="9652680" y="622440"/>
            <a:ext cx="1985400" cy="5522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33" name="PlaceHolder 4"/>
          <p:cNvSpPr>
            <a:spLocks noGrp="1"/>
          </p:cNvSpPr>
          <p:nvPr>
            <p:ph type="body"/>
          </p:nvPr>
        </p:nvSpPr>
        <p:spPr>
          <a:xfrm>
            <a:off x="630000" y="457920"/>
            <a:ext cx="947880" cy="7333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34"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35" name="PlaceHolder 1"/>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36" name="PlaceHolder 2"/>
          <p:cNvSpPr>
            <a:spLocks noGrp="1"/>
          </p:cNvSpPr>
          <p:nvPr>
            <p:ph type="dt" idx="10"/>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37" name="PlaceHolder 3"/>
          <p:cNvSpPr>
            <a:spLocks noGrp="1"/>
          </p:cNvSpPr>
          <p:nvPr>
            <p:ph type="ftr" idx="11"/>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38" name="PlaceHolder 4"/>
          <p:cNvSpPr>
            <a:spLocks noGrp="1"/>
          </p:cNvSpPr>
          <p:nvPr>
            <p:ph type="sldNum" idx="12"/>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E6A71B7-F5B9-4DC3-B6B7-19687D269938}"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39"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40" name="PlaceHolder 1"/>
          <p:cNvSpPr>
            <a:spLocks noGrp="1"/>
          </p:cNvSpPr>
          <p:nvPr>
            <p:ph type="dt" idx="13"/>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41" name="PlaceHolder 2"/>
          <p:cNvSpPr>
            <a:spLocks noGrp="1"/>
          </p:cNvSpPr>
          <p:nvPr>
            <p:ph type="ftr" idx="14"/>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42" name="PlaceHolder 3"/>
          <p:cNvSpPr>
            <a:spLocks noGrp="1"/>
          </p:cNvSpPr>
          <p:nvPr>
            <p:ph type="sldNum" idx="15"/>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F41D917-0B03-4249-A4F4-2C12E431B98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43"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44" name="Freihandform: Form 10"/>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45" name="Textfeld 11"/>
          <p:cNvSpPr/>
          <p:nvPr/>
        </p:nvSpPr>
        <p:spPr>
          <a:xfrm>
            <a:off x="360000" y="1891800"/>
            <a:ext cx="7454880" cy="208080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46" name="PlaceHolder 1"/>
          <p:cNvSpPr>
            <a:spLocks noGrp="1"/>
          </p:cNvSpPr>
          <p:nvPr>
            <p:ph type="body"/>
          </p:nvPr>
        </p:nvSpPr>
        <p:spPr>
          <a:xfrm>
            <a:off x="360000" y="4881240"/>
            <a:ext cx="4630320" cy="127116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47" name="Freihandform: Form 11" hidden="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48" name="Textfeld 11"/>
          <p:cNvSpPr/>
          <p:nvPr/>
        </p:nvSpPr>
        <p:spPr>
          <a:xfrm>
            <a:off x="360000" y="1891800"/>
            <a:ext cx="7454880" cy="208080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49" name="PlaceHolder 1"/>
          <p:cNvSpPr>
            <a:spLocks noGrp="1"/>
          </p:cNvSpPr>
          <p:nvPr>
            <p:ph type="body"/>
          </p:nvPr>
        </p:nvSpPr>
        <p:spPr>
          <a:xfrm>
            <a:off x="360000" y="4881240"/>
            <a:ext cx="4630320" cy="127044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50" name="Freihandform: Form 5"/>
          <p:cNvSpPr/>
          <p:nvPr/>
        </p:nvSpPr>
        <p:spPr>
          <a:xfrm>
            <a:off x="8211960" y="2802240"/>
            <a:ext cx="3989160" cy="4055040"/>
          </a:xfrm>
          <a:custGeom>
            <a:avLst/>
            <a:gdLst>
              <a:gd name="textAreaLeft" fmla="*/ 0 w 3989160"/>
              <a:gd name="textAreaRight" fmla="*/ 1436293800 w 3989160"/>
              <a:gd name="textAreaTop" fmla="*/ 0 h 4055040"/>
              <a:gd name="textAreaBottom" fmla="*/ 1460068200 h 405504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9520" bIns="6858000" anchor="ctr">
            <a:noAutofit/>
          </a:bodyPr>
          <a:p>
            <a:endParaRPr lang="de-DE" sz="1800" b="0" u="none" strike="noStrike">
              <a:solidFill>
                <a:schemeClr val="dk1"/>
              </a:solidFill>
              <a:effectLst/>
              <a:uFillTx/>
              <a:latin typeface="SRH"/>
            </a:endParaRPr>
          </a:p>
        </p:txBody>
      </p:sp>
      <p:pic>
        <p:nvPicPr>
          <p:cNvPr id="51" name="Grafik 6"/>
          <p:cNvPicPr/>
          <p:nvPr/>
        </p:nvPicPr>
        <p:blipFill>
          <a:blip r:embed="rId2">
            <a:extLst>
              <a:ext uri="{96DAC541-7B7A-43D3-8B79-37D633B846F1}">
                <asvg:svgBlip xmlns:asvg="http://schemas.microsoft.com/office/drawing/2016/SVG/main" r:embed="rId3"/>
              </a:ext>
            </a:extLst>
          </a:blip>
          <a:stretch/>
        </p:blipFill>
        <p:spPr>
          <a:xfrm>
            <a:off x="10877400" y="358920"/>
            <a:ext cx="950040" cy="736560"/>
          </a:xfrm>
          <a:prstGeom prst="rect">
            <a:avLst/>
          </a:prstGeom>
          <a:noFill/>
          <a:ln w="0">
            <a:noFill/>
          </a:ln>
        </p:spPr>
      </p:pic>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52"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53" name="Logo-Fragment"/>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54" name="PlaceHolder 1"/>
          <p:cNvSpPr>
            <a:spLocks noGrp="1"/>
          </p:cNvSpPr>
          <p:nvPr>
            <p:ph type="sldNum" idx="16"/>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3055E4B-40AD-4B46-8C29-1A0806AC40E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55" name="PlaceHolder 2"/>
          <p:cNvSpPr>
            <a:spLocks noGrp="1"/>
          </p:cNvSpPr>
          <p:nvPr>
            <p:ph type="ftr" idx="17"/>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56" name="PlaceHolder 3"/>
          <p:cNvSpPr>
            <a:spLocks noGrp="1"/>
          </p:cNvSpPr>
          <p:nvPr>
            <p:ph type="dt" idx="18"/>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57" name="PlaceHolder 4"/>
          <p:cNvSpPr>
            <a:spLocks noGrp="1"/>
          </p:cNvSpPr>
          <p:nvPr>
            <p:ph type="body"/>
          </p:nvPr>
        </p:nvSpPr>
        <p:spPr>
          <a:xfrm>
            <a:off x="6773400" y="4853880"/>
            <a:ext cx="505260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58" name="PlaceHolder 5"/>
          <p:cNvSpPr>
            <a:spLocks noGrp="1"/>
          </p:cNvSpPr>
          <p:nvPr>
            <p:ph type="body"/>
          </p:nvPr>
        </p:nvSpPr>
        <p:spPr>
          <a:xfrm>
            <a:off x="6275880" y="4853880"/>
            <a:ext cx="42552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59" name="PlaceHolder 6"/>
          <p:cNvSpPr>
            <a:spLocks noGrp="1"/>
          </p:cNvSpPr>
          <p:nvPr>
            <p:ph type="body"/>
          </p:nvPr>
        </p:nvSpPr>
        <p:spPr>
          <a:xfrm>
            <a:off x="6773400" y="4073040"/>
            <a:ext cx="505260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0" name="PlaceHolder 7"/>
          <p:cNvSpPr>
            <a:spLocks noGrp="1"/>
          </p:cNvSpPr>
          <p:nvPr>
            <p:ph type="body"/>
          </p:nvPr>
        </p:nvSpPr>
        <p:spPr>
          <a:xfrm>
            <a:off x="6275880" y="4073040"/>
            <a:ext cx="42552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1" name="PlaceHolder 8"/>
          <p:cNvSpPr>
            <a:spLocks noGrp="1"/>
          </p:cNvSpPr>
          <p:nvPr>
            <p:ph type="body"/>
          </p:nvPr>
        </p:nvSpPr>
        <p:spPr>
          <a:xfrm>
            <a:off x="6773400" y="3291120"/>
            <a:ext cx="505260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2" name="PlaceHolder 9"/>
          <p:cNvSpPr>
            <a:spLocks noGrp="1"/>
          </p:cNvSpPr>
          <p:nvPr>
            <p:ph type="body"/>
          </p:nvPr>
        </p:nvSpPr>
        <p:spPr>
          <a:xfrm>
            <a:off x="6275880" y="3291120"/>
            <a:ext cx="42552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3" name="PlaceHolder 10"/>
          <p:cNvSpPr>
            <a:spLocks noGrp="1"/>
          </p:cNvSpPr>
          <p:nvPr>
            <p:ph type="body"/>
          </p:nvPr>
        </p:nvSpPr>
        <p:spPr>
          <a:xfrm>
            <a:off x="6773400" y="2509560"/>
            <a:ext cx="505260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4" name="PlaceHolder 11"/>
          <p:cNvSpPr>
            <a:spLocks noGrp="1"/>
          </p:cNvSpPr>
          <p:nvPr>
            <p:ph type="body"/>
          </p:nvPr>
        </p:nvSpPr>
        <p:spPr>
          <a:xfrm>
            <a:off x="6275880" y="2509560"/>
            <a:ext cx="42552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5" name="PlaceHolder 12"/>
          <p:cNvSpPr>
            <a:spLocks noGrp="1"/>
          </p:cNvSpPr>
          <p:nvPr>
            <p:ph type="body"/>
          </p:nvPr>
        </p:nvSpPr>
        <p:spPr>
          <a:xfrm>
            <a:off x="6773400" y="1728000"/>
            <a:ext cx="505260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6" name="PlaceHolder 13"/>
          <p:cNvSpPr>
            <a:spLocks noGrp="1"/>
          </p:cNvSpPr>
          <p:nvPr>
            <p:ph type="body"/>
          </p:nvPr>
        </p:nvSpPr>
        <p:spPr>
          <a:xfrm>
            <a:off x="6275880" y="1728000"/>
            <a:ext cx="42552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7" name="PlaceHolder 14"/>
          <p:cNvSpPr>
            <a:spLocks noGrp="1"/>
          </p:cNvSpPr>
          <p:nvPr>
            <p:ph type="body"/>
          </p:nvPr>
        </p:nvSpPr>
        <p:spPr>
          <a:xfrm>
            <a:off x="862200" y="4853880"/>
            <a:ext cx="505332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68" name="PlaceHolder 15"/>
          <p:cNvSpPr>
            <a:spLocks noGrp="1"/>
          </p:cNvSpPr>
          <p:nvPr>
            <p:ph type="body"/>
          </p:nvPr>
        </p:nvSpPr>
        <p:spPr>
          <a:xfrm>
            <a:off x="359280" y="4853880"/>
            <a:ext cx="42480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69" name="PlaceHolder 16"/>
          <p:cNvSpPr>
            <a:spLocks noGrp="1"/>
          </p:cNvSpPr>
          <p:nvPr>
            <p:ph type="body"/>
          </p:nvPr>
        </p:nvSpPr>
        <p:spPr>
          <a:xfrm>
            <a:off x="862200" y="4073040"/>
            <a:ext cx="505332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0" name="PlaceHolder 17"/>
          <p:cNvSpPr>
            <a:spLocks noGrp="1"/>
          </p:cNvSpPr>
          <p:nvPr>
            <p:ph type="body"/>
          </p:nvPr>
        </p:nvSpPr>
        <p:spPr>
          <a:xfrm>
            <a:off x="359280" y="4073040"/>
            <a:ext cx="42480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71" name="PlaceHolder 18"/>
          <p:cNvSpPr>
            <a:spLocks noGrp="1"/>
          </p:cNvSpPr>
          <p:nvPr>
            <p:ph type="body"/>
          </p:nvPr>
        </p:nvSpPr>
        <p:spPr>
          <a:xfrm>
            <a:off x="862200" y="3291120"/>
            <a:ext cx="505332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2" name="PlaceHolder 19"/>
          <p:cNvSpPr>
            <a:spLocks noGrp="1"/>
          </p:cNvSpPr>
          <p:nvPr>
            <p:ph type="body"/>
          </p:nvPr>
        </p:nvSpPr>
        <p:spPr>
          <a:xfrm>
            <a:off x="359280" y="3291120"/>
            <a:ext cx="42480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73" name="PlaceHolder 20"/>
          <p:cNvSpPr>
            <a:spLocks noGrp="1"/>
          </p:cNvSpPr>
          <p:nvPr>
            <p:ph type="body"/>
          </p:nvPr>
        </p:nvSpPr>
        <p:spPr>
          <a:xfrm>
            <a:off x="862200" y="2509560"/>
            <a:ext cx="505332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4" name="PlaceHolder 21"/>
          <p:cNvSpPr>
            <a:spLocks noGrp="1"/>
          </p:cNvSpPr>
          <p:nvPr>
            <p:ph type="body"/>
          </p:nvPr>
        </p:nvSpPr>
        <p:spPr>
          <a:xfrm>
            <a:off x="359280" y="2509560"/>
            <a:ext cx="42480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75" name="PlaceHolder 22"/>
          <p:cNvSpPr>
            <a:spLocks noGrp="1"/>
          </p:cNvSpPr>
          <p:nvPr>
            <p:ph type="body"/>
          </p:nvPr>
        </p:nvSpPr>
        <p:spPr>
          <a:xfrm>
            <a:off x="862200" y="1728000"/>
            <a:ext cx="505332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76" name="PlaceHolder 23"/>
          <p:cNvSpPr>
            <a:spLocks noGrp="1"/>
          </p:cNvSpPr>
          <p:nvPr>
            <p:ph type="body"/>
          </p:nvPr>
        </p:nvSpPr>
        <p:spPr>
          <a:xfrm>
            <a:off x="359280" y="1728000"/>
            <a:ext cx="424800" cy="7002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77" name="PlaceHolder 24"/>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78"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79" name="Logo-Fragment"/>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80" name="PlaceHolder 1"/>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1" name="PlaceHolder 2"/>
          <p:cNvSpPr>
            <a:spLocks noGrp="1"/>
          </p:cNvSpPr>
          <p:nvPr>
            <p:ph type="body"/>
          </p:nvPr>
        </p:nvSpPr>
        <p:spPr>
          <a:xfrm>
            <a:off x="359280" y="1728000"/>
            <a:ext cx="9158040" cy="422964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82" name="PlaceHolder 3"/>
          <p:cNvSpPr>
            <a:spLocks noGrp="1"/>
          </p:cNvSpPr>
          <p:nvPr>
            <p:ph type="dt" idx="19"/>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83" name="PlaceHolder 4"/>
          <p:cNvSpPr>
            <a:spLocks noGrp="1"/>
          </p:cNvSpPr>
          <p:nvPr>
            <p:ph type="ftr" idx="20"/>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84" name="PlaceHolder 5"/>
          <p:cNvSpPr>
            <a:spLocks noGrp="1"/>
          </p:cNvSpPr>
          <p:nvPr>
            <p:ph type="sldNum" idx="21"/>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7B6D420-4C36-447E-8C23-F2BDEDD75F3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85" name="Freihandform: Form 11" hidden="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86" name="PlaceHolder 1"/>
          <p:cNvSpPr>
            <a:spLocks noGrp="1"/>
          </p:cNvSpPr>
          <p:nvPr>
            <p:ph type="body"/>
          </p:nvPr>
        </p:nvSpPr>
        <p:spPr>
          <a:xfrm>
            <a:off x="0" y="0"/>
            <a:ext cx="12191400" cy="685728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7" name="PlaceHolder 2"/>
          <p:cNvSpPr>
            <a:spLocks noGrp="1"/>
          </p:cNvSpPr>
          <p:nvPr>
            <p:ph type="title"/>
          </p:nvPr>
        </p:nvSpPr>
        <p:spPr>
          <a:xfrm>
            <a:off x="630000" y="1079640"/>
            <a:ext cx="7400880" cy="30175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88" name="PlaceHolder 3"/>
          <p:cNvSpPr>
            <a:spLocks noGrp="1"/>
          </p:cNvSpPr>
          <p:nvPr>
            <p:ph type="body"/>
          </p:nvPr>
        </p:nvSpPr>
        <p:spPr>
          <a:xfrm>
            <a:off x="9652680" y="622440"/>
            <a:ext cx="1985400" cy="5522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89" name="Freihandform: Form 11" hidden="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90" name="PlaceHolder 1"/>
          <p:cNvSpPr>
            <a:spLocks noGrp="1"/>
          </p:cNvSpPr>
          <p:nvPr>
            <p:ph type="body"/>
          </p:nvPr>
        </p:nvSpPr>
        <p:spPr>
          <a:xfrm>
            <a:off x="0" y="0"/>
            <a:ext cx="12191400" cy="685728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91" name="PlaceHolder 2"/>
          <p:cNvSpPr>
            <a:spLocks noGrp="1"/>
          </p:cNvSpPr>
          <p:nvPr>
            <p:ph type="title"/>
          </p:nvPr>
        </p:nvSpPr>
        <p:spPr>
          <a:xfrm>
            <a:off x="360000" y="616680"/>
            <a:ext cx="7642080" cy="251640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92" name="PlaceHolder 3"/>
          <p:cNvSpPr>
            <a:spLocks noGrp="1"/>
          </p:cNvSpPr>
          <p:nvPr>
            <p:ph type="body"/>
          </p:nvPr>
        </p:nvSpPr>
        <p:spPr>
          <a:xfrm>
            <a:off x="360000" y="3124800"/>
            <a:ext cx="7642080" cy="25164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93" name="PlaceHolder 4"/>
          <p:cNvSpPr>
            <a:spLocks noGrp="1"/>
          </p:cNvSpPr>
          <p:nvPr>
            <p:ph type="dt" idx="22"/>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94" name="PlaceHolder 5"/>
          <p:cNvSpPr>
            <a:spLocks noGrp="1"/>
          </p:cNvSpPr>
          <p:nvPr>
            <p:ph type="ftr" idx="23"/>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95" name="PlaceHolder 6"/>
          <p:cNvSpPr>
            <a:spLocks noGrp="1"/>
          </p:cNvSpPr>
          <p:nvPr>
            <p:ph type="sldNum" idx="24"/>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7D0F4AAE-AF78-4A50-8D9A-266C1E2779D9}" type="slidenum">
              <a:rPr lang="de-DE" sz="1550" b="1" u="none" strike="noStrike">
                <a:solidFill>
                  <a:schemeClr val="lt1"/>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96" name="PlaceHolder 7"/>
          <p:cNvSpPr>
            <a:spLocks noGrp="1"/>
          </p:cNvSpPr>
          <p:nvPr>
            <p:ph type="body"/>
          </p:nvPr>
        </p:nvSpPr>
        <p:spPr>
          <a:xfrm>
            <a:off x="10877400" y="358920"/>
            <a:ext cx="950040" cy="73656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97"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98" name="Freihandform: Form 10"/>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99" name="PlaceHolder 1"/>
          <p:cNvSpPr>
            <a:spLocks noGrp="1"/>
          </p:cNvSpPr>
          <p:nvPr>
            <p:ph type="title"/>
          </p:nvPr>
        </p:nvSpPr>
        <p:spPr>
          <a:xfrm>
            <a:off x="360000" y="2191320"/>
            <a:ext cx="9895680" cy="14050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100" name="PlaceHolder 2"/>
          <p:cNvSpPr>
            <a:spLocks noGrp="1"/>
          </p:cNvSpPr>
          <p:nvPr>
            <p:ph type="body"/>
          </p:nvPr>
        </p:nvSpPr>
        <p:spPr>
          <a:xfrm>
            <a:off x="360000" y="3597120"/>
            <a:ext cx="4254480" cy="26218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101" name="PlaceHolder 3"/>
          <p:cNvSpPr>
            <a:spLocks noGrp="1"/>
          </p:cNvSpPr>
          <p:nvPr>
            <p:ph type="dt" idx="25"/>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02" name="PlaceHolder 4"/>
          <p:cNvSpPr>
            <a:spLocks noGrp="1"/>
          </p:cNvSpPr>
          <p:nvPr>
            <p:ph type="ftr" idx="26"/>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03" name="PlaceHolder 5"/>
          <p:cNvSpPr>
            <a:spLocks noGrp="1"/>
          </p:cNvSpPr>
          <p:nvPr>
            <p:ph type="sldNum" idx="27"/>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299A970-038A-4F0A-BD0F-A4F5F36FA72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104" name="Freihandform: Form 11" hidden="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05" name="PlaceHolder 1"/>
          <p:cNvSpPr>
            <a:spLocks noGrp="1"/>
          </p:cNvSpPr>
          <p:nvPr>
            <p:ph type="title"/>
          </p:nvPr>
        </p:nvSpPr>
        <p:spPr>
          <a:xfrm>
            <a:off x="360000" y="2191320"/>
            <a:ext cx="9895680" cy="14050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06" name="PlaceHolder 2"/>
          <p:cNvSpPr>
            <a:spLocks noGrp="1"/>
          </p:cNvSpPr>
          <p:nvPr>
            <p:ph type="body"/>
          </p:nvPr>
        </p:nvSpPr>
        <p:spPr>
          <a:xfrm>
            <a:off x="360000" y="3597120"/>
            <a:ext cx="4254480" cy="26218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107" name="PlaceHolder 3"/>
          <p:cNvSpPr>
            <a:spLocks noGrp="1"/>
          </p:cNvSpPr>
          <p:nvPr>
            <p:ph type="dt" idx="28"/>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FFFFFF"/>
              </a:solidFill>
              <a:effectLst/>
              <a:uFillTx/>
              <a:latin typeface="Times New Roman"/>
            </a:endParaRPr>
          </a:p>
        </p:txBody>
      </p:sp>
      <p:sp>
        <p:nvSpPr>
          <p:cNvPr id="108" name="PlaceHolder 4"/>
          <p:cNvSpPr>
            <a:spLocks noGrp="1"/>
          </p:cNvSpPr>
          <p:nvPr>
            <p:ph type="ftr" idx="29"/>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FFFFFF"/>
              </a:solidFill>
              <a:effectLst/>
              <a:uFillTx/>
              <a:latin typeface="Times New Roman"/>
            </a:endParaRPr>
          </a:p>
        </p:txBody>
      </p:sp>
      <p:sp>
        <p:nvSpPr>
          <p:cNvPr id="109" name="PlaceHolder 5"/>
          <p:cNvSpPr>
            <a:spLocks noGrp="1"/>
          </p:cNvSpPr>
          <p:nvPr>
            <p:ph type="sldNum" idx="30"/>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53B025B8-BDEB-4D2B-8A51-02051FCCEFCA}"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pic>
        <p:nvPicPr>
          <p:cNvPr id="110" name="Grafik 6"/>
          <p:cNvPicPr/>
          <p:nvPr/>
        </p:nvPicPr>
        <p:blipFill>
          <a:blip r:embed="rId2">
            <a:extLst>
              <a:ext uri="{96DAC541-7B7A-43D3-8B79-37D633B846F1}">
                <asvg:svgBlip xmlns:asvg="http://schemas.microsoft.com/office/drawing/2016/SVG/main" r:embed="rId3"/>
              </a:ext>
            </a:extLst>
          </a:blip>
          <a:stretch/>
        </p:blipFill>
        <p:spPr>
          <a:xfrm>
            <a:off x="10877400" y="358920"/>
            <a:ext cx="950040" cy="736560"/>
          </a:xfrm>
          <a:prstGeom prst="rect">
            <a:avLst/>
          </a:prstGeom>
          <a:noFill/>
          <a:ln w="0">
            <a:noFill/>
          </a:ln>
        </p:spPr>
      </p:pic>
      <p:sp>
        <p:nvSpPr>
          <p:cNvPr id="111" name="Freihandform: Form 8"/>
          <p:cNvSpPr/>
          <p:nvPr/>
        </p:nvSpPr>
        <p:spPr>
          <a:xfrm>
            <a:off x="8211960" y="2802240"/>
            <a:ext cx="3989160" cy="4055040"/>
          </a:xfrm>
          <a:custGeom>
            <a:avLst/>
            <a:gdLst>
              <a:gd name="textAreaLeft" fmla="*/ 0 w 3989160"/>
              <a:gd name="textAreaRight" fmla="*/ 1436293800 w 3989160"/>
              <a:gd name="textAreaTop" fmla="*/ 0 h 4055040"/>
              <a:gd name="textAreaBottom" fmla="*/ 1460068200 h 405504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9520" bIns="6858000" anchor="ctr">
            <a:noAutofit/>
          </a:bodyPr>
          <a:p>
            <a:endParaRPr lang="de-DE" sz="1800" b="0" u="none" strike="noStrike">
              <a:solidFill>
                <a:schemeClr val="dk1"/>
              </a:solidFill>
              <a:effectLst/>
              <a:uFillTx/>
              <a:latin typeface="SRH"/>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112"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13" name="Freihandform: Form 10"/>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114" name="PlaceHolder 1"/>
          <p:cNvSpPr>
            <a:spLocks noGrp="1"/>
          </p:cNvSpPr>
          <p:nvPr>
            <p:ph type="title"/>
          </p:nvPr>
        </p:nvSpPr>
        <p:spPr>
          <a:xfrm>
            <a:off x="360000" y="2191320"/>
            <a:ext cx="9895680" cy="14050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15" name="PlaceHolder 2"/>
          <p:cNvSpPr>
            <a:spLocks noGrp="1"/>
          </p:cNvSpPr>
          <p:nvPr>
            <p:ph type="body"/>
          </p:nvPr>
        </p:nvSpPr>
        <p:spPr>
          <a:xfrm>
            <a:off x="360000" y="3597120"/>
            <a:ext cx="4254480" cy="262188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116" name="PlaceHolder 3"/>
          <p:cNvSpPr>
            <a:spLocks noGrp="1"/>
          </p:cNvSpPr>
          <p:nvPr>
            <p:ph type="dt" idx="31"/>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17" name="PlaceHolder 4"/>
          <p:cNvSpPr>
            <a:spLocks noGrp="1"/>
          </p:cNvSpPr>
          <p:nvPr>
            <p:ph type="ftr" idx="32"/>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18" name="PlaceHolder 5"/>
          <p:cNvSpPr>
            <a:spLocks noGrp="1"/>
          </p:cNvSpPr>
          <p:nvPr>
            <p:ph type="sldNum" idx="33"/>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8B5FF97-339D-4867-849D-190EC7D0B3D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119"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20" name="Freihandform: Form 10"/>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121" name="PlaceHolder 1"/>
          <p:cNvSpPr>
            <a:spLocks noGrp="1"/>
          </p:cNvSpPr>
          <p:nvPr>
            <p:ph type="title"/>
          </p:nvPr>
        </p:nvSpPr>
        <p:spPr>
          <a:xfrm>
            <a:off x="360000" y="2329200"/>
            <a:ext cx="11472480" cy="39801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122" name="PlaceHolder 2"/>
          <p:cNvSpPr>
            <a:spLocks noGrp="1"/>
          </p:cNvSpPr>
          <p:nvPr>
            <p:ph type="dt" idx="34"/>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23" name="PlaceHolder 3"/>
          <p:cNvSpPr>
            <a:spLocks noGrp="1"/>
          </p:cNvSpPr>
          <p:nvPr>
            <p:ph type="ftr" idx="35"/>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24" name="PlaceHolder 4"/>
          <p:cNvSpPr>
            <a:spLocks noGrp="1"/>
          </p:cNvSpPr>
          <p:nvPr>
            <p:ph type="sldNum" idx="36"/>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E0AC538-25CD-48C3-91C3-707B93F818E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125" name="Freihandform: Form 11" hidden="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26" name="Freihandform: Form 10"/>
          <p:cNvSpPr/>
          <p:nvPr/>
        </p:nvSpPr>
        <p:spPr>
          <a:xfrm>
            <a:off x="8211960" y="2802240"/>
            <a:ext cx="3989160" cy="4055040"/>
          </a:xfrm>
          <a:custGeom>
            <a:avLst/>
            <a:gdLst>
              <a:gd name="textAreaLeft" fmla="*/ 0 w 3989160"/>
              <a:gd name="textAreaRight" fmla="*/ 1436293800 w 3989160"/>
              <a:gd name="textAreaTop" fmla="*/ 0 h 4055040"/>
              <a:gd name="textAreaBottom" fmla="*/ 1460068200 h 405504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9520" bIns="6858000" anchor="ctr">
            <a:noAutofit/>
          </a:bodyPr>
          <a:p>
            <a:endParaRPr lang="de-DE" sz="1800" b="0" u="none" strike="noStrike">
              <a:solidFill>
                <a:schemeClr val="dk1"/>
              </a:solidFill>
              <a:effectLst/>
              <a:uFillTx/>
              <a:latin typeface="SRH"/>
            </a:endParaRPr>
          </a:p>
        </p:txBody>
      </p:sp>
      <p:sp>
        <p:nvSpPr>
          <p:cNvPr id="127" name="PlaceHolder 1"/>
          <p:cNvSpPr>
            <a:spLocks noGrp="1"/>
          </p:cNvSpPr>
          <p:nvPr>
            <p:ph type="title"/>
          </p:nvPr>
        </p:nvSpPr>
        <p:spPr>
          <a:xfrm>
            <a:off x="360000" y="2329200"/>
            <a:ext cx="11472480" cy="39801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28" name="PlaceHolder 2"/>
          <p:cNvSpPr>
            <a:spLocks noGrp="1"/>
          </p:cNvSpPr>
          <p:nvPr>
            <p:ph type="dt" idx="37"/>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FFFFFF"/>
              </a:solidFill>
              <a:effectLst/>
              <a:uFillTx/>
              <a:latin typeface="Times New Roman"/>
            </a:endParaRPr>
          </a:p>
        </p:txBody>
      </p:sp>
      <p:sp>
        <p:nvSpPr>
          <p:cNvPr id="129" name="PlaceHolder 3"/>
          <p:cNvSpPr>
            <a:spLocks noGrp="1"/>
          </p:cNvSpPr>
          <p:nvPr>
            <p:ph type="ftr" idx="38"/>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FFFFFF"/>
              </a:solidFill>
              <a:effectLst/>
              <a:uFillTx/>
              <a:latin typeface="Times New Roman"/>
            </a:endParaRPr>
          </a:p>
        </p:txBody>
      </p:sp>
      <p:sp>
        <p:nvSpPr>
          <p:cNvPr id="130" name="PlaceHolder 4"/>
          <p:cNvSpPr>
            <a:spLocks noGrp="1"/>
          </p:cNvSpPr>
          <p:nvPr>
            <p:ph type="sldNum" idx="39"/>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DE20C3D3-492E-48F3-A8DC-3DC956818628}"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pic>
        <p:nvPicPr>
          <p:cNvPr id="131" name="Grafik 6"/>
          <p:cNvPicPr/>
          <p:nvPr/>
        </p:nvPicPr>
        <p:blipFill>
          <a:blip r:embed="rId2">
            <a:extLst>
              <a:ext uri="{96DAC541-7B7A-43D3-8B79-37D633B846F1}">
                <asvg:svgBlip xmlns:asvg="http://schemas.microsoft.com/office/drawing/2016/SVG/main" r:embed="rId3"/>
              </a:ext>
            </a:extLst>
          </a:blip>
          <a:stretch/>
        </p:blipFill>
        <p:spPr>
          <a:xfrm>
            <a:off x="10877400" y="358920"/>
            <a:ext cx="950040" cy="736560"/>
          </a:xfrm>
          <a:prstGeom prst="rect">
            <a:avLst/>
          </a:prstGeom>
          <a:noFill/>
          <a:ln w="0">
            <a:noFill/>
          </a:ln>
        </p:spPr>
      </p:pic>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132"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33" name="PlaceHolder 1"/>
          <p:cNvSpPr>
            <a:spLocks noGrp="1"/>
          </p:cNvSpPr>
          <p:nvPr>
            <p:ph type="body"/>
          </p:nvPr>
        </p:nvSpPr>
        <p:spPr>
          <a:xfrm>
            <a:off x="6095880" y="0"/>
            <a:ext cx="6095160" cy="685728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4" name="Zeichen" hidden="1"/>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135" name="PlaceHolder 2"/>
          <p:cNvSpPr>
            <a:spLocks noGrp="1"/>
          </p:cNvSpPr>
          <p:nvPr>
            <p:ph type="title"/>
          </p:nvPr>
        </p:nvSpPr>
        <p:spPr>
          <a:xfrm>
            <a:off x="360000" y="358920"/>
            <a:ext cx="536688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36" name="PlaceHolder 3"/>
          <p:cNvSpPr>
            <a:spLocks noGrp="1"/>
          </p:cNvSpPr>
          <p:nvPr>
            <p:ph type="body"/>
          </p:nvPr>
        </p:nvSpPr>
        <p:spPr>
          <a:xfrm>
            <a:off x="367560" y="1728000"/>
            <a:ext cx="5366880" cy="422964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37" name="PlaceHolder 4"/>
          <p:cNvSpPr>
            <a:spLocks noGrp="1"/>
          </p:cNvSpPr>
          <p:nvPr>
            <p:ph type="dt" idx="40"/>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38" name="PlaceHolder 5"/>
          <p:cNvSpPr>
            <a:spLocks noGrp="1"/>
          </p:cNvSpPr>
          <p:nvPr>
            <p:ph type="ftr" idx="41"/>
          </p:nvPr>
        </p:nvSpPr>
        <p:spPr>
          <a:xfrm>
            <a:off x="1319400" y="6356520"/>
            <a:ext cx="441504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39" name="PlaceHolder 6"/>
          <p:cNvSpPr>
            <a:spLocks noGrp="1"/>
          </p:cNvSpPr>
          <p:nvPr>
            <p:ph type="sldNum" idx="42"/>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456C675-393A-4C9A-BBAE-B0A9AFD8FA7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40" name="PlaceHolder 7"/>
          <p:cNvSpPr>
            <a:spLocks noGrp="1"/>
          </p:cNvSpPr>
          <p:nvPr>
            <p:ph type="body"/>
          </p:nvPr>
        </p:nvSpPr>
        <p:spPr>
          <a:xfrm>
            <a:off x="10877400" y="358920"/>
            <a:ext cx="950040" cy="73656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141"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42" name="Zeichen" hidden="1"/>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143" name="PlaceHolder 1"/>
          <p:cNvSpPr>
            <a:spLocks noGrp="1"/>
          </p:cNvSpPr>
          <p:nvPr>
            <p:ph type="title"/>
          </p:nvPr>
        </p:nvSpPr>
        <p:spPr>
          <a:xfrm>
            <a:off x="360000" y="358920"/>
            <a:ext cx="916488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44" name="PlaceHolder 2"/>
          <p:cNvSpPr>
            <a:spLocks noGrp="1"/>
          </p:cNvSpPr>
          <p:nvPr>
            <p:ph type="body"/>
          </p:nvPr>
        </p:nvSpPr>
        <p:spPr>
          <a:xfrm>
            <a:off x="367560" y="1728000"/>
            <a:ext cx="7519680" cy="422964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45" name="PlaceHolder 3"/>
          <p:cNvSpPr>
            <a:spLocks noGrp="1"/>
          </p:cNvSpPr>
          <p:nvPr>
            <p:ph type="dt" idx="43"/>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46" name="PlaceHolder 4"/>
          <p:cNvSpPr>
            <a:spLocks noGrp="1"/>
          </p:cNvSpPr>
          <p:nvPr>
            <p:ph type="ftr" idx="44"/>
          </p:nvPr>
        </p:nvSpPr>
        <p:spPr>
          <a:xfrm>
            <a:off x="1319400" y="6356520"/>
            <a:ext cx="441504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47" name="PlaceHolder 5"/>
          <p:cNvSpPr>
            <a:spLocks noGrp="1"/>
          </p:cNvSpPr>
          <p:nvPr>
            <p:ph type="sldNum" idx="45"/>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3C16A8A-A9CF-4F19-B470-06646DC761D8}"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48" name="PlaceHolder 6"/>
          <p:cNvSpPr>
            <a:spLocks noGrp="1"/>
          </p:cNvSpPr>
          <p:nvPr>
            <p:ph type="body"/>
          </p:nvPr>
        </p:nvSpPr>
        <p:spPr>
          <a:xfrm>
            <a:off x="8247960" y="1728000"/>
            <a:ext cx="3583800" cy="422964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149"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50" name="Zeichen" hidden="1"/>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151" name="PlaceHolder 1"/>
          <p:cNvSpPr>
            <a:spLocks noGrp="1"/>
          </p:cNvSpPr>
          <p:nvPr>
            <p:ph type="title"/>
          </p:nvPr>
        </p:nvSpPr>
        <p:spPr>
          <a:xfrm>
            <a:off x="360000" y="358920"/>
            <a:ext cx="916488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52" name="PlaceHolder 2"/>
          <p:cNvSpPr>
            <a:spLocks noGrp="1"/>
          </p:cNvSpPr>
          <p:nvPr>
            <p:ph type="body"/>
          </p:nvPr>
        </p:nvSpPr>
        <p:spPr>
          <a:xfrm>
            <a:off x="367560" y="1728000"/>
            <a:ext cx="7519680" cy="422964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53" name="PlaceHolder 3"/>
          <p:cNvSpPr>
            <a:spLocks noGrp="1"/>
          </p:cNvSpPr>
          <p:nvPr>
            <p:ph type="dt" idx="46"/>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54" name="PlaceHolder 4"/>
          <p:cNvSpPr>
            <a:spLocks noGrp="1"/>
          </p:cNvSpPr>
          <p:nvPr>
            <p:ph type="ftr" idx="47"/>
          </p:nvPr>
        </p:nvSpPr>
        <p:spPr>
          <a:xfrm>
            <a:off x="1319400" y="6356520"/>
            <a:ext cx="441504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55" name="PlaceHolder 5"/>
          <p:cNvSpPr>
            <a:spLocks noGrp="1"/>
          </p:cNvSpPr>
          <p:nvPr>
            <p:ph type="sldNum" idx="48"/>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76CA5AB-4658-4753-AE43-3A83D811F3F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56" name="PlaceHolder 6"/>
          <p:cNvSpPr>
            <a:spLocks noGrp="1"/>
          </p:cNvSpPr>
          <p:nvPr>
            <p:ph type="body"/>
          </p:nvPr>
        </p:nvSpPr>
        <p:spPr>
          <a:xfrm>
            <a:off x="8247960" y="1728000"/>
            <a:ext cx="3943440" cy="422964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157"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58" name="Rechteck 9"/>
          <p:cNvSpPr/>
          <p:nvPr/>
        </p:nvSpPr>
        <p:spPr>
          <a:xfrm>
            <a:off x="0" y="1405800"/>
            <a:ext cx="12191400" cy="545148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59" name="Freihandform: Form 28"/>
          <p:cNvSpPr/>
          <p:nvPr/>
        </p:nvSpPr>
        <p:spPr>
          <a:xfrm>
            <a:off x="8202960" y="2802240"/>
            <a:ext cx="3988440" cy="4055040"/>
          </a:xfrm>
          <a:custGeom>
            <a:avLst/>
            <a:gdLst>
              <a:gd name="textAreaLeft" fmla="*/ 0 w 3988440"/>
              <a:gd name="textAreaRight" fmla="*/ 1436065200 w 3988440"/>
              <a:gd name="textAreaTop" fmla="*/ 0 h 4055040"/>
              <a:gd name="textAreaBottom" fmla="*/ 1460068200 h 405504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8800" bIns="6858000" anchor="ctr">
            <a:noAutofit/>
          </a:bodyPr>
          <a:p>
            <a:endParaRPr lang="de-DE" sz="1800" b="0" u="none" strike="noStrike">
              <a:solidFill>
                <a:schemeClr val="dk1"/>
              </a:solidFill>
              <a:effectLst/>
              <a:uFillTx/>
              <a:latin typeface="SRH"/>
            </a:endParaRPr>
          </a:p>
        </p:txBody>
      </p:sp>
      <p:sp>
        <p:nvSpPr>
          <p:cNvPr id="160" name="PlaceHolder 1"/>
          <p:cNvSpPr>
            <a:spLocks noGrp="1"/>
          </p:cNvSpPr>
          <p:nvPr>
            <p:ph type="title"/>
          </p:nvPr>
        </p:nvSpPr>
        <p:spPr>
          <a:xfrm>
            <a:off x="360000" y="358920"/>
            <a:ext cx="915804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1" name="PlaceHolder 2"/>
          <p:cNvSpPr>
            <a:spLocks noGrp="1"/>
          </p:cNvSpPr>
          <p:nvPr>
            <p:ph type="body"/>
          </p:nvPr>
        </p:nvSpPr>
        <p:spPr>
          <a:xfrm>
            <a:off x="359280" y="1728000"/>
            <a:ext cx="9158040" cy="422964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62" name="PlaceHolder 3"/>
          <p:cNvSpPr>
            <a:spLocks noGrp="1"/>
          </p:cNvSpPr>
          <p:nvPr>
            <p:ph type="dt" idx="49"/>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63" name="PlaceHolder 4"/>
          <p:cNvSpPr>
            <a:spLocks noGrp="1"/>
          </p:cNvSpPr>
          <p:nvPr>
            <p:ph type="ftr" idx="50"/>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64" name="PlaceHolder 5"/>
          <p:cNvSpPr>
            <a:spLocks noGrp="1"/>
          </p:cNvSpPr>
          <p:nvPr>
            <p:ph type="sldNum" idx="51"/>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23156EB-744E-4F46-90C1-B187D31922E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165"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66" name="Rechteck 13"/>
          <p:cNvSpPr/>
          <p:nvPr/>
        </p:nvSpPr>
        <p:spPr>
          <a:xfrm>
            <a:off x="0" y="1405800"/>
            <a:ext cx="12191400" cy="545148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67" name="PlaceHolder 1"/>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body"/>
          </p:nvPr>
        </p:nvSpPr>
        <p:spPr>
          <a:xfrm>
            <a:off x="2048040" y="1943640"/>
            <a:ext cx="3867840" cy="32036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9" name="PlaceHolder 3"/>
          <p:cNvSpPr>
            <a:spLocks noGrp="1"/>
          </p:cNvSpPr>
          <p:nvPr>
            <p:ph type="dt" idx="52"/>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70" name="PlaceHolder 4"/>
          <p:cNvSpPr>
            <a:spLocks noGrp="1"/>
          </p:cNvSpPr>
          <p:nvPr>
            <p:ph type="ftr" idx="53"/>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71" name="PlaceHolder 5"/>
          <p:cNvSpPr>
            <a:spLocks noGrp="1"/>
          </p:cNvSpPr>
          <p:nvPr>
            <p:ph type="sldNum" idx="54"/>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56FF9AC-2718-4B52-94F9-80583234E0D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72" name="PlaceHolder 6"/>
          <p:cNvSpPr>
            <a:spLocks noGrp="1"/>
          </p:cNvSpPr>
          <p:nvPr>
            <p:ph type="body"/>
          </p:nvPr>
        </p:nvSpPr>
        <p:spPr>
          <a:xfrm>
            <a:off x="2048040" y="5212800"/>
            <a:ext cx="3867840" cy="73836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73" name="PlaceHolder 7"/>
          <p:cNvSpPr>
            <a:spLocks noGrp="1"/>
          </p:cNvSpPr>
          <p:nvPr>
            <p:ph type="body"/>
          </p:nvPr>
        </p:nvSpPr>
        <p:spPr>
          <a:xfrm>
            <a:off x="6275880" y="5212800"/>
            <a:ext cx="3867840" cy="73836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74" name="PlaceHolder 8"/>
          <p:cNvSpPr>
            <a:spLocks noGrp="1"/>
          </p:cNvSpPr>
          <p:nvPr>
            <p:ph type="body"/>
          </p:nvPr>
        </p:nvSpPr>
        <p:spPr>
          <a:xfrm>
            <a:off x="6275880" y="1943640"/>
            <a:ext cx="3867840" cy="32036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175" name="Freihandform: Form 11"/>
          <p:cNvSpPr/>
          <p:nvPr/>
        </p:nvSpPr>
        <p:spPr>
          <a:xfrm>
            <a:off x="10878840" y="361440"/>
            <a:ext cx="947160" cy="732600"/>
          </a:xfrm>
          <a:custGeom>
            <a:avLst/>
            <a:gdLst>
              <a:gd name="textAreaLeft" fmla="*/ 0 w 947160"/>
              <a:gd name="textAreaRight" fmla="*/ 341299800 w 947160"/>
              <a:gd name="textAreaTop" fmla="*/ 0 h 732600"/>
              <a:gd name="textAreaBottom" fmla="*/ 264033000 h 73260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520" bIns="1094760" anchor="ctr">
            <a:noAutofit/>
          </a:bodyPr>
          <a:p>
            <a:endParaRPr lang="de-DE" sz="1800" b="0" u="none" strike="noStrike">
              <a:solidFill>
                <a:schemeClr val="dk1"/>
              </a:solidFill>
              <a:effectLst/>
              <a:uFillTx/>
              <a:latin typeface="SRH"/>
            </a:endParaRPr>
          </a:p>
        </p:txBody>
      </p:sp>
      <p:sp>
        <p:nvSpPr>
          <p:cNvPr id="176" name="Rechteck 13"/>
          <p:cNvSpPr/>
          <p:nvPr/>
        </p:nvSpPr>
        <p:spPr>
          <a:xfrm>
            <a:off x="0" y="1405800"/>
            <a:ext cx="12191400" cy="545148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77" name="PlaceHolder 1"/>
          <p:cNvSpPr>
            <a:spLocks noGrp="1"/>
          </p:cNvSpPr>
          <p:nvPr>
            <p:ph type="title"/>
          </p:nvPr>
        </p:nvSpPr>
        <p:spPr>
          <a:xfrm>
            <a:off x="360000" y="358920"/>
            <a:ext cx="9156600" cy="8344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78" name="PlaceHolder 2"/>
          <p:cNvSpPr>
            <a:spLocks noGrp="1"/>
          </p:cNvSpPr>
          <p:nvPr>
            <p:ph type="body"/>
          </p:nvPr>
        </p:nvSpPr>
        <p:spPr>
          <a:xfrm>
            <a:off x="360000" y="2873880"/>
            <a:ext cx="9158040" cy="23252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79" name="PlaceHolder 3"/>
          <p:cNvSpPr>
            <a:spLocks noGrp="1"/>
          </p:cNvSpPr>
          <p:nvPr>
            <p:ph type="dt" idx="55"/>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80" name="PlaceHolder 4"/>
          <p:cNvSpPr>
            <a:spLocks noGrp="1"/>
          </p:cNvSpPr>
          <p:nvPr>
            <p:ph type="ftr" idx="56"/>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81" name="PlaceHolder 5"/>
          <p:cNvSpPr>
            <a:spLocks noGrp="1"/>
          </p:cNvSpPr>
          <p:nvPr>
            <p:ph type="sldNum" idx="57"/>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892FD54-2FC5-4FA6-9914-D2F1A8F06C9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82" name="PlaceHolder 6"/>
          <p:cNvSpPr>
            <a:spLocks noGrp="1"/>
          </p:cNvSpPr>
          <p:nvPr>
            <p:ph type="body"/>
          </p:nvPr>
        </p:nvSpPr>
        <p:spPr>
          <a:xfrm>
            <a:off x="360000" y="1728000"/>
            <a:ext cx="9158040" cy="78048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83" name="PlaceHolder 7"/>
          <p:cNvSpPr>
            <a:spLocks noGrp="1"/>
          </p:cNvSpPr>
          <p:nvPr>
            <p:ph type="body"/>
          </p:nvPr>
        </p:nvSpPr>
        <p:spPr>
          <a:xfrm>
            <a:off x="360000" y="5463720"/>
            <a:ext cx="9158040" cy="49392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4.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slideLayout" Target="../slideLayouts/slideLayout10.xml"/>
</Relationships>
</file>

<file path=ppt/slides/_rels/slide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image" Target="../media/image5.png"/><Relationship Id="rId7" Type="http://schemas.openxmlformats.org/officeDocument/2006/relationships/image" Target="../media/image5.png"/><Relationship Id="rId8" Type="http://schemas.openxmlformats.org/officeDocument/2006/relationships/slideLayout" Target="../slideLayouts/slideLayout10.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6.emf"/><Relationship Id="rId2" Type="http://schemas.openxmlformats.org/officeDocument/2006/relationships/image" Target="../media/image7.emf"/><Relationship Id="rId3" Type="http://schemas.openxmlformats.org/officeDocument/2006/relationships/slideLayout" Target="../slideLayouts/slideLayout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299880" y="821160"/>
            <a:ext cx="11255760" cy="2026080"/>
          </a:xfrm>
          <a:prstGeom prst="rect">
            <a:avLst/>
          </a:prstGeom>
          <a:noFill/>
          <a:ln w="0">
            <a:noFill/>
          </a:ln>
        </p:spPr>
        <p:txBody>
          <a:bodyPr numCol="1" spcCol="216000" lIns="0" tIns="0" rIns="0" bIns="0" anchor="t">
            <a:noAutofit/>
          </a:bodyPr>
          <a:p>
            <a:pPr indent="0" algn="ctr" defTabSz="914400">
              <a:lnSpc>
                <a:spcPct val="98000"/>
              </a:lnSpc>
              <a:buNone/>
              <a:tabLst>
                <a:tab pos="0" algn="l"/>
              </a:tabLst>
            </a:pPr>
            <a:br>
              <a:rPr sz="4800"/>
            </a:br>
            <a:r>
              <a:rPr lang="en-US" sz="4000" b="1" u="none" strike="noStrike">
                <a:solidFill>
                  <a:schemeClr val="lt1"/>
                </a:solidFill>
                <a:effectLst/>
                <a:uFillTx/>
                <a:latin typeface="SRH Headline"/>
                <a:ea typeface="SRH Headline"/>
              </a:rPr>
              <a:t>Thesis:</a:t>
            </a:r>
            <a:br>
              <a:rPr sz="4800"/>
            </a:br>
            <a:r>
              <a:rPr lang="en-US" sz="4000" b="1" u="none" strike="noStrike">
                <a:solidFill>
                  <a:schemeClr val="lt1"/>
                </a:solidFill>
                <a:effectLst/>
                <a:uFillTx/>
                <a:latin typeface="SRH Headline"/>
                <a:ea typeface="SRH Headline"/>
              </a:rPr>
              <a:t>Reliability  Monitoring  and  Cost-Sensitive  Selective Prediction for Credit Risk under Distribution Shift</a:t>
            </a:r>
            <a:endParaRPr lang="de-DE" sz="4000" b="1" u="none" strike="noStrike">
              <a:solidFill>
                <a:schemeClr val="lt1"/>
              </a:solidFill>
              <a:effectLst/>
              <a:uFillTx/>
              <a:latin typeface="SRH Headline"/>
            </a:endParaRPr>
          </a:p>
          <a:p>
            <a:pPr indent="0" algn="ctr" defTabSz="914400">
              <a:lnSpc>
                <a:spcPct val="98000"/>
              </a:lnSpc>
              <a:buNone/>
              <a:tabLst>
                <a:tab pos="0" algn="l"/>
              </a:tabLst>
            </a:pPr>
            <a:endParaRPr lang="de-DE" sz="4000" b="1" u="none" strike="noStrike">
              <a:solidFill>
                <a:schemeClr val="lt1"/>
              </a:solidFill>
              <a:effectLst/>
              <a:uFillTx/>
              <a:latin typeface="SRH Headline"/>
            </a:endParaRPr>
          </a:p>
        </p:txBody>
      </p:sp>
      <p:sp>
        <p:nvSpPr>
          <p:cNvPr id="191" name="object 12"/>
          <p:cNvSpPr/>
          <p:nvPr/>
        </p:nvSpPr>
        <p:spPr>
          <a:xfrm rot="21561000">
            <a:off x="455040" y="3936960"/>
            <a:ext cx="6419520" cy="293184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92" name="PlaceHolder 2"/>
          <p:cNvSpPr>
            <a:spLocks noGrp="1"/>
          </p:cNvSpPr>
          <p:nvPr>
            <p:ph type="dt" idx="61"/>
          </p:nvPr>
        </p:nvSpPr>
        <p:spPr>
          <a:xfrm>
            <a:off x="172080" y="6231960"/>
            <a:ext cx="87444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042D34E2-1624-41E0-8B75-8345773BF709}" type="datetime1">
              <a:rPr lang="en-CA" sz="900" b="1" u="none" strike="noStrike">
                <a:solidFill>
                  <a:schemeClr val="lt1"/>
                </a:solidFill>
                <a:effectLst/>
                <a:uFillTx/>
                <a:latin typeface="SRH Text"/>
                <a:ea typeface="SRH"/>
              </a:rPr>
              <a:t>2026-07-06</a:t>
            </a:fld>
            <a:endParaRPr lang="en-US" sz="900" b="0" u="none" strike="noStrike">
              <a:solidFill>
                <a:srgbClr val="FFFFFF"/>
              </a:solidFill>
              <a:effectLst/>
              <a:uFillTx/>
              <a:latin typeface="Times New Roman"/>
            </a:endParaRPr>
          </a:p>
        </p:txBody>
      </p:sp>
      <p:sp>
        <p:nvSpPr>
          <p:cNvPr id="193" name="PlaceHolder 3"/>
          <p:cNvSpPr>
            <a:spLocks noGrp="1"/>
          </p:cNvSpPr>
          <p:nvPr>
            <p:ph type="ftr" idx="62"/>
          </p:nvPr>
        </p:nvSpPr>
        <p:spPr>
          <a:xfrm>
            <a:off x="1133640" y="6285240"/>
            <a:ext cx="649476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94" name="PlaceHolder 4"/>
          <p:cNvSpPr>
            <a:spLocks noGrp="1"/>
          </p:cNvSpPr>
          <p:nvPr>
            <p:ph type="sldNum" idx="63"/>
          </p:nvPr>
        </p:nvSpPr>
        <p:spPr>
          <a:xfrm>
            <a:off x="11058480" y="6311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223F2537-F38F-4C53-A069-016841922651}"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191880" y="90720"/>
            <a:ext cx="9157320" cy="6120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Problem Statement:</a:t>
            </a:r>
            <a:endParaRPr lang="de-DE" sz="3000" b="1" u="none" strike="noStrike">
              <a:solidFill>
                <a:schemeClr val="dk1"/>
              </a:solidFill>
              <a:effectLst/>
              <a:uFillTx/>
              <a:latin typeface="SRH Headline"/>
            </a:endParaRPr>
          </a:p>
        </p:txBody>
      </p:sp>
      <p:sp>
        <p:nvSpPr>
          <p:cNvPr id="196" name="PlaceHolder 2"/>
          <p:cNvSpPr>
            <a:spLocks noGrp="1"/>
          </p:cNvSpPr>
          <p:nvPr>
            <p:ph/>
          </p:nvPr>
        </p:nvSpPr>
        <p:spPr>
          <a:xfrm>
            <a:off x="276840" y="741600"/>
            <a:ext cx="10805040" cy="595116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Credit risk prediction systems in banking are typically designed to classify loan applicants as either </a:t>
            </a:r>
            <a:r>
              <a:rPr lang="de-DE" sz="1100" b="1" u="none" strike="noStrike">
                <a:solidFill>
                  <a:srgbClr val="000000"/>
                </a:solidFill>
                <a:effectLst/>
                <a:uFillTx/>
                <a:latin typeface="Times New Roman"/>
                <a:ea typeface="Times New Roman"/>
              </a:rPr>
              <a:t>default or non-default </a:t>
            </a:r>
            <a:r>
              <a:rPr lang="de-DE" sz="1100" b="0" u="none" strike="noStrike">
                <a:solidFill>
                  <a:srgbClr val="000000"/>
                </a:solidFill>
                <a:effectLst/>
                <a:uFillTx/>
                <a:latin typeface="Times New Roman"/>
                <a:ea typeface="Times New Roman"/>
              </a:rPr>
              <a:t>using machine learning models trained on historical data. While many existing studies focus on improving predictive accuracy (e.g., </a:t>
            </a:r>
            <a:r>
              <a:rPr lang="de-DE" sz="1100" b="1" u="none" strike="noStrike">
                <a:solidFill>
                  <a:srgbClr val="000000"/>
                </a:solidFill>
                <a:effectLst/>
                <a:uFillTx/>
                <a:latin typeface="Times New Roman"/>
                <a:ea typeface="Times New Roman"/>
              </a:rPr>
              <a:t>AUC optimization</a:t>
            </a:r>
            <a:r>
              <a:rPr lang="de-DE" sz="1100" b="0" u="none" strike="noStrike">
                <a:solidFill>
                  <a:srgbClr val="000000"/>
                </a:solidFill>
                <a:effectLst/>
                <a:uFillTx/>
                <a:latin typeface="Times New Roman"/>
                <a:ea typeface="Times New Roman"/>
              </a:rPr>
              <a:t>) and addressing class imbalance through cost-sensitive learning, they remain limited in several important aspects.</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First, most traditional models rely on a </a:t>
            </a:r>
            <a:r>
              <a:rPr lang="de-DE" sz="1100" b="1" u="none" strike="noStrike">
                <a:solidFill>
                  <a:srgbClr val="000000"/>
                </a:solidFill>
                <a:effectLst/>
                <a:uFillTx/>
                <a:latin typeface="Times New Roman"/>
                <a:ea typeface="Times New Roman"/>
              </a:rPr>
              <a:t>static decision threshold (commonly 0.5)</a:t>
            </a:r>
            <a:r>
              <a:rPr lang="de-DE" sz="1100" b="0" u="none" strike="noStrike">
                <a:solidFill>
                  <a:srgbClr val="000000"/>
                </a:solidFill>
                <a:effectLst/>
                <a:uFillTx/>
                <a:latin typeface="Times New Roman"/>
                <a:ea typeface="Times New Roman"/>
              </a:rPr>
              <a:t>, which does not reflect real-world financial trade-offs between false positives and false negatives. This leads to suboptimal decision-making in risk-sensitive environments such as credit lending.</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Second, although cost-sensitive learning is widely adopted, it is typically implemented as a</a:t>
            </a:r>
            <a:r>
              <a:rPr lang="de-DE" sz="1100" b="1" u="none" strike="noStrike">
                <a:solidFill>
                  <a:srgbClr val="000000"/>
                </a:solidFill>
                <a:effectLst/>
                <a:uFillTx/>
                <a:latin typeface="Times New Roman"/>
                <a:ea typeface="Times New Roman"/>
              </a:rPr>
              <a:t> fixed penalty structure</a:t>
            </a:r>
            <a:r>
              <a:rPr lang="de-DE" sz="1100" b="0" u="none" strike="noStrike">
                <a:solidFill>
                  <a:srgbClr val="000000"/>
                </a:solidFill>
                <a:effectLst/>
                <a:uFillTx/>
                <a:latin typeface="Times New Roman"/>
                <a:ea typeface="Times New Roman"/>
              </a:rPr>
              <a:t>, without adapting dynamically to changing business constraints, operational conditions, or varying risk preferences.</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Third, most conventional credit risk models provide only </a:t>
            </a:r>
            <a:r>
              <a:rPr lang="de-DE" sz="1100" b="1" u="none" strike="noStrike">
                <a:solidFill>
                  <a:srgbClr val="000000"/>
                </a:solidFill>
                <a:effectLst/>
                <a:uFillTx/>
                <a:latin typeface="Times New Roman"/>
                <a:ea typeface="Times New Roman"/>
              </a:rPr>
              <a:t>deterministic binary outputs</a:t>
            </a:r>
            <a:r>
              <a:rPr lang="de-DE" sz="1100" b="0" u="none" strike="noStrike">
                <a:solidFill>
                  <a:srgbClr val="000000"/>
                </a:solidFill>
                <a:effectLst/>
                <a:uFillTx/>
                <a:latin typeface="Times New Roman"/>
                <a:ea typeface="Times New Roman"/>
              </a:rPr>
              <a:t>, without explicitly modeling uncertainty. As a result, they force automated decisions even in ambiguous cases where </a:t>
            </a:r>
            <a:r>
              <a:rPr lang="de-DE" sz="1100" b="1" u="none" strike="noStrike">
                <a:solidFill>
                  <a:srgbClr val="000000"/>
                </a:solidFill>
                <a:effectLst/>
                <a:uFillTx/>
                <a:latin typeface="Times New Roman"/>
                <a:ea typeface="Times New Roman"/>
              </a:rPr>
              <a:t>human judgment</a:t>
            </a:r>
            <a:r>
              <a:rPr lang="de-DE" sz="1100" b="0" u="none" strike="noStrike">
                <a:solidFill>
                  <a:srgbClr val="000000"/>
                </a:solidFill>
                <a:effectLst/>
                <a:uFillTx/>
                <a:latin typeface="Times New Roman"/>
                <a:ea typeface="Times New Roman"/>
              </a:rPr>
              <a:t> would be more appropriate.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Fourth, existing approaches are generally developed and evaluated in a static training environment, </a:t>
            </a:r>
            <a:r>
              <a:rPr lang="de-DE" sz="1100" b="1" u="none" strike="noStrike">
                <a:solidFill>
                  <a:srgbClr val="000000"/>
                </a:solidFill>
                <a:effectLst/>
                <a:uFillTx/>
                <a:latin typeface="Times New Roman"/>
                <a:ea typeface="Times New Roman"/>
              </a:rPr>
              <a:t>assuming that data distributions remain stable over time.</a:t>
            </a:r>
            <a:r>
              <a:rPr lang="de-DE" sz="1100" b="0" u="none" strike="noStrike">
                <a:solidFill>
                  <a:srgbClr val="000000"/>
                </a:solidFill>
                <a:effectLst/>
                <a:uFillTx/>
                <a:latin typeface="Times New Roman"/>
                <a:ea typeface="Times New Roman"/>
              </a:rPr>
              <a:t> However, in real banking systems, economic conditions, customer behavior, and credit patterns evolve continuously, leading to data drift and model performance degradation over time.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Finally, a key limitation in many previous works is the </a:t>
            </a:r>
            <a:r>
              <a:rPr lang="de-DE" sz="1100" b="1" u="none" strike="noStrike">
                <a:solidFill>
                  <a:srgbClr val="000000"/>
                </a:solidFill>
                <a:effectLst/>
                <a:uFillTx/>
                <a:latin typeface="Times New Roman"/>
                <a:ea typeface="Times New Roman"/>
              </a:rPr>
              <a:t>lack of a continuous reliability monitoring framework</a:t>
            </a:r>
            <a:r>
              <a:rPr lang="de-DE" sz="1100" b="0" u="none" strike="noStrike">
                <a:solidFill>
                  <a:srgbClr val="000000"/>
                </a:solidFill>
                <a:effectLst/>
                <a:uFillTx/>
                <a:latin typeface="Times New Roman"/>
                <a:ea typeface="Times New Roman"/>
              </a:rPr>
              <a:t>. After deployment, models are often evaluated only periodically using new datasets, without systematic tracking of data drift, prediction drift, or real-time performance degradation. This means that deterioration in model behavior (e.g., increasing false negatives or shifting risk distributions) may go undetected until significant financial impact has already occurred.</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100" b="0" u="none" strike="noStrike">
              <a:solidFill>
                <a:schemeClr val="dk1"/>
              </a:solidFill>
              <a:effectLst/>
              <a:uFillTx/>
              <a:latin typeface="SRH Text"/>
            </a:endParaRPr>
          </a:p>
        </p:txBody>
      </p:sp>
      <p:sp>
        <p:nvSpPr>
          <p:cNvPr id="197" name="PlaceHolder 3"/>
          <p:cNvSpPr>
            <a:spLocks noGrp="1"/>
          </p:cNvSpPr>
          <p:nvPr>
            <p:ph type="dt" idx="64"/>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A19CEF2-BE25-4A04-9B22-E19F655E58A3}"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198" name="PlaceHolder 4"/>
          <p:cNvSpPr>
            <a:spLocks noGrp="1"/>
          </p:cNvSpPr>
          <p:nvPr>
            <p:ph type="ftr" idx="65"/>
          </p:nvPr>
        </p:nvSpPr>
        <p:spPr>
          <a:xfrm>
            <a:off x="1242000" y="636660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9" name="PlaceHolder 5"/>
          <p:cNvSpPr>
            <a:spLocks noGrp="1"/>
          </p:cNvSpPr>
          <p:nvPr>
            <p:ph type="sldNum" idx="66"/>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C92AC15-8B10-4CDB-87FE-BAA648201FB4}"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title"/>
          </p:nvPr>
        </p:nvSpPr>
        <p:spPr>
          <a:xfrm>
            <a:off x="191880" y="90720"/>
            <a:ext cx="9157320" cy="8344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Limitations of previous research:</a:t>
            </a:r>
            <a:endParaRPr lang="de-DE" sz="3000" b="1" u="none" strike="noStrike">
              <a:solidFill>
                <a:schemeClr val="dk1"/>
              </a:solidFill>
              <a:effectLst/>
              <a:uFillTx/>
              <a:latin typeface="SRH Headline"/>
            </a:endParaRPr>
          </a:p>
        </p:txBody>
      </p:sp>
      <p:sp>
        <p:nvSpPr>
          <p:cNvPr id="201" name="PlaceHolder 2"/>
          <p:cNvSpPr>
            <a:spLocks noGrp="1"/>
          </p:cNvSpPr>
          <p:nvPr>
            <p:ph/>
          </p:nvPr>
        </p:nvSpPr>
        <p:spPr>
          <a:xfrm>
            <a:off x="276840" y="987480"/>
            <a:ext cx="10805040" cy="5705280"/>
          </a:xfrm>
          <a:prstGeom prst="rect">
            <a:avLst/>
          </a:prstGeom>
          <a:noFill/>
          <a:ln w="0">
            <a:noFill/>
          </a:ln>
        </p:spPr>
        <p:txBody>
          <a:bodyPr numCol="1" spcCol="216000" lIns="0" tIns="0" rIns="0" bIns="0" anchor="t">
            <a:noAutofit/>
          </a:bodyPr>
          <a:p>
            <a:pPr algn="just" defTabSz="914400">
              <a:lnSpc>
                <a:spcPct val="200000"/>
              </a:lnSpc>
              <a:spcBef>
                <a:spcPts val="1199"/>
              </a:spcBef>
              <a:buSzPct val="100058"/>
              <a:buBlip>
                <a:blip r:embed="rId1"/>
              </a:buBlip>
              <a:tabLst>
                <a:tab pos="0" algn="l"/>
              </a:tabLst>
            </a:pPr>
            <a:r>
              <a:rPr lang="de-DE" sz="1400" b="0" u="none" strike="noStrike">
                <a:solidFill>
                  <a:srgbClr val="000000"/>
                </a:solidFill>
                <a:effectLst/>
                <a:uFillTx/>
                <a:latin typeface="Times New Roman"/>
                <a:ea typeface="Times New Roman"/>
              </a:rPr>
              <a:t>No dynamic threshold optimization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2"/>
              </a:buBlip>
              <a:tabLst>
                <a:tab pos="0" algn="l"/>
              </a:tabLst>
            </a:pPr>
            <a:r>
              <a:rPr lang="de-DE" sz="1400" b="0" u="none" strike="noStrike">
                <a:solidFill>
                  <a:srgbClr val="000000"/>
                </a:solidFill>
                <a:effectLst/>
                <a:uFillTx/>
                <a:latin typeface="Times New Roman"/>
                <a:ea typeface="Times New Roman"/>
              </a:rPr>
              <a:t>No model monitoring after deployment</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3"/>
              </a:buBlip>
              <a:tabLst>
                <a:tab pos="0" algn="l"/>
              </a:tabLst>
            </a:pPr>
            <a:r>
              <a:rPr lang="de-DE" sz="1400" b="0" u="none" strike="noStrike">
                <a:solidFill>
                  <a:srgbClr val="000000"/>
                </a:solidFill>
                <a:effectLst/>
                <a:uFillTx/>
                <a:latin typeface="Times New Roman"/>
                <a:ea typeface="Times New Roman"/>
              </a:rPr>
              <a:t>No drift detection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4"/>
              </a:buBlip>
              <a:tabLst>
                <a:tab pos="0" algn="l"/>
              </a:tabLst>
            </a:pPr>
            <a:r>
              <a:rPr lang="de-DE" sz="1400" b="0" u="none" strike="noStrike">
                <a:solidFill>
                  <a:srgbClr val="000000"/>
                </a:solidFill>
                <a:effectLst/>
                <a:uFillTx/>
                <a:latin typeface="Times New Roman"/>
                <a:ea typeface="Times New Roman"/>
              </a:rPr>
              <a:t>No selective decision-making (human-in-the-loop)</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5"/>
              </a:buBlip>
              <a:tabLst>
                <a:tab pos="0" algn="l"/>
              </a:tabLst>
            </a:pPr>
            <a:r>
              <a:rPr lang="de-DE" sz="1400" b="0" u="none" strike="noStrike">
                <a:solidFill>
                  <a:srgbClr val="000000"/>
                </a:solidFill>
                <a:effectLst/>
                <a:uFillTx/>
                <a:latin typeface="Times New Roman"/>
                <a:ea typeface="Times New Roman"/>
              </a:rPr>
              <a:t>No connection between model prediction and operational workflow</a:t>
            </a:r>
            <a:endParaRPr lang="de-DE" sz="1400" b="0" u="none" strike="noStrike">
              <a:solidFill>
                <a:schemeClr val="dk1"/>
              </a:solidFill>
              <a:effectLst/>
              <a:uFillTx/>
              <a:latin typeface="SRH Text"/>
            </a:endParaRPr>
          </a:p>
        </p:txBody>
      </p:sp>
      <p:sp>
        <p:nvSpPr>
          <p:cNvPr id="202" name="PlaceHolder 3"/>
          <p:cNvSpPr>
            <a:spLocks noGrp="1"/>
          </p:cNvSpPr>
          <p:nvPr>
            <p:ph type="dt" idx="67"/>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301F3BA-2E62-4241-BA56-EE18185B7E60}"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03" name="PlaceHolder 4"/>
          <p:cNvSpPr>
            <a:spLocks noGrp="1"/>
          </p:cNvSpPr>
          <p:nvPr>
            <p:ph type="ftr" idx="68"/>
          </p:nvPr>
        </p:nvSpPr>
        <p:spPr>
          <a:xfrm>
            <a:off x="1242000" y="636660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4" name="PlaceHolder 5"/>
          <p:cNvSpPr>
            <a:spLocks noGrp="1"/>
          </p:cNvSpPr>
          <p:nvPr>
            <p:ph type="sldNum" idx="69"/>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84B20DB-82D8-4D23-9D80-117DD3D4E61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PlaceHolder 1"/>
          <p:cNvSpPr>
            <a:spLocks noGrp="1"/>
          </p:cNvSpPr>
          <p:nvPr>
            <p:ph type="title"/>
          </p:nvPr>
        </p:nvSpPr>
        <p:spPr>
          <a:xfrm>
            <a:off x="191880" y="90720"/>
            <a:ext cx="9157320" cy="8344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de-DE" sz="3000" b="1" u="none" strike="noStrike">
                <a:solidFill>
                  <a:srgbClr val="DF4807"/>
                </a:solidFill>
                <a:effectLst/>
                <a:uFillTx/>
                <a:latin typeface="SRH Headline"/>
                <a:ea typeface="SRH Headline"/>
              </a:rPr>
              <a:t>Steps:</a:t>
            </a:r>
            <a:endParaRPr lang="de-DE" sz="3000" b="1" u="none" strike="noStrike">
              <a:solidFill>
                <a:schemeClr val="dk1"/>
              </a:solidFill>
              <a:effectLst/>
              <a:uFillTx/>
              <a:latin typeface="SRH Headline"/>
            </a:endParaRPr>
          </a:p>
        </p:txBody>
      </p:sp>
      <p:sp>
        <p:nvSpPr>
          <p:cNvPr id="206" name="PlaceHolder 2"/>
          <p:cNvSpPr>
            <a:spLocks noGrp="1"/>
          </p:cNvSpPr>
          <p:nvPr>
            <p:ph/>
          </p:nvPr>
        </p:nvSpPr>
        <p:spPr>
          <a:xfrm>
            <a:off x="276840" y="987480"/>
            <a:ext cx="10805040" cy="5705280"/>
          </a:xfrm>
          <a:prstGeom prst="rect">
            <a:avLst/>
          </a:prstGeom>
          <a:noFill/>
          <a:ln w="0">
            <a:noFill/>
          </a:ln>
        </p:spPr>
        <p:txBody>
          <a:bodyPr numCol="1" spcCol="216000" lIns="0" tIns="0" rIns="0" bIns="0" anchor="t">
            <a:noAutofit/>
          </a:bodyPr>
          <a:p>
            <a:pPr algn="just" defTabSz="914400">
              <a:lnSpc>
                <a:spcPct val="200000"/>
              </a:lnSpc>
              <a:spcBef>
                <a:spcPts val="1199"/>
              </a:spcBef>
              <a:buSzPct val="100058"/>
              <a:buBlip>
                <a:blip r:embed="rId1"/>
              </a:buBlip>
              <a:tabLst>
                <a:tab pos="0" algn="l"/>
              </a:tabLst>
            </a:pPr>
            <a:r>
              <a:rPr lang="de-DE" sz="1400" b="1" u="none" strike="noStrike">
                <a:solidFill>
                  <a:srgbClr val="000000"/>
                </a:solidFill>
                <a:effectLst/>
                <a:uFillTx/>
                <a:latin typeface="Times New Roman"/>
                <a:ea typeface="Times New Roman"/>
              </a:rPr>
              <a:t>Threshold tuning:</a:t>
            </a:r>
            <a:r>
              <a:rPr lang="de-DE" sz="1400" b="0" u="none" strike="noStrike">
                <a:solidFill>
                  <a:srgbClr val="000000"/>
                </a:solidFill>
                <a:effectLst/>
                <a:uFillTx/>
                <a:latin typeface="Times New Roman"/>
                <a:ea typeface="Times New Roman"/>
              </a:rPr>
              <a:t>Find optimal threshold:arange(0.15, 0.6, 0.01)</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2"/>
              </a:buBlip>
              <a:tabLst>
                <a:tab pos="0" algn="l"/>
              </a:tabLst>
            </a:pPr>
            <a:r>
              <a:rPr lang="de-DE" sz="1400" b="0" u="none" strike="noStrike">
                <a:solidFill>
                  <a:srgbClr val="000000"/>
                </a:solidFill>
                <a:effectLst/>
                <a:uFillTx/>
                <a:latin typeface="Times New Roman"/>
                <a:ea typeface="Times New Roman"/>
              </a:rPr>
              <a:t>Cost function: prioritize low FN, penalize FP--&gt;cost = 2.5 * fn + 1.0 * fp</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3"/>
              </a:buBlip>
              <a:tabLst>
                <a:tab pos="0" algn="l"/>
              </a:tabLst>
            </a:pPr>
            <a:r>
              <a:rPr lang="de-DE" sz="1400" b="0" u="none" strike="noStrike">
                <a:solidFill>
                  <a:srgbClr val="000000"/>
                </a:solidFill>
                <a:effectLst/>
                <a:uFillTx/>
                <a:latin typeface="Times New Roman"/>
                <a:ea typeface="Times New Roman"/>
              </a:rPr>
              <a:t>Multi-objective Model Selection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4"/>
              </a:buBlip>
              <a:tabLst>
                <a:tab pos="0" algn="l"/>
              </a:tabLst>
            </a:pPr>
            <a:r>
              <a:rPr lang="de-DE" sz="1400" b="0" u="none" strike="noStrike">
                <a:solidFill>
                  <a:srgbClr val="000000"/>
                </a:solidFill>
                <a:effectLst/>
                <a:uFillTx/>
                <a:latin typeface="Times New Roman"/>
                <a:ea typeface="Times New Roman"/>
              </a:rPr>
              <a:t>RELIABILITY MONITORING :PSI and KS</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5"/>
              </a:buBlip>
              <a:tabLst>
                <a:tab pos="0" algn="l"/>
              </a:tabLst>
            </a:pPr>
            <a:r>
              <a:rPr lang="de-DE" sz="1400" b="0" u="none" strike="noStrike">
                <a:solidFill>
                  <a:srgbClr val="000000"/>
                </a:solidFill>
                <a:effectLst/>
                <a:uFillTx/>
                <a:latin typeface="Times New Roman"/>
                <a:ea typeface="Times New Roman"/>
              </a:rPr>
              <a:t>Drift Detection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6"/>
              </a:buBlip>
              <a:tabLst>
                <a:tab pos="0" algn="l"/>
              </a:tabLst>
            </a:pPr>
            <a:r>
              <a:rPr lang="de-DE" sz="1400" b="0" u="none" strike="noStrike">
                <a:solidFill>
                  <a:srgbClr val="000000"/>
                </a:solidFill>
                <a:effectLst/>
                <a:uFillTx/>
                <a:latin typeface="Times New Roman"/>
                <a:ea typeface="Times New Roman"/>
              </a:rPr>
              <a:t>Drift Prediction</a:t>
            </a:r>
            <a:endParaRPr lang="de-DE" sz="14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7"/>
              </a:buBlip>
              <a:tabLst>
                <a:tab pos="0" algn="l"/>
              </a:tabLst>
            </a:pPr>
            <a:r>
              <a:rPr lang="de-DE" sz="1400" b="0" u="none" strike="noStrike">
                <a:solidFill>
                  <a:srgbClr val="000000"/>
                </a:solidFill>
                <a:effectLst/>
                <a:uFillTx/>
                <a:latin typeface="Times New Roman"/>
                <a:ea typeface="Times New Roman"/>
              </a:rPr>
              <a:t>SELECTIVE PREDICTION FRAMEWORK</a:t>
            </a:r>
            <a:endParaRPr lang="de-DE" sz="1400" b="0" u="none" strike="noStrike">
              <a:solidFill>
                <a:schemeClr val="dk1"/>
              </a:solidFill>
              <a:effectLst/>
              <a:uFillTx/>
              <a:latin typeface="SRH Text"/>
            </a:endParaRPr>
          </a:p>
        </p:txBody>
      </p:sp>
      <p:sp>
        <p:nvSpPr>
          <p:cNvPr id="207" name="PlaceHolder 3"/>
          <p:cNvSpPr>
            <a:spLocks noGrp="1"/>
          </p:cNvSpPr>
          <p:nvPr>
            <p:ph type="dt" idx="70"/>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2E262E7-563D-4DD1-8C92-863F5F23C8B3}"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08" name="PlaceHolder 4"/>
          <p:cNvSpPr>
            <a:spLocks noGrp="1"/>
          </p:cNvSpPr>
          <p:nvPr>
            <p:ph type="ftr" idx="71"/>
          </p:nvPr>
        </p:nvSpPr>
        <p:spPr>
          <a:xfrm>
            <a:off x="1242000" y="636660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9" name="PlaceHolder 5"/>
          <p:cNvSpPr>
            <a:spLocks noGrp="1"/>
          </p:cNvSpPr>
          <p:nvPr>
            <p:ph type="sldNum" idx="72"/>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4A87ECD-A4F3-4278-BC2A-7DFFABF27345}"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367560" y="136440"/>
            <a:ext cx="9156600" cy="8344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Adaptive threshold optimization</a:t>
            </a:r>
            <a:endParaRPr lang="de-DE" sz="3000" b="1" u="none" strike="noStrike">
              <a:solidFill>
                <a:schemeClr val="dk1"/>
              </a:solidFill>
              <a:effectLst/>
              <a:uFillTx/>
              <a:latin typeface="SRH Headline"/>
            </a:endParaRPr>
          </a:p>
        </p:txBody>
      </p:sp>
      <p:sp>
        <p:nvSpPr>
          <p:cNvPr id="211" name="PlaceHolder 2"/>
          <p:cNvSpPr>
            <a:spLocks noGrp="1"/>
          </p:cNvSpPr>
          <p:nvPr>
            <p:ph/>
          </p:nvPr>
        </p:nvSpPr>
        <p:spPr>
          <a:xfrm>
            <a:off x="367200" y="1197720"/>
            <a:ext cx="10190520" cy="430020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I did NOT use 0.5 threshold</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I searched optimal threshold based on:</a:t>
            </a:r>
            <a:r>
              <a:rPr lang="en-US" sz="1400" b="0" u="none" strike="noStrike">
                <a:solidFill>
                  <a:srgbClr val="000000"/>
                </a:solidFill>
                <a:effectLst/>
                <a:uFillTx/>
                <a:latin typeface="Times New Roman"/>
                <a:ea typeface="Times New Roman"/>
              </a:rPr>
              <a:t>Find optimal threshold:arange(0.15, 0.6, 0.01)</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cost function:</a:t>
            </a:r>
            <a:r>
              <a:rPr lang="en-US" sz="1400" b="0" u="none" strike="noStrike">
                <a:solidFill>
                  <a:srgbClr val="000000"/>
                </a:solidFill>
                <a:effectLst/>
                <a:uFillTx/>
                <a:latin typeface="Times New Roman"/>
                <a:ea typeface="Times New Roman"/>
              </a:rPr>
              <a:t>cost = 2.5 * fn + 1.0 *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FN/FP trade-off</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class imbalance behavior</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This turns the model into a decision system, not just a classifier</a:t>
            </a:r>
            <a:endParaRPr lang="de-DE" sz="18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800" b="0" u="none" strike="noStrike">
              <a:solidFill>
                <a:schemeClr val="dk1"/>
              </a:solidFill>
              <a:effectLst/>
              <a:uFillTx/>
              <a:latin typeface="SRH Text"/>
            </a:endParaRPr>
          </a:p>
        </p:txBody>
      </p:sp>
      <p:sp>
        <p:nvSpPr>
          <p:cNvPr id="212" name="PlaceHolder 3"/>
          <p:cNvSpPr>
            <a:spLocks noGrp="1"/>
          </p:cNvSpPr>
          <p:nvPr>
            <p:ph type="sldNum" idx="73"/>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82F4656-D15A-4D8C-A39A-C059C2427718}"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13" name="PlaceHolder 4"/>
          <p:cNvSpPr>
            <a:spLocks noGrp="1"/>
          </p:cNvSpPr>
          <p:nvPr>
            <p:ph type="dt" idx="74"/>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E31C26D-8A42-491F-9B97-CFAF8156F884}"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14" name="PlaceHolder 5"/>
          <p:cNvSpPr>
            <a:spLocks noGrp="1"/>
          </p:cNvSpPr>
          <p:nvPr>
            <p:ph type="ftr" idx="75"/>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367560" y="136440"/>
            <a:ext cx="9156600" cy="5868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Novalty</a:t>
            </a:r>
            <a:endParaRPr lang="de-DE" sz="3000" b="1" u="none" strike="noStrike">
              <a:solidFill>
                <a:schemeClr val="dk1"/>
              </a:solidFill>
              <a:effectLst/>
              <a:uFillTx/>
              <a:latin typeface="SRH Headline"/>
            </a:endParaRPr>
          </a:p>
        </p:txBody>
      </p:sp>
      <p:sp>
        <p:nvSpPr>
          <p:cNvPr id="216" name="PlaceHolder 2"/>
          <p:cNvSpPr>
            <a:spLocks noGrp="1"/>
          </p:cNvSpPr>
          <p:nvPr>
            <p:ph/>
          </p:nvPr>
        </p:nvSpPr>
        <p:spPr>
          <a:xfrm>
            <a:off x="367200" y="895320"/>
            <a:ext cx="10190520" cy="46022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800" b="0" u="none" strike="noStrike">
                <a:solidFill>
                  <a:srgbClr val="FF0000"/>
                </a:solidFill>
                <a:effectLst/>
                <a:uFillTx/>
                <a:latin typeface="SRH Text"/>
                <a:ea typeface="SRH Text"/>
              </a:rPr>
              <a:t>Old approach: </a:t>
            </a:r>
            <a:r>
              <a:rPr lang="de-DE" sz="1800" b="0" u="none" strike="noStrike">
                <a:solidFill>
                  <a:schemeClr val="hlink"/>
                </a:solidFill>
                <a:effectLst/>
                <a:uFillTx/>
                <a:latin typeface="SRH Text"/>
                <a:ea typeface="SRH Text"/>
              </a:rPr>
              <a:t>Maximize AUC only</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rgbClr val="FF0000"/>
                </a:solidFill>
                <a:effectLst/>
                <a:uFillTx/>
                <a:latin typeface="SRH Text"/>
                <a:ea typeface="SRH Text"/>
              </a:rPr>
              <a:t>Multi-objective learning:</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rgbClr val="000000"/>
                </a:solidFill>
                <a:effectLst/>
                <a:uFillTx/>
                <a:latin typeface="SRH Text"/>
                <a:ea typeface="SRH Text"/>
              </a:rPr>
              <a:t>In</a:t>
            </a:r>
            <a:r>
              <a:rPr lang="en-US" sz="1800" b="1" u="none" strike="noStrike">
                <a:solidFill>
                  <a:schemeClr val="folHlink"/>
                </a:solidFill>
                <a:effectLst/>
                <a:uFillTx/>
                <a:latin typeface="SRH Text"/>
                <a:ea typeface="SRH Text"/>
              </a:rPr>
              <a:t>stead of optimizing only AUC:</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Multiple factors are considered:</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AUC score</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Negatives (FN)</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Positives (FP)</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FP/FN balance(Ration)</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Class balance</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The goal is to optimize real-world performance, not just accuracy</a:t>
            </a:r>
            <a:endParaRPr lang="de-DE" sz="1800" b="0" u="none" strike="noStrike">
              <a:solidFill>
                <a:schemeClr val="dk1"/>
              </a:solidFill>
              <a:effectLst/>
              <a:uFillTx/>
              <a:latin typeface="SRH Text"/>
            </a:endParaRPr>
          </a:p>
        </p:txBody>
      </p:sp>
      <p:sp>
        <p:nvSpPr>
          <p:cNvPr id="217" name="PlaceHolder 3"/>
          <p:cNvSpPr>
            <a:spLocks noGrp="1"/>
          </p:cNvSpPr>
          <p:nvPr>
            <p:ph type="sldNum" idx="76"/>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C24E278-A676-4952-A4A3-C34C5890C32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18" name="PlaceHolder 4"/>
          <p:cNvSpPr>
            <a:spLocks noGrp="1"/>
          </p:cNvSpPr>
          <p:nvPr>
            <p:ph type="dt" idx="77"/>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5596105-0C9A-4A4B-B5C4-2F76A326F03D}"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19" name="PlaceHolder 5"/>
          <p:cNvSpPr>
            <a:spLocks noGrp="1"/>
          </p:cNvSpPr>
          <p:nvPr>
            <p:ph type="ftr" idx="78"/>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p:nvPr>
        </p:nvSpPr>
        <p:spPr>
          <a:xfrm>
            <a:off x="338400" y="321480"/>
            <a:ext cx="10190520" cy="430020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1: Threshold tuning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model you also test: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threshold = 0.15 → 0.60</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threshold:</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Convert probability → class</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2: Evaluate each model</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hyperparameter combination: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AUC</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balance (FP/FN ratio)</a:t>
            </a: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p:txBody>
      </p:sp>
      <p:sp>
        <p:nvSpPr>
          <p:cNvPr id="221" name="PlaceHolder 2"/>
          <p:cNvSpPr>
            <a:spLocks noGrp="1"/>
          </p:cNvSpPr>
          <p:nvPr>
            <p:ph type="sldNum" idx="79"/>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BF4321E-AEBF-4488-A0F9-9C8A12FE1CB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22" name="PlaceHolder 3"/>
          <p:cNvSpPr>
            <a:spLocks noGrp="1"/>
          </p:cNvSpPr>
          <p:nvPr>
            <p:ph type="dt" idx="80"/>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8B308EA4-6523-4243-A60E-D5A54F1A327D}"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23" name="PlaceHolder 4"/>
          <p:cNvSpPr>
            <a:spLocks noGrp="1"/>
          </p:cNvSpPr>
          <p:nvPr>
            <p:ph type="ftr" idx="81"/>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p:nvPr>
        </p:nvSpPr>
        <p:spPr>
          <a:xfrm>
            <a:off x="348120" y="311760"/>
            <a:ext cx="10190520" cy="430020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selective prediction</a:t>
            </a:r>
            <a:r>
              <a:rPr lang="en-US" sz="1600" b="1" u="none" strike="noStrike">
                <a:solidFill>
                  <a:schemeClr val="hlink"/>
                </a:solidFill>
                <a:effectLst/>
                <a:uFillTx/>
                <a:latin typeface="SRH Text"/>
                <a:ea typeface="SRH Text"/>
              </a:rPr>
              <a: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Instead of 1 threshold, you use 2 thresholds: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t1 &lt; 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t1 (Accept threshold): 0.20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t2 (Reject threshold): 0.60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So the probability space is split into 3 zones: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1:</a:t>
            </a:r>
            <a:r>
              <a:rPr lang="en-US" sz="1600" b="1" u="none" strike="noStrike">
                <a:solidFill>
                  <a:schemeClr val="hlink"/>
                </a:solidFill>
                <a:effectLst/>
                <a:uFillTx/>
                <a:latin typeface="SRH Text"/>
                <a:ea typeface="SRH Text"/>
              </a:rPr>
              <a:t> Low risk → Automatic Accept--&gt;p(default)&lt;t1</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Predicted probabilities of default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is safe</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 Zone 2:</a:t>
            </a:r>
            <a:r>
              <a:rPr lang="en-US" sz="1600" b="1" u="none" strike="noStrike">
                <a:solidFill>
                  <a:schemeClr val="hlink"/>
                </a:solidFill>
                <a:effectLst/>
                <a:uFillTx/>
                <a:latin typeface="SRH Text"/>
                <a:ea typeface="SRH Text"/>
              </a:rPr>
              <a:t> Uncertain region → Manual review:t1≤p(default)≤t2--&gt;Model is NOT confident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Send to human expert (bank officer)</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3:</a:t>
            </a:r>
            <a:r>
              <a:rPr lang="en-US" sz="1600" b="1" u="none" strike="noStrike">
                <a:solidFill>
                  <a:schemeClr val="hlink"/>
                </a:solidFill>
                <a:effectLst/>
                <a:uFillTx/>
                <a:latin typeface="SRH Text"/>
                <a:ea typeface="SRH Text"/>
              </a:rPr>
              <a:t> High risk → Automatic Reject:p(default)&gt;t2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will default</a:t>
            </a:r>
            <a:endParaRPr lang="de-DE" sz="1600" b="0" u="none" strike="noStrike">
              <a:solidFill>
                <a:schemeClr val="dk1"/>
              </a:solidFill>
              <a:effectLst/>
              <a:uFillTx/>
              <a:latin typeface="SRH Text"/>
            </a:endParaRPr>
          </a:p>
        </p:txBody>
      </p:sp>
      <p:sp>
        <p:nvSpPr>
          <p:cNvPr id="225" name="PlaceHolder 2"/>
          <p:cNvSpPr>
            <a:spLocks noGrp="1"/>
          </p:cNvSpPr>
          <p:nvPr>
            <p:ph type="sldNum" idx="82"/>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5ACAF99-3754-4AC2-987D-92448336C25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26" name="PlaceHolder 3"/>
          <p:cNvSpPr>
            <a:spLocks noGrp="1"/>
          </p:cNvSpPr>
          <p:nvPr>
            <p:ph type="dt" idx="83"/>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D1A198E-37F4-43C1-9373-1A7FEB94D2D7}"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27" name="PlaceHolder 4"/>
          <p:cNvSpPr>
            <a:spLocks noGrp="1"/>
          </p:cNvSpPr>
          <p:nvPr>
            <p:ph type="ftr" idx="84"/>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367560" y="136440"/>
            <a:ext cx="9156600" cy="8344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Selective prediction</a:t>
            </a:r>
            <a:endParaRPr lang="de-DE" sz="3000" b="1" u="none" strike="noStrike">
              <a:solidFill>
                <a:schemeClr val="dk1"/>
              </a:solidFill>
              <a:effectLst/>
              <a:uFillTx/>
              <a:latin typeface="SRH Headline"/>
            </a:endParaRPr>
          </a:p>
        </p:txBody>
      </p:sp>
      <p:sp>
        <p:nvSpPr>
          <p:cNvPr id="229" name="PlaceHolder 2"/>
          <p:cNvSpPr>
            <a:spLocks noGrp="1"/>
          </p:cNvSpPr>
          <p:nvPr>
            <p:ph/>
          </p:nvPr>
        </p:nvSpPr>
        <p:spPr>
          <a:xfrm>
            <a:off x="367200" y="1197720"/>
            <a:ext cx="10190520" cy="4300200"/>
          </a:xfrm>
          <a:prstGeom prst="rect">
            <a:avLst/>
          </a:prstGeom>
          <a:noFill/>
          <a:ln w="0">
            <a:noFill/>
          </a:ln>
        </p:spPr>
        <p:txBody>
          <a:bodyPr numCol="1" spcCol="216000" lIns="0" tIns="0" rIns="0" bIns="0" anchor="t">
            <a:noAutofit/>
          </a:bodyPr>
          <a:p>
            <a:pPr indent="0" algn="just" defTabSz="914400">
              <a:lnSpc>
                <a:spcPct val="150000"/>
              </a:lnSpc>
              <a:spcBef>
                <a:spcPts val="1199"/>
              </a:spcBef>
              <a:buNone/>
              <a:tabLst>
                <a:tab pos="0" algn="l"/>
              </a:tabLst>
            </a:pP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hlink"/>
                </a:solidFill>
                <a:effectLst/>
                <a:uFillTx/>
                <a:latin typeface="SRH Text"/>
                <a:ea typeface="SRH Text"/>
              </a:rPr>
              <a:t>Selective prediction extends traditional binary classification by introducing a tri-state decision system. Instead of forcing all predictions into accept or reject categories, the model defines an uncertainty region where predictions are deferred to human experts. This improves reliability and reduces critical errors in high-risk financial decisions.</a:t>
            </a:r>
            <a:endParaRPr lang="de-DE" sz="1800" b="0" u="none" strike="noStrike">
              <a:solidFill>
                <a:schemeClr val="dk1"/>
              </a:solidFill>
              <a:effectLst/>
              <a:uFillTx/>
              <a:latin typeface="SRH Text"/>
            </a:endParaRPr>
          </a:p>
        </p:txBody>
      </p:sp>
      <p:sp>
        <p:nvSpPr>
          <p:cNvPr id="230" name="PlaceHolder 3"/>
          <p:cNvSpPr>
            <a:spLocks noGrp="1"/>
          </p:cNvSpPr>
          <p:nvPr>
            <p:ph type="sldNum" idx="85"/>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F63C066-3795-43B9-9B3A-369E01C9717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31" name="PlaceHolder 4"/>
          <p:cNvSpPr>
            <a:spLocks noGrp="1"/>
          </p:cNvSpPr>
          <p:nvPr>
            <p:ph type="dt" idx="86"/>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76C40BF-1D90-4870-89FE-C6C42D52AACA}"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32" name="PlaceHolder 5"/>
          <p:cNvSpPr>
            <a:spLocks noGrp="1"/>
          </p:cNvSpPr>
          <p:nvPr>
            <p:ph type="ftr" idx="87"/>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375840" y="0"/>
            <a:ext cx="9156600" cy="8344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Reliability &amp; monitoring system</a:t>
            </a:r>
            <a:endParaRPr lang="de-DE" sz="3000" b="1" u="none" strike="noStrike">
              <a:solidFill>
                <a:schemeClr val="dk1"/>
              </a:solidFill>
              <a:effectLst/>
              <a:uFillTx/>
              <a:latin typeface="SRH Headline"/>
            </a:endParaRPr>
          </a:p>
        </p:txBody>
      </p:sp>
      <p:sp>
        <p:nvSpPr>
          <p:cNvPr id="234" name="PlaceHolder 2"/>
          <p:cNvSpPr>
            <a:spLocks noGrp="1"/>
          </p:cNvSpPr>
          <p:nvPr>
            <p:ph/>
          </p:nvPr>
        </p:nvSpPr>
        <p:spPr>
          <a:xfrm>
            <a:off x="338400" y="1016640"/>
            <a:ext cx="10190520" cy="430020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built a production-style monitoring system, including: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1. Data drift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PSI (Population Stability Index):has the distribution of the new data changed compared with the training data?</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KS test:Are the two statistical distributions different from each other?</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2. Prediction drift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probability shift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approval rate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distribution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3. Performance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AUC drop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FN increase detection</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cost increase tracking</a:t>
            </a:r>
            <a:endParaRPr lang="de-DE" sz="1400" b="0" u="none" strike="noStrike">
              <a:solidFill>
                <a:schemeClr val="dk1"/>
              </a:solidFill>
              <a:effectLst/>
              <a:uFillTx/>
              <a:latin typeface="SRH Text"/>
            </a:endParaRPr>
          </a:p>
        </p:txBody>
      </p:sp>
      <p:sp>
        <p:nvSpPr>
          <p:cNvPr id="235" name="PlaceHolder 3"/>
          <p:cNvSpPr>
            <a:spLocks noGrp="1"/>
          </p:cNvSpPr>
          <p:nvPr>
            <p:ph type="sldNum" idx="88"/>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5424661-7184-4F34-8725-4FD74032788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36" name="PlaceHolder 4"/>
          <p:cNvSpPr>
            <a:spLocks noGrp="1"/>
          </p:cNvSpPr>
          <p:nvPr>
            <p:ph type="dt" idx="89"/>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E7025FD-EEA1-4FC6-BBFD-E4DC621109C7}"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37" name="PlaceHolder 5"/>
          <p:cNvSpPr>
            <a:spLocks noGrp="1"/>
          </p:cNvSpPr>
          <p:nvPr>
            <p:ph type="ftr" idx="90"/>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p:nvPr>
        </p:nvSpPr>
        <p:spPr>
          <a:xfrm>
            <a:off x="281160" y="340200"/>
            <a:ext cx="10190520" cy="430020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 real-world credit risk systems, a model is not stable forever.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customer behavior changes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economic conditions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loan policies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data sources shift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Data Drift Detection: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1-Population Stability Index (PSI)</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measures how much a feature distribution has changed.</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Compare: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reference data (training/validation)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new data (incoming/test/live data)</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&lt; 0.1: No significant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0.1 &lt;= PSI &lt; 0.2: Moderate change (monitor)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PSI &gt;= 0.2: significant change</a:t>
            </a:r>
            <a:endParaRPr lang="de-DE" sz="12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200" b="0" u="none" strike="noStrike">
              <a:solidFill>
                <a:schemeClr val="dk1"/>
              </a:solidFill>
              <a:effectLst/>
              <a:uFillTx/>
              <a:latin typeface="SRH Text"/>
            </a:endParaRPr>
          </a:p>
        </p:txBody>
      </p:sp>
      <p:sp>
        <p:nvSpPr>
          <p:cNvPr id="239" name="PlaceHolder 2"/>
          <p:cNvSpPr>
            <a:spLocks noGrp="1"/>
          </p:cNvSpPr>
          <p:nvPr>
            <p:ph type="sldNum" idx="91"/>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348CF4D-BBEF-4D08-934A-CA3096DF9A7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40" name="PlaceHolder 3"/>
          <p:cNvSpPr>
            <a:spLocks noGrp="1"/>
          </p:cNvSpPr>
          <p:nvPr>
            <p:ph type="dt" idx="92"/>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68C6F1E-804C-43B4-9E5B-48ED765B0258}" type="datetime1">
              <a:rPr lang="de-DE" sz="900" b="1" u="none" strike="noStrike">
                <a:solidFill>
                  <a:srgbClr val="6D7373"/>
                </a:solidFill>
                <a:effectLst/>
                <a:uFillTx/>
                <a:latin typeface="SRH Text"/>
                <a:ea typeface="SRH"/>
              </a:rPr>
              <a:t>06.07.2026</a:t>
            </a:fld>
            <a:endParaRPr lang="en-US" sz="900" b="0" u="none" strike="noStrike">
              <a:solidFill>
                <a:srgbClr val="000000"/>
              </a:solidFill>
              <a:effectLst/>
              <a:uFillTx/>
              <a:latin typeface="Times New Roman"/>
            </a:endParaRPr>
          </a:p>
        </p:txBody>
      </p:sp>
      <p:sp>
        <p:nvSpPr>
          <p:cNvPr id="241" name="PlaceHolder 4"/>
          <p:cNvSpPr>
            <a:spLocks noGrp="1"/>
          </p:cNvSpPr>
          <p:nvPr>
            <p:ph type="ftr" idx="93"/>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p:nvPr>
        </p:nvSpPr>
        <p:spPr>
          <a:xfrm>
            <a:off x="281160" y="340200"/>
            <a:ext cx="10190520" cy="430020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KS Test (Kolmogorov–Smirnov):</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two distributions statistically different?”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It compares full cumulative distributions (not just mean/variance).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KS statistic (distance between distributions)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p-value (significance)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Interpretation: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KS &lt; 0.05: No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0.05 &lt;= KS &lt; 0.1: Moderate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    KS &gt;= 0.1: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Prediction Drift Monitoring</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Even if inputs look stable, model behavior can still drift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model outputs changing over time?”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 developed a production-style monitoring framework that continuously evaluates model reliability through data drift, prediction drift, and cost-sensitive performance monitoring, ensuring that the credit risk model remains stable and business-aligned after deployment.</a:t>
            </a:r>
            <a:endParaRPr lang="de-DE" sz="1200" b="0" u="none" strike="noStrike">
              <a:solidFill>
                <a:schemeClr val="dk1"/>
              </a:solidFill>
              <a:effectLst/>
              <a:uFillTx/>
              <a:latin typeface="SRH Text"/>
            </a:endParaRPr>
          </a:p>
        </p:txBody>
      </p:sp>
      <p:sp>
        <p:nvSpPr>
          <p:cNvPr id="243" name="PlaceHolder 2"/>
          <p:cNvSpPr>
            <a:spLocks noGrp="1"/>
          </p:cNvSpPr>
          <p:nvPr>
            <p:ph type="sldNum" idx="94"/>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6B88C2B-EF3A-40B8-AFAE-5CED9901743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44" name="PlaceHolder 3"/>
          <p:cNvSpPr>
            <a:spLocks noGrp="1"/>
          </p:cNvSpPr>
          <p:nvPr>
            <p:ph type="dt" idx="95"/>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1D47163-533F-4885-B3A7-B3018A3C770B}" type="datetime1">
              <a:rPr lang="de-DE" sz="900" b="1" u="none" strike="noStrike">
                <a:solidFill>
                  <a:srgbClr val="6D7373"/>
                </a:solidFill>
                <a:effectLst/>
                <a:uFillTx/>
                <a:latin typeface="SRH Text"/>
                <a:ea typeface="SRH"/>
              </a:rPr>
              <a:t>06.07.2026</a:t>
            </a:fld>
            <a:endParaRPr lang="en-US" sz="900" b="0" u="none" strike="noStrike">
              <a:solidFill>
                <a:srgbClr val="000000"/>
              </a:solidFill>
              <a:effectLst/>
              <a:uFillTx/>
              <a:latin typeface="Times New Roman"/>
            </a:endParaRPr>
          </a:p>
        </p:txBody>
      </p:sp>
      <p:sp>
        <p:nvSpPr>
          <p:cNvPr id="245" name="PlaceHolder 4"/>
          <p:cNvSpPr>
            <a:spLocks noGrp="1"/>
          </p:cNvSpPr>
          <p:nvPr>
            <p:ph type="ftr" idx="96"/>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367560" y="136440"/>
            <a:ext cx="9156600" cy="83448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Explainable AI integration (SHAP)</a:t>
            </a:r>
            <a:endParaRPr lang="de-DE" sz="3000" b="1" u="none" strike="noStrike">
              <a:solidFill>
                <a:schemeClr val="dk1"/>
              </a:solidFill>
              <a:effectLst/>
              <a:uFillTx/>
              <a:latin typeface="SRH Headline"/>
            </a:endParaRPr>
          </a:p>
        </p:txBody>
      </p:sp>
      <p:sp>
        <p:nvSpPr>
          <p:cNvPr id="247" name="PlaceHolder 2"/>
          <p:cNvSpPr>
            <a:spLocks noGrp="1"/>
          </p:cNvSpPr>
          <p:nvPr>
            <p:ph/>
          </p:nvPr>
        </p:nvSpPr>
        <p:spPr>
          <a:xfrm>
            <a:off x="367200" y="1197720"/>
            <a:ext cx="10190520" cy="430020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didn’t stop at prediction: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Global feature importance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Local explanations (waterfall plots)</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Dependence effects</a:t>
            </a:r>
            <a:endParaRPr lang="de-DE" sz="1400" b="0" u="none" strike="noStrike">
              <a:solidFill>
                <a:schemeClr val="dk1"/>
              </a:solidFill>
              <a:effectLst/>
              <a:uFillTx/>
              <a:latin typeface="SRH Text"/>
            </a:endParaRPr>
          </a:p>
        </p:txBody>
      </p:sp>
      <p:sp>
        <p:nvSpPr>
          <p:cNvPr id="248" name="PlaceHolder 3"/>
          <p:cNvSpPr>
            <a:spLocks noGrp="1"/>
          </p:cNvSpPr>
          <p:nvPr>
            <p:ph type="sldNum" idx="97"/>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D21661F-01A9-483D-8070-B0A0DC7B1AE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49" name="PlaceHolder 4"/>
          <p:cNvSpPr>
            <a:spLocks noGrp="1"/>
          </p:cNvSpPr>
          <p:nvPr>
            <p:ph type="dt" idx="98"/>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33EB1B0-4A11-4E32-9F11-0B2A9DB25552}"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50" name="PlaceHolder 5"/>
          <p:cNvSpPr>
            <a:spLocks noGrp="1"/>
          </p:cNvSpPr>
          <p:nvPr>
            <p:ph type="ftr" idx="99"/>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367560" y="136440"/>
            <a:ext cx="9156600" cy="38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52" name="PlaceHolder 2"/>
          <p:cNvSpPr>
            <a:spLocks noGrp="1"/>
          </p:cNvSpPr>
          <p:nvPr>
            <p:ph/>
          </p:nvPr>
        </p:nvSpPr>
        <p:spPr>
          <a:xfrm>
            <a:off x="367200" y="718920"/>
            <a:ext cx="10349280" cy="501084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A) Baseline model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AUC: 0.9718 (very strong predictive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Reference cost: 624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88, FP: 404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FP/FN ratio: 4.59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B) Selective prediction improvement </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After introducing t1/t2 zones + optimization: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reduced from 88 → 31</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 reduced from 404 → 159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Cost reduced from 624 → 236.5</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 Cost reduction: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~62% reduction in decision cost</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(important thesis achievement)</a:t>
            </a:r>
            <a:endParaRPr lang="de-DE" sz="1100" b="0" u="none" strike="noStrike">
              <a:solidFill>
                <a:schemeClr val="dk1"/>
              </a:solidFill>
              <a:effectLst/>
              <a:uFillTx/>
              <a:latin typeface="SRH Text"/>
            </a:endParaRPr>
          </a:p>
        </p:txBody>
      </p:sp>
      <p:sp>
        <p:nvSpPr>
          <p:cNvPr id="253" name="PlaceHolder 3"/>
          <p:cNvSpPr>
            <a:spLocks noGrp="1"/>
          </p:cNvSpPr>
          <p:nvPr>
            <p:ph type="sldNum" idx="100"/>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A66FB5A-106E-4E74-B6A4-D5BB7A1D9248}"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54" name="PlaceHolder 4"/>
          <p:cNvSpPr>
            <a:spLocks noGrp="1"/>
          </p:cNvSpPr>
          <p:nvPr>
            <p:ph type="dt" idx="101"/>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99E7755-15E0-49F1-9A9F-5FD606A4251C}"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55" name="PlaceHolder 5"/>
          <p:cNvSpPr>
            <a:spLocks noGrp="1"/>
          </p:cNvSpPr>
          <p:nvPr>
            <p:ph type="ftr" idx="102"/>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367560" y="136440"/>
            <a:ext cx="9156600" cy="38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57" name="PlaceHolder 2"/>
          <p:cNvSpPr>
            <a:spLocks noGrp="1"/>
          </p:cNvSpPr>
          <p:nvPr>
            <p:ph/>
          </p:nvPr>
        </p:nvSpPr>
        <p:spPr>
          <a:xfrm>
            <a:off x="367200" y="718920"/>
            <a:ext cx="10349280" cy="501084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C) Decision system behavior</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The model no longer forces binary output:</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Accept: 35.6%</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Reject: 52.1%</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Manual Review: 12.3%</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Meaning:</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~12% of risky/uncertain cases are escalated to humans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system avoids forced wrong decisions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D) Manual review quality</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Default rate in manual zone: 44.8%</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This means the model correctly isolates ambiguous high-risk cases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This is strong evidence of:</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good uncertainty calibration</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900" b="0" u="none" strike="noStrike">
              <a:solidFill>
                <a:schemeClr val="dk1"/>
              </a:solidFill>
              <a:effectLst/>
              <a:uFillTx/>
              <a:latin typeface="SRH Text"/>
            </a:endParaRPr>
          </a:p>
        </p:txBody>
      </p:sp>
      <p:sp>
        <p:nvSpPr>
          <p:cNvPr id="258" name="PlaceHolder 3"/>
          <p:cNvSpPr>
            <a:spLocks noGrp="1"/>
          </p:cNvSpPr>
          <p:nvPr>
            <p:ph type="sldNum" idx="103"/>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25AB414-A88D-4F85-AF1F-62DEED04F0C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59" name="PlaceHolder 4"/>
          <p:cNvSpPr>
            <a:spLocks noGrp="1"/>
          </p:cNvSpPr>
          <p:nvPr>
            <p:ph type="dt" idx="104"/>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EAA9139E-CACE-4AF6-A044-5B2AE1F36126}"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60" name="PlaceHolder 5"/>
          <p:cNvSpPr>
            <a:spLocks noGrp="1"/>
          </p:cNvSpPr>
          <p:nvPr>
            <p:ph type="ftr" idx="105"/>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367560" y="136440"/>
            <a:ext cx="9156600" cy="38340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62" name="PlaceHolder 2"/>
          <p:cNvSpPr>
            <a:spLocks noGrp="1"/>
          </p:cNvSpPr>
          <p:nvPr>
            <p:ph/>
          </p:nvPr>
        </p:nvSpPr>
        <p:spPr>
          <a:xfrm>
            <a:off x="367200" y="718920"/>
            <a:ext cx="10349280" cy="501084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200" b="1" u="none" strike="noStrike">
                <a:solidFill>
                  <a:schemeClr val="accent1"/>
                </a:solidFill>
                <a:effectLst/>
                <a:uFillTx/>
                <a:latin typeface="SRH Text"/>
                <a:ea typeface="SRH Text"/>
              </a:rPr>
              <a:t>E) Stability / reliability result (VERY IMPORTANT)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Prediction PSI: 0.005</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Mean probability shift: 0.001</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Interpretation:</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PSI &lt; 0.1 = no drift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Your model is fully stable in new data</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retraining needed</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degradation detected</a:t>
            </a:r>
            <a:endParaRPr lang="de-DE" sz="1200" b="0" u="none" strike="noStrike">
              <a:solidFill>
                <a:schemeClr val="dk1"/>
              </a:solidFill>
              <a:effectLst/>
              <a:uFillTx/>
              <a:latin typeface="SRH Text"/>
            </a:endParaRPr>
          </a:p>
        </p:txBody>
      </p:sp>
      <p:sp>
        <p:nvSpPr>
          <p:cNvPr id="263" name="PlaceHolder 3"/>
          <p:cNvSpPr>
            <a:spLocks noGrp="1"/>
          </p:cNvSpPr>
          <p:nvPr>
            <p:ph type="sldNum" idx="106"/>
          </p:nvPr>
        </p:nvSpPr>
        <p:spPr>
          <a:xfrm>
            <a:off x="11146680" y="6365160"/>
            <a:ext cx="679320" cy="36432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280CFBC-8615-4C19-BB49-4B7E8949181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64" name="PlaceHolder 4"/>
          <p:cNvSpPr>
            <a:spLocks noGrp="1"/>
          </p:cNvSpPr>
          <p:nvPr>
            <p:ph type="dt" idx="107"/>
          </p:nvPr>
        </p:nvSpPr>
        <p:spPr>
          <a:xfrm>
            <a:off x="367560" y="6356520"/>
            <a:ext cx="87372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2CC25AF-CDF4-4ECA-B3E1-D3CAB3763DD5}"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65" name="PlaceHolder 5"/>
          <p:cNvSpPr>
            <a:spLocks noGrp="1"/>
          </p:cNvSpPr>
          <p:nvPr>
            <p:ph type="ftr" idx="108"/>
          </p:nvPr>
        </p:nvSpPr>
        <p:spPr>
          <a:xfrm>
            <a:off x="1319400" y="6356520"/>
            <a:ext cx="6495480" cy="36432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6" name="Picture 10"/>
          <p:cNvPicPr/>
          <p:nvPr/>
        </p:nvPicPr>
        <p:blipFill>
          <a:blip r:embed="rId1"/>
          <a:stretch/>
        </p:blipFill>
        <p:spPr>
          <a:xfrm>
            <a:off x="101520" y="1472400"/>
            <a:ext cx="9450720" cy="1732320"/>
          </a:xfrm>
          <a:prstGeom prst="rect">
            <a:avLst/>
          </a:prstGeom>
          <a:noFill/>
          <a:ln w="0">
            <a:noFill/>
          </a:ln>
        </p:spPr>
      </p:pic>
      <p:pic>
        <p:nvPicPr>
          <p:cNvPr id="267" name="Picture 11"/>
          <p:cNvPicPr/>
          <p:nvPr/>
        </p:nvPicPr>
        <p:blipFill>
          <a:blip r:embed="rId2"/>
          <a:stretch/>
        </p:blipFill>
        <p:spPr>
          <a:xfrm>
            <a:off x="1456200" y="2779920"/>
            <a:ext cx="7670160" cy="85032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1724</TotalTime>
  <Application>LibreOffice/26.2.4.2$Windows_X86_64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2026-07-06T18:29:52Z</dcterms:modified>
  <cp:revision>4</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