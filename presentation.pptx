
<file path=[Content_Types].xml><?xml version="1.0" encoding="utf-8"?>
<Types xmlns="http://schemas.openxmlformats.org/package/2006/content-types">
  <Default Extension="rels" ContentType="application/vnd.openxmlformats-package.relationships+xml"/>
  <Default Extension="xml" ContentType="application/xml"/>
  <Default Extension="vml" ContentType="application/vnd.openxmlformats-officedocument.vmlDrawing"/>
  <Default Extension="fntdata" ContentType="application/x-fontdata"/>
  <Default Extension="bmp" ContentType="image/bmp"/>
  <Default Extension="jpeg" ContentType="image/jpeg"/>
  <Default Extension="png" ContentType="image/png"/>
  <Default Extension="gif" ContentType="image/gif"/>
  <Default Extension="tif" ContentType="image/tif"/>
  <Default Extension="emf" ContentType="image/x-emf"/>
  <Default Extension="wmf" ContentType="image/x-wmf"/>
  <Default Extension="pct" ContentType="image/pct"/>
  <Default Extension="pcx" ContentType="image/pcx"/>
  <Default Extension="tga" ContentType="image/tga"/>
  <Default Extension="svg" ContentType="image/svg+xml"/>
  <Default Extension="webp" ContentType="image/webp"/>
  <Default Extension="avi" ContentType="video/avi"/>
  <Default Extension="wmv" ContentType="video/wmv"/>
  <Default Extension="mpg" ContentType="video/mpeg"/>
  <Default Extension="mpeg" ContentType="video/mpeg"/>
  <Default Extension="mp2" ContentType="video/mpeg"/>
  <Default Extension="mp4" ContentType="video/mpeg"/>
  <Default Extension="wma" ContentType="audio/x-ms-wma"/>
  <Default Extension="mid" ContentType="audio/unknown"/>
  <Default Extension="midi" ContentType="audio/unknown"/>
  <Default Extension="rmi" ContentType="audio/unknown"/>
  <Default Extension="mp3" ContentType="audio/unknown"/>
  <Default Extension="wav" ContentType="audio/wav"/>
  <Default Extension="bin" ContentType="application/vnd.openxmlformats-officedocument.oleObjec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Types>
</file>

<file path=_rels/.rels><?xml version="1.0" encoding="UTF-8" standalone="yes" ?>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SpecialPlsOnTitleSld="0" embedTrueTypeFonts="1" saveSubsetFonts="0">
  <p:sldMasterIdLst>
    <p:sldMasterId id="2147483648" r:id="rId5"/>
  </p:sldMasterIdLst>
  <p:notesMasterIdLst>
    <p:notesMasterId r:id="rId6"/>
  </p:notesMasterIdLst>
  <p:sldIdLst>
    <p:sldId id="448" r:id="rId7"/>
    <p:sldId id="582" r:id="rId8"/>
    <p:sldId id="592" r:id="rId9"/>
    <p:sldId id="544" r:id="rId10"/>
    <p:sldId id="584" r:id="rId11"/>
    <p:sldId id="587" r:id="rId12"/>
    <p:sldId id="588" r:id="rId13"/>
    <p:sldId id="589" r:id="rId14"/>
    <p:sldId id="585" r:id="rId15"/>
    <p:sldId id="590" r:id="rId16"/>
    <p:sldId id="591" r:id="rId17"/>
    <p:sldId id="586" r:id="rId18"/>
    <p:sldId id="542" r:id="rId19"/>
    <p:sldId id="593" r:id="rId20"/>
    <p:sldId id="594" r:id="rId21"/>
    <p:sldId id="536" r:id="rId22"/>
    <p:sldId id="527" r:id="rId23"/>
  </p:sldIdLst>
  <p:sldSz cx="12192000" cy="6858000"/>
  <p:notesSz cx="6858000" cy="9144000"/>
  <p:embeddedFontLst>
    <p:embeddedFont>
      <p:font typeface="Calibri" pitchFamily="34" charset="0"/>
      <p:regular r:id="rId24"/>
      <p:bold r:id="rId25"/>
      <p:italic r:id="rId26"/>
      <p:boldItalic r:id="rId27"/>
    </p:embeddedFont>
    <p:embeddedFont>
      <p:font typeface="SRH" pitchFamily="0" charset="0"/>
      <p:regular r:id="rId28"/>
      <p:bold r:id="rId29"/>
      <p:italic r:id="rId30"/>
      <p:boldItalic r:id="rId31"/>
    </p:embeddedFont>
    <p:embeddedFont>
      <p:font typeface="SRH Headline" pitchFamily="0" charset="0"/>
      <p:regular r:id="rId32"/>
      <p:bold r:id="rId33"/>
      <p:italic r:id="rId34"/>
      <p:boldItalic r:id="rId35"/>
    </p:embeddedFont>
    <p:embeddedFont>
      <p:font typeface="SRH Text" pitchFamily="0" charset="0"/>
      <p:regular r:id="rId36"/>
      <p:bold r:id="rId37"/>
      <p:italic r:id="rId38"/>
      <p:boldItalic r:id="rId39"/>
    </p:embeddedFont>
  </p:embeddedFontLst>
  <p:defaultTextStyle>
    <a:lvl1pPr marL="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defaultTextStyle>
</p:presentation>
</file>

<file path=ppt/presProps.xml><?xml version="1.0" encoding="utf-8"?>
<p:presentation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howPr showNarration="1"/>
  <p:extLst>
    <p:ext uri="smNativeData">
      <pr:smAppRevision xmlns:pr="smNativeData" xmlns="smNativeData" dt="1781450920" val="1230" revOS="4"/>
      <pr:smFileRevision xmlns:pr="smNativeData" xmlns="smNativeData" dt="1781450920" val="101"/>
      <pr:guideOptions xmlns:pr="smNativeData" xmlns="smNativeData" dt="1781450920" snapToBorders="1" snapToGuides="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lideViewPr>
    <p:cSldViewPr snapToGrid="0" showGuides="1">
      <p:cViewPr>
        <p:scale>
          <a:sx n="100" d="100"/>
          <a:sy n="100" d="100"/>
        </p:scale>
        <p:origin x="360" y="-140"/>
      </p:cViewPr>
      <p:guideLst x="0" y="0">
        <p:guide orient="horz" pos="1091"/>
        <p:guide orient="horz" pos="2160"/>
        <p:guide orient="horz" pos="3759"/>
        <p:guide pos="3840"/>
        <p:guide pos="4977"/>
        <p:guide pos="5204"/>
        <p:guide pos="6005"/>
        <p:guide pos="7462"/>
      </p:guideLst>
    </p:cSldViewPr>
  </p:slideViewPr>
  <p:outlineViewPr>
    <p:cViewPr>
      <p:scale>
        <a:sx n="33" d="100"/>
        <a:sy n="33" d="100"/>
      </p:scale>
      <p:origin x="0" y="0"/>
    </p:cViewPr>
  </p:outlineViewPr>
  <p:sorterViewPr>
    <p:cViewPr>
      <p:scale>
        <a:sx n="3" d="100"/>
        <a:sy n="3" d="100"/>
      </p:scale>
      <p:origin x="0" y="0"/>
    </p:cViewPr>
  </p:sorterViewPr>
  <p:notesViewPr>
    <p:cSldViewPr snapToGrid="0" showGuides="1">
      <p:cViewPr>
        <p:scale>
          <a:sx n="100" d="100"/>
          <a:sy n="100" d="100"/>
        </p:scale>
        <p:origin x="360" y="-140"/>
      </p:cViewPr>
      <p:guideLst x="0" y="0">
        <p:guide orient="horz" pos="2880"/>
        <p:guide pos="2160"/>
      </p:guideLst>
    </p:cSldViewPr>
  </p:notesViewPr>
  <p:gridSpacing cx="73477120" cy="73477120"/>
</p:viewPr>
</file>

<file path=ppt/_rels/presentation.xml.rels><?xml version="1.0" encoding="UTF-8" standalone="yes" ?>
<Relationships xmlns="http://schemas.openxmlformats.org/package/2006/relationships"><Relationship Id="rId1" Type="http://schemas.openxmlformats.org/officeDocument/2006/relationships/theme" Target="theme/theme1.xml"/><Relationship Id="rId2" Type="http://schemas.openxmlformats.org/officeDocument/2006/relationships/tableStyles" Target="tableStyles.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 Id="rId32" Type="http://schemas.openxmlformats.org/officeDocument/2006/relationships/font" Target="fonts/font9.fntdata"/><Relationship Id="rId33" Type="http://schemas.openxmlformats.org/officeDocument/2006/relationships/font" Target="fonts/font10.fntdata"/><Relationship Id="rId34" Type="http://schemas.openxmlformats.org/officeDocument/2006/relationships/font" Target="fonts/font11.fntdata"/><Relationship Id="rId35" Type="http://schemas.openxmlformats.org/officeDocument/2006/relationships/font" Target="fonts/font12.fntdata"/><Relationship Id="rId36" Type="http://schemas.openxmlformats.org/officeDocument/2006/relationships/font" Target="fonts/font13.fntdata"/><Relationship Id="rId37" Type="http://schemas.openxmlformats.org/officeDocument/2006/relationships/font" Target="fonts/font14.fntdata"/><Relationship Id="rId38" Type="http://schemas.openxmlformats.org/officeDocument/2006/relationships/font" Target="fonts/font15.fntdata"/><Relationship Id="rId39" Type="http://schemas.openxmlformats.org/officeDocument/2006/relationships/font" Target="fonts/font16.fntdata"/></Relationships>
</file>

<file path=ppt/notesMasters/_rels/notesMaster1.xml.rels><?xml version="1.0" encoding="UTF-8" standalone="yes" ?>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AAAAAAAAAABIEgAA0wIAABAAAAAmAAAACAAAAD+PAAAAAAAA"/>
              </a:ext>
            </a:extLst>
          </p:cNvSpPr>
          <p:nvPr>
            <p:ph type="hdr" sz="quarter"/>
          </p:nvPr>
        </p:nvSpPr>
        <p:spPr>
          <a:xfrm>
            <a:off x="0" y="0"/>
            <a:ext cx="2971800" cy="459105"/>
          </a:xfrm>
          <a:prstGeom prst="rect">
            <a:avLst/>
          </a:prstGeom>
        </p:spPr>
        <p:txBody>
          <a:bodyPr vert="horz" wrap="square" lIns="91440" tIns="45720" rIns="91440" bIns="45720" numCol="1" spcCol="215900" anchor="t">
            <a:prstTxWarp prst="textNoShape">
              <a:avLst/>
            </a:prstTxWarp>
          </a:bodyPr>
          <a:lstStyle>
            <a:lvl1pPr algn="l">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3" name="Datumsplatzhalter 2"/>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AAAAAAuKgAA0wIAABAAAAAmAAAACAAAAD+PAAAAAAAA"/>
              </a:ext>
            </a:extLst>
          </p:cNvSpPr>
          <p:nvPr>
            <p:ph type="dt" idx="10"/>
          </p:nvPr>
        </p:nvSpPr>
        <p:spPr>
          <a:xfrm>
            <a:off x="3884930" y="0"/>
            <a:ext cx="2971800" cy="459105"/>
          </a:xfrm>
          <a:prstGeom prst="rect">
            <a:avLst/>
          </a:prstGeom>
        </p:spPr>
        <p:txBody>
          <a:bodyPr vert="horz" wrap="square" lIns="91440" tIns="45720" rIns="91440" bIns="45720" numCol="1" spcCol="215900" anchor="t">
            <a:prstTxWarp prst="textNoShape">
              <a:avLst/>
            </a:prstTxWarp>
          </a:bodyPr>
          <a:lstStyle>
            <a:lvl1pPr algn="r">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E4B7-F9C7-5512-89B8-0F47AAF67F5A}" type="datetime1">
              <a:t>13.09.2025</a:t>
            </a:fld>
          </a:p>
        </p:txBody>
      </p:sp>
      <p:sp>
        <p:nvSpPr>
          <p:cNvPr id="4" name="Folienbildplatzhalter 3"/>
          <p:cNvSpPr>
            <a:spLocks noGrp="1" noChangeArrowheads="1"/>
            <a:extLst>
              <a:ext uri="smNativeData">
                <pr:smNativeData xmlns:pr="smNativeData" xmlns="smNativeData" val="SMDATA_15_qMguahMAAAAlAAAAZAAAAC0AAAAAkAAAAEgAAACQAAAASAAAAAAAAAABAAAAAAAAAAEAAABQAAAAAAAAAAAA4D8AAAAAAADgPwAAAAAAAOA/AAAAAAAA4D8AAAAAAADgPwAAAAAAAOA/AAAAAAAA4D8AAAAAAADgPwAAAAAAAOA/AAAAAAAA4D8CAAAAjAAAAAAAAAAAAAAARHLE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L8PAAD/HwAA"/>
              </a:ext>
            </a:extLst>
          </p:cNvSpPr>
          <p:nvPr>
            <p:ph type="sldImg" idx="2"/>
          </p:nvPr>
        </p:nvSpPr>
        <p:spPr>
          <a:xfrm>
            <a:off x="685800" y="1143000"/>
            <a:ext cx="5486400" cy="3086100"/>
          </a:xfrm>
          <a:prstGeom prst="rect">
            <a:avLst/>
          </a:prstGeom>
          <a:noFill/>
          <a:ln w="12700" cap="flat" cmpd="sng" algn="ctr">
            <a:solidFill>
              <a:srgbClr val="000000"/>
            </a:solidFill>
            <a:prstDash val="solid"/>
            <a:headEnd type="none"/>
            <a:tailEnd type="none"/>
          </a:ln>
        </p:spPr>
        <p:txBody>
          <a:bodyPr vert="horz" wrap="square" lIns="91440" tIns="45720" rIns="91440" bIns="45720" numCol="1" spcCol="215900" anchor="ctr">
            <a:prstTxWarp prst="textNoShape">
              <a:avLst/>
            </a:prstTxWarp>
          </a:bodyPr>
          <a:lstStyle/>
          <a:p>
            <a:pPr>
              <a:defRPr lang="de-de"/>
            </a:pPr>
          </a:p>
        </p:txBody>
      </p:sp>
      <p:sp>
        <p:nvSpPr>
          <p:cNvPr id="5" name="Notizenplatzhalter 4"/>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OAQAABIbAAD4JQAAODEAABAAAAAmAAAACAAAAD8PAAD/HwAA"/>
              </a:ext>
            </a:extLst>
          </p:cNvSpPr>
          <p:nvPr>
            <p:ph type="body" idx="3"/>
          </p:nvPr>
        </p:nvSpPr>
        <p:spPr>
          <a:xfrm>
            <a:off x="685800" y="4400550"/>
            <a:ext cx="5486400" cy="3600450"/>
          </a:xfrm>
          <a:prstGeom prst="rect">
            <a:avLst/>
          </a:prstGeom>
          <a:noFill/>
          <a:ln>
            <a:noFill/>
          </a:ln>
        </p:spPr>
        <p:txBody>
          <a:bodyPr vert="horz" wrap="square" lIns="91440" tIns="45720" rIns="91440" bIns="45720" numCol="1" spcCol="215900" anchor="t">
            <a:prstTxWarp prst="textNoShape">
              <a:avLst/>
            </a:prstTxWarp>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Fußzeilenplatzhalter 5"/>
          <p:cNvSpPr>
            <a:spLocks noGrp="1" noChangeArrowheads="1"/>
            <a:extLst>
              <a:ext uri="smNativeData">
                <pr:smNativeData xmlns:pr="smNativeData" xmlns="smNativeData" val="SMDATA_15_qMg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AAAAAG41AABIEgAAQDgAABAAAAAmAAAACAAAAL+PAAD/HwAA"/>
              </a:ext>
            </a:extLst>
          </p:cNvSpPr>
          <p:nvPr>
            <p:ph type="ftr" sz="quarter" idx="11"/>
          </p:nvPr>
        </p:nvSpPr>
        <p:spPr>
          <a:xfrm>
            <a:off x="0" y="8685530"/>
            <a:ext cx="2971800" cy="458470"/>
          </a:xfrm>
          <a:prstGeom prst="rect">
            <a:avLst/>
          </a:prstGeom>
          <a:noFill/>
          <a:ln>
            <a:noFill/>
          </a:ln>
        </p:spPr>
        <p:txBody>
          <a:bodyPr vert="horz" wrap="square" lIns="91440" tIns="45720" rIns="91440" bIns="45720" numCol="1" spcCol="215900" anchor="b">
            <a:prstTxWarp prst="textNoShape">
              <a:avLst/>
            </a:prstTxWarp>
          </a:bodyPr>
          <a:lstStyle>
            <a:lvl1pPr algn="l">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7" name="Foliennummernplatzhalter 6"/>
          <p:cNvSpPr>
            <a:spLocks noGrp="1" noChangeArrowheads="1"/>
            <a:extLst>
              <a:ext uri="smNativeData">
                <pr:smNativeData xmlns:pr="smNativeData" xmlns="smNativeData" val="SMDATA_15_qMg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G41AAAuKgAAQDgAABAAAAAmAAAACAAAAL+PAAD/HwAA"/>
              </a:ext>
            </a:extLst>
          </p:cNvSpPr>
          <p:nvPr>
            <p:ph type="sldNum" sz="quarter" idx="12"/>
          </p:nvPr>
        </p:nvSpPr>
        <p:spPr>
          <a:xfrm>
            <a:off x="3884930" y="8685530"/>
            <a:ext cx="2971800" cy="458470"/>
          </a:xfrm>
          <a:prstGeom prst="rect">
            <a:avLst/>
          </a:prstGeom>
          <a:noFill/>
          <a:ln>
            <a:noFill/>
          </a:ln>
        </p:spPr>
        <p:txBody>
          <a:bodyPr vert="horz" wrap="square" lIns="91440" tIns="45720" rIns="91440" bIns="45720" numCol="1" spcCol="215900" anchor="b">
            <a:prstTxWarp prst="textNoShape">
              <a:avLst/>
            </a:prstTxWarp>
          </a:bodyPr>
          <a:lstStyle>
            <a:lvl1pPr algn="r">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B95D-13C7-554F-89B8-E51AF7F67FB0}" type="slidenum">
              <a:t>‹#›</a:t>
            </a:fld>
          </a:p>
        </p:txBody>
      </p:sp>
    </p:spTree>
  </p:cSld>
  <p:clrMap bg1="lt1" tx1="dk1" bg2="lt2" tx2="dk2" accent1="accent1" accent2="accent2" accent3="accent3" accent4="accent4" accent5="accent5" accent6="accent6" hlink="hlink" folHlink="folHlink"/>
  <p:hf hdr="0" ftr="0"/>
  <p:notesStyle>
    <a:lvl1pPr marL="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1pPr>
    <a:lvl2pPr marL="4572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2pPr>
    <a:lvl3pPr marL="9144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3pPr>
    <a:lvl4pPr marL="13716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4pPr>
    <a:lvl5pPr marL="18288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5pPr>
    <a:lvl6pPr marL="22860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6pPr>
    <a:lvl7pPr marL="27432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7pPr>
    <a:lvl8pPr marL="32004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8pPr>
    <a:lvl9pPr marL="36576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9pPr>
  </p:notesStyle>
</p:notesMaster>
</file>

<file path=ppt/notesSlides/_rels/notesSlide1.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themeOverride" Target="../theme/themeOverride1.xml"/></Relationships>
</file>

<file path=ppt/notesSlides/_rels/notesSlide2.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themeOverride" Target="../theme/themeOverride2.xml"/></Relationships>
</file>

<file path=ppt/notesSlides/_rels/notesSlide3.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themeOverride" Target="../theme/themeOverride3.xml"/></Relationships>
</file>

<file path=ppt/notesSlides/notesSlide1.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Slide Image Placeholder 1"/>
          <p:cNvSpPr>
            <a:spLocks noGrp="1" noChangeArrowheads="1"/>
            <a:extLst>
              <a:ext uri="smNativeData">
                <pr:smNativeData xmlns:pr="smNativeData" xmlns="smNativeData" val="SMDATA_15_qMguahMAAAAlAAAAZAAAAC0AAAAAkAAAAEgAAACQAAAAS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AEAAAAAAAAA"/>
              </a:ext>
            </a:extLst>
          </p:cNvSpPr>
          <p:nvPr>
            <p:ph type="sldImg"/>
          </p:nvPr>
        </p:nvSpPr>
        <p:spPr>
          <a:xfrm>
            <a:off x="685800" y="1143000"/>
            <a:ext cx="5486400" cy="3086100"/>
          </a:xfrm>
        </p:spPr>
      </p:sp>
      <p:sp>
        <p:nvSpPr>
          <p:cNvPr id="3" name="Notes Placeholder 2"/>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BIbAAD4JQAAODEAABAAAAAmAAAACAAAAAEAAAAAAAAA"/>
              </a:ext>
            </a:extLst>
          </p:cNvSpPr>
          <p:nvPr>
            <p:ph type="body" idx="1"/>
          </p:nvPr>
        </p:nvSpPr>
        <p:spPr>
          <a:xfrm>
            <a:off x="685800" y="4400550"/>
            <a:ext cx="5486400" cy="3600450"/>
          </a:xfrm>
        </p:spPr>
        <p:txBody>
          <a:bodyPr/>
          <a:lstStyle/>
          <a:p>
            <a:pPr>
              <a:defRPr lang="de-de"/>
            </a:pPr>
            <a:endParaRPr lang="en-us" cap="none"/>
          </a:p>
        </p:txBody>
      </p:sp>
      <p:sp>
        <p:nvSpPr>
          <p:cNvPr id="4" name="Slide Number Placeholder 3"/>
          <p:cNvSpPr>
            <a:spLocks noGrp="1" noChangeArrowheads="1"/>
            <a:extLst>
              <a:ext uri="smNativeData">
                <pr:smNativeData xmlns:pr="smNativeData" xmlns="smNativeData" val="SMDATA_15_qMguahMAAAAlAAAAZAAAAA0AAAAAkAAAAEgAAACQAAAAS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QDgAABAAAAAmAAAACAAAAAEAAAAAAAAA"/>
              </a:ext>
            </a:extLst>
          </p:cNvSpPr>
          <p:nvPr>
            <p:ph type="sldNum" sz="quarter" idx="12"/>
          </p:nvPr>
        </p:nvSpPr>
        <p:spPr>
          <a:xfrm>
            <a:off x="3884930" y="8685530"/>
            <a:ext cx="2971800" cy="458470"/>
          </a:xfrm>
        </p:spPr>
        <p:txBody>
          <a:bodyPr/>
          <a:lstStyle/>
          <a:p>
            <a:pPr>
              <a:defRPr lang="de-de"/>
            </a:pPr>
            <a:fld id="{2A00CD23-6DC7-553B-89B8-9B6E83F67FCE}" type="slidenum">
              <a:t>24</a:t>
            </a:fld>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Slide Image Placeholder 1"/>
          <p:cNvSpPr>
            <a:spLocks noGrp="1" noChangeArrowheads="1"/>
            <a:extLst>
              <a:ext uri="smNativeData">
                <pr:smNativeData xmlns:pr="smNativeData" xmlns="smNativeData" val="SMDATA_15_qMguahMAAAAlAAAAZAAAAC0AAAAAkAAAAEgAAACQAAAAS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AEAAAAAAAAA"/>
              </a:ext>
            </a:extLst>
          </p:cNvSpPr>
          <p:nvPr>
            <p:ph type="sldImg"/>
          </p:nvPr>
        </p:nvSpPr>
        <p:spPr>
          <a:xfrm>
            <a:off x="685800" y="1143000"/>
            <a:ext cx="5486400" cy="3086100"/>
          </a:xfrm>
        </p:spPr>
      </p:sp>
      <p:sp>
        <p:nvSpPr>
          <p:cNvPr id="3" name="Notes Placeholder 2"/>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OAQAABIbAAD4JQAAODEAABAAAAAmAAAACAAAAAEAAAAAAAAA"/>
              </a:ext>
            </a:extLst>
          </p:cNvSpPr>
          <p:nvPr>
            <p:ph type="body" idx="1"/>
          </p:nvPr>
        </p:nvSpPr>
        <p:spPr>
          <a:xfrm>
            <a:off x="685800" y="4400550"/>
            <a:ext cx="5486400" cy="3600450"/>
          </a:xfrm>
        </p:spPr>
        <p:txBody>
          <a:bodyPr/>
          <a:lstStyle/>
          <a:p>
            <a:pPr>
              <a:defRPr lang="de-de"/>
            </a:pPr>
            <a:endParaRPr lang="en-us" cap="none"/>
          </a:p>
        </p:txBody>
      </p:sp>
      <p:sp>
        <p:nvSpPr>
          <p:cNvPr id="4" name="Slide Number Placeholder 3"/>
          <p:cNvSpPr>
            <a:spLocks noGrp="1" noChangeArrowheads="1"/>
            <a:extLst>
              <a:ext uri="smNativeData">
                <pr:smNativeData xmlns:pr="smNativeData" xmlns="smNativeData" val="SMDATA_15_qMg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X///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G41AAAuKgAAQDgAABAAAAAmAAAACAAAAAEAAAAAAAAA"/>
              </a:ext>
            </a:extLst>
          </p:cNvSpPr>
          <p:nvPr>
            <p:ph type="sldNum" sz="quarter" idx="12"/>
          </p:nvPr>
        </p:nvSpPr>
        <p:spPr>
          <a:xfrm>
            <a:off x="3884930" y="8685530"/>
            <a:ext cx="2971800" cy="458470"/>
          </a:xfrm>
        </p:spPr>
        <p:txBody>
          <a:bodyPr/>
          <a:lstStyle/>
          <a:p>
            <a:pPr>
              <a:defRPr lang="de-de"/>
            </a:pPr>
            <a:fld id="{2A009283-CDC7-5564-89B8-3B31DCF67F6E}" type="slidenum">
              <a:t>24</a:t>
            </a:fld>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Slide Image Placeholder 1"/>
          <p:cNvSpPr>
            <a:spLocks noGrp="1" noChangeArrowheads="1"/>
            <a:extLst>
              <a:ext uri="smNativeData">
                <pr:smNativeData xmlns:pr="smNativeData" xmlns="smNativeData" val="SMDATA_15_qMguahMAAAAlAAAAZAAAAC0AAAAAkAAAAEgAAACQAAAAS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AEAAAAAAAAA"/>
              </a:ext>
            </a:extLst>
          </p:cNvSpPr>
          <p:nvPr>
            <p:ph type="sldImg"/>
          </p:nvPr>
        </p:nvSpPr>
        <p:spPr>
          <a:xfrm>
            <a:off x="685800" y="1143000"/>
            <a:ext cx="5486400" cy="3086100"/>
          </a:xfrm>
        </p:spPr>
      </p:sp>
      <p:sp>
        <p:nvSpPr>
          <p:cNvPr id="3" name="Notes Placeholder 2"/>
          <p:cNvSpPr>
            <a:spLocks noGrp="1" noChangeArrowheads="1"/>
            <a:extLst>
              <a:ext uri="smNativeData">
                <pr:smNativeData xmlns:pr="smNativeData" xmlns="smNativeData" val="SMDATA_15_qMg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OAQAABIbAAD4JQAAODEAABAAAAAmAAAACAAAAAEAAAAAAAAA"/>
              </a:ext>
            </a:extLst>
          </p:cNvSpPr>
          <p:nvPr>
            <p:ph type="body" idx="1"/>
          </p:nvPr>
        </p:nvSpPr>
        <p:spPr>
          <a:xfrm>
            <a:off x="685800" y="4400550"/>
            <a:ext cx="5486400" cy="3600450"/>
          </a:xfrm>
        </p:spPr>
        <p:txBody>
          <a:bodyPr/>
          <a:lstStyle/>
          <a:p>
            <a:pPr>
              <a:defRPr lang="de-de"/>
            </a:pPr>
            <a:endParaRPr lang="en-us" cap="none"/>
          </a:p>
        </p:txBody>
      </p:sp>
      <p:sp>
        <p:nvSpPr>
          <p:cNvPr id="4" name="Slide Number Placeholder 3"/>
          <p:cNvSpPr>
            <a:spLocks noGrp="1" noChangeArrowheads="1"/>
            <a:extLst>
              <a:ext uri="smNativeData">
                <pr:smNativeData xmlns:pr="smNativeData" xmlns="smNativeData" val="SMDATA_15_qMg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G41AAAuKgAAQDgAABAAAAAmAAAACAAAAAEAAAAAAAAA"/>
              </a:ext>
            </a:extLst>
          </p:cNvSpPr>
          <p:nvPr>
            <p:ph type="sldNum" sz="quarter" idx="12"/>
          </p:nvPr>
        </p:nvSpPr>
        <p:spPr>
          <a:xfrm>
            <a:off x="3884930" y="8685530"/>
            <a:ext cx="2971800" cy="458470"/>
          </a:xfrm>
        </p:spPr>
        <p:txBody>
          <a:bodyPr/>
          <a:lstStyle/>
          <a:p>
            <a:pPr>
              <a:defRPr lang="de-de"/>
            </a:pPr>
            <a:fld id="{2A00D996-D8C7-552F-89B8-2E7A97F67F7B}" type="slidenum">
              <a:t>24</a:t>
            </a:fld>
          </a:p>
        </p:txBody>
      </p:sp>
    </p:spTree>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11.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slideLayout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Titelfolie Logo Farbe">
    <p:bg>
      <p:bgPr>
        <a:solidFill>
          <a:schemeClr val="bg1"/>
        </a:solidFill>
        <a:effectLst/>
      </p:bgPr>
    </p:bg>
    <p:spTree>
      <p:nvGrpSpPr>
        <p:cNvPr id="1" name=""/>
        <p:cNvGrpSpPr/>
        <p:nvPr/>
      </p:nvGrpSpPr>
      <p:grpSpPr>
        <a:xfrm>
          <a:off x="0" y="0"/>
          <a:ext cx="0" cy="0"/>
          <a:chOff x="0" y="0"/>
          <a:chExt cx="0" cy="0"/>
        </a:xfrm>
      </p:grpSpPr>
      <p:sp>
        <p:nvSpPr>
          <p:cNvPr id="2" name="Bildplatzhalter 6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dPU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21"/>
          </p:nvPr>
        </p:nvSpPr>
        <p:spPr>
          <a:xfrm>
            <a:off x="0" y="0"/>
            <a:ext cx="12192000" cy="6858000"/>
          </a:xfrm>
          <a:solidFill>
            <a:srgbClr val="FED9C9"/>
          </a:solidFill>
        </p:spPr>
        <p:txBody>
          <a:bodyPr/>
          <a:lstStyle/>
          <a:p>
            <a:pPr>
              <a:defRPr lang="de-de"/>
            </a:pPr>
          </a:p>
        </p:txBody>
      </p:sp>
      <p:sp>
        <p:nvSpPr>
          <p:cNvPr id="3" name="Untertitel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4AMAAC8aAABoMQAAoSAAABAAAAAmAAAACAAAAD2AAAAAAAAA"/>
              </a:ext>
            </a:extLst>
          </p:cNvSpPr>
          <p:nvPr>
            <p:ph type="subTitle" idx="1"/>
          </p:nvPr>
        </p:nvSpPr>
        <p:spPr>
          <a:xfrm>
            <a:off x="629920" y="4256405"/>
            <a:ext cx="7401560" cy="1047750"/>
          </a:xfrm>
        </p:spPr>
        <p:txBody>
          <a:bodyPr vert="horz" wrap="square" lIns="0" tIns="0" rIns="0" bIns="0" numCol="1" spcCol="215900" anchor="t">
            <a:prstTxWarp prst="textNoShape">
              <a:avLst/>
            </a:prstTxWarp>
          </a:bodyPr>
          <a:lstStyle>
            <a:lvl1pPr marL="0" indent="0" algn="l">
              <a:lnSpc>
                <a:spcPct val="100000"/>
              </a:lnSpc>
              <a:spcBef>
                <a:spcPts val="0"/>
              </a:spcBef>
              <a:buNone/>
              <a:defRPr lang="de-de" sz="1600" b="1" cap="none">
                <a:solidFill>
                  <a:schemeClr val="bg1"/>
                </a:solidFill>
              </a:defRPr>
            </a:lvl1pPr>
            <a:lvl2pPr marL="457200" indent="0" algn="ctr">
              <a:buNone/>
              <a:defRPr lang="de-de" sz="2000" cap="none"/>
            </a:lvl2pPr>
            <a:lvl3pPr marL="914400" indent="0" algn="ctr">
              <a:buNone/>
              <a:defRPr lang="de-de" sz="1800" cap="none"/>
            </a:lvl3pPr>
            <a:lvl4pPr marL="1371600" indent="0" algn="ctr">
              <a:buNone/>
              <a:defRPr lang="de-de" sz="1600" cap="none"/>
            </a:lvl4pPr>
            <a:lvl5pPr marL="1828800" indent="0" algn="ctr">
              <a:buNone/>
              <a:defRPr lang="de-de" sz="1600" cap="none"/>
            </a:lvl5pPr>
            <a:lvl6pPr marL="2286000" indent="0" algn="ctr">
              <a:buNone/>
              <a:defRPr lang="de-de" sz="1600" cap="none"/>
            </a:lvl6pPr>
            <a:lvl7pPr marL="2743200" indent="0" algn="ctr">
              <a:buNone/>
              <a:defRPr lang="de-de" sz="1600" cap="none"/>
            </a:lvl7pPr>
            <a:lvl8pPr marL="3200400" indent="0" algn="ctr">
              <a:buNone/>
              <a:defRPr lang="de-de" sz="1600" cap="none"/>
            </a:lvl8pPr>
            <a:lvl9pPr marL="3657600" indent="0" algn="ctr">
              <a:buNone/>
              <a:defRPr lang="de-de" sz="1600" cap="none"/>
            </a:lvl9pPr>
          </a:lstStyle>
          <a:p>
            <a:pPr>
              <a:defRPr lang="de-de"/>
            </a:pPr>
            <a:r>
              <a:t>Master-Untertitelformat bearbeiten</a:t>
            </a:r>
          </a:p>
        </p:txBody>
      </p:sp>
      <p:sp>
        <p:nvSpPr>
          <p:cNvPr id="4"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Muce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KQGAABoMQAANRkAABAAAAAmAAAACAAAAD2AAAAAAAAA"/>
              </a:ext>
            </a:extLst>
          </p:cNvSpPr>
          <p:nvPr>
            <p:ph type="ctrTitle"/>
          </p:nvPr>
        </p:nvSpPr>
        <p:spPr>
          <a:xfrm>
            <a:off x="629920" y="1079500"/>
            <a:ext cx="7401560" cy="3018155"/>
          </a:xfrm>
        </p:spPr>
        <p:txBody>
          <a:bodyPr vert="horz" wrap="square" lIns="0" tIns="0" rIns="0" bIns="0" numCol="1" spcCol="215900" anchor="b">
            <a:prstTxWarp prst="textNoShape">
              <a:avLst/>
            </a:prstTxWarp>
          </a:bodyPr>
          <a:lstStyle>
            <a:lvl1pPr algn="l">
              <a:defRPr lang="de-de" sz="40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5" name="Textplatzhalter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ILsDSg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TsAANQDAACZRwAAOwcAABAAAAAmAAAACAAAAAGAAAAAAAAA"/>
              </a:ext>
            </a:extLst>
          </p:cNvSpPr>
          <p:nvPr>
            <p:ph idx="10"/>
          </p:nvPr>
        </p:nvSpPr>
        <p:spPr>
          <a:xfrm>
            <a:off x="9652635" y="622300"/>
            <a:ext cx="1986280" cy="553085"/>
          </a:xfrm>
        </p:spPr>
        <p:txBody>
          <a:bodyPr/>
          <a:lstStyle>
            <a:lvl1pPr>
              <a:lnSpc>
                <a:spcPct val="94000"/>
              </a:lnSpc>
              <a:spcBef>
                <a:spcPts val="0"/>
              </a:spcBef>
              <a:defRPr lang="de-de" sz="1550" b="1" cap="none">
                <a:solidFill>
                  <a:schemeClr val="bg1"/>
                </a:solidFill>
              </a:defRPr>
            </a:lvl1pPr>
            <a:lvl2pPr marL="0" indent="0">
              <a:lnSpc>
                <a:spcPct val="94000"/>
              </a:lnSpc>
              <a:spcBef>
                <a:spcPts val="0"/>
              </a:spcBef>
              <a:buNone/>
              <a:defRPr lang="de-de" sz="1550" b="1" cap="none">
                <a:solidFill>
                  <a:schemeClr val="bg1"/>
                </a:solidFill>
              </a:defRPr>
            </a:lvl2pPr>
            <a:lvl3pPr marL="0" indent="0">
              <a:lnSpc>
                <a:spcPct val="94000"/>
              </a:lnSpc>
              <a:buNone/>
              <a:defRPr lang="de-de" sz="1550" b="1" cap="none">
                <a:solidFill>
                  <a:schemeClr val="bg1"/>
                </a:solidFill>
              </a:defRPr>
            </a:lvl3pPr>
            <a:lvl4pPr>
              <a:lnSpc>
                <a:spcPct val="94000"/>
              </a:lnSpc>
              <a:spcBef>
                <a:spcPts val="0"/>
              </a:spcBef>
              <a:defRPr lang="de-de" sz="1550" b="1" cap="none">
                <a:solidFill>
                  <a:schemeClr val="bg1"/>
                </a:solidFill>
              </a:defRPr>
            </a:lvl4pPr>
            <a:lvl5pPr>
              <a:lnSpc>
                <a:spcPct val="94000"/>
              </a:lnSpc>
              <a:spcBef>
                <a:spcPts val="0"/>
              </a:spcBef>
              <a:defRPr lang="de-de" sz="1550" b="1" cap="none">
                <a:solidFill>
                  <a:schemeClr val="bg1"/>
                </a:solidFill>
              </a:defRPr>
            </a:lvl5pPr>
            <a:lvl6pPr>
              <a:lnSpc>
                <a:spcPct val="94000"/>
              </a:lnSpc>
              <a:spcBef>
                <a:spcPts val="0"/>
              </a:spcBef>
              <a:defRPr lang="de-de" sz="1550" cap="none">
                <a:solidFill>
                  <a:schemeClr val="bg1"/>
                </a:solidFill>
              </a:defRPr>
            </a:lvl6pPr>
            <a:lvl7pPr>
              <a:lnSpc>
                <a:spcPct val="94000"/>
              </a:lnSpc>
              <a:spcBef>
                <a:spcPts val="0"/>
              </a:spcBef>
              <a:defRPr lang="de-de" sz="1550" cap="none">
                <a:solidFill>
                  <a:schemeClr val="bg1"/>
                </a:solidFill>
                <a:latin typeface="SRH" pitchFamily="0" charset="0"/>
                <a:ea typeface="SRH Headline" pitchFamily="0" charset="0"/>
                <a:cs typeface="SRH Headline" pitchFamily="0" charset="0"/>
              </a:defRPr>
            </a:lvl7pPr>
            <a:lvl8pPr>
              <a:lnSpc>
                <a:spcPct val="94000"/>
              </a:lnSpc>
              <a:spcBef>
                <a:spcPts val="0"/>
              </a:spcBef>
              <a:defRPr lang="de-de" sz="1550" cap="none">
                <a:solidFill>
                  <a:schemeClr val="bg1"/>
                </a:solidFill>
                <a:latin typeface="SRH" pitchFamily="0" charset="0"/>
                <a:ea typeface="SRH Text" pitchFamily="0" charset="0"/>
                <a:cs typeface="SRH Text" pitchFamily="0" charset="0"/>
              </a:defRPr>
            </a:lvl8pPr>
            <a:lvl9pPr>
              <a:lnSpc>
                <a:spcPct val="94000"/>
              </a:lnSpc>
              <a:spcBef>
                <a:spcPts val="0"/>
              </a:spcBef>
              <a:defRPr lang="de-de" sz="1550" b="1" cap="none">
                <a:solidFill>
                  <a:schemeClr val="bg1"/>
                </a:solidFill>
              </a:defRPr>
            </a:lvl9pPr>
          </a:lstStyle>
          <a:p>
            <a:pPr>
              <a:defRPr lang="de-de"/>
            </a:pPr>
            <a:r>
              <a:t>Mastertextformat bearbeiten</a:t>
            </a:r>
          </a:p>
        </p:txBody>
      </p:sp>
    </p:spTree>
  </p:cSld>
  <p:clrMapOvr>
    <a:masterClrMapping/>
  </p:clrMapOvr>
</p:sldLayout>
</file>

<file path=ppt/slideLayouts/slideLayout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Titelfolie Logo weiß">
    <p:bg>
      <p:bgPr>
        <a:solidFill>
          <a:schemeClr val="bg1"/>
        </a:solidFill>
        <a:effectLst/>
      </p:bgPr>
    </p:bg>
    <p:spTree>
      <p:nvGrpSpPr>
        <p:cNvPr id="1" name=""/>
        <p:cNvGrpSpPr/>
        <p:nvPr/>
      </p:nvGrpSpPr>
      <p:grpSpPr>
        <a:xfrm>
          <a:off x="0" y="0"/>
          <a:ext cx="0" cy="0"/>
          <a:chOff x="0" y="0"/>
          <a:chExt cx="0" cy="0"/>
        </a:xfrm>
      </p:grpSpPr>
      <p:sp>
        <p:nvSpPr>
          <p:cNvPr id="2" name="Bildplatzhalter 6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BMC0w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21"/>
          </p:nvPr>
        </p:nvSpPr>
        <p:spPr>
          <a:xfrm>
            <a:off x="0" y="0"/>
            <a:ext cx="12192000" cy="6858000"/>
          </a:xfrm>
          <a:solidFill>
            <a:srgbClr val="FED9C9"/>
          </a:solidFill>
        </p:spPr>
        <p:txBody>
          <a:bodyPr/>
          <a:lstStyle/>
          <a:p>
            <a:pPr>
              <a:defRPr lang="de-de"/>
            </a:pPr>
          </a:p>
        </p:txBody>
      </p:sp>
      <p:sp>
        <p:nvSpPr>
          <p:cNvPr id="3" name="Untertitel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HwXi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4AMAAC8aAABoMQAAoSAAABAAAAAmAAAACAAAAD2AAAAAAAAA"/>
              </a:ext>
            </a:extLst>
          </p:cNvSpPr>
          <p:nvPr>
            <p:ph type="subTitle" idx="1"/>
          </p:nvPr>
        </p:nvSpPr>
        <p:spPr>
          <a:xfrm>
            <a:off x="629920" y="4256405"/>
            <a:ext cx="7401560" cy="1047750"/>
          </a:xfrm>
        </p:spPr>
        <p:txBody>
          <a:bodyPr vert="horz" wrap="square" lIns="0" tIns="0" rIns="0" bIns="0" numCol="1" spcCol="215900" anchor="t">
            <a:prstTxWarp prst="textNoShape">
              <a:avLst/>
            </a:prstTxWarp>
          </a:bodyPr>
          <a:lstStyle>
            <a:lvl1pPr marL="0" indent="0" algn="l">
              <a:lnSpc>
                <a:spcPct val="100000"/>
              </a:lnSpc>
              <a:spcBef>
                <a:spcPts val="0"/>
              </a:spcBef>
              <a:buNone/>
              <a:defRPr lang="de-de" sz="1600" b="1" cap="none">
                <a:solidFill>
                  <a:schemeClr val="bg1"/>
                </a:solidFill>
              </a:defRPr>
            </a:lvl1pPr>
            <a:lvl2pPr marL="457200" indent="0" algn="ctr">
              <a:buNone/>
              <a:defRPr lang="de-de" sz="2000" cap="none"/>
            </a:lvl2pPr>
            <a:lvl3pPr marL="914400" indent="0" algn="ctr">
              <a:buNone/>
              <a:defRPr lang="de-de" sz="1800" cap="none"/>
            </a:lvl3pPr>
            <a:lvl4pPr marL="1371600" indent="0" algn="ctr">
              <a:buNone/>
              <a:defRPr lang="de-de" sz="1600" cap="none"/>
            </a:lvl4pPr>
            <a:lvl5pPr marL="1828800" indent="0" algn="ctr">
              <a:buNone/>
              <a:defRPr lang="de-de" sz="1600" cap="none"/>
            </a:lvl5pPr>
            <a:lvl6pPr marL="2286000" indent="0" algn="ctr">
              <a:buNone/>
              <a:defRPr lang="de-de" sz="1600" cap="none"/>
            </a:lvl6pPr>
            <a:lvl7pPr marL="2743200" indent="0" algn="ctr">
              <a:buNone/>
              <a:defRPr lang="de-de" sz="1600" cap="none"/>
            </a:lvl7pPr>
            <a:lvl8pPr marL="3200400" indent="0" algn="ctr">
              <a:buNone/>
              <a:defRPr lang="de-de" sz="1600" cap="none"/>
            </a:lvl8pPr>
            <a:lvl9pPr marL="3657600" indent="0" algn="ctr">
              <a:buNone/>
              <a:defRPr lang="de-de" sz="1600" cap="none"/>
            </a:lvl9pPr>
          </a:lstStyle>
          <a:p>
            <a:pPr>
              <a:defRPr lang="de-de"/>
            </a:pPr>
            <a:r>
              <a:t>Master-Untertitelformat bearbeiten</a:t>
            </a:r>
          </a:p>
        </p:txBody>
      </p:sp>
      <p:sp>
        <p:nvSpPr>
          <p:cNvPr id="4"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NExdzs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KQGAABoMQAANRkAABAAAAAmAAAACAAAAD2AAAAAAAAA"/>
              </a:ext>
            </a:extLst>
          </p:cNvSpPr>
          <p:nvPr>
            <p:ph type="ctrTitle"/>
          </p:nvPr>
        </p:nvSpPr>
        <p:spPr>
          <a:xfrm>
            <a:off x="629920" y="1079500"/>
            <a:ext cx="7401560" cy="3018155"/>
          </a:xfrm>
        </p:spPr>
        <p:txBody>
          <a:bodyPr vert="horz" wrap="square" lIns="0" tIns="0" rIns="0" bIns="0" numCol="1" spcCol="215900" anchor="b">
            <a:prstTxWarp prst="textNoShape">
              <a:avLst/>
            </a:prstTxWarp>
          </a:bodyPr>
          <a:lstStyle>
            <a:lvl1pPr algn="l">
              <a:defRPr lang="de-de" sz="40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5" name="Textplatzhalter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Mv/3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TsAANQDAACZRwAAOwcAABAAAAAmAAAACAAAAAGAAAAAAAAA"/>
              </a:ext>
            </a:extLst>
          </p:cNvSpPr>
          <p:nvPr>
            <p:ph idx="10"/>
          </p:nvPr>
        </p:nvSpPr>
        <p:spPr>
          <a:xfrm>
            <a:off x="9652635" y="622300"/>
            <a:ext cx="1986280" cy="553085"/>
          </a:xfrm>
        </p:spPr>
        <p:txBody>
          <a:bodyPr/>
          <a:lstStyle>
            <a:lvl1pPr>
              <a:lnSpc>
                <a:spcPct val="94000"/>
              </a:lnSpc>
              <a:spcBef>
                <a:spcPts val="0"/>
              </a:spcBef>
              <a:defRPr lang="de-de" sz="1550" b="1" cap="none">
                <a:solidFill>
                  <a:schemeClr val="bg1"/>
                </a:solidFill>
              </a:defRPr>
            </a:lvl1pPr>
            <a:lvl2pPr marL="0" indent="0">
              <a:lnSpc>
                <a:spcPct val="94000"/>
              </a:lnSpc>
              <a:spcBef>
                <a:spcPts val="0"/>
              </a:spcBef>
              <a:buNone/>
              <a:defRPr lang="de-de" sz="1550" b="1" cap="none">
                <a:solidFill>
                  <a:schemeClr val="bg1"/>
                </a:solidFill>
              </a:defRPr>
            </a:lvl2pPr>
            <a:lvl3pPr marL="0" indent="0">
              <a:lnSpc>
                <a:spcPct val="94000"/>
              </a:lnSpc>
              <a:buNone/>
              <a:defRPr lang="de-de" sz="1550" b="1" cap="none">
                <a:solidFill>
                  <a:schemeClr val="bg1"/>
                </a:solidFill>
              </a:defRPr>
            </a:lvl3pPr>
            <a:lvl4pPr>
              <a:lnSpc>
                <a:spcPct val="94000"/>
              </a:lnSpc>
              <a:spcBef>
                <a:spcPts val="0"/>
              </a:spcBef>
              <a:defRPr lang="de-de" sz="1550" b="1" cap="none">
                <a:solidFill>
                  <a:schemeClr val="bg1"/>
                </a:solidFill>
              </a:defRPr>
            </a:lvl4pPr>
            <a:lvl5pPr>
              <a:lnSpc>
                <a:spcPct val="94000"/>
              </a:lnSpc>
              <a:spcBef>
                <a:spcPts val="0"/>
              </a:spcBef>
              <a:defRPr lang="de-de" sz="1550" b="1" cap="none">
                <a:solidFill>
                  <a:schemeClr val="bg1"/>
                </a:solidFill>
              </a:defRPr>
            </a:lvl5pPr>
            <a:lvl6pPr>
              <a:lnSpc>
                <a:spcPct val="94000"/>
              </a:lnSpc>
              <a:spcBef>
                <a:spcPts val="0"/>
              </a:spcBef>
              <a:defRPr lang="de-de" sz="1550" cap="none">
                <a:solidFill>
                  <a:schemeClr val="bg1"/>
                </a:solidFill>
              </a:defRPr>
            </a:lvl6pPr>
            <a:lvl7pPr>
              <a:lnSpc>
                <a:spcPct val="94000"/>
              </a:lnSpc>
              <a:spcBef>
                <a:spcPts val="0"/>
              </a:spcBef>
              <a:defRPr lang="de-de" sz="1550" cap="none">
                <a:solidFill>
                  <a:schemeClr val="bg1"/>
                </a:solidFill>
                <a:latin typeface="SRH" pitchFamily="0" charset="0"/>
                <a:ea typeface="SRH Headline" pitchFamily="0" charset="0"/>
                <a:cs typeface="SRH Headline" pitchFamily="0" charset="0"/>
              </a:defRPr>
            </a:lvl7pPr>
            <a:lvl8pPr>
              <a:lnSpc>
                <a:spcPct val="94000"/>
              </a:lnSpc>
              <a:spcBef>
                <a:spcPts val="0"/>
              </a:spcBef>
              <a:defRPr lang="de-de" sz="1550" cap="none">
                <a:solidFill>
                  <a:schemeClr val="bg1"/>
                </a:solidFill>
                <a:latin typeface="SRH" pitchFamily="0" charset="0"/>
                <a:ea typeface="SRH Text" pitchFamily="0" charset="0"/>
                <a:cs typeface="SRH Text" pitchFamily="0" charset="0"/>
              </a:defRPr>
            </a:lvl8pPr>
            <a:lvl9pPr>
              <a:lnSpc>
                <a:spcPct val="94000"/>
              </a:lnSpc>
              <a:spcBef>
                <a:spcPts val="0"/>
              </a:spcBef>
              <a:defRPr lang="de-de" sz="1550" b="1" cap="none">
                <a:solidFill>
                  <a:schemeClr val="bg1"/>
                </a:solidFill>
              </a:defRPr>
            </a:lvl9pPr>
          </a:lstStyle>
          <a:p>
            <a:pPr>
              <a:defRPr lang="de-de"/>
            </a:pPr>
            <a:r>
              <a:t>Mastertextformat bearbeiten</a:t>
            </a:r>
          </a:p>
        </p:txBody>
      </p:sp>
      <p:sp>
        <p:nvSpPr>
          <p:cNvPr id="6" name="srh Logo"/>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iwKB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NECAAC2CQAAVQcAABAAAAAmAAAACAAAAIGgAAB/AAAA"/>
              </a:ext>
            </a:extLst>
          </p:cNvSpPr>
          <p:nvPr>
            <p:ph type="dgm" sz="quarter" idx="16"/>
          </p:nvPr>
        </p:nvSpPr>
        <p:spPr>
          <a:xfrm>
            <a:off x="629920" y="457835"/>
            <a:ext cx="948690" cy="734060"/>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sldLayout>
</file>

<file path=ppt/slideLayouts/slideLayout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2_Gliederung">
    <p:spTree>
      <p:nvGrpSpPr>
        <p:cNvPr id="1" name=""/>
        <p:cNvGrpSpPr/>
        <p:nvPr/>
      </p:nvGrpSpPr>
      <p:grpSpPr>
        <a:xfrm>
          <a:off x="0" y="0"/>
          <a:ext cx="0" cy="0"/>
          <a:chOff x="0" y="0"/>
          <a:chExt cx="0" cy="0"/>
        </a:xfrm>
      </p:grpSpPr>
      <p:sp>
        <p:nvSpPr>
          <p:cNvPr id="2" name="Logo-Fragment"/>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F4AD-E3C7-5502-89B8-1557BAF67F40}" type="slidenum">
              <a:t>‹#›</a:t>
            </a:fld>
          </a:p>
        </p:txBody>
      </p:sp>
      <p:sp>
        <p:nvSpPr>
          <p:cNvPr id="4"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86CA-84C7-5570-89B8-7225C8F67F27}" type="datetime1">
              <a:rPr lang="en-ca" cap="none"/>
              <a:t>2025-09-13</a:t>
            </a:fld>
          </a:p>
        </p:txBody>
      </p:sp>
      <p:sp>
        <p:nvSpPr>
          <p:cNvPr id="6" name="Thema 10"/>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NwdAADBSAAALCIAABAAAAAmAAAACAAAAAGAAAAAAAAA"/>
              </a:ext>
            </a:extLst>
          </p:cNvSpPr>
          <p:nvPr>
            <p:ph idx="32"/>
          </p:nvPr>
        </p:nvSpPr>
        <p:spPr>
          <a:xfrm>
            <a:off x="6773545" y="4853940"/>
            <a:ext cx="505333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7" name="Zahl Thema 10"/>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NwdAAA6KQAALCIAABAAAAAmAAAACAAAAAGAAAAAAAAA"/>
              </a:ext>
            </a:extLst>
          </p:cNvSpPr>
          <p:nvPr>
            <p:ph idx="33"/>
          </p:nvPr>
        </p:nvSpPr>
        <p:spPr>
          <a:xfrm>
            <a:off x="6275705" y="4853940"/>
            <a:ext cx="42608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8" name="Thema 9"/>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A4ZAADBSAAAXR0AABAAAAAmAAAACAAAAAGAAAAAAAAA"/>
              </a:ext>
            </a:extLst>
          </p:cNvSpPr>
          <p:nvPr>
            <p:ph idx="30"/>
          </p:nvPr>
        </p:nvSpPr>
        <p:spPr>
          <a:xfrm>
            <a:off x="6773545" y="4072890"/>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9" name="Zahl Thema 9"/>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A4ZAAA6KQAAXR0AABAAAAAmAAAACAAAAAGAAAAAAAAA"/>
              </a:ext>
            </a:extLst>
          </p:cNvSpPr>
          <p:nvPr>
            <p:ph idx="31"/>
          </p:nvPr>
        </p:nvSpPr>
        <p:spPr>
          <a:xfrm>
            <a:off x="6275705" y="4072890"/>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0" name="Thema 8"/>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D8UAADBSAAAjhgAABAAAAAmAAAACAAAAAGAAAAAAAAA"/>
              </a:ext>
            </a:extLst>
          </p:cNvSpPr>
          <p:nvPr>
            <p:ph idx="28"/>
          </p:nvPr>
        </p:nvSpPr>
        <p:spPr>
          <a:xfrm>
            <a:off x="6773545" y="3291205"/>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1" name="Zahl Thema 8"/>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D8UAAA6KQAAjhgAABAAAAAmAAAACAAAAAGAAAAAAAAA"/>
              </a:ext>
            </a:extLst>
          </p:cNvSpPr>
          <p:nvPr>
            <p:ph idx="29"/>
          </p:nvPr>
        </p:nvSpPr>
        <p:spPr>
          <a:xfrm>
            <a:off x="6275705" y="3291205"/>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2" name="Thema 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HAPAADBSAAAvxMAABAAAAAmAAAACAAAAAGAAAAAAAAA"/>
              </a:ext>
            </a:extLst>
          </p:cNvSpPr>
          <p:nvPr>
            <p:ph idx="26"/>
          </p:nvPr>
        </p:nvSpPr>
        <p:spPr>
          <a:xfrm>
            <a:off x="6773545" y="2509520"/>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3" name="Zahl Thema 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HAPAAA6KQAAvxMAABAAAAAmAAAACAAAAAGAAAAAAAAA"/>
              </a:ext>
            </a:extLst>
          </p:cNvSpPr>
          <p:nvPr>
            <p:ph idx="27"/>
          </p:nvPr>
        </p:nvSpPr>
        <p:spPr>
          <a:xfrm>
            <a:off x="6275705" y="2509520"/>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4" name="Thema 6"/>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KEKAADBSAAA8Q4AABAAAAAmAAAACAAAAAGAAAAAAAAA"/>
              </a:ext>
            </a:extLst>
          </p:cNvSpPr>
          <p:nvPr>
            <p:ph idx="25"/>
          </p:nvPr>
        </p:nvSpPr>
        <p:spPr>
          <a:xfrm>
            <a:off x="6773545" y="1727835"/>
            <a:ext cx="505333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5" name="Zahl Thema 6"/>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KEKAAA6KQAA8Q4AABAAAAAmAAAACAAAAAGAAAAAAAAA"/>
              </a:ext>
            </a:extLst>
          </p:cNvSpPr>
          <p:nvPr>
            <p:ph idx="24"/>
          </p:nvPr>
        </p:nvSpPr>
        <p:spPr>
          <a:xfrm>
            <a:off x="6275705" y="1727835"/>
            <a:ext cx="42608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6" name="Thema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NwdAABlJAAALCIAABAAAAAmAAAACAAAAAGAAAAAAAAA"/>
              </a:ext>
            </a:extLst>
          </p:cNvSpPr>
          <p:nvPr>
            <p:ph idx="23"/>
          </p:nvPr>
        </p:nvSpPr>
        <p:spPr>
          <a:xfrm>
            <a:off x="862330" y="4853940"/>
            <a:ext cx="505396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7" name="Zahl Thema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NwdAADUBAAALCIAABAAAAAmAAAACAAAAAGAAAAAAAAA"/>
              </a:ext>
            </a:extLst>
          </p:cNvSpPr>
          <p:nvPr>
            <p:ph idx="22"/>
          </p:nvPr>
        </p:nvSpPr>
        <p:spPr>
          <a:xfrm>
            <a:off x="359410" y="4853940"/>
            <a:ext cx="42545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8" name="Thema 4"/>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A4ZAABlJAAAXR0AABAAAAAmAAAACAAAAAGAAAAAAAAA"/>
              </a:ext>
            </a:extLst>
          </p:cNvSpPr>
          <p:nvPr>
            <p:ph idx="21"/>
          </p:nvPr>
        </p:nvSpPr>
        <p:spPr>
          <a:xfrm>
            <a:off x="862330" y="4072890"/>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9" name="Zahl Thema 4"/>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GBg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A4ZAADUBAAAXR0AABAAAAAmAAAACAAAAAGAAAAAAAAA"/>
              </a:ext>
            </a:extLst>
          </p:cNvSpPr>
          <p:nvPr>
            <p:ph idx="20"/>
          </p:nvPr>
        </p:nvSpPr>
        <p:spPr>
          <a:xfrm>
            <a:off x="359410" y="4072890"/>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20" name="Thema 3"/>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D8UAABlJAAAjhgAABAAAAAmAAAACAAAAAGAAAAAAAAA"/>
              </a:ext>
            </a:extLst>
          </p:cNvSpPr>
          <p:nvPr>
            <p:ph idx="19"/>
          </p:nvPr>
        </p:nvSpPr>
        <p:spPr>
          <a:xfrm>
            <a:off x="862330" y="3291205"/>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1" name="Zahl Thema 3"/>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D8UAADUBAAAjhgAABAAAAAmAAAACAAAAAGAAAAAAAAA"/>
              </a:ext>
            </a:extLst>
          </p:cNvSpPr>
          <p:nvPr>
            <p:ph idx="18"/>
          </p:nvPr>
        </p:nvSpPr>
        <p:spPr>
          <a:xfrm>
            <a:off x="359410" y="3291205"/>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03</a:t>
            </a:r>
          </a:p>
        </p:txBody>
      </p:sp>
      <p:sp>
        <p:nvSpPr>
          <p:cNvPr id="22" name="Thema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HAPAABlJAAAvxMAABAAAAAmAAAACAAAAAGAAAAAAAAA"/>
              </a:ext>
            </a:extLst>
          </p:cNvSpPr>
          <p:nvPr>
            <p:ph idx="17"/>
          </p:nvPr>
        </p:nvSpPr>
        <p:spPr>
          <a:xfrm>
            <a:off x="862330" y="2509520"/>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3" name="Zahl Thema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HAPAADUBAAAvxMAABAAAAAmAAAACAAAAAGAAAAAAAAA"/>
              </a:ext>
            </a:extLst>
          </p:cNvSpPr>
          <p:nvPr>
            <p:ph idx="16"/>
          </p:nvPr>
        </p:nvSpPr>
        <p:spPr>
          <a:xfrm>
            <a:off x="359410" y="2509520"/>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02</a:t>
            </a:r>
          </a:p>
        </p:txBody>
      </p:sp>
      <p:sp>
        <p:nvSpPr>
          <p:cNvPr id="24" name="Thema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KEKAABlJAAA8Q4AABAAAAAmAAAACAAAAAGAAAAAAAAA"/>
              </a:ext>
            </a:extLst>
          </p:cNvSpPr>
          <p:nvPr>
            <p:ph idx="15"/>
          </p:nvPr>
        </p:nvSpPr>
        <p:spPr>
          <a:xfrm>
            <a:off x="862330" y="1727835"/>
            <a:ext cx="505396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5" name="Zahl Thema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DUBAAA8Q4AABAAAAAmAAAACAAAAAGAAAAAAAAA"/>
              </a:ext>
            </a:extLst>
          </p:cNvSpPr>
          <p:nvPr>
            <p:ph idx="13"/>
          </p:nvPr>
        </p:nvSpPr>
        <p:spPr>
          <a:xfrm>
            <a:off x="359410" y="1727835"/>
            <a:ext cx="42545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01</a:t>
            </a:r>
          </a:p>
        </p:txBody>
      </p:sp>
      <p:sp>
        <p:nvSpPr>
          <p:cNvPr id="26"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CAAAAAAAAA"/>
              </a:ext>
            </a:extLst>
          </p:cNvSpPr>
          <p:nvPr>
            <p:ph type="title"/>
          </p:nvPr>
        </p:nvSpPr>
        <p:spPr/>
        <p:txBody>
          <a:bodyPr/>
          <a:lstStyle>
            <a:lvl1pPr>
              <a:defRPr lang="de-de"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Gliederung</a:t>
            </a:r>
          </a:p>
        </p:txBody>
      </p:sp>
    </p:spTree>
  </p:cSld>
  <p:clrMapOvr>
    <a:masterClrMapping/>
  </p:clrMapOvr>
  <p:hf hdr="0" ftr="0"/>
</p:sldLayout>
</file>

<file path=ppt/slideLayouts/slideLayout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Inhalt">
    <p:spTree>
      <p:nvGrpSpPr>
        <p:cNvPr id="1" name=""/>
        <p:cNvGrpSpPr/>
        <p:nvPr/>
      </p:nvGrpSpPr>
      <p:grpSpPr>
        <a:xfrm>
          <a:off x="0" y="0"/>
          <a:ext cx="0" cy="0"/>
          <a:chOff x="0" y="0"/>
          <a:chExt cx="0" cy="0"/>
        </a:xfrm>
      </p:grpSpPr>
      <p:sp>
        <p:nvSpPr>
          <p:cNvPr id="2" name="Logo-Fragment"/>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Inhalts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CNOgAApyQAABAAAAAmAAAACAAAAAEAAAAAAAAA"/>
              </a:ext>
            </a:extLst>
          </p:cNvSpPr>
          <p:nvPr>
            <p:ph idx="1"/>
          </p:nvPr>
        </p:nvSpPr>
        <p:spPr>
          <a:xfrm>
            <a:off x="359410" y="1727835"/>
            <a:ext cx="91586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8415-5BC7-5572-89B8-AD27CAF67FF8}" type="datetime1">
              <a:rPr lang="en-ca" cap="none"/>
              <a:t>6/14/2026</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ACE8-A6C7-555A-89B8-500FE2F67F05}" type="slidenum">
              <a:t>16</a:t>
            </a:fld>
          </a:p>
        </p:txBody>
      </p:sp>
    </p:spTree>
  </p:cSld>
  <p:clrMapOvr>
    <a:masterClrMapping/>
  </p:clrMapOvr>
  <p:hf hdr="0" ftr="0"/>
</p:sldLayout>
</file>

<file path=ppt/slideLayouts/slideLayout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Zwischenfolie mit Bild">
    <p:spTree>
      <p:nvGrpSpPr>
        <p:cNvPr id="1" name=""/>
        <p:cNvGrpSpPr/>
        <p:nvPr/>
      </p:nvGrpSpPr>
      <p:grpSpPr>
        <a:xfrm>
          <a:off x="0" y="0"/>
          <a:ext cx="0" cy="0"/>
          <a:chOff x="0" y="0"/>
          <a:chExt cx="0" cy="0"/>
        </a:xfrm>
      </p:grpSpPr>
      <p:sp>
        <p:nvSpPr>
          <p:cNvPr id="2" name="Bildplatzhalter 1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17"/>
          </p:nvPr>
        </p:nvSpPr>
        <p:spPr>
          <a:xfrm>
            <a:off x="0" y="0"/>
            <a:ext cx="12192000" cy="6858000"/>
          </a:xfrm>
          <a:solidFill>
            <a:srgbClr val="FED9C9"/>
          </a:solidFill>
        </p:spPr>
        <p:txBody>
          <a:bodyP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MsDAAA7MQAARxMAABAAAAAmAAAACAAAAD2gAAAAAAAA"/>
              </a:ext>
            </a:extLst>
          </p:cNvSpPr>
          <p:nvPr>
            <p:ph type="title"/>
          </p:nvPr>
        </p:nvSpPr>
        <p:spPr>
          <a:xfrm>
            <a:off x="360045" y="616585"/>
            <a:ext cx="7642860" cy="2517140"/>
          </a:xfrm>
        </p:spPr>
        <p:txBody>
          <a:bodyPr vert="horz" wrap="square" lIns="0" tIns="0" rIns="0" bIns="0" numCol="1" spcCol="215900" anchor="b">
            <a:prstTxWarp prst="textNoShape">
              <a:avLst/>
            </a:prstTxWarp>
          </a:bodyPr>
          <a:lstStyle>
            <a:lvl1pPr>
              <a:lnSpc>
                <a:spcPct val="98000"/>
              </a:lnSpc>
              <a:defRPr lang="de-de" sz="4800" cap="none">
                <a:solidFill>
                  <a:schemeClr val="accent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Text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DkTAAA7MQAAtSIAABAAAAAmAAAACAAAAAGgAAAAAAAA"/>
              </a:ext>
            </a:extLst>
          </p:cNvSpPr>
          <p:nvPr>
            <p:ph idx="1"/>
          </p:nvPr>
        </p:nvSpPr>
        <p:spPr>
          <a:xfrm>
            <a:off x="360045" y="3124835"/>
            <a:ext cx="7642860" cy="2517140"/>
          </a:xfrm>
        </p:spPr>
        <p:txBody>
          <a:bodyPr vert="horz" wrap="square" lIns="0" tIns="0" rIns="0" bIns="0" numCol="1" spcCol="215900" anchor="t">
            <a:prstTxWarp prst="textNoShape">
              <a:avLst/>
            </a:prstTxWarp>
          </a:bodyPr>
          <a:lstStyle>
            <a:lvl1pPr marL="0" indent="0">
              <a:lnSpc>
                <a:spcPct val="98000"/>
              </a:lnSpc>
              <a:spcBef>
                <a:spcPts val="0"/>
              </a:spcBef>
              <a:buNone/>
              <a:defRPr lang="de-de" sz="4800" b="1" cap="none">
                <a:solidFill>
                  <a:schemeClr val="bg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Mastertextformat bearbeiten</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CB8A-C4C7-553D-89B8-326885F67F67}"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F276-38C7-5504-89B8-CE51BCF67F9B}" type="slidenum">
              <a:t>‹#›</a:t>
            </a:fld>
          </a:p>
        </p:txBody>
      </p:sp>
      <p:sp>
        <p:nvSpPr>
          <p:cNvPr id="8" name="SmartArt-Platzhalter 1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6kIAADUCAADDSAAAvgYAABAAAAAmAAAACAAAAIGgAAB/AAAA"/>
              </a:ext>
            </a:extLst>
          </p:cNvSpPr>
          <p:nvPr>
            <p:ph type="dgm" sz="quarter" idx="16"/>
          </p:nvPr>
        </p:nvSpPr>
        <p:spPr>
          <a:xfrm>
            <a:off x="10877550" y="358775"/>
            <a:ext cx="950595" cy="737235"/>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hf hdr="0" ftr="0"/>
</p:sldLayout>
</file>

<file path=ppt/slideLayouts/slideLayout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apitelfolie warm grey">
    <p:bg>
      <p:bgPr>
        <a:solidFill>
          <a:srgbClr val="DDDBD9"/>
        </a:solidFill>
        <a:effectLst/>
      </p:bgPr>
    </p:bg>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CP///whL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Q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bg1">
              <a:alpha val="25000"/>
            </a:schemeClr>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x</a:t>
            </a:r>
          </a:p>
        </p:txBody>
      </p:sp>
      <p:sp>
        <p:nvSpPr>
          <p:cNvPr id="4" name="Text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accent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9B9E-D0C7-556D-89B8-2638D5F67F73}"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A371-3FC7-5555-89B8-C900EDF67F9C}" type="slidenum">
              <a:t>‹#›</a:t>
            </a:fld>
          </a:p>
        </p:txBody>
      </p:sp>
    </p:spTree>
  </p:cSld>
  <p:clrMapOvr>
    <a:masterClrMapping/>
  </p:clrMapOvr>
  <p:hf hdr="0" ftr="0"/>
</p:sldLayout>
</file>

<file path=ppt/slideLayouts/slideLayout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Kapitelfolie farbig">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3" name="Text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bg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4"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AFE0-AEC7-5559-89B8-580CE1F67F0D}" type="datetime1">
              <a:rPr lang="en-ca" cap="none"/>
              <a:t>6/14/2026</a:t>
            </a:fld>
          </a:p>
        </p:txBody>
      </p:sp>
      <p:sp>
        <p:nvSpPr>
          <p:cNvPr id="5"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D44E-00C7-5522-89B8-F6779AF67FA3}" type="slidenum">
              <a:t>1</a:t>
            </a:fld>
          </a:p>
        </p:txBody>
      </p:sp>
      <p:pic>
        <p:nvPicPr>
          <p:cNvPr id="7" name="Grafik 6"/>
          <p:cNvPicPr>
            <a:picLocks noChangeAspect="1"/>
            <a:extLst>
              <a:ext uri="smNativeData">
                <pr:smNativeData xmlns:pr="smNativeData" xmlns="smNativeData" val="SMDATA_17_qMg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
        <p:nvSpPr>
          <p:cNvPr id="8" name="Freihandform: Form 8"/>
          <p:cNvSpPr>
            <a:extLst>
              <a:ext uri="smNativeData">
                <pr:smNativeData xmlns:pr="smNativeData" xmlns="smNativeData" val="SMDATA_15_qMg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spTree>
  </p:cSld>
  <p:clrMapOvr>
    <a:masterClrMapping/>
  </p:clrMapOvr>
  <p:hf hdr="0" ftr="0"/>
</p:sldLayout>
</file>

<file path=ppt/slideLayouts/slideLayout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apitelfolie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Text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accent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C9B4-FAC7-553F-89B8-0C6A87F67F59}"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CB70-3EC7-553D-89B8-C86885F67F9D}" type="slidenum">
              <a:t>‹#›</a:t>
            </a:fld>
          </a:p>
        </p:txBody>
      </p:sp>
    </p:spTree>
  </p:cSld>
  <p:clrMapOvr>
    <a:masterClrMapping/>
  </p:clrMapOvr>
  <p:hf hdr="0" ftr="0"/>
</p:sldLayout>
</file>

<file path=ppt/slideLayouts/slideLayout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Zwischenfolie Statements,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FQOAADLSAAA0SYAABAAAAAmAAAACAAAAL2gAAAAAAAA"/>
              </a:ext>
            </a:extLst>
          </p:cNvSpPr>
          <p:nvPr>
            <p:ph type="title"/>
          </p:nvPr>
        </p:nvSpPr>
        <p:spPr>
          <a:xfrm>
            <a:off x="360045" y="2329180"/>
            <a:ext cx="11473180" cy="3980815"/>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9425-6BC7-5562-89B8-9D37DAF67FC8}" type="datetime1">
              <a:rPr lang="en-ca" cap="none"/>
              <a:t>2025-09-13</a:t>
            </a:fld>
          </a:p>
        </p:txBody>
      </p:sp>
      <p:sp>
        <p:nvSpPr>
          <p:cNvPr id="5"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8BC7-89C7-557D-89B8-7F28C5F67F2A}" type="slidenum">
              <a:t>‹#›</a:t>
            </a:fld>
          </a:p>
        </p:txBody>
      </p:sp>
    </p:spTree>
  </p:cSld>
  <p:clrMapOvr>
    <a:masterClrMapping/>
  </p:clrMapOvr>
  <p:hf hdr="0" ftr="0"/>
</p:sldLayout>
</file>

<file path=ppt/slideLayouts/slideLayout1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Zwischenfolie Statements, Farbe">
    <p:bg>
      <p:bgPr>
        <a:solidFill>
          <a:schemeClr val="accent1"/>
        </a:solidFill>
        <a:effectLst/>
      </p:bgPr>
    </p:bg>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qMg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FQOAADLSAAA0SYAABAAAAAmAAAACAAAAL2gAAAAAAAA"/>
              </a:ext>
            </a:extLst>
          </p:cNvSpPr>
          <p:nvPr>
            <p:ph type="title"/>
          </p:nvPr>
        </p:nvSpPr>
        <p:spPr>
          <a:xfrm>
            <a:off x="360045" y="2329180"/>
            <a:ext cx="11473180" cy="3980815"/>
          </a:xfrm>
        </p:spPr>
        <p:txBody>
          <a:bodyPr vert="horz" wrap="square" lIns="0" tIns="0" rIns="0" bIns="0" numCol="1" spcCol="215900" anchor="t">
            <a:prstTxWarp prst="textNoShape">
              <a:avLst/>
            </a:prstTxWarp>
          </a:bodyPr>
          <a:lstStyle>
            <a:lvl1pPr>
              <a:lnSpc>
                <a:spcPct val="98000"/>
              </a:lnSpc>
              <a:defRPr lang="de-de" sz="48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BB60-2EC7-554D-89B8-D818F5F67F8D}" type="datetime1">
              <a:rPr lang="en-ca" cap="none"/>
              <a:t>2025-09-13</a:t>
            </a:fld>
          </a:p>
        </p:txBody>
      </p:sp>
      <p:sp>
        <p:nvSpPr>
          <p:cNvPr id="5"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g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914F-01C7-5567-89B8-F732DFF67FA2}" type="slidenum">
              <a:t>‹#›</a:t>
            </a:fld>
          </a:p>
        </p:txBody>
      </p:sp>
      <p:pic>
        <p:nvPicPr>
          <p:cNvPr id="7" name="Grafik 6"/>
          <p:cNvPicPr>
            <a:picLocks noChangeAspect="1"/>
            <a:extLst>
              <a:ext uri="smNativeData">
                <pr:smNativeData xmlns:pr="smNativeData" xmlns="smNativeData" val="SMDATA_17_qMg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wXzgC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AAAAAUAAAABAAAAAAAAAAAAAAAAAAAAAAAAAAAAAAAAAAAAAAAAAAAAAAACf39/AAAAAA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Tree>
  </p:cSld>
  <p:clrMapOvr>
    <a:masterClrMapping/>
  </p:clrMapOvr>
  <p:hf hdr="0" ftr="0"/>
</p:sldLayout>
</file>

<file path=ppt/slideLayouts/slideLayout1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2 Text, 1/2 Bild">
    <p:spTree>
      <p:nvGrpSpPr>
        <p:cNvPr id="1" name=""/>
        <p:cNvGrpSpPr/>
        <p:nvPr/>
      </p:nvGrpSpPr>
      <p:grpSpPr>
        <a:xfrm>
          <a:off x="0" y="0"/>
          <a:ext cx="0" cy="0"/>
          <a:chOff x="0" y="0"/>
          <a:chExt cx="0" cy="0"/>
        </a:xfrm>
      </p:grpSpPr>
      <p:sp>
        <p:nvSpPr>
          <p:cNvPr id="2" name="Bildplatzhalter 10"/>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gCUAAAAAAAAASwAAMCoAABAAAAAmAAAACAAAAAGAAAB/AAAA"/>
              </a:ext>
            </a:extLst>
          </p:cNvSpPr>
          <p:nvPr>
            <p:ph type="pic" sz="quarter" idx="15"/>
          </p:nvPr>
        </p:nvSpPr>
        <p:spPr>
          <a:xfrm>
            <a:off x="6096000" y="0"/>
            <a:ext cx="6096000" cy="6858000"/>
          </a:xfrm>
          <a:solidFill>
            <a:srgbClr val="FED9C9"/>
          </a:solidFill>
        </p:spPr>
        <p:txBody>
          <a:bodyPr/>
          <a:lstStyle/>
          <a:p>
            <a:pPr>
              <a:defRPr lang="de-de"/>
            </a:pPr>
          </a:p>
        </p:txBody>
      </p:sp>
      <p:sp>
        <p:nvSpPr>
          <p:cNvPr id="3" name="Zeichen" hidden="1"/>
          <p:cNvSpPr>
            <a:extLst>
              <a:ext uri="smNativeData">
                <pr:smNativeData xmlns:pr="smNativeData" xmlns="smNativeData" val="SMDATA_15_qMg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4"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A8IwAAWAcAABAAAAAmAAAACAAAAAEAAAAAAAAA"/>
              </a:ext>
            </a:extLst>
          </p:cNvSpPr>
          <p:nvPr>
            <p:ph type="title"/>
          </p:nvPr>
        </p:nvSpPr>
        <p:spPr>
          <a:xfrm>
            <a:off x="360045" y="358775"/>
            <a:ext cx="5367655" cy="835025"/>
          </a:xfrm>
        </p:spPr>
        <p:txBody>
          <a:bodyPr/>
          <a:lstStyle/>
          <a:p>
            <a:pPr>
              <a:defRPr lang="de-de"/>
            </a:pPr>
            <a:r>
              <a:t>Mastertitelformat bearbeiten</a:t>
            </a:r>
          </a:p>
        </p:txBody>
      </p:sp>
      <p:sp>
        <p:nvSpPr>
          <p:cNvPr id="5" name="Textplatzhalter 1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BQEQw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BIIwAApyQAABAAAAAmAAAACAAAAAEAAAAAAAAA"/>
              </a:ext>
            </a:extLst>
          </p:cNvSpPr>
          <p:nvPr>
            <p:ph idx="17"/>
          </p:nvPr>
        </p:nvSpPr>
        <p:spPr>
          <a:xfrm>
            <a:off x="367665" y="1727835"/>
            <a:ext cx="536765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r+/v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E6DD-93C7-5510-89B8-6545A8F67F30}" type="datetime1">
              <a:rPr lang="en-ca" cap="none"/>
              <a:t>2025-09-13</a:t>
            </a:fld>
          </a:p>
        </p:txBody>
      </p:sp>
      <p:sp>
        <p:nvSpPr>
          <p:cNvPr id="7"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8"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E162-2CC7-5517-89B8-DA42AFF67F8F}" type="slidenum">
              <a:t>‹#›</a:t>
            </a:fld>
          </a:p>
        </p:txBody>
      </p:sp>
      <p:sp>
        <p:nvSpPr>
          <p:cNvPr id="9" name="SmartArt-Platzhalter 1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o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6kIAADUCAADDSAAAvgYAABAAAAAmAAAACAAAAIGgAAB/AAAA"/>
              </a:ext>
            </a:extLst>
          </p:cNvSpPr>
          <p:nvPr>
            <p:ph type="dgm" sz="quarter" idx="16"/>
          </p:nvPr>
        </p:nvSpPr>
        <p:spPr>
          <a:xfrm>
            <a:off x="10877550" y="358775"/>
            <a:ext cx="950595" cy="737235"/>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hf hdr="0" ftr="0"/>
</p:sldLayout>
</file>

<file path=ppt/slideLayouts/slideLayout1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2/3 Text, 1/3 Bild">
    <p:spTree>
      <p:nvGrpSpPr>
        <p:cNvPr id="1" name=""/>
        <p:cNvGrpSpPr/>
        <p:nvPr/>
      </p:nvGrpSpPr>
      <p:grpSpPr>
        <a:xfrm>
          <a:off x="0" y="0"/>
          <a:ext cx="0" cy="0"/>
          <a:chOff x="0" y="0"/>
          <a:chExt cx="0" cy="0"/>
        </a:xfrm>
      </p:grpSpPr>
      <p:sp>
        <p:nvSpPr>
          <p:cNvPr id="2" name="Zeichen" hidden="1"/>
          <p:cNvSpPr>
            <a:extLst>
              <a:ext uri="smNativeData">
                <pr:smNativeData xmlns:pr="smNativeData" xmlns="smNativeData" val="SMDATA_15_qMg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ZOgAAWAcAABAAAAAmAAAACAAAAAEAAAAAAAAA"/>
              </a:ext>
            </a:extLst>
          </p:cNvSpPr>
          <p:nvPr>
            <p:ph type="title"/>
          </p:nvPr>
        </p:nvSpPr>
        <p:spPr>
          <a:xfrm>
            <a:off x="360045" y="358775"/>
            <a:ext cx="9165590" cy="835025"/>
          </a:xfrm>
        </p:spPr>
        <p:txBody>
          <a:bodyPr/>
          <a:lstStyle/>
          <a:p>
            <a:pPr>
              <a:defRPr lang="de-de"/>
            </a:pPr>
            <a:r>
              <a:t>Mastertitelformat bearbeiten</a:t>
            </a:r>
          </a:p>
        </p:txBody>
      </p:sp>
      <p:sp>
        <p:nvSpPr>
          <p:cNvPr id="4" name="Textplatzhalter 1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CGMAAApyQAABAAAAAmAAAACAAAAAEAAAAAAAAA"/>
              </a:ext>
            </a:extLst>
          </p:cNvSpPr>
          <p:nvPr>
            <p:ph idx="17"/>
          </p:nvPr>
        </p:nvSpPr>
        <p:spPr>
          <a:xfrm>
            <a:off x="367665" y="1727835"/>
            <a:ext cx="75203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9918-56C7-556F-89B8-A03AD7F67FF5}"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F4C3-8DC7-5502-89B8-7B57BAF67F2E}" type="slidenum">
              <a:t>‹#›</a:t>
            </a:fld>
          </a:p>
        </p:txBody>
      </p:sp>
      <p:sp>
        <p:nvSpPr>
          <p:cNvPr id="8" name="Bildplatzhalter 10"/>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vTIAAKEKAADKSAAApyQAABAAAAAmAAAACAAAAAGAAAB/AAAA"/>
              </a:ext>
            </a:extLst>
          </p:cNvSpPr>
          <p:nvPr>
            <p:ph type="pic" sz="quarter" idx="19"/>
          </p:nvPr>
        </p:nvSpPr>
        <p:spPr>
          <a:xfrm>
            <a:off x="8248015" y="1727835"/>
            <a:ext cx="3584575" cy="4230370"/>
          </a:xfrm>
          <a:solidFill>
            <a:srgbClr val="FED9C9"/>
          </a:solidFill>
        </p:spPr>
        <p:txBody>
          <a:bodyPr/>
          <a:lstStyle/>
          <a:p>
            <a:pPr>
              <a:defRPr lang="de-de"/>
            </a:pPr>
          </a:p>
        </p:txBody>
      </p:sp>
    </p:spTree>
  </p:cSld>
  <p:clrMapOvr>
    <a:masterClrMapping/>
  </p:clrMapOvr>
  <p:hf hdr="0" ftr="0"/>
</p:sldLayout>
</file>

<file path=ppt/slideLayouts/slideLayout1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_2/3 Text, 1/3 Bild im Anschnitt">
    <p:spTree>
      <p:nvGrpSpPr>
        <p:cNvPr id="1" name=""/>
        <p:cNvGrpSpPr/>
        <p:nvPr/>
      </p:nvGrpSpPr>
      <p:grpSpPr>
        <a:xfrm>
          <a:off x="0" y="0"/>
          <a:ext cx="0" cy="0"/>
          <a:chOff x="0" y="0"/>
          <a:chExt cx="0" cy="0"/>
        </a:xfrm>
      </p:grpSpPr>
      <p:sp>
        <p:nvSpPr>
          <p:cNvPr id="2" name="Zeichen" hidden="1"/>
          <p:cNvSpPr>
            <a:extLst>
              <a:ext uri="smNativeData">
                <pr:smNativeData xmlns:pr="smNativeData" xmlns="smNativeData" val="SMDATA_15_qMg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Bdw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ZOgAAWAcAABAAAAAmAAAACAAAAAEAAAAAAAAA"/>
              </a:ext>
            </a:extLst>
          </p:cNvSpPr>
          <p:nvPr>
            <p:ph type="title"/>
          </p:nvPr>
        </p:nvSpPr>
        <p:spPr>
          <a:xfrm>
            <a:off x="360045" y="358775"/>
            <a:ext cx="9165590" cy="835025"/>
          </a:xfrm>
        </p:spPr>
        <p:txBody>
          <a:bodyPr/>
          <a:lstStyle/>
          <a:p>
            <a:pPr>
              <a:defRPr lang="de-de"/>
            </a:pPr>
            <a:r>
              <a:t>Mastertitelformat bearbeiten</a:t>
            </a:r>
          </a:p>
        </p:txBody>
      </p:sp>
      <p:sp>
        <p:nvSpPr>
          <p:cNvPr id="4" name="Textplatzhalter 1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CGMAAApyQAABAAAAAmAAAACAAAAAEAAAAAAAAA"/>
              </a:ext>
            </a:extLst>
          </p:cNvSpPr>
          <p:nvPr>
            <p:ph idx="17"/>
          </p:nvPr>
        </p:nvSpPr>
        <p:spPr>
          <a:xfrm>
            <a:off x="367665" y="1727835"/>
            <a:ext cx="75203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BED9-97C7-5548-89B8-611DF0F67F34}"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B32B-65C7-5545-89B8-9310FDF67FC6}" type="slidenum">
              <a:t>‹#›</a:t>
            </a:fld>
          </a:p>
        </p:txBody>
      </p:sp>
      <p:sp>
        <p:nvSpPr>
          <p:cNvPr id="8" name="Bildplatzhalter 10"/>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vTIAAKEKAAAASwAApyQAABAAAAAmAAAACAAAAAGAAAB/AAAA"/>
              </a:ext>
            </a:extLst>
          </p:cNvSpPr>
          <p:nvPr>
            <p:ph type="pic" sz="quarter" idx="19"/>
          </p:nvPr>
        </p:nvSpPr>
        <p:spPr>
          <a:xfrm>
            <a:off x="8248015" y="1727835"/>
            <a:ext cx="3943985" cy="4230370"/>
          </a:xfrm>
          <a:solidFill>
            <a:srgbClr val="FED9C9"/>
          </a:solidFill>
        </p:spPr>
        <p:txBody>
          <a:bodyPr/>
          <a:lstStyle/>
          <a:p>
            <a:pPr>
              <a:defRPr lang="de-de"/>
            </a:pPr>
          </a:p>
        </p:txBody>
      </p:sp>
    </p:spTree>
  </p:cSld>
  <p:clrMapOvr>
    <a:masterClrMapping/>
  </p:clrMapOvr>
  <p:hf hdr="0" ftr="0"/>
</p:sldLayout>
</file>

<file path=ppt/slideLayouts/slideLayout1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1 Inhalt auf warm grey">
    <p:spTree>
      <p:nvGrpSpPr>
        <p:cNvPr id="1" name=""/>
        <p:cNvGrpSpPr/>
        <p:nvPr/>
      </p:nvGrpSpPr>
      <p:grpSpPr>
        <a:xfrm>
          <a:off x="0" y="0"/>
          <a:ext cx="0" cy="0"/>
          <a:chOff x="0" y="0"/>
          <a:chExt cx="0" cy="0"/>
        </a:xfrm>
      </p:grpSpPr>
      <p:sp>
        <p:nvSpPr>
          <p:cNvPr id="2" name="Rechteck 9"/>
          <p:cNvSpPr>
            <a:extLst>
              <a:ext uri="smNativeData">
                <pr:smNativeData xmlns:pr="smNativeData" xmlns="smNativeData" val="SMDATA_15_qMg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Freihandform: Form 28"/>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5uPi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5uPi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a:noFill/>
          </a:ln>
          <a:effectLst/>
        </p:spPr>
        <p:txBody>
          <a:bodyPr vert="horz" wrap="square" lIns="8202930" tIns="2802255" rIns="12192000" bIns="6858000" numCol="1" spcCol="215900" anchor="ctr"/>
          <a:lstStyle/>
          <a:p>
            <a:pPr>
              <a:defRPr lang="de-de"/>
            </a:pPr>
          </a:p>
        </p:txBody>
      </p:sp>
      <p:sp>
        <p:nvSpPr>
          <p:cNvPr id="4"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OOgAAWAcAABAAAAAmAAAACAAAAAEAAAAAAAAA"/>
              </a:ext>
            </a:extLst>
          </p:cNvSpPr>
          <p:nvPr>
            <p:ph type="title"/>
          </p:nvPr>
        </p:nvSpPr>
        <p:spPr>
          <a:xfrm>
            <a:off x="360045" y="358775"/>
            <a:ext cx="9158605" cy="835025"/>
          </a:xfrm>
        </p:spPr>
        <p:txBody>
          <a:bodyPr/>
          <a:lstStyle/>
          <a:p>
            <a:pPr>
              <a:defRPr lang="de-de"/>
            </a:pPr>
            <a:r>
              <a:t>Mastertitelformat bearbeiten</a:t>
            </a:r>
          </a:p>
        </p:txBody>
      </p:sp>
      <p:sp>
        <p:nvSpPr>
          <p:cNvPr id="5" name="Textplatzhalter 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CNOgAApyQAABAAAAAmAAAACAAAAAEAAAAAAAAA"/>
              </a:ext>
            </a:extLst>
          </p:cNvSpPr>
          <p:nvPr>
            <p:ph idx="13"/>
          </p:nvPr>
        </p:nvSpPr>
        <p:spPr>
          <a:xfrm>
            <a:off x="359410" y="1727835"/>
            <a:ext cx="91586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D366-28C7-5525-89B8-DE709DF67F8B}" type="datetime1">
              <a:rPr lang="en-ca" cap="none"/>
              <a:t>2025-09-13</a:t>
            </a:fld>
          </a:p>
        </p:txBody>
      </p:sp>
      <p:sp>
        <p:nvSpPr>
          <p:cNvPr id="7"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8"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8425-6BC7-5572-89B8-9D27CAF67FC8}" type="slidenum">
              <a:t>‹#›</a:t>
            </a:fld>
          </a:p>
        </p:txBody>
      </p:sp>
    </p:spTree>
  </p:cSld>
  <p:clrMapOvr>
    <a:masterClrMapping/>
  </p:clrMapOvr>
  <p:hf hdr="0" ftr="0"/>
</p:sldLayout>
</file>

<file path=ppt/slideLayouts/slideLayout1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Diagramme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qMg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Diagrammplatzhalter 8"/>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QwAAPULAABlJAAAqx8AABAAAAAmAAAACAAAAIGAAAAAAAAA"/>
              </a:ext>
            </a:extLst>
          </p:cNvSpPr>
          <p:nvPr>
            <p:ph type="chart" sz="quarter" idx="14"/>
          </p:nvPr>
        </p:nvSpPr>
        <p:spPr>
          <a:xfrm>
            <a:off x="2047875" y="1943735"/>
            <a:ext cx="3868420" cy="3204210"/>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B773-3DC7-5541-89B8-CB14F9F67F9E}"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g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8DBA-F4C7-557B-89B8-022EC3F67F57}" type="slidenum">
              <a:t>‹#›</a:t>
            </a:fld>
          </a:p>
        </p:txBody>
      </p:sp>
      <p:sp>
        <p:nvSpPr>
          <p:cNvPr id="8" name="SlideText1"/>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QwAABEgAABlJAAAnSQAABAAAAAmAAAACAAAAAGAAAAAAAAA"/>
              </a:ext>
            </a:extLst>
          </p:cNvSpPr>
          <p:nvPr>
            <p:ph idx="16"/>
          </p:nvPr>
        </p:nvSpPr>
        <p:spPr>
          <a:xfrm>
            <a:off x="2047875" y="5212715"/>
            <a:ext cx="3868420" cy="739140"/>
          </a:xfrm>
        </p:spPr>
        <p:txBody>
          <a:bodyPr/>
          <a:lstStyle>
            <a:lvl1pPr algn="ctr">
              <a:spcBef>
                <a:spcPts val="0"/>
              </a:spcBef>
              <a:defRPr lang="de-de" sz="14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9" name="Textplatzhalter 17"/>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BEgAABnPgAAnSQAABAAAAAmAAAACAAAAAGAAAAAAAAA"/>
              </a:ext>
            </a:extLst>
          </p:cNvSpPr>
          <p:nvPr>
            <p:ph idx="18"/>
          </p:nvPr>
        </p:nvSpPr>
        <p:spPr>
          <a:xfrm>
            <a:off x="6275705" y="5212715"/>
            <a:ext cx="3868420" cy="739140"/>
          </a:xfrm>
        </p:spPr>
        <p:txBody>
          <a:bodyPr/>
          <a:lstStyle>
            <a:lvl1pPr algn="ctr">
              <a:spcBef>
                <a:spcPts val="0"/>
              </a:spcBef>
              <a:defRPr lang="de-de" sz="14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10" name="Object1"/>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PULAABnPgAAqx8AABAAAAAmAAAACAAAAIGAAAAAAAAA"/>
              </a:ext>
            </a:extLst>
          </p:cNvSpPr>
          <p:nvPr>
            <p:ph type="chart" sz="quarter" idx="19"/>
          </p:nvPr>
        </p:nvSpPr>
        <p:spPr>
          <a:xfrm>
            <a:off x="6275705" y="1943735"/>
            <a:ext cx="3868420" cy="3204210"/>
          </a:xfrm>
        </p:spPr>
        <p:txBody>
          <a:bodyPr vert="horz" wrap="square" lIns="0" tIns="0" rIns="0" bIns="0" numCol="1" spcCol="215900" anchor="ctr">
            <a:prstTxWarp prst="textNoShape">
              <a:avLst/>
            </a:prstTxWarp>
          </a:bodyPr>
          <a:lstStyle/>
          <a:p>
            <a:pPr>
              <a:defRPr lang="de-de"/>
            </a:pPr>
          </a:p>
        </p:txBody>
      </p:sp>
    </p:spTree>
  </p:cSld>
  <p:clrMapOvr>
    <a:masterClrMapping/>
  </p:clrMapOvr>
  <p:hf hdr="0" ftr="0"/>
</p:sldLayout>
</file>

<file path=ppt/slideLayouts/slideLayout1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qMg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Tabellenplatzhalter 7"/>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OOgAA/R8AABAAAAAmAAAACAAAAIGAAAAAAAAA"/>
              </a:ext>
            </a:extLst>
          </p:cNvSpPr>
          <p:nvPr>
            <p:ph type="tbl" sz="quarter" idx="17"/>
          </p:nvPr>
        </p:nvSpPr>
        <p:spPr>
          <a:xfrm>
            <a:off x="360045" y="2874010"/>
            <a:ext cx="9158605" cy="2326005"/>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E846-08C7-551E-89B8-FE4BA6F67FAB}"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F55D-13C7-5503-89B8-E556BBF67FB0}" type="slidenum">
              <a:t>‹#›</a:t>
            </a:fld>
          </a:p>
        </p:txBody>
      </p:sp>
      <p:sp>
        <p:nvSpPr>
          <p:cNvPr id="8" name="Tabellenplatzhalter 6"/>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OOgAAbw8AABAAAAAmAAAACAAAAIGAAAAAAAAA"/>
              </a:ext>
            </a:extLst>
          </p:cNvSpPr>
          <p:nvPr>
            <p:ph type="tbl" sz="quarter" idx="18"/>
          </p:nvPr>
        </p:nvSpPr>
        <p:spPr>
          <a:xfrm>
            <a:off x="360045" y="1727835"/>
            <a:ext cx="9158605" cy="781050"/>
          </a:xfrm>
        </p:spPr>
        <p:txBody>
          <a:bodyPr vert="horz" wrap="square" lIns="0" tIns="0" rIns="0" bIns="0" numCol="1" spcCol="215900" anchor="ctr">
            <a:prstTxWarp prst="textNoShape">
              <a:avLst/>
            </a:prstTxWarp>
          </a:bodyPr>
          <a:lstStyle/>
          <a:p>
            <a:pPr>
              <a:defRPr lang="de-de"/>
            </a:pPr>
          </a:p>
        </p:txBody>
      </p:sp>
      <p:sp>
        <p:nvSpPr>
          <p:cNvPr id="9" name="Textplatzhalter 17"/>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OOgAApyQAABAAAAAmAAAACAAAAIGAAAAAAAAA"/>
              </a:ext>
            </a:extLst>
          </p:cNvSpPr>
          <p:nvPr>
            <p:ph idx="16"/>
          </p:nvPr>
        </p:nvSpPr>
        <p:spPr>
          <a:xfrm>
            <a:off x="360045" y="5463540"/>
            <a:ext cx="9158605" cy="49466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Tree>
  </p:cSld>
  <p:clrMapOvr>
    <a:masterClrMapping/>
  </p:clrMapOvr>
  <p:hf hdr="0" ftr="0"/>
</p:sldLayout>
</file>

<file path=ppt/slideLayouts/slideLayout1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auf weiss">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Tabellenplatzhalter 7"/>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OOgAA/R8AABAAAAAmAAAACAAAAIGAAAAAAAAA"/>
              </a:ext>
            </a:extLst>
          </p:cNvSpPr>
          <p:nvPr>
            <p:ph type="tbl" sz="quarter" idx="17"/>
          </p:nvPr>
        </p:nvSpPr>
        <p:spPr>
          <a:xfrm>
            <a:off x="360045" y="2874010"/>
            <a:ext cx="9158605" cy="2326005"/>
          </a:xfrm>
        </p:spPr>
        <p:txBody>
          <a:bodyPr vert="horz" wrap="square" lIns="0" tIns="0" rIns="0" bIns="0" numCol="1" spcCol="215900" anchor="ctr">
            <a:prstTxWarp prst="textNoShape">
              <a:avLst/>
            </a:prstTxWarp>
          </a:bodyPr>
          <a:lstStyle/>
          <a:p>
            <a:pPr>
              <a:defRPr lang="de-de"/>
            </a:pPr>
          </a:p>
        </p:txBody>
      </p:sp>
      <p:sp>
        <p:nvSpPr>
          <p:cNvPr id="4"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F325-6BC7-5505-89B8-9D50BDF67FC8}" type="datetime1">
              <a:rPr lang="en-ca" cap="none"/>
              <a:t>2025-09-13</a:t>
            </a:fld>
          </a:p>
        </p:txBody>
      </p:sp>
      <p:sp>
        <p:nvSpPr>
          <p:cNvPr id="5"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A428-66C7-5552-89B8-9007EAF67FC5}" type="slidenum">
              <a:t>‹#›</a:t>
            </a:fld>
          </a:p>
        </p:txBody>
      </p:sp>
      <p:sp>
        <p:nvSpPr>
          <p:cNvPr id="7" name="Tabellenplatzhalter 6"/>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OOgAAbw8AABAAAAAmAAAACAAAAIGAAAAAAAAA"/>
              </a:ext>
            </a:extLst>
          </p:cNvSpPr>
          <p:nvPr>
            <p:ph type="tbl" sz="quarter" idx="18"/>
          </p:nvPr>
        </p:nvSpPr>
        <p:spPr>
          <a:xfrm>
            <a:off x="360045" y="1727835"/>
            <a:ext cx="9158605" cy="781050"/>
          </a:xfrm>
        </p:spPr>
        <p:txBody>
          <a:bodyPr vert="horz" wrap="square" lIns="0" tIns="0" rIns="0" bIns="0" numCol="1" spcCol="215900" anchor="ctr">
            <a:prstTxWarp prst="textNoShape">
              <a:avLst/>
            </a:prstTxWarp>
          </a:bodyPr>
          <a:lstStyle/>
          <a:p>
            <a:pPr>
              <a:defRPr lang="de-de"/>
            </a:pPr>
          </a:p>
        </p:txBody>
      </p:sp>
      <p:sp>
        <p:nvSpPr>
          <p:cNvPr id="8" name="Textplatzhalter 17"/>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OOgAApyQAABAAAAAmAAAACAAAAIGAAAAAAAAA"/>
              </a:ext>
            </a:extLst>
          </p:cNvSpPr>
          <p:nvPr>
            <p:ph idx="16"/>
          </p:nvPr>
        </p:nvSpPr>
        <p:spPr>
          <a:xfrm>
            <a:off x="360045" y="5463540"/>
            <a:ext cx="9158605" cy="49466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Tree>
  </p:cSld>
  <p:clrMapOvr>
    <a:masterClrMapping/>
  </p:clrMapOvr>
  <p:hf hdr="0" ftr="0"/>
</p:sldLayout>
</file>

<file path=ppt/slideLayouts/slideLayout1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und Text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qMg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Tabellenplatzhalter 7"/>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HMAAA/R8AABAAAAAmAAAACAAAAIGAAAAAAAAA"/>
              </a:ext>
            </a:extLst>
          </p:cNvSpPr>
          <p:nvPr>
            <p:ph type="tbl" sz="quarter" idx="17"/>
          </p:nvPr>
        </p:nvSpPr>
        <p:spPr>
          <a:xfrm>
            <a:off x="360045" y="2874010"/>
            <a:ext cx="7528560" cy="2326005"/>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ACF1-BFC7-555A-89B8-490FE2F67F1C}" type="datetime1">
              <a:rPr lang="en-ca" cap="none"/>
              <a:t>2025-09-13</a:t>
            </a:fld>
          </a:p>
        </p:txBody>
      </p:sp>
      <p:sp>
        <p:nvSpPr>
          <p:cNvPr id="6"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F474-3AC7-5502-89B8-CC57BAF67F99}" type="slidenum">
              <a:t>‹#›</a:t>
            </a:fld>
          </a:p>
        </p:txBody>
      </p:sp>
      <p:sp>
        <p:nvSpPr>
          <p:cNvPr id="8" name="Tabellenplatzhalter 6"/>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HMAAAbw8AABAAAAAmAAAACAAAAIGAAAAAAAAA"/>
              </a:ext>
            </a:extLst>
          </p:cNvSpPr>
          <p:nvPr>
            <p:ph type="tbl" sz="quarter" idx="18"/>
          </p:nvPr>
        </p:nvSpPr>
        <p:spPr>
          <a:xfrm>
            <a:off x="360045" y="1727835"/>
            <a:ext cx="7528560" cy="781050"/>
          </a:xfrm>
        </p:spPr>
        <p:txBody>
          <a:bodyPr vert="horz" wrap="square" lIns="0" tIns="0" rIns="0" bIns="0" numCol="1" spcCol="215900" anchor="ctr">
            <a:prstTxWarp prst="textNoShape">
              <a:avLst/>
            </a:prstTxWarp>
          </a:bodyPr>
          <a:lstStyle/>
          <a:p>
            <a:pPr>
              <a:defRPr lang="de-de"/>
            </a:pPr>
          </a:p>
        </p:txBody>
      </p:sp>
      <p:sp>
        <p:nvSpPr>
          <p:cNvPr id="9" name="Textplatzhalter 17"/>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HMAAApSQAABAAAAAmAAAACAAAAIGAAAAAAAAA"/>
              </a:ext>
            </a:extLst>
          </p:cNvSpPr>
          <p:nvPr>
            <p:ph idx="16"/>
          </p:nvPr>
        </p:nvSpPr>
        <p:spPr>
          <a:xfrm>
            <a:off x="360045" y="5463540"/>
            <a:ext cx="7528560" cy="49339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10" name="Textplatzhalter 9"/>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vjIAAKEKAADLSAAApyQAABAAAAAmAAAACAAAAAEAAAAAAAAA"/>
              </a:ext>
            </a:extLst>
          </p:cNvSpPr>
          <p:nvPr>
            <p:ph idx="19"/>
          </p:nvPr>
        </p:nvSpPr>
        <p:spPr>
          <a:xfrm>
            <a:off x="8248650" y="1727835"/>
            <a:ext cx="358457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Tree>
  </p:cSld>
  <p:clrMapOvr>
    <a:masterClrMapping/>
  </p:clrMapOvr>
  <p:hf hdr="0" ftr="0"/>
</p:sldLayout>
</file>

<file path=ppt/slideLayouts/slideLayout1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und Text auf weiss">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Tabellenplatzhalter 7"/>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HMAAA/R8AABAAAAAmAAAACAAAAIGAAAAAAAAA"/>
              </a:ext>
            </a:extLst>
          </p:cNvSpPr>
          <p:nvPr>
            <p:ph type="tbl" sz="quarter" idx="17"/>
          </p:nvPr>
        </p:nvSpPr>
        <p:spPr>
          <a:xfrm>
            <a:off x="360045" y="2874010"/>
            <a:ext cx="7528560" cy="2326005"/>
          </a:xfrm>
        </p:spPr>
        <p:txBody>
          <a:bodyPr vert="horz" wrap="square" lIns="0" tIns="0" rIns="0" bIns="0" numCol="1" spcCol="215900" anchor="ctr">
            <a:prstTxWarp prst="textNoShape">
              <a:avLst/>
            </a:prstTxWarp>
          </a:bodyPr>
          <a:lstStyle>
            <a:lvl1pPr>
              <a:defRPr lang="de-de" cap="none">
                <a:latin typeface="SRH Text" pitchFamily="0" charset="0"/>
                <a:ea typeface="SRH Text" pitchFamily="0" charset="0"/>
                <a:cs typeface="SRH Text"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4"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E80B-45C7-551E-89B8-B34BA6F67FE6}" type="datetime1">
              <a:rPr lang="en-ca" cap="none"/>
              <a:t>2025-09-13</a:t>
            </a:fld>
          </a:p>
        </p:txBody>
      </p:sp>
      <p:sp>
        <p:nvSpPr>
          <p:cNvPr id="5"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ECAF-E1C7-551A-89B8-174FA2F67F42}" type="slidenum">
              <a:t>‹#›</a:t>
            </a:fld>
          </a:p>
        </p:txBody>
      </p:sp>
      <p:sp>
        <p:nvSpPr>
          <p:cNvPr id="7" name="Tabellenplatzhalter 6"/>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HMAAAbw8AABAAAAAmAAAACAAAAIGAAAAAAAAA"/>
              </a:ext>
            </a:extLst>
          </p:cNvSpPr>
          <p:nvPr>
            <p:ph type="tbl" sz="quarter" idx="18"/>
          </p:nvPr>
        </p:nvSpPr>
        <p:spPr>
          <a:xfrm>
            <a:off x="360045" y="1727835"/>
            <a:ext cx="7528560" cy="781050"/>
          </a:xfrm>
        </p:spPr>
        <p:txBody>
          <a:bodyPr vert="horz" wrap="square" lIns="0" tIns="0" rIns="0" bIns="0" numCol="1" spcCol="215900" anchor="ctr">
            <a:prstTxWarp prst="textNoShape">
              <a:avLst/>
            </a:prstTxWarp>
          </a:bodyPr>
          <a:lstStyle>
            <a:lvl1pPr>
              <a:defRPr lang="de-de" cap="none">
                <a:latin typeface="SRH Text" pitchFamily="0" charset="0"/>
                <a:ea typeface="SRH Text" pitchFamily="0" charset="0"/>
                <a:cs typeface="SRH Text"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8" name="Textplatzhalter 17"/>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HMAAApSQAABAAAAAmAAAACAAAAIGAAAAAAAAA"/>
              </a:ext>
            </a:extLst>
          </p:cNvSpPr>
          <p:nvPr>
            <p:ph idx="16"/>
          </p:nvPr>
        </p:nvSpPr>
        <p:spPr>
          <a:xfrm>
            <a:off x="360045" y="5463540"/>
            <a:ext cx="7528560" cy="49339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9" name="Textplatzhalter 9"/>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vjIAAKEKAADLSAAApyQAABAAAAAmAAAACAAAAAEAAAAAAAAA"/>
              </a:ext>
            </a:extLst>
          </p:cNvSpPr>
          <p:nvPr>
            <p:ph idx="19"/>
          </p:nvPr>
        </p:nvSpPr>
        <p:spPr>
          <a:xfrm>
            <a:off x="8248650" y="1727835"/>
            <a:ext cx="358457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Tree>
  </p:cSld>
  <p:clrMapOvr>
    <a:masterClrMapping/>
  </p:clrMapOvr>
  <p:hf hdr="0" ftr="0"/>
</p:sldLayout>
</file>

<file path=ppt/slideLayouts/slideLayout2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titleOnly" preserve="1">
  <p:cSld name="Nur Titel">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Datumsplatzhalt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9407-49C7-5562-89B8-BF37DAF67FEA}" type="datetime1">
              <a:rPr lang="en-ca" cap="none"/>
              <a:t>2025-09-13</a:t>
            </a:fld>
          </a:p>
        </p:txBody>
      </p:sp>
      <p:sp>
        <p:nvSpPr>
          <p:cNvPr id="4" name="Fußzeilen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5" name="Foliennummer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C2C2-8CC7-5534-89B8-7A618CF67F2F}" type="slidenum">
              <a:t>‹#›</a:t>
            </a:fld>
          </a:p>
        </p:txBody>
      </p:sp>
    </p:spTree>
  </p:cSld>
  <p:clrMapOvr>
    <a:masterClrMapping/>
  </p:clrMapOvr>
  <p:hf hdr="0" ftr="0"/>
</p:sldLayout>
</file>

<file path=ppt/slideLayouts/slideLayout2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Leer">
    <p:spTree>
      <p:nvGrpSpPr>
        <p:cNvPr id="1" name=""/>
        <p:cNvGrpSpPr/>
        <p:nvPr/>
      </p:nvGrpSpPr>
      <p:grpSpPr>
        <a:xfrm>
          <a:off x="0" y="0"/>
          <a:ext cx="0" cy="0"/>
          <a:chOff x="0" y="0"/>
          <a:chExt cx="0" cy="0"/>
        </a:xfrm>
      </p:grpSpPr>
      <p:sp>
        <p:nvSpPr>
          <p:cNvPr id="2" name="Datumsplatzhalter 1"/>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00F92B-65C7-550F-89B8-935AB7F67FC6}" type="datetime1">
              <a:rPr lang="en-ca" cap="none"/>
              <a:t>2025-09-13</a:t>
            </a:fld>
          </a:p>
        </p:txBody>
      </p:sp>
      <p:sp>
        <p:nvSpPr>
          <p:cNvPr id="3" name="Fußzeilenplatzhalt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4" name="Foliennummern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00C5AC-E2C7-5533-89B8-14668BF67F41}" type="slidenum">
              <a:t>‹#›</a:t>
            </a:fld>
          </a:p>
        </p:txBody>
      </p:sp>
    </p:spTree>
  </p:cSld>
  <p:clrMapOvr>
    <a:masterClrMapping/>
  </p:clrMapOvr>
  <p:hf hdr="0" ftr="0"/>
</p:sldLayout>
</file>

<file path=ppt/slideLayouts/slideLayout2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ontakt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qMg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extfeld 11"/>
          <p:cNvSpPr>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NwIAAKMLAAAUMAAAcRgAABAAAAAmAAAACAAAAP//////////"/>
              </a:ext>
            </a:extLst>
          </p:cNvSpPr>
          <p:nvPr/>
        </p:nvSpPr>
        <p:spPr>
          <a:xfrm>
            <a:off x="360045" y="1891665"/>
            <a:ext cx="7455535" cy="2081530"/>
          </a:xfrm>
          <a:prstGeom prst="rect">
            <a:avLst/>
          </a:prstGeom>
          <a:noFill/>
          <a:ln>
            <a:noFill/>
          </a:ln>
          <a:effectLst/>
        </p:spPr>
        <p:txBody>
          <a:bodyPr vert="horz" wrap="square" lIns="0" tIns="0" rIns="0" bIns="0" numCol="1" spcCol="215900" anchor="t"/>
          <a:lstStyle/>
          <a:p>
            <a:pPr>
              <a:defRPr lang="de-de"/>
            </a:pPr>
            <a:r>
              <a:rPr lang="de-de" sz="4800" b="1" cap="none">
                <a:latin typeface="SRH Headline" pitchFamily="0" charset="0"/>
                <a:ea typeface="SRH Headline" pitchFamily="0" charset="0"/>
                <a:cs typeface="SRH Headline" pitchFamily="0" charset="0"/>
              </a:rPr>
              <a:t>Vielen Dank für Ihre </a:t>
            </a:r>
            <a:br/>
            <a:r>
              <a:rPr lang="de-de" sz="4800" b="1" cap="none">
                <a:latin typeface="SRH Headline" pitchFamily="0" charset="0"/>
                <a:ea typeface="SRH Headline" pitchFamily="0" charset="0"/>
                <a:cs typeface="SRH Headline" pitchFamily="0" charset="0"/>
              </a:rPr>
              <a:t>Aufmerksamkeit!</a:t>
            </a:r>
            <a:endParaRPr lang="de-de" sz="4800" b="1" cap="none">
              <a:latin typeface="SRH Headline" pitchFamily="0" charset="0"/>
              <a:ea typeface="SRH Headline" pitchFamily="0" charset="0"/>
              <a:cs typeface="SRH Headline" pitchFamily="0" charset="0"/>
            </a:endParaRPr>
          </a:p>
        </p:txBody>
      </p:sp>
      <p:sp>
        <p:nvSpPr>
          <p:cNvPr id="4" name="Textplatzhalter 8"/>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AceAAC0HgAA2iUAABAAAAAmAAAACAAAAAGAAAAAAAAA"/>
              </a:ext>
            </a:extLst>
          </p:cNvSpPr>
          <p:nvPr>
            <p:ph idx="13"/>
          </p:nvPr>
        </p:nvSpPr>
        <p:spPr>
          <a:xfrm>
            <a:off x="360045" y="4881245"/>
            <a:ext cx="4631055" cy="1271905"/>
          </a:xfrm>
        </p:spPr>
        <p:txBody>
          <a:bodyPr/>
          <a:lstStyle>
            <a:lvl1pPr>
              <a:lnSpc>
                <a:spcPct val="110000"/>
              </a:lnSpc>
              <a:spcBef>
                <a:spcPts val="0"/>
              </a:spcBef>
              <a:defRPr lang="de-de" sz="1200" b="1" cap="none">
                <a:solidFill>
                  <a:schemeClr val="tx1"/>
                </a:solidFill>
              </a:defRPr>
            </a:lvl1pPr>
            <a:lvl2pPr marL="0" indent="0">
              <a:lnSpc>
                <a:spcPct val="100000"/>
              </a:lnSpc>
              <a:spcBef>
                <a:spcPts val="0"/>
              </a:spcBef>
              <a:buNone/>
              <a:defRPr lang="de-de" sz="1200" b="1" cap="none"/>
            </a:lvl2pPr>
            <a:lvl3pPr marL="0" indent="0">
              <a:lnSpc>
                <a:spcPct val="100000"/>
              </a:lnSpc>
              <a:buNone/>
              <a:defRPr lang="de-de" sz="1200" b="1" cap="none">
                <a:solidFill>
                  <a:srgbClr val="2C2E2E"/>
                </a:solidFill>
              </a:defRPr>
            </a:lvl3pPr>
            <a:lvl4pPr marL="0" indent="0">
              <a:lnSpc>
                <a:spcPct val="100000"/>
              </a:lnSpc>
              <a:spcBef>
                <a:spcPts val="0"/>
              </a:spcBef>
              <a:buNone/>
              <a:defRPr lang="de-de" sz="1200" cap="none">
                <a:solidFill>
                  <a:srgbClr val="2C2E2E"/>
                </a:solidFill>
              </a:defRPr>
            </a:lvl4pPr>
            <a:lvl5pPr marL="0" indent="0">
              <a:lnSpc>
                <a:spcPct val="100000"/>
              </a:lnSpc>
              <a:spcBef>
                <a:spcPts val="0"/>
              </a:spcBef>
              <a:buNone/>
              <a:defRPr lang="de-de" sz="1200" cap="none">
                <a:solidFill>
                  <a:srgbClr val="2C2E2E"/>
                </a:solidFill>
              </a:defRPr>
            </a:lvl5pPr>
            <a:lvl6pPr marL="0" indent="0">
              <a:lnSpc>
                <a:spcPct val="100000"/>
              </a:lnSpc>
              <a:spcBef>
                <a:spcPts val="0"/>
              </a:spcBef>
              <a:buNone/>
              <a:defRPr lang="de-de" sz="1200" cap="none">
                <a:solidFill>
                  <a:srgbClr val="2C2E2E"/>
                </a:solidFill>
              </a:defRPr>
            </a:lvl6pPr>
            <a:lvl7pPr marL="0" indent="0">
              <a:lnSpc>
                <a:spcPct val="100000"/>
              </a:lnSpc>
              <a:spcBef>
                <a:spcPts val="0"/>
              </a:spcBef>
              <a:buNone/>
              <a:defRPr lang="de-de" sz="1200" cap="none">
                <a:solidFill>
                  <a:srgbClr val="2C2E2E"/>
                </a:solidFill>
              </a:defRPr>
            </a:lvl7pPr>
            <a:lvl8pPr marL="0" indent="0">
              <a:lnSpc>
                <a:spcPct val="100000"/>
              </a:lnSpc>
              <a:spcBef>
                <a:spcPts val="0"/>
              </a:spcBef>
              <a:buNone/>
              <a:defRPr lang="de-de" sz="1200" cap="none">
                <a:solidFill>
                  <a:srgbClr val="2C2E2E"/>
                </a:solidFill>
              </a:defRPr>
            </a:lvl8pPr>
            <a:lvl9pPr marL="0" indent="0">
              <a:lnSpc>
                <a:spcPct val="100000"/>
              </a:lnSpc>
              <a:spcBef>
                <a:spcPts val="0"/>
              </a:spcBef>
              <a:buNone/>
              <a:defRPr lang="de-de" sz="1200" b="1" cap="none">
                <a:solidFill>
                  <a:srgbClr val="2C2E2E"/>
                </a:solidFill>
              </a:defRPr>
            </a:lvl9pPr>
          </a:lstStyle>
          <a:p>
            <a:pPr>
              <a:defRPr lang="de-de"/>
            </a:pPr>
            <a:r>
              <a:t>Mastertextformat bearbeiten</a:t>
            </a:r>
          </a:p>
        </p:txBody>
      </p:sp>
    </p:spTree>
  </p:cSld>
  <p:clrMapOvr>
    <a:masterClrMapping/>
  </p:clrMapOvr>
</p:sldLayout>
</file>

<file path=ppt/slideLayouts/slideLayout2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Kontakt Farbe">
    <p:bg>
      <p:bgPr>
        <a:solidFill>
          <a:schemeClr val="accent1"/>
        </a:solidFill>
        <a:effectLst/>
      </p:bgPr>
    </p:bg>
    <p:spTree>
      <p:nvGrpSpPr>
        <p:cNvPr id="1" name=""/>
        <p:cNvGrpSpPr/>
        <p:nvPr/>
      </p:nvGrpSpPr>
      <p:grpSpPr>
        <a:xfrm>
          <a:off x="0" y="0"/>
          <a:ext cx="0" cy="0"/>
          <a:chOff x="0" y="0"/>
          <a:chExt cx="0" cy="0"/>
        </a:xfrm>
      </p:grpSpPr>
      <p:sp>
        <p:nvSpPr>
          <p:cNvPr id="2" name="Textfeld 11"/>
          <p:cNvSpPr>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AAAAAB/f38AqqOdA8zMzADAwP8Af39/AAAAAAAAAAAAAAAAAAAAAAAAAAAAIQAAABgAAAAUAAAANwIAAKMLAAAUMAAAcRgAABAAAAAmAAAACAAAAP//////////"/>
              </a:ext>
            </a:extLst>
          </p:cNvSpPr>
          <p:nvPr/>
        </p:nvSpPr>
        <p:spPr>
          <a:xfrm>
            <a:off x="360045" y="1891665"/>
            <a:ext cx="7455535" cy="2081530"/>
          </a:xfrm>
          <a:prstGeom prst="rect">
            <a:avLst/>
          </a:prstGeom>
          <a:noFill/>
          <a:ln>
            <a:noFill/>
          </a:ln>
          <a:effectLst/>
        </p:spPr>
        <p:txBody>
          <a:bodyPr vert="horz" wrap="square" lIns="0" tIns="0" rIns="0" bIns="0" numCol="1" spcCol="215900" anchor="t"/>
          <a:lstStyle/>
          <a:p>
            <a:pPr>
              <a:defRPr lang="de-de"/>
            </a:pPr>
            <a:r>
              <a:rPr lang="de-de" sz="4800" b="1" cap="none">
                <a:solidFill>
                  <a:schemeClr val="bg1"/>
                </a:solidFill>
                <a:latin typeface="SRH Headline" pitchFamily="0" charset="0"/>
                <a:ea typeface="SRH Headline" pitchFamily="0" charset="0"/>
                <a:cs typeface="SRH Headline" pitchFamily="0" charset="0"/>
              </a:rPr>
              <a:t>Vielen Dank für deine</a:t>
            </a:r>
            <a:br/>
            <a:r>
              <a:rPr lang="de-de" sz="4800" b="1" cap="none">
                <a:solidFill>
                  <a:schemeClr val="bg1"/>
                </a:solidFill>
                <a:latin typeface="SRH Headline" pitchFamily="0" charset="0"/>
                <a:ea typeface="SRH Headline" pitchFamily="0" charset="0"/>
                <a:cs typeface="SRH Headline" pitchFamily="0" charset="0"/>
              </a:rPr>
              <a:t>Aufmerksamkeit!</a:t>
            </a:r>
            <a:endParaRPr lang="de-de" sz="4800" b="1" cap="none">
              <a:solidFill>
                <a:schemeClr val="bg1"/>
              </a:solidFill>
              <a:latin typeface="SRH Headline" pitchFamily="0" charset="0"/>
              <a:ea typeface="SRH Headline" pitchFamily="0" charset="0"/>
              <a:cs typeface="SRH Headline" pitchFamily="0" charset="0"/>
            </a:endParaRPr>
          </a:p>
        </p:txBody>
      </p:sp>
      <p:sp>
        <p:nvSpPr>
          <p:cNvPr id="3" name="Textplatzhalter 8"/>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AceAAC0HgAA2SUAABAAAAAmAAAACAAAAAGAAAAAAAAA"/>
              </a:ext>
            </a:extLst>
          </p:cNvSpPr>
          <p:nvPr>
            <p:ph idx="13"/>
          </p:nvPr>
        </p:nvSpPr>
        <p:spPr>
          <a:xfrm>
            <a:off x="360045" y="4881245"/>
            <a:ext cx="4631055" cy="1271270"/>
          </a:xfrm>
        </p:spPr>
        <p:txBody>
          <a:bodyPr/>
          <a:lstStyle>
            <a:lvl1pPr>
              <a:lnSpc>
                <a:spcPct val="110000"/>
              </a:lnSpc>
              <a:spcBef>
                <a:spcPts val="0"/>
              </a:spcBef>
              <a:defRPr lang="de-de" sz="1200" b="1" cap="none">
                <a:solidFill>
                  <a:schemeClr val="bg1"/>
                </a:solidFill>
              </a:defRPr>
            </a:lvl1pPr>
            <a:lvl2pPr marL="0" indent="0">
              <a:lnSpc>
                <a:spcPct val="100000"/>
              </a:lnSpc>
              <a:spcBef>
                <a:spcPts val="0"/>
              </a:spcBef>
              <a:buNone/>
              <a:defRPr lang="de-de" sz="1200" b="1" cap="none">
                <a:solidFill>
                  <a:schemeClr val="bg1"/>
                </a:solidFill>
              </a:defRPr>
            </a:lvl2pPr>
            <a:lvl3pPr marL="0" indent="0">
              <a:lnSpc>
                <a:spcPct val="100000"/>
              </a:lnSpc>
              <a:buNone/>
              <a:defRPr lang="de-de" sz="1200" b="1" cap="none">
                <a:solidFill>
                  <a:schemeClr val="bg1"/>
                </a:solidFill>
              </a:defRPr>
            </a:lvl3pPr>
            <a:lvl4pPr marL="0" indent="0">
              <a:lnSpc>
                <a:spcPct val="100000"/>
              </a:lnSpc>
              <a:spcBef>
                <a:spcPts val="0"/>
              </a:spcBef>
              <a:buNone/>
              <a:defRPr lang="de-de" sz="1200" cap="none">
                <a:solidFill>
                  <a:schemeClr val="bg1"/>
                </a:solidFill>
              </a:defRPr>
            </a:lvl4pPr>
            <a:lvl5pPr marL="0" indent="0">
              <a:lnSpc>
                <a:spcPct val="100000"/>
              </a:lnSpc>
              <a:spcBef>
                <a:spcPts val="0"/>
              </a:spcBef>
              <a:buNone/>
              <a:defRPr lang="de-de" sz="1200" cap="none">
                <a:solidFill>
                  <a:schemeClr val="bg1"/>
                </a:solidFill>
              </a:defRPr>
            </a:lvl5pPr>
            <a:lvl6pPr marL="0" indent="0">
              <a:lnSpc>
                <a:spcPct val="100000"/>
              </a:lnSpc>
              <a:spcBef>
                <a:spcPts val="0"/>
              </a:spcBef>
              <a:buNone/>
              <a:defRPr lang="de-de" sz="1200" cap="none">
                <a:solidFill>
                  <a:schemeClr val="bg1"/>
                </a:solidFill>
              </a:defRPr>
            </a:lvl6pPr>
            <a:lvl7pPr marL="0" indent="0">
              <a:lnSpc>
                <a:spcPct val="100000"/>
              </a:lnSpc>
              <a:spcBef>
                <a:spcPts val="0"/>
              </a:spcBef>
              <a:buNone/>
              <a:defRPr lang="de-de" sz="1200" cap="none">
                <a:solidFill>
                  <a:schemeClr val="bg1"/>
                </a:solidFill>
              </a:defRPr>
            </a:lvl7pPr>
            <a:lvl8pPr marL="0" indent="0">
              <a:lnSpc>
                <a:spcPct val="100000"/>
              </a:lnSpc>
              <a:spcBef>
                <a:spcPts val="0"/>
              </a:spcBef>
              <a:buNone/>
              <a:defRPr lang="de-de" sz="1200" cap="none">
                <a:solidFill>
                  <a:schemeClr val="bg1"/>
                </a:solidFill>
              </a:defRPr>
            </a:lvl8pPr>
            <a:lvl9pPr marL="0" indent="0">
              <a:lnSpc>
                <a:spcPct val="100000"/>
              </a:lnSpc>
              <a:spcBef>
                <a:spcPts val="0"/>
              </a:spcBef>
              <a:buNone/>
              <a:defRPr lang="de-de" sz="1200" b="1" cap="none">
                <a:solidFill>
                  <a:schemeClr val="bg1"/>
                </a:solidFill>
              </a:defRPr>
            </a:lvl9pPr>
          </a:lstStyle>
          <a:p>
            <a:pPr>
              <a:defRPr lang="de-de"/>
            </a:pPr>
            <a:r>
              <a:t>Mastertextformat bearbeiten</a:t>
            </a:r>
          </a:p>
        </p:txBody>
      </p:sp>
      <p:sp>
        <p:nvSpPr>
          <p:cNvPr id="4" name="Freihandform: Form 5"/>
          <p:cNvSpPr>
            <a:extLst>
              <a:ext uri="smNativeData">
                <pr:smNativeData xmlns:pr="smNativeData" xmlns="smNativeData" val="SMDATA_15_qMg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pic>
        <p:nvPicPr>
          <p:cNvPr id="5" name="Grafik 6"/>
          <p:cNvPicPr>
            <a:picLocks noChangeAspect="1"/>
            <a:extLst>
              <a:ext uri="smNativeData">
                <pr:smNativeData xmlns:pr="smNativeData" xmlns="smNativeData" val="SMDATA_17_qMg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Tree>
  </p:cSld>
  <p:clrMapOvr>
    <a:masterClrMapping/>
  </p:clrMapOvr>
</p:sldLayout>
</file>

<file path=ppt/slideMasters/_rels/slideMaster1.xml.rels><?xml version="1.0" encoding="UTF-8" standalone="yes" ?>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chemeClr val="bg1"/>
        </a:solidFill>
        <a:effectLst/>
      </p:bgPr>
    </p:bg>
    <p:spTree>
      <p:nvGrpSpPr>
        <p:cNvPr id="1" name=""/>
        <p:cNvGrpSpPr/>
        <p:nvPr/>
      </p:nvGrpSpPr>
      <p:grpSpPr>
        <a:xfrm>
          <a:off x="0" y="0"/>
          <a:ext cx="0" cy="0"/>
          <a:chOff x="0" y="0"/>
          <a:chExt cx="0" cy="0"/>
        </a:xfrm>
      </p:grpSpPr>
      <p:sp>
        <p:nvSpPr>
          <p:cNvPr id="2" name="Foliennummernplatzhalt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kkQAACgnAADBSAAAZykAABAAAAAmAAAACAAAAL+PAAAAAAAA"/>
              </a:ext>
            </a:extLst>
          </p:cNvSpPr>
          <p:nvPr>
            <p:ph type="sldNum" sz="quarter" idx="4"/>
          </p:nvPr>
        </p:nvSpPr>
        <p:spPr>
          <a:xfrm>
            <a:off x="11146790" y="6365240"/>
            <a:ext cx="680085" cy="365125"/>
          </a:xfrm>
          <a:prstGeom prst="rect">
            <a:avLst/>
          </a:prstGeom>
        </p:spPr>
        <p:txBody>
          <a:bodyPr vert="horz" wrap="square" lIns="0" tIns="0" rIns="0" bIns="0" numCol="1" spcCol="215900" anchor="ctr">
            <a:prstTxWarp prst="textNoShape">
              <a:avLst/>
            </a:prstTxWarp>
          </a:bodyPr>
          <a:lstStyle>
            <a:lvl1pPr algn="r">
              <a:defRPr lang="de-de" sz="155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9C54-1AC7-556A-89B8-EC3FD2F67FB9}" type="slidenum">
              <a:t>16</a:t>
            </a:fld>
          </a:p>
        </p:txBody>
      </p:sp>
      <p:sp>
        <p:nvSpPr>
          <p:cNvPr id="3" name="Datums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NQYVU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QwIAABonAACkBwAAWSkAABAAAAAmAAAACAAAAL+PAAAAAAAA"/>
              </a:ext>
            </a:extLst>
          </p:cNvSpPr>
          <p:nvPr>
            <p:ph type="dt" sz="half" idx="2"/>
          </p:nvPr>
        </p:nvSpPr>
        <p:spPr>
          <a:xfrm>
            <a:off x="367665" y="6356350"/>
            <a:ext cx="874395" cy="365125"/>
          </a:xfrm>
          <a:prstGeom prst="rect">
            <a:avLst/>
          </a:prstGeom>
        </p:spPr>
        <p:txBody>
          <a:bodyPr vert="horz" wrap="square" lIns="0" tIns="0" rIns="0" bIns="0" numCol="1" spcCol="215900" anchor="ctr">
            <a:prstTxWarp prst="textNoShape">
              <a:avLst/>
            </a:prstTxWarp>
          </a:bodyPr>
          <a:lstStyle>
            <a:lvl1pPr algn="l">
              <a:defRPr lang="de-de" sz="90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008D5C-12C7-557B-89B8-E42EC3F67FB1}" type="datetime1">
              <a:rPr lang="en-ca" cap="none"/>
              <a:t>6/14/2026</a:t>
            </a:fld>
          </a:p>
        </p:txBody>
      </p:sp>
      <p:sp>
        <p:nvSpPr>
          <p:cNvPr id="4" name="Fußzeile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GkDgw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HggAABonAAAUMAAAWSkAABAAAAAmAAAACAAAAL+PAAAAAAAA"/>
              </a:ext>
            </a:extLst>
          </p:cNvSpPr>
          <p:nvPr>
            <p:ph type="ftr" sz="quarter" idx="3"/>
          </p:nvPr>
        </p:nvSpPr>
        <p:spPr>
          <a:xfrm>
            <a:off x="1319530" y="6356350"/>
            <a:ext cx="6496050" cy="365125"/>
          </a:xfrm>
          <a:prstGeom prst="rect">
            <a:avLst/>
          </a:prstGeom>
        </p:spPr>
        <p:txBody>
          <a:bodyPr vert="horz" wrap="square" lIns="0" tIns="0" rIns="0" bIns="0" numCol="1" spcCol="215900" anchor="ctr">
            <a:prstTxWarp prst="textNoShape">
              <a:avLst/>
            </a:prstTxWarp>
          </a:bodyPr>
          <a:lstStyle>
            <a:lvl1pPr algn="l">
              <a:defRPr lang="de-de" sz="90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5" name="Textplatzhalt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MK4N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NgIAAKEKAACMOgAApyQAABAAAAAmAAAACAAAAD8vAAB/AAAA"/>
              </a:ext>
            </a:extLst>
          </p:cNvSpPr>
          <p:nvPr>
            <p:ph type="body" idx="1"/>
          </p:nvPr>
        </p:nvSpPr>
        <p:spPr>
          <a:xfrm>
            <a:off x="359410" y="1727835"/>
            <a:ext cx="9157970" cy="4230370"/>
          </a:xfrm>
          <a:prstGeom prst="rect">
            <a:avLst/>
          </a:prstGeom>
          <a:noFill/>
        </p:spPr>
        <p:txBody>
          <a:bodyPr vert="horz" wrap="square" lIns="0" tIns="0" rIns="0" bIns="0" numCol="1" spcCol="215900" anchor="t">
            <a:prstTxWarp prst="textNoShape">
              <a:avLst/>
            </a:prstTxWarp>
          </a:bodyPr>
          <a:lstStyle/>
          <a:p>
            <a:pPr>
              <a:defRPr lang="de-de"/>
            </a:pPr>
            <a:r>
              <a:t>Copy 18 Pt.</a:t>
            </a:r>
          </a:p>
          <a:p>
            <a:pPr lvl="1">
              <a:defRPr lang="de-de"/>
            </a:pPr>
            <a:r>
              <a:t>Copy mit Bulletpoint 18 Pt.</a:t>
            </a:r>
          </a:p>
          <a:p>
            <a:pPr lvl="2">
              <a:defRPr lang="de-de"/>
            </a:pPr>
            <a:r>
              <a:t>Copy mit Bulletpoint, eingerückt 16 Pt.</a:t>
            </a:r>
          </a:p>
          <a:p>
            <a:pPr lvl="3">
              <a:defRPr lang="de-de"/>
            </a:pPr>
            <a:r>
              <a:t>Zwischenüberschrift 20 Pt. Bold</a:t>
            </a:r>
          </a:p>
          <a:p>
            <a:pPr lvl="4">
              <a:defRPr lang="de-de"/>
            </a:pPr>
            <a:r>
              <a:t>Einleitungstext 20 Pt. Bold</a:t>
            </a:r>
          </a:p>
          <a:p>
            <a:pPr lvl="5">
              <a:defRPr lang="de-de"/>
            </a:pPr>
            <a:r>
              <a:t>Subline 24 Pt.</a:t>
            </a:r>
          </a:p>
          <a:p>
            <a:pPr lvl="6">
              <a:defRPr lang="de-de"/>
            </a:pPr>
            <a:r>
              <a:t>Statements!</a:t>
            </a:r>
          </a:p>
          <a:p>
            <a:pPr lvl="7">
              <a:defRPr lang="de-de"/>
            </a:pPr>
            <a:r>
              <a:t>SRH </a:t>
            </a:r>
          </a:p>
          <a:p>
            <a:pPr lvl="8">
              <a:defRPr lang="de-de"/>
            </a:pPr>
            <a:r>
              <a:t>Quelle</a:t>
            </a:r>
          </a:p>
        </p:txBody>
      </p:sp>
      <p:sp>
        <p:nvSpPr>
          <p:cNvPr id="6" name="Titelplatzhalter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JAhIQ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NwIAADUCAACMOgAAWAcAABAAAAAmAAAACAAAAL8vAAB/AAAA"/>
              </a:ext>
            </a:extLst>
          </p:cNvSpPr>
          <p:nvPr>
            <p:ph type="title"/>
          </p:nvPr>
        </p:nvSpPr>
        <p:spPr>
          <a:xfrm>
            <a:off x="360045" y="358775"/>
            <a:ext cx="9157335" cy="835025"/>
          </a:xfrm>
          <a:prstGeom prst="rect">
            <a:avLst/>
          </a:prstGeom>
          <a:noFill/>
        </p:spPr>
        <p:txBody>
          <a:bodyPr vert="horz" wrap="square" lIns="0" tIns="0" rIns="0" bIns="0" numCol="1" spcCol="215900" anchor="b">
            <a:prstTxWarp prst="textNoShape">
              <a:avLst/>
            </a:prstTxWarp>
          </a:bodyPr>
          <a:lstStyle/>
          <a:p>
            <a:pPr>
              <a:defRPr lang="de-de"/>
            </a:pPr>
            <a:r>
              <a:t>Mastertitelformat bearbeiten</a:t>
            </a:r>
          </a:p>
        </p:txBody>
      </p:sp>
      <p:sp>
        <p:nvSpPr>
          <p:cNvPr id="7" name="Freihandform: Form 11"/>
          <p:cNvSpPr>
            <a:extLst>
              <a:ext uri="smNativeData">
                <pr:smNativeData xmlns:pr="smNativeData" xmlns="smNativeData" val="SMDATA_15_qMguahMAAAAlAAAACwAAAA0AAAAA7EIAADkCAADBSAAAvAYAAAAAAAABAAAAAAAAAAEAAABQAAAAAAAAAAAA4D8AAAAAAADgPwAAAAAAAOA/AAAAAAAA4D8AAAAAAADgPwAAAAAAAOA/AAAAAAAA4D8AAAAAAADgPwAAAAAAAOA/AAAAAAAA4D8CAAAAjAAAAAEAAAAAAAAA30gHD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7EIAADkCAADBSAAAvAYAABAAAAAmAAAACAAAAP//////////"/>
              </a:ext>
            </a:extLst>
          </p:cNvSpPr>
          <p:nvPr/>
        </p:nvSpPr>
        <p:spPr>
          <a:xfrm>
            <a:off x="10878820" y="361315"/>
            <a:ext cx="948055" cy="733425"/>
          </a:xfrm>
          <a:custGeom>
            <a:avLst/>
            <a:gdLst/>
            <a:ahLst/>
            <a:cxnLst/>
            <a:rect l="0" t="0" r="948055" b="733425"/>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a:noFill/>
          </a:ln>
          <a:effectLst/>
        </p:spPr>
        <p:txBody>
          <a:bodyPr vert="horz" wrap="square" lIns="10878820" tIns="361315" rIns="11826875" bIns="1094740" numCol="1" spcCol="215900" anchor="ctr"/>
          <a:lstStyle/>
          <a:p>
            <a:pPr>
              <a:defRPr lang="de-de"/>
            </a:pPr>
          </a:p>
        </p:txBody>
      </p:sp>
    </p:spTree>
  </p:cSld>
  <p:clrMap bg1="lt1" tx1="dk1" bg2="lt2" tx2="dk2" accent1="accent1" accent2="accent2" accent3="accent3" accent4="accent4" accent5="accent5" accent6="accent6" hlink="hlink" folHlink="folHlink"/>
  <p:sldLayoutIdLst>
    <p:sldLayoutId id="2147483679" r:id="rId1"/>
    <p:sldLayoutId id="2147483649" r:id="rId2"/>
    <p:sldLayoutId id="2147483676" r:id="rId3"/>
    <p:sldLayoutId id="2147483650" r:id="rId4"/>
    <p:sldLayoutId id="2147483651" r:id="rId5"/>
    <p:sldLayoutId id="2147483666" r:id="rId6"/>
    <p:sldLayoutId id="2147483686" r:id="rId7"/>
    <p:sldLayoutId id="2147483667" r:id="rId8"/>
    <p:sldLayoutId id="2147483664" r:id="rId9"/>
    <p:sldLayoutId id="2147483665" r:id="rId10"/>
    <p:sldLayoutId id="2147483661" r:id="rId11"/>
    <p:sldLayoutId id="2147483671" r:id="rId12"/>
    <p:sldLayoutId id="2147483672" r:id="rId13"/>
    <p:sldLayoutId id="2147483678" r:id="rId14"/>
    <p:sldLayoutId id="2147483673" r:id="rId15"/>
    <p:sldLayoutId id="2147483677" r:id="rId16"/>
    <p:sldLayoutId id="2147483683" r:id="rId17"/>
    <p:sldLayoutId id="2147483680" r:id="rId18"/>
    <p:sldLayoutId id="2147483684" r:id="rId19"/>
    <p:sldLayoutId id="2147483654" r:id="rId20"/>
    <p:sldLayoutId id="2147483655" r:id="rId21"/>
    <p:sldLayoutId id="2147483681" r:id="rId22"/>
    <p:sldLayoutId id="2147483682" r:id="rId23"/>
  </p:sldLayoutIdLst>
  <p:hf hdr="0"/>
  <p:txStyles>
    <p:titleStyle>
      <a:lvl1pPr marL="0" marR="0" indent="0" algn="l" defTabSz="914400">
        <a:lnSpc>
          <a:spcPct val="100000"/>
        </a:lnSpc>
        <a:spcBef>
          <a:spcPts val="0"/>
        </a:spcBef>
        <a:spcAft>
          <a:spcPts val="0"/>
        </a:spcAft>
        <a:buNone/>
        <a:tabLst/>
        <a:defRPr lang="de-de" sz="3000" b="1" i="0" u="none" strike="noStrike" kern="1" cap="none" spc="0" baseline="0">
          <a:solidFill>
            <a:schemeClr val="tx1"/>
          </a:solidFill>
          <a:effectLst/>
          <a:latin typeface="SRH Headline" pitchFamily="0" charset="0"/>
          <a:ea typeface="SRH Headline" pitchFamily="0" charset="0"/>
          <a:cs typeface="SRH Headline"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titleStyle>
    <p:bodyStyle>
      <a:lvl1pPr marL="0" marR="0" indent="0" algn="l" defTabSz="914400">
        <a:lnSpc>
          <a:spcPct val="110000"/>
        </a:lnSpc>
        <a:spcBef>
          <a:spcPts val="1200"/>
        </a:spcBef>
        <a:spcAft>
          <a:spcPts val="0"/>
        </a:spcAft>
        <a:buNone/>
        <a:tabLst/>
        <a:defRPr lang="de-de" sz="1800" b="0" i="0" u="none" strike="noStrike" kern="1" cap="none" spc="0" baseline="0">
          <a:solidFill>
            <a:schemeClr val="tx1"/>
          </a:solidFill>
          <a:effectLst/>
          <a:latin typeface="SRH Text" pitchFamily="0" charset="0"/>
          <a:ea typeface="SRH Text" pitchFamily="0" charset="0"/>
          <a:cs typeface="SRH Text" pitchFamily="0" charset="0"/>
        </a:defRPr>
      </a:lvl1pPr>
      <a:lvl2pPr marL="360045" marR="0" indent="-360045" algn="l" defTabSz="914400">
        <a:lnSpc>
          <a:spcPct val="110000"/>
        </a:lnSpc>
        <a:spcBef>
          <a:spcPts val="1200"/>
        </a:spcBef>
        <a:spcAft>
          <a:spcPts val="0"/>
        </a:spcAft>
        <a:buClr>
          <a:schemeClr val="accent1"/>
        </a:buClr>
        <a:buSzTx/>
        <a:buFont typeface="SRH" pitchFamily="0" charset="0"/>
        <a:buChar char="—"/>
        <a:tabLst/>
        <a:defRPr lang="de-de" sz="1800" b="0" i="0" u="none" strike="noStrike" kern="1" cap="none" spc="0" baseline="0">
          <a:solidFill>
            <a:schemeClr val="tx1"/>
          </a:solidFill>
          <a:effectLst/>
          <a:latin typeface="SRH Text" pitchFamily="0" charset="0"/>
          <a:ea typeface="SRH Text" pitchFamily="0" charset="0"/>
          <a:cs typeface="SRH Text" pitchFamily="0" charset="0"/>
        </a:defRPr>
      </a:lvl2pPr>
      <a:lvl3pPr marL="720090" marR="0" indent="-360045" algn="l" defTabSz="914400">
        <a:lnSpc>
          <a:spcPct val="110000"/>
        </a:lnSpc>
        <a:spcBef>
          <a:spcPts val="0"/>
        </a:spcBef>
        <a:spcAft>
          <a:spcPts val="0"/>
        </a:spcAft>
        <a:buClr>
          <a:schemeClr val="accent1"/>
        </a:buClr>
        <a:buSzTx/>
        <a:buFont typeface="SRH" pitchFamily="0" charset="0"/>
        <a:buChar char="—"/>
        <a:tabLst/>
        <a:defRPr lang="de-de" sz="1600" b="0" i="0" u="none" strike="noStrike" kern="1" cap="none" spc="0" baseline="0">
          <a:solidFill>
            <a:schemeClr val="tx1"/>
          </a:solidFill>
          <a:effectLst/>
          <a:latin typeface="SRH Text" pitchFamily="0" charset="0"/>
          <a:ea typeface="SRH Text" pitchFamily="0" charset="0"/>
          <a:cs typeface="SRH Text" pitchFamily="0" charset="0"/>
        </a:defRPr>
      </a:lvl3pPr>
      <a:lvl4pPr marL="0" marR="0" indent="0" algn="l" defTabSz="914400">
        <a:lnSpc>
          <a:spcPct val="110000"/>
        </a:lnSpc>
        <a:spcBef>
          <a:spcPts val="2400"/>
        </a:spcBef>
        <a:spcAft>
          <a:spcPts val="0"/>
        </a:spcAft>
        <a:buNone/>
        <a:tabLst/>
        <a:defRPr lang="de-de" sz="2000" b="1" i="0" u="none" strike="noStrike" kern="1" cap="none" spc="0" baseline="0">
          <a:solidFill>
            <a:schemeClr val="accent1"/>
          </a:solidFill>
          <a:effectLst/>
          <a:latin typeface="SRH Text" pitchFamily="0" charset="0"/>
          <a:ea typeface="SRH Text" pitchFamily="0" charset="0"/>
          <a:cs typeface="SRH Text" pitchFamily="0" charset="0"/>
        </a:defRPr>
      </a:lvl4pPr>
      <a:lvl5pPr marL="0" marR="0" indent="0" algn="l" defTabSz="914400">
        <a:lnSpc>
          <a:spcPct val="110000"/>
        </a:lnSpc>
        <a:spcBef>
          <a:spcPts val="1200"/>
        </a:spcBef>
        <a:spcAft>
          <a:spcPts val="0"/>
        </a:spcAft>
        <a:buNone/>
        <a:tabLst/>
        <a:defRPr lang="de-de" sz="2000" b="1" i="0" u="none" strike="noStrike" kern="1" cap="none" spc="0" baseline="0">
          <a:solidFill>
            <a:schemeClr val="tx1"/>
          </a:solidFill>
          <a:effectLst/>
          <a:latin typeface="SRH Headline" pitchFamily="0" charset="0"/>
          <a:ea typeface="SRH Headline" pitchFamily="0" charset="0"/>
          <a:cs typeface="SRH Headline" pitchFamily="0" charset="0"/>
        </a:defRPr>
      </a:lvl5pPr>
      <a:lvl6pPr marL="0" marR="0" indent="0" algn="l" defTabSz="914400">
        <a:lnSpc>
          <a:spcPct val="110000"/>
        </a:lnSpc>
        <a:spcBef>
          <a:spcPts val="1200"/>
        </a:spcBef>
        <a:spcAft>
          <a:spcPts val="0"/>
        </a:spcAft>
        <a:buNone/>
        <a:tabLst/>
        <a:defRPr lang="de-de" sz="2400" b="0" i="0" u="none" strike="noStrike" kern="1" cap="none" spc="0" baseline="0">
          <a:solidFill>
            <a:schemeClr val="tx1"/>
          </a:solidFill>
          <a:effectLst/>
          <a:latin typeface="SRH Headline" pitchFamily="0" charset="0"/>
          <a:ea typeface="SRH Headline" pitchFamily="0" charset="0"/>
          <a:cs typeface="SRH Headline" pitchFamily="0" charset="0"/>
        </a:defRPr>
      </a:lvl6pPr>
      <a:lvl7pPr marL="0" marR="0" indent="0" algn="l" defTabSz="914400">
        <a:lnSpc>
          <a:spcPct val="98000"/>
        </a:lnSpc>
        <a:spcBef>
          <a:spcPts val="1200"/>
        </a:spcBef>
        <a:spcAft>
          <a:spcPts val="0"/>
        </a:spcAft>
        <a:buNone/>
        <a:tabLst/>
        <a:defRPr lang="de-de" sz="4800" b="1" i="0" u="none" strike="noStrike" kern="1" cap="none" spc="0" baseline="0">
          <a:solidFill>
            <a:schemeClr val="accent1"/>
          </a:solidFill>
          <a:effectLst/>
          <a:latin typeface="SRH Headline" pitchFamily="0" charset="0"/>
          <a:ea typeface="SRH Headline" pitchFamily="0" charset="0"/>
          <a:cs typeface="SRH Headline" pitchFamily="0" charset="0"/>
        </a:defRPr>
      </a:lvl7pPr>
      <a:lvl8pPr marL="0" marR="0" indent="0" algn="l" defTabSz="914400">
        <a:lnSpc>
          <a:spcPct val="98000"/>
        </a:lnSpc>
        <a:spcBef>
          <a:spcPts val="1200"/>
        </a:spcBef>
        <a:spcAft>
          <a:spcPts val="0"/>
        </a:spcAft>
        <a:buNone/>
        <a:tabLst/>
        <a:defRPr lang="de-de" sz="2000" b="1" i="0" u="none" strike="noStrike" kern="1" cap="none" spc="0" baseline="0">
          <a:solidFill>
            <a:schemeClr val="tx1"/>
          </a:solidFill>
          <a:effectLst/>
          <a:latin typeface="SRH Text" pitchFamily="0" charset="0"/>
          <a:ea typeface="SRH Text" pitchFamily="0" charset="0"/>
          <a:cs typeface="SRH Text" pitchFamily="0" charset="0"/>
        </a:defRPr>
      </a:lvl8pPr>
      <a:lvl9pPr marL="0" marR="0" indent="0" algn="l" defTabSz="914400">
        <a:lnSpc>
          <a:spcPct val="110000"/>
        </a:lnSpc>
        <a:spcBef>
          <a:spcPts val="600"/>
        </a:spcBef>
        <a:spcAft>
          <a:spcPts val="0"/>
        </a:spcAft>
        <a:buNone/>
        <a:tabLst/>
        <a:defRPr lang="de-de" sz="1200" b="0" i="0" u="none" strike="noStrike" kern="1" cap="none" spc="0" baseline="0">
          <a:solidFill>
            <a:schemeClr val="tx1"/>
          </a:solidFill>
          <a:effectLst/>
          <a:latin typeface="SRH Text" pitchFamily="0" charset="0"/>
          <a:ea typeface="SRH Text" pitchFamily="0" charset="0"/>
          <a:cs typeface="SRH Text" pitchFamily="0" charset="0"/>
        </a:defRPr>
      </a:lvl9pPr>
    </p:bodyStyle>
    <p:otherStyle>
      <a:lvl1pPr marL="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otherStyle>
  </p:txStyles>
</p:sldMaster>
</file>

<file path=ppt/slides/_rels/slide1.xml.rels><?xml version="1.0" encoding="UTF-8" standalone="yes" ?>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5.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15.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16.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17.xml.rels><?xml version="1.0" encoding="UTF-8" standalone="yes" ?>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5.emf"/><Relationship Id="rId3" Type="http://schemas.openxmlformats.org/officeDocument/2006/relationships/image" Target="../media/image6.emf"/></Relationships>
</file>

<file path=ppt/slides/slide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8"/>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2AEAAA0FAAAXRwAAhREAAAAAAAAmAAAACAAAAAEAAAAAAAAA"/>
              </a:ext>
            </a:extLst>
          </p:cNvSpPr>
          <p:nvPr>
            <p:ph type="title"/>
          </p:nvPr>
        </p:nvSpPr>
        <p:spPr>
          <a:xfrm>
            <a:off x="299720" y="821055"/>
            <a:ext cx="11256645" cy="2026920"/>
          </a:xfrm>
        </p:spPr>
        <p:txBody>
          <a:bodyPr/>
          <a:lstStyle/>
          <a:p>
            <a:pPr algn="ctr">
              <a:defRPr lang="de-de"/>
            </a:pPr>
            <a:br/>
            <a:r>
              <a:rPr lang="en-us" sz="4000" cap="none"/>
              <a:t>Thesis:</a:t>
            </a:r>
            <a:br/>
            <a:r>
              <a:rPr lang="en-us" sz="4000" cap="none"/>
              <a:t>Reliability  Monitoring  and  Cost-Sensitive  Selective Prediction for Credit Risk under Distribution Shift</a:t>
            </a:r>
            <a:endParaRPr lang="en-us" sz="4000" cap="none"/>
          </a:p>
          <a:p>
            <a:pPr algn="ctr">
              <a:spcBef>
                <a:spcPts val="0"/>
              </a:spcBef>
              <a:defRPr lang="en-us" sz="4000" cap="none"/>
            </a:pPr>
          </a:p>
        </p:txBody>
      </p:sp>
      <p:sp>
        <p:nvSpPr>
          <p:cNvPr id="3" name="object 12"/>
          <p:cNvSpPr>
            <a:extLst>
              <a:ext uri="smNativeData">
                <pr:smNativeData xmlns:pr="smNativeData" xmlns="smNativeData" val="SMDATA_15_qMguahMAAAAlAAAAZAAAAE0AAAAAAAAAABQ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AAAAB/f38AqqOdA8zMzADAwP8Af39/AAAAAAAAAAAAAAAAAAAAAAAAAAAAIQAAABgAAAAUAAAAswIAAHIYAADaJgAAfSoAAAAgAAAmAAAACAAAAP//////////"/>
              </a:ext>
            </a:extLst>
          </p:cNvSpPr>
          <p:nvPr/>
        </p:nvSpPr>
        <p:spPr>
          <a:xfrm>
            <a:off x="438785" y="3973830"/>
            <a:ext cx="5876925" cy="2933065"/>
          </a:xfrm>
          <a:prstGeom prst="rect">
            <a:avLst/>
          </a:prstGeom>
          <a:noFill/>
          <a:ln>
            <a:noFill/>
          </a:ln>
          <a:effectLst/>
        </p:spPr>
        <p:txBody>
          <a:bodyPr vert="horz" wrap="square" lIns="0" tIns="12700" rIns="0" bIns="0" numCol="1" spcCol="215900" anchor="t"/>
          <a:lstStyle/>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Amin</a:t>
            </a:r>
            <a:r>
              <a:rPr lang="en-us" sz="2400" cap="none"/>
              <a:t> </a:t>
            </a:r>
            <a:r>
              <a:rPr lang="en-us" sz="2400" b="1" cap="none">
                <a:solidFill>
                  <a:schemeClr val="bg1"/>
                </a:solidFill>
                <a:latin typeface="SRH Headline" pitchFamily="0" charset="0"/>
                <a:ea typeface="SRH Headline" pitchFamily="0" charset="0"/>
                <a:cs typeface="SRH Headline" pitchFamily="0" charset="0"/>
              </a:rPr>
              <a:t>Feli</a:t>
            </a:r>
            <a:r>
              <a:rPr lang="fa-ir" sz="2400" b="1" cap="none">
                <a:solidFill>
                  <a:schemeClr val="bg1"/>
                </a:solidFill>
                <a:latin typeface="SRH Headline" pitchFamily="0" charset="0"/>
                <a:ea typeface="SRH Headline" pitchFamily="0" charset="0"/>
                <a:cs typeface="SRH Headline" pitchFamily="0" charset="0"/>
              </a:rPr>
              <a:t> </a:t>
            </a:r>
            <a:r>
              <a:rPr lang="en-us" sz="2400" b="1" cap="none">
                <a:solidFill>
                  <a:schemeClr val="bg1"/>
                </a:solidFill>
                <a:latin typeface="SRH Headline" pitchFamily="0" charset="0"/>
                <a:ea typeface="SRH Headline" pitchFamily="0" charset="0"/>
                <a:cs typeface="SRH Headline" pitchFamily="0" charset="0"/>
              </a:rPr>
              <a:t>(11038701)</a:t>
            </a:r>
            <a:r>
              <a:rPr lang="fa-ir" sz="2400" b="1" cap="none">
                <a:solidFill>
                  <a:schemeClr val="bg1"/>
                </a:solidFill>
                <a:latin typeface="SRH Headline" pitchFamily="0" charset="0"/>
                <a:ea typeface="SRH Headline" pitchFamily="0" charset="0"/>
                <a:cs typeface="SRH Headline" pitchFamily="0" charset="0"/>
              </a:rPr>
              <a:t> </a:t>
            </a:r>
            <a:endParaRPr lang="en-us" sz="2400" b="1" cap="none">
              <a:solidFill>
                <a:schemeClr val="bg1"/>
              </a:solidFill>
              <a:latin typeface="SRH Headline" pitchFamily="0" charset="0"/>
              <a:ea typeface="SRH Headline" pitchFamily="0" charset="0"/>
              <a:cs typeface="SRH Headline" pitchFamily="0" charset="0"/>
            </a:endParaRPr>
          </a:p>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Supervisor: Prof</a:t>
            </a:r>
            <a:r>
              <a:rPr lang="fa-ir" sz="2400" b="1" cap="none">
                <a:solidFill>
                  <a:schemeClr val="bg1"/>
                </a:solidFill>
                <a:latin typeface="SRH Headline" pitchFamily="0" charset="0"/>
                <a:ea typeface="SRH Headline" pitchFamily="0" charset="0"/>
                <a:cs typeface="SRH Headline" pitchFamily="0" charset="0"/>
              </a:rPr>
              <a:t> . </a:t>
            </a:r>
            <a:r>
              <a:rPr lang="en-us" sz="2400" b="1" cap="none">
                <a:solidFill>
                  <a:schemeClr val="bg1"/>
                </a:solidFill>
                <a:latin typeface="SRH Headline" pitchFamily="0" charset="0"/>
                <a:ea typeface="SRH Headline" pitchFamily="0" charset="0"/>
                <a:cs typeface="SRH Headline" pitchFamily="0" charset="0"/>
              </a:rPr>
              <a:t>Dr. Mehrdad Jalali</a:t>
            </a:r>
            <a:endParaRPr lang="en-us" sz="2400" b="1" cap="none">
              <a:solidFill>
                <a:schemeClr val="bg1"/>
              </a:solidFill>
              <a:latin typeface="SRH Headline" pitchFamily="0" charset="0"/>
              <a:ea typeface="SRH Headline" pitchFamily="0" charset="0"/>
              <a:cs typeface="SRH Headline" pitchFamily="0" charset="0"/>
            </a:endParaRPr>
          </a:p>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SRH Hochschule Heidelberg</a:t>
            </a:r>
            <a:endParaRPr lang="en-us" sz="2400" b="1" cap="none">
              <a:solidFill>
                <a:schemeClr val="bg1"/>
              </a:solidFill>
              <a:latin typeface="SRH Headline" pitchFamily="0" charset="0"/>
              <a:ea typeface="SRH Headline" pitchFamily="0" charset="0"/>
              <a:cs typeface="SRH Headline" pitchFamily="0" charset="0"/>
            </a:endParaRPr>
          </a:p>
          <a:p>
            <a:pPr marL="12700">
              <a:lnSpc>
                <a:spcPct val="150000"/>
              </a:lnSpc>
              <a:spcBef>
                <a:spcPts val="3345"/>
              </a:spcBef>
              <a:defRPr lang="de-de"/>
            </a:pPr>
            <a:endParaRPr lang="de-de" sz="2400" b="1" cap="none">
              <a:solidFill>
                <a:schemeClr val="bg1"/>
              </a:solidFill>
              <a:latin typeface="SRH Headline" pitchFamily="0" charset="0"/>
              <a:ea typeface="SRH Headline" pitchFamily="0" charset="0"/>
              <a:cs typeface="SRH Headline" pitchFamily="0" charset="0"/>
            </a:endParaRPr>
          </a:p>
        </p:txBody>
      </p:sp>
      <p:sp>
        <p:nvSpPr>
          <p:cNvPr id="4" name="Date Placehold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DwEAAFYmAABxBgAAlSgAABAAAAAmAAAACAAAAAEAAAAAAAAA"/>
              </a:ext>
            </a:extLst>
          </p:cNvSpPr>
          <p:nvPr>
            <p:ph type="dt" sz="half" idx="10"/>
          </p:nvPr>
        </p:nvSpPr>
        <p:spPr>
          <a:xfrm>
            <a:off x="172085" y="6231890"/>
            <a:ext cx="875030" cy="365125"/>
          </a:xfrm>
        </p:spPr>
        <p:txBody>
          <a:bodyPr/>
          <a:lstStyle/>
          <a:p>
            <a:pPr>
              <a:defRPr lang="de-de"/>
            </a:pPr>
            <a:fld id="{2A00D34F-01C7-5525-89B8-F7709DF67FA2}" type="datetime1">
              <a:rPr lang="en-ca" cap="none"/>
              <a:t>6/14/2026</a:t>
            </a:fld>
          </a:p>
        </p:txBody>
      </p:sp>
      <p:sp>
        <p:nvSpPr>
          <p:cNvPr id="5" name="Foot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YAAKomAADuLgAA6SgAABAAAAAmAAAACAAAAAEAAAAAAAAA"/>
              </a:ext>
            </a:extLst>
          </p:cNvSpPr>
          <p:nvPr>
            <p:ph type="ftr" sz="quarter" idx="11"/>
          </p:nvPr>
        </p:nvSpPr>
        <p:spPr>
          <a:xfrm>
            <a:off x="1133475" y="6285230"/>
            <a:ext cx="6495415" cy="365125"/>
          </a:xfrm>
        </p:spPr>
        <p:txBody>
          <a:bodyPr/>
          <a:lstStyle/>
          <a:p>
            <a:pPr>
              <a:defRPr lang="de-de"/>
            </a:pPr>
            <a:r>
              <a:t>SRH Hochschule Heidelberg</a:t>
            </a:r>
          </a:p>
        </p:txBody>
      </p:sp>
      <p:sp>
        <p:nvSpPr>
          <p:cNvPr id="6" name="Slide Number Placeholder 7"/>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zcDw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B0QAANMmAAA2SAAAEikAABAAAAAmAAAACAAAAAEAAAAAAAAA"/>
              </a:ext>
            </a:extLst>
          </p:cNvSpPr>
          <p:nvPr>
            <p:ph type="sldNum" sz="quarter" idx="12"/>
          </p:nvPr>
        </p:nvSpPr>
        <p:spPr>
          <a:xfrm>
            <a:off x="11058525" y="6311265"/>
            <a:ext cx="680085" cy="365125"/>
          </a:xfrm>
        </p:spPr>
        <p:txBody>
          <a:bodyPr/>
          <a:lstStyle/>
          <a:p>
            <a:pPr>
              <a:defRPr lang="de-de"/>
            </a:pPr>
            <a:fld id="{2A00B767-29C7-5541-89B8-DF14F9F67F8A}" type="slidenum">
              <a:t>1</a:t>
            </a:fld>
          </a:p>
        </p:txBody>
      </p:sp>
    </p:spTree>
  </p:cSld>
  <p:clrMapOvr>
    <a:masterClrMapping/>
  </p:clrMapOvr>
  <p:timing>
    <p:tnLst>
      <p:par>
        <p:cTn id="1" dur="indefinite" restart="never" nodeType="tmRoot"/>
      </p:par>
    </p:tnLst>
  </p:timing>
</p:sld>
</file>

<file path=ppt/slides/slide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VAQAABAAAAAmAAAACAAAAAEAAAAAAAAA"/>
              </a:ext>
            </a:extLst>
          </p:cNvSpPr>
          <p:nvPr>
            <p:ph type="title"/>
          </p:nvPr>
        </p:nvSpPr>
        <p:spPr>
          <a:xfrm>
            <a:off x="191770" y="90805"/>
            <a:ext cx="9157970" cy="612775"/>
          </a:xfrm>
        </p:spPr>
        <p:txBody>
          <a:bodyPr/>
          <a:lstStyle/>
          <a:p>
            <a:pPr>
              <a:defRPr lang="de-de"/>
            </a:pPr>
            <a:r>
              <a:rPr lang="en-us" cap="none">
                <a:solidFill>
                  <a:srgbClr val="DF4807"/>
                </a:solidFill>
              </a:rPr>
              <a:t>Problem Statement:</a:t>
            </a:r>
            <a:endParaRPr lang="de-de" cap="none">
              <a:solidFill>
                <a:srgbClr val="DF4807"/>
              </a:solidFill>
            </a:endParaRPr>
          </a:p>
        </p:txBody>
      </p:sp>
      <p:sp>
        <p:nvSpPr>
          <p:cNvPr id="3" name="Inhaltsplatzhalter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sB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JAEAAAtRAAALSkAAAAAAAAmAAAACAAAAAEAAAAAAAAA"/>
              </a:ext>
            </a:extLst>
          </p:cNvSpPr>
          <p:nvPr>
            <p:ph type="body" idx="1"/>
          </p:nvPr>
        </p:nvSpPr>
        <p:spPr>
          <a:xfrm>
            <a:off x="276860" y="741680"/>
            <a:ext cx="10805795" cy="5951855"/>
          </a:xfrm>
        </p:spPr>
        <p:txBody>
          <a:bodyPr/>
          <a:lstStyle/>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Credit risk prediction systems in banking are typically designed to classify loan applicants as either </a:t>
            </a:r>
            <a:r>
              <a:rPr b="1" cap="none"/>
              <a:t>default or non-default </a:t>
            </a:r>
            <a:r>
              <a:t>using machine learning models trained on historical data. While many existing studies focus on improving predictive accuracy (e.g., </a:t>
            </a:r>
            <a:r>
              <a:rPr b="1" cap="none"/>
              <a:t>AUC optimization</a:t>
            </a:r>
            <a:r>
              <a:t>) and addressing class imbalance through cost-sensitive learning, they remain limited in several important aspects.</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First, most traditional models rely on a </a:t>
            </a:r>
            <a:r>
              <a:rPr b="1" cap="none"/>
              <a:t>static decision threshold (commonly 0.5)</a:t>
            </a:r>
            <a:r>
              <a:t>, which does not reflect real-world financial trade-offs between false positives and false negatives. This leads to suboptimal decision-making in risk-sensitive environments such as credit lending.</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Second, although cost-sensitive learning is widely adopted, it is typically implemented as a</a:t>
            </a:r>
            <a:r>
              <a:rPr b="1" cap="none"/>
              <a:t> fixed penalty structure</a:t>
            </a:r>
            <a:r>
              <a:t>, without adapting dynamically to changing business constraints, operational conditions, or varying risk preferences.</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Third, most conventional credit risk models provide only </a:t>
            </a:r>
            <a:r>
              <a:rPr b="1" cap="none"/>
              <a:t>deterministic binary outputs</a:t>
            </a:r>
            <a:r>
              <a:t>, without explicitly modeling uncertainty. As a result, they force automated decisions even in ambiguous cases where human judgment would be more appropriate.</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Fourth, existing approaches are generally developed and evaluated in a static training environment, </a:t>
            </a:r>
            <a:r>
              <a:rPr b="1" cap="none"/>
              <a:t>assuming that data distributions remain stable over time.</a:t>
            </a:r>
            <a:r>
              <a:t> However, in real banking systems, economic conditions, customer behavior, and credit patterns evolve continuously, leading to data drift and model performance degradation over time.</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Finally, a key limitation in many previous works is the </a:t>
            </a:r>
            <a:r>
              <a:rPr b="1" cap="none"/>
              <a:t>lack of a continuous reliability monitoring framework</a:t>
            </a:r>
            <a:r>
              <a:t>. After deployment, models are often evaluated only periodically using new datasets, without systematic tracking of data drift, prediction drift, or real-time performance degradation. This means that deterioration in model behavior (e.g., increasing false negatives or shifting risk distributions) may go undetected until significant financial impact has already occurred.</a:t>
            </a:r>
          </a:p>
          <a:p>
            <a:pPr lvl="1" marL="0" indent="0" algn="just">
              <a:lnSpc>
                <a:spcPct val="200000"/>
              </a:lnSpc>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p:txBody>
      </p:sp>
      <p:sp>
        <p:nvSpPr>
          <p:cNvPr id="4" name="Datumsplatzhalt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9F42-0CC7-5569-89B8-FA3CD1F67FAF}" type="datetime1">
              <a:rPr lang="en-ca" cap="none"/>
              <a:t>6/14/2026</a:t>
            </a:fld>
          </a:p>
        </p:txBody>
      </p:sp>
      <p:sp>
        <p:nvSpPr>
          <p:cNvPr id="5" name="Fußzeilen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8718-56C7-5571-89B8-A024C9F67FF5}" type="slidenum">
              <a:t>2</a:t>
            </a:fld>
          </a:p>
        </p:txBody>
      </p:sp>
    </p:spTree>
  </p:cSld>
  <p:clrMapOvr>
    <a:masterClrMapping/>
  </p:clrMapOvr>
  <p:timing>
    <p:tnLst>
      <p:par>
        <p:cTn id="1" dur="indefinite" restart="never" nodeType="tmRoot"/>
      </p:par>
    </p:tnLst>
  </p:timing>
</p:sld>
</file>

<file path=ppt/slides/slide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sgUAAAAAAAAmAAAACAAAAAEAAAAAAAAA"/>
              </a:ext>
            </a:extLst>
          </p:cNvSpPr>
          <p:nvPr>
            <p:ph type="title"/>
          </p:nvPr>
        </p:nvSpPr>
        <p:spPr>
          <a:xfrm>
            <a:off x="191770" y="90805"/>
            <a:ext cx="9157970" cy="835025"/>
          </a:xfrm>
        </p:spPr>
        <p:txBody>
          <a:bodyPr/>
          <a:lstStyle/>
          <a:p>
            <a:pPr>
              <a:defRPr lang="de-de"/>
            </a:pPr>
            <a:r>
              <a:rPr lang="en-us" cap="none">
                <a:solidFill>
                  <a:srgbClr val="DF4807"/>
                </a:solidFill>
              </a:rPr>
              <a:t>Limitations of previous research:</a:t>
            </a:r>
            <a:endParaRPr lang="de-de" cap="none">
              <a:solidFill>
                <a:srgbClr val="DF4807"/>
              </a:solidFill>
            </a:endParaRPr>
          </a:p>
        </p:txBody>
      </p:sp>
      <p:sp>
        <p:nvSpPr>
          <p:cNvPr id="3" name="Inhaltsplatzhalter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BMGAAAtRAAALSkAAAAAAAAmAAAACAAAAAEAAAAAAAAA"/>
              </a:ext>
            </a:extLst>
          </p:cNvSpPr>
          <p:nvPr>
            <p:ph type="body" idx="1"/>
          </p:nvPr>
        </p:nvSpPr>
        <p:spPr>
          <a:xfrm>
            <a:off x="276860" y="987425"/>
            <a:ext cx="10805795" cy="5706110"/>
          </a:xfrm>
        </p:spPr>
        <p:txBody>
          <a:bodyPr/>
          <a:lstStyle/>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dynamic threshold optimization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uncertainty handling</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model monitoring after deployment</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drift detection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selective decision-making (human-in-the-loop)</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connection between model prediction and operational workflow</a:t>
            </a:r>
          </a:p>
        </p:txBody>
      </p:sp>
      <p:sp>
        <p:nvSpPr>
          <p:cNvPr id="4" name="Datumsplatzhalt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E8C5-8BC7-551E-89B8-7D4BA6F67F28}" type="datetime1">
              <a:rPr lang="en-ca" cap="none"/>
              <a:t>6/14/2026</a:t>
            </a:fld>
          </a:p>
        </p:txBody>
      </p:sp>
      <p:sp>
        <p:nvSpPr>
          <p:cNvPr id="5" name="Fußzeilen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E212-5CC7-5514-89B8-AA41ACF67FFF}" type="slidenum">
              <a:t>3</a:t>
            </a:fld>
          </a:p>
        </p:txBody>
      </p:sp>
    </p:spTree>
  </p:cSld>
  <p:clrMapOvr>
    <a:masterClrMapping/>
  </p:clrMapOvr>
  <p:timing>
    <p:tnLst>
      <p:par>
        <p:cTn id="1" dur="indefinite" restart="never" nodeType="tmRoot"/>
      </p:par>
    </p:tnLst>
  </p:timing>
</p:sld>
</file>

<file path=ppt/slides/slide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sgUAAAAAAAAmAAAACAAAAAEAAAAAAAAA"/>
              </a:ext>
            </a:extLst>
          </p:cNvSpPr>
          <p:nvPr>
            <p:ph type="title"/>
          </p:nvPr>
        </p:nvSpPr>
        <p:spPr>
          <a:xfrm>
            <a:off x="191770" y="90805"/>
            <a:ext cx="9157970" cy="835025"/>
          </a:xfrm>
        </p:spPr>
        <p:txBody>
          <a:bodyPr/>
          <a:lstStyle/>
          <a:p>
            <a:pPr>
              <a:defRPr lang="de-de" cap="none">
                <a:solidFill>
                  <a:srgbClr val="DF4807"/>
                </a:solidFill>
              </a:defRPr>
            </a:pPr>
            <a:r>
              <a:t>Steps:</a:t>
            </a:r>
          </a:p>
        </p:txBody>
      </p:sp>
      <p:sp>
        <p:nvSpPr>
          <p:cNvPr id="3" name="Inhaltsplatzhalter 5"/>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BMGAAAtRAAALSkAAAAAAAAmAAAACAAAAAEAAAAAAAAA"/>
              </a:ext>
            </a:extLst>
          </p:cNvSpPr>
          <p:nvPr>
            <p:ph type="body" idx="1"/>
          </p:nvPr>
        </p:nvSpPr>
        <p:spPr>
          <a:xfrm>
            <a:off x="276860" y="987425"/>
            <a:ext cx="10805795" cy="5706110"/>
          </a:xfrm>
        </p:spPr>
        <p:txBody>
          <a:bodyPr/>
          <a:lstStyle/>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Find optimal threshold:arange(0.15, 0.6, 0.01)</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Cost function: prioritize low FN, penalize FP--&gt;cost = 2.5 * fn + 1.0 * fp</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Multi-objective Model Selection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RELIABILITY MONITORING :</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Drift Detection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Drift Prediction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SELECTIVE PREDICTION FRAMEWORK</a:t>
            </a:r>
          </a:p>
        </p:txBody>
      </p:sp>
      <p:sp>
        <p:nvSpPr>
          <p:cNvPr id="4" name="Datumsplatzhalter 2"/>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mgRQ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8631-7FC7-5570-89B8-8925C8F67FDC}" type="datetime1">
              <a:rPr lang="en-ca" cap="none"/>
              <a:t>6/14/2026</a:t>
            </a:fld>
          </a:p>
        </p:txBody>
      </p:sp>
      <p:sp>
        <p:nvSpPr>
          <p:cNvPr id="5" name="Fußzeilenplatzhalt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C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D313-5DC7-5525-89B8-AB709DF67FFE}" type="slidenum">
              <a:t>4</a:t>
            </a:fld>
          </a:p>
        </p:txBody>
      </p:sp>
    </p:spTree>
  </p:cSld>
  <p:clrMapOvr>
    <a:masterClrMapping/>
  </p:clrMapOvr>
  <p:timing>
    <p:tnLst>
      <p:par>
        <p:cTn id="1" dur="indefinite" restart="never" nodeType="tmRoot"/>
      </p:par>
    </p:tnLst>
  </p:timing>
</p:sld>
</file>

<file path=ppt/slides/slide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Adaptive threshold optimization</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marL="360045" indent="-360045" algn="just">
              <a:lnSpc>
                <a:spcPct val="150000"/>
              </a:lnSpc>
              <a:buClr>
                <a:schemeClr val="accent1"/>
              </a:buClr>
              <a:buChar char="•"/>
              <a:defRPr lang="en-us" b="1" cap="none">
                <a:solidFill>
                  <a:schemeClr val="hlink"/>
                </a:solidFill>
              </a:defRPr>
            </a:pPr>
            <a:r>
              <a:t>I did NOT use 0.5 threshold</a:t>
            </a:r>
          </a:p>
          <a:p>
            <a:pPr marL="360045" indent="-360045" algn="just">
              <a:lnSpc>
                <a:spcPct val="150000"/>
              </a:lnSpc>
              <a:buClr>
                <a:schemeClr val="accent1"/>
              </a:buClr>
              <a:buChar char="•"/>
              <a:defRPr lang="en-us" b="1" cap="none">
                <a:solidFill>
                  <a:schemeClr val="hlink"/>
                </a:solidFill>
              </a:defRPr>
            </a:pPr>
            <a:r>
              <a:t>I searched optimal threshold based on:</a:t>
            </a:r>
            <a:r>
              <a:rPr sz="1400" b="0" cap="none">
                <a:solidFill>
                  <a:srgbClr val="000000"/>
                </a:solidFill>
                <a:uFill>
                  <a:solidFill>
                    <a:srgbClr val="000000"/>
                  </a:solidFill>
                </a:uFill>
                <a:latin typeface="Times New Roman" pitchFamily="1" charset="0"/>
                <a:ea typeface="Times New Roman" pitchFamily="1" charset="0"/>
                <a:cs typeface="Times New Roman" pitchFamily="1" charset="0"/>
              </a:rPr>
              <a:t>Find optimal threshold:arange(0.15, 0.6, 0.01)</a:t>
            </a:r>
            <a:endParaRPr sz="1400" b="0" cap="none">
              <a:solidFill>
                <a:srgbClr val="000000"/>
              </a:solidFill>
              <a:uFill>
                <a:solidFill>
                  <a:srgbClr val="000000"/>
                </a:solidFill>
              </a:uFill>
              <a:latin typeface="Times New Roman" pitchFamily="1" charset="0"/>
              <a:ea typeface="Times New Roman" pitchFamily="1" charset="0"/>
              <a:cs typeface="Times New Roman" pitchFamily="1" charset="0"/>
            </a:endParaRPr>
          </a:p>
          <a:p>
            <a:pPr marL="360045" indent="-360045" algn="just">
              <a:lnSpc>
                <a:spcPct val="150000"/>
              </a:lnSpc>
              <a:buClr>
                <a:schemeClr val="accent1"/>
              </a:buClr>
              <a:buChar char="•"/>
              <a:defRPr lang="en-us" b="1" cap="none">
                <a:solidFill>
                  <a:schemeClr val="hlink"/>
                </a:solidFill>
              </a:defRPr>
            </a:pPr>
            <a:r>
              <a:t>cost function:</a:t>
            </a:r>
            <a:r>
              <a:rPr sz="1400" b="0" cap="none">
                <a:solidFill>
                  <a:srgbClr val="000000"/>
                </a:solidFill>
                <a:uFill>
                  <a:solidFill>
                    <a:srgbClr val="000000"/>
                  </a:solidFill>
                </a:uFill>
                <a:latin typeface="Times New Roman" pitchFamily="1" charset="0"/>
                <a:ea typeface="Times New Roman" pitchFamily="1" charset="0"/>
                <a:cs typeface="Times New Roman" pitchFamily="1" charset="0"/>
              </a:rPr>
              <a:t>cost = 2.5 * fn + 1.0 * fp</a:t>
            </a:r>
            <a:endParaRPr sz="1400" b="0" cap="none">
              <a:solidFill>
                <a:srgbClr val="000000"/>
              </a:solidFill>
              <a:uFill>
                <a:solidFill>
                  <a:srgbClr val="000000"/>
                </a:solidFill>
              </a:uFill>
              <a:latin typeface="Times New Roman" pitchFamily="1" charset="0"/>
              <a:ea typeface="Times New Roman" pitchFamily="1" charset="0"/>
              <a:cs typeface="Times New Roman" pitchFamily="1" charset="0"/>
            </a:endParaRPr>
          </a:p>
          <a:p>
            <a:pPr marL="360045" indent="-360045" algn="just">
              <a:lnSpc>
                <a:spcPct val="150000"/>
              </a:lnSpc>
              <a:buClr>
                <a:schemeClr val="accent1"/>
              </a:buClr>
              <a:buChar char="•"/>
              <a:defRPr lang="en-us" b="1" cap="none">
                <a:solidFill>
                  <a:schemeClr val="hlink"/>
                </a:solidFill>
              </a:defRPr>
            </a:pPr>
            <a:r>
              <a:t>FN/FP trade-off</a:t>
            </a:r>
          </a:p>
          <a:p>
            <a:pPr marL="360045" indent="-360045" algn="just">
              <a:lnSpc>
                <a:spcPct val="150000"/>
              </a:lnSpc>
              <a:buClr>
                <a:schemeClr val="accent1"/>
              </a:buClr>
              <a:buChar char="•"/>
              <a:defRPr lang="en-us" b="1" cap="none">
                <a:solidFill>
                  <a:schemeClr val="hlink"/>
                </a:solidFill>
              </a:defRPr>
            </a:pPr>
            <a:r>
              <a:t>class imbalance behavior</a:t>
            </a:r>
          </a:p>
          <a:p>
            <a:pPr marL="360045" indent="-360045" algn="just">
              <a:lnSpc>
                <a:spcPct val="150000"/>
              </a:lnSpc>
              <a:buClr>
                <a:schemeClr val="accent1"/>
              </a:buClr>
              <a:buChar char="•"/>
              <a:defRPr lang="en-us" b="1" cap="none">
                <a:solidFill>
                  <a:srgbClr val="FF0000"/>
                </a:solidFill>
              </a:defRPr>
            </a:pPr>
            <a:r>
              <a:rPr lang="en-us" cap="none">
                <a:solidFill>
                  <a:schemeClr val="hlink"/>
                </a:solidFill>
              </a:rPr>
              <a:t>This turns the model into a decision system, not just a classifier</a:t>
            </a:r>
            <a:endParaRPr lang="en-us" cap="none">
              <a:solidFill>
                <a:schemeClr val="hlink"/>
              </a:solidFill>
            </a:endParaRPr>
          </a:p>
          <a:p>
            <a:pPr lvl="1" algn="just">
              <a:lnSpc>
                <a:spcPct val="150000"/>
              </a:lnSpc>
              <a:buFont typeface="Arial" pitchFamily="2" charset="0"/>
              <a:buChar char="•"/>
              <a:defRPr lang="en-us" b="1" cap="none">
                <a:solidFill>
                  <a:schemeClr val="hlink"/>
                </a:solidFill>
              </a:defRPr>
            </a:pP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C08C-C2C7-5536-89B8-34638EF67F61}" type="slidenum">
              <a:t>5</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9886-C8C7-556E-89B8-3E3BD6F67F6B}"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6.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dAQAAAAAAAAmAAAACAAAAAEAAAAAAAAA"/>
              </a:ext>
            </a:extLst>
          </p:cNvSpPr>
          <p:nvPr>
            <p:ph type="title"/>
          </p:nvPr>
        </p:nvSpPr>
        <p:spPr>
          <a:xfrm>
            <a:off x="367665" y="136525"/>
            <a:ext cx="9157335" cy="587375"/>
          </a:xfrm>
        </p:spPr>
        <p:txBody>
          <a:bodyPr/>
          <a:lstStyle/>
          <a:p>
            <a:pPr>
              <a:defRPr lang="en-in" cap="none">
                <a:solidFill>
                  <a:srgbClr val="C00000"/>
                </a:solidFill>
              </a:defRPr>
            </a:pPr>
            <a:r>
              <a:t>Novalty</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IIFAADzQAAA0yEAAAAAAAAmAAAACAAAAAEAAAAAAAAA"/>
              </a:ext>
            </a:extLst>
          </p:cNvSpPr>
          <p:nvPr>
            <p:ph type="body" idx="1"/>
          </p:nvPr>
        </p:nvSpPr>
        <p:spPr>
          <a:xfrm>
            <a:off x="367030" y="895350"/>
            <a:ext cx="10191115" cy="4603115"/>
          </a:xfrm>
        </p:spPr>
        <p:txBody>
          <a:bodyPr/>
          <a:lstStyle/>
          <a:p>
            <a:pPr marL="360045" indent="-360045" algn="just">
              <a:lnSpc>
                <a:spcPct val="150000"/>
              </a:lnSpc>
              <a:buClr>
                <a:schemeClr val="accent1"/>
              </a:buClr>
              <a:buChar char="•"/>
              <a:defRPr lang="de-de" cap="none">
                <a:solidFill>
                  <a:srgbClr val="FF0000"/>
                </a:solidFill>
              </a:defRPr>
            </a:pPr>
            <a:r>
              <a:t>Old approach: </a:t>
            </a:r>
            <a:r>
              <a:rPr lang="de-de" cap="none">
                <a:solidFill>
                  <a:schemeClr val="hlink"/>
                </a:solidFill>
              </a:rPr>
              <a:t>Maximize AUC only</a:t>
            </a:r>
          </a:p>
          <a:p>
            <a:pPr lvl="1" algn="just">
              <a:lnSpc>
                <a:spcPct val="150000"/>
              </a:lnSpc>
              <a:buFont typeface="Arial" pitchFamily="2" charset="0"/>
              <a:buChar char="•"/>
              <a:defRPr lang="de-de" cap="none">
                <a:solidFill>
                  <a:srgbClr val="FF0000"/>
                </a:solidFill>
              </a:defRPr>
            </a:pPr>
            <a:r>
              <a:rPr lang="en-us" b="1" cap="none"/>
              <a:t>Multi-objective learning:</a:t>
            </a:r>
            <a:endParaRPr lang="en-us" b="1" cap="none"/>
          </a:p>
          <a:p>
            <a:pPr marL="360045" indent="-360045" algn="just">
              <a:lnSpc>
                <a:spcPct val="150000"/>
              </a:lnSpc>
              <a:buClr>
                <a:schemeClr val="accent1"/>
              </a:buClr>
              <a:buChar char="•"/>
              <a:defRPr lang="en-us" b="1" cap="none">
                <a:solidFill>
                  <a:srgbClr val="FF0000"/>
                </a:solidFill>
              </a:defRPr>
            </a:pPr>
            <a:r>
              <a:rPr lang="en-us" cap="none">
                <a:solidFill>
                  <a:srgbClr val="000000"/>
                </a:solidFill>
              </a:rPr>
              <a:t>In</a:t>
            </a:r>
            <a:r>
              <a:rPr lang="en-us" cap="none">
                <a:solidFill>
                  <a:schemeClr val="folHlink"/>
                </a:solidFill>
              </a:rPr>
              <a:t>stead of optimizing only AUC:</a:t>
            </a:r>
            <a:endParaRPr lang="en-us" cap="none">
              <a:solidFill>
                <a:schemeClr val="folHlink"/>
              </a:solidFill>
            </a:endParaRPr>
          </a:p>
          <a:p>
            <a:pPr marL="360045" indent="-360045" algn="just">
              <a:lnSpc>
                <a:spcPct val="150000"/>
              </a:lnSpc>
              <a:buClr>
                <a:schemeClr val="accent1"/>
              </a:buClr>
              <a:buChar char="•"/>
              <a:defRPr lang="en-us" b="1" cap="none">
                <a:solidFill>
                  <a:schemeClr val="folHlink"/>
                </a:solidFill>
              </a:defRPr>
            </a:pPr>
            <a:r>
              <a:t>Multiple factors are considered:</a:t>
            </a:r>
          </a:p>
          <a:p>
            <a:pPr marL="360045" indent="-360045" algn="just">
              <a:lnSpc>
                <a:spcPct val="150000"/>
              </a:lnSpc>
              <a:buClr>
                <a:schemeClr val="accent1"/>
              </a:buClr>
              <a:buChar char="•"/>
              <a:defRPr lang="en-us" b="1" cap="none">
                <a:solidFill>
                  <a:schemeClr val="folHlink"/>
                </a:solidFill>
              </a:defRPr>
            </a:pPr>
            <a:r>
              <a:t>AUC score</a:t>
            </a:r>
          </a:p>
          <a:p>
            <a:pPr marL="360045" indent="-360045" algn="just">
              <a:lnSpc>
                <a:spcPct val="150000"/>
              </a:lnSpc>
              <a:buClr>
                <a:schemeClr val="accent1"/>
              </a:buClr>
              <a:buChar char="•"/>
              <a:defRPr lang="en-us" b="1" cap="none">
                <a:solidFill>
                  <a:schemeClr val="folHlink"/>
                </a:solidFill>
              </a:defRPr>
            </a:pPr>
            <a:r>
              <a:t>False Negatives (FN)</a:t>
            </a:r>
          </a:p>
          <a:p>
            <a:pPr marL="360045" indent="-360045" algn="just">
              <a:lnSpc>
                <a:spcPct val="150000"/>
              </a:lnSpc>
              <a:buClr>
                <a:schemeClr val="accent1"/>
              </a:buClr>
              <a:buChar char="•"/>
              <a:defRPr lang="en-us" b="1" cap="none">
                <a:solidFill>
                  <a:schemeClr val="folHlink"/>
                </a:solidFill>
              </a:defRPr>
            </a:pPr>
            <a:r>
              <a:t>False Positives (FP)</a:t>
            </a:r>
          </a:p>
          <a:p>
            <a:pPr marL="360045" indent="-360045" algn="just">
              <a:lnSpc>
                <a:spcPct val="150000"/>
              </a:lnSpc>
              <a:buClr>
                <a:schemeClr val="accent1"/>
              </a:buClr>
              <a:buChar char="•"/>
              <a:defRPr lang="en-us" b="1" cap="none">
                <a:solidFill>
                  <a:schemeClr val="folHlink"/>
                </a:solidFill>
              </a:defRPr>
            </a:pPr>
            <a:r>
              <a:t>FP/FN balance(Ration)</a:t>
            </a:r>
          </a:p>
          <a:p>
            <a:pPr lvl="1" algn="just">
              <a:lnSpc>
                <a:spcPct val="150000"/>
              </a:lnSpc>
              <a:buFont typeface="Arial" pitchFamily="2" charset="0"/>
              <a:buChar char="•"/>
              <a:defRPr lang="en-us" b="1" cap="none">
                <a:solidFill>
                  <a:schemeClr val="folHlink"/>
                </a:solidFill>
              </a:defRPr>
            </a:pPr>
            <a:r>
              <a:t>Class balance</a:t>
            </a:r>
          </a:p>
          <a:p>
            <a:pPr lvl="1" algn="just">
              <a:lnSpc>
                <a:spcPct val="150000"/>
              </a:lnSpc>
              <a:buFont typeface="Arial" pitchFamily="2" charset="0"/>
              <a:buChar char="•"/>
              <a:defRPr lang="en-us" b="1" cap="none">
                <a:solidFill>
                  <a:schemeClr val="folHlink"/>
                </a:solidFill>
              </a:defRPr>
            </a:pPr>
            <a:r>
              <a:t>The goal is to optimize real-world performance, not just accuracy</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D319-57C7-5525-89B8-A1709DF67FF4}" type="slidenum">
              <a:t>6</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ED19-57C7-551B-89B8-A14EA3F67FF4}"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7.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FQIAAPoBAADGQAAAbxwAAAAAAAAmAAAACAAAAAEAAAAAAAAA"/>
              </a:ext>
            </a:extLst>
          </p:cNvSpPr>
          <p:nvPr>
            <p:ph type="body" idx="1"/>
          </p:nvPr>
        </p:nvSpPr>
        <p:spPr>
          <a:xfrm>
            <a:off x="338455" y="321310"/>
            <a:ext cx="10191115" cy="4300855"/>
          </a:xfrm>
        </p:spPr>
        <p:txBody>
          <a:bodyPr/>
          <a:lstStyle/>
          <a:p>
            <a:pPr marL="360045" indent="-360045" algn="just">
              <a:lnSpc>
                <a:spcPct val="150000"/>
              </a:lnSpc>
              <a:buClr>
                <a:schemeClr val="accent1"/>
              </a:buClr>
              <a:buChar char="•"/>
              <a:defRPr lang="de-de" sz="1400" cap="none">
                <a:solidFill>
                  <a:srgbClr val="FF0000"/>
                </a:solidFill>
              </a:defRPr>
            </a:pPr>
            <a:r>
              <a:t>Step 1: Threshold tuning</a:t>
            </a:r>
          </a:p>
          <a:p>
            <a:pPr marL="360045" indent="-360045" algn="just">
              <a:lnSpc>
                <a:spcPct val="150000"/>
              </a:lnSpc>
              <a:buClr>
                <a:schemeClr val="accent1"/>
              </a:buClr>
              <a:buChar char="•"/>
              <a:defRPr lang="de-de" sz="1400" cap="none">
                <a:solidFill>
                  <a:srgbClr val="000000"/>
                </a:solidFill>
              </a:defRPr>
            </a:pPr>
            <a:r>
              <a:t>For each model you also test:</a:t>
            </a:r>
          </a:p>
          <a:p>
            <a:pPr marL="360045" indent="-360045" algn="just">
              <a:lnSpc>
                <a:spcPct val="150000"/>
              </a:lnSpc>
              <a:buClr>
                <a:schemeClr val="accent1"/>
              </a:buClr>
              <a:buChar char="•"/>
              <a:defRPr lang="de-de" sz="1400" cap="none">
                <a:solidFill>
                  <a:srgbClr val="000000"/>
                </a:solidFill>
              </a:defRPr>
            </a:pPr>
            <a:r>
              <a:t>threshold = 0.15 → 0.60</a:t>
            </a:r>
          </a:p>
          <a:p>
            <a:pPr marL="360045" indent="-360045" algn="just">
              <a:lnSpc>
                <a:spcPct val="150000"/>
              </a:lnSpc>
              <a:buClr>
                <a:schemeClr val="accent1"/>
              </a:buClr>
              <a:buChar char="•"/>
              <a:defRPr lang="de-de" sz="1400" cap="none">
                <a:solidFill>
                  <a:srgbClr val="000000"/>
                </a:solidFill>
              </a:defRPr>
            </a:pPr>
            <a:r>
              <a:t>For each threshold:</a:t>
            </a:r>
          </a:p>
          <a:p>
            <a:pPr marL="360045" indent="-360045" algn="just">
              <a:lnSpc>
                <a:spcPct val="150000"/>
              </a:lnSpc>
              <a:buClr>
                <a:schemeClr val="accent1"/>
              </a:buClr>
              <a:buChar char="•"/>
              <a:defRPr lang="de-de" sz="1400" cap="none">
                <a:solidFill>
                  <a:srgbClr val="000000"/>
                </a:solidFill>
              </a:defRPr>
            </a:pPr>
            <a:r>
              <a:t>Convert probability → class</a:t>
            </a:r>
          </a:p>
          <a:p>
            <a:pPr marL="360045" indent="-360045" algn="just">
              <a:lnSpc>
                <a:spcPct val="150000"/>
              </a:lnSpc>
              <a:buClr>
                <a:schemeClr val="accent1"/>
              </a:buClr>
              <a:buChar char="•"/>
              <a:defRPr lang="de-de" sz="1400" cap="none">
                <a:solidFill>
                  <a:srgbClr val="000000"/>
                </a:solidFill>
              </a:defRPr>
            </a:pPr>
            <a:r>
              <a:t>Compute FN, FP</a:t>
            </a:r>
          </a:p>
          <a:p>
            <a:pPr marL="360045" indent="-360045" algn="just">
              <a:lnSpc>
                <a:spcPct val="150000"/>
              </a:lnSpc>
              <a:buClr>
                <a:schemeClr val="accent1"/>
              </a:buClr>
              <a:buChar char="•"/>
              <a:defRPr lang="de-de" sz="1400" cap="none">
                <a:solidFill>
                  <a:srgbClr val="000000"/>
                </a:solidFill>
              </a:defRPr>
            </a:pPr>
            <a:r>
              <a:t>Compute cost</a:t>
            </a:r>
          </a:p>
          <a:p>
            <a:pPr marL="360045" indent="-360045" algn="just">
              <a:lnSpc>
                <a:spcPct val="150000"/>
              </a:lnSpc>
              <a:buClr>
                <a:schemeClr val="accent1"/>
              </a:buClr>
              <a:buChar char="•"/>
              <a:defRPr lang="de-de" sz="1400" cap="none">
                <a:solidFill>
                  <a:srgbClr val="FF0000"/>
                </a:solidFill>
              </a:defRPr>
            </a:pPr>
            <a:r>
              <a:t>Step 2: Evaluate each model</a:t>
            </a:r>
          </a:p>
          <a:p>
            <a:pPr marL="360045" indent="-360045" algn="just">
              <a:lnSpc>
                <a:spcPct val="150000"/>
              </a:lnSpc>
              <a:buClr>
                <a:schemeClr val="accent1"/>
              </a:buClr>
              <a:buChar char="•"/>
              <a:defRPr lang="de-de" sz="1400" cap="none">
                <a:solidFill>
                  <a:srgbClr val="000000"/>
                </a:solidFill>
              </a:defRPr>
            </a:pPr>
            <a:r>
              <a:t>For each hyperparameter combination:</a:t>
            </a:r>
          </a:p>
          <a:p>
            <a:pPr marL="360045" indent="-360045" algn="just">
              <a:lnSpc>
                <a:spcPct val="150000"/>
              </a:lnSpc>
              <a:buClr>
                <a:schemeClr val="accent1"/>
              </a:buClr>
              <a:buChar char="•"/>
              <a:defRPr lang="de-de" sz="1400" cap="none">
                <a:solidFill>
                  <a:srgbClr val="000000"/>
                </a:solidFill>
              </a:defRPr>
            </a:pPr>
            <a:r>
              <a:t>Compute AUC</a:t>
            </a:r>
          </a:p>
          <a:p>
            <a:pPr marL="360045" indent="-360045" algn="just">
              <a:lnSpc>
                <a:spcPct val="150000"/>
              </a:lnSpc>
              <a:buClr>
                <a:schemeClr val="accent1"/>
              </a:buClr>
              <a:buChar char="•"/>
              <a:defRPr lang="de-de" sz="1400" cap="none">
                <a:solidFill>
                  <a:srgbClr val="000000"/>
                </a:solidFill>
              </a:defRPr>
            </a:pPr>
            <a:r>
              <a:t>Compute FN, FP</a:t>
            </a:r>
          </a:p>
          <a:p>
            <a:pPr marL="360045" indent="-360045" algn="just">
              <a:lnSpc>
                <a:spcPct val="150000"/>
              </a:lnSpc>
              <a:buClr>
                <a:schemeClr val="accent1"/>
              </a:buClr>
              <a:buChar char="•"/>
              <a:defRPr lang="de-de" sz="1400" cap="none">
                <a:solidFill>
                  <a:srgbClr val="000000"/>
                </a:solidFill>
              </a:defRPr>
            </a:pPr>
            <a:r>
              <a:t>Compute cost</a:t>
            </a:r>
          </a:p>
          <a:p>
            <a:pPr marL="360045" indent="-360045" algn="just">
              <a:lnSpc>
                <a:spcPct val="150000"/>
              </a:lnSpc>
              <a:buClr>
                <a:schemeClr val="accent1"/>
              </a:buClr>
              <a:buChar char="•"/>
              <a:defRPr lang="de-de" sz="1400" cap="none">
                <a:solidFill>
                  <a:srgbClr val="000000"/>
                </a:solidFill>
              </a:defRPr>
            </a:pPr>
            <a:r>
              <a:t>Compute balance (FP/FN ratio)</a:t>
            </a:r>
          </a:p>
          <a:p>
            <a:pPr marL="360045" indent="-360045" algn="just">
              <a:lnSpc>
                <a:spcPct val="150000"/>
              </a:lnSpc>
              <a:buClr>
                <a:schemeClr val="accent1"/>
              </a:buClr>
              <a:buChar char="•"/>
              <a:defRPr lang="de-de" sz="1400" cap="none">
                <a:solidFill>
                  <a:srgbClr val="000000"/>
                </a:solidFill>
              </a:defRPr>
            </a:pPr>
          </a:p>
          <a:p>
            <a:pPr marL="360045" indent="-360045" algn="just">
              <a:lnSpc>
                <a:spcPct val="150000"/>
              </a:lnSpc>
              <a:buClr>
                <a:schemeClr val="accent1"/>
              </a:buClr>
              <a:buChar char="•"/>
              <a:defRPr lang="de-de" sz="1400" cap="none">
                <a:solidFill>
                  <a:srgbClr val="FF0000"/>
                </a:solidFill>
              </a:defRPr>
            </a:pPr>
          </a:p>
        </p:txBody>
      </p:sp>
      <p:sp>
        <p:nvSpPr>
          <p:cNvPr id="3"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DDE4-AAC7-552B-89B8-5C7E93F67F09}" type="slidenum">
              <a:t>7</a:t>
            </a:fld>
          </a:p>
        </p:txBody>
      </p:sp>
      <p:sp>
        <p:nvSpPr>
          <p:cNvPr id="4"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9453-1DC7-5562-89B8-EB37DAF67FBE}" type="datetime1">
              <a:rPr lang="en-ca" cap="none"/>
              <a:t>6/14/2026</a:t>
            </a:fld>
          </a:p>
        </p:txBody>
      </p:sp>
      <p:sp>
        <p:nvSpPr>
          <p:cNvPr id="5"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8.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JAIAAOsBAADVQAAAYBwAAAAAAAAmAAAACAAAAAEAAAAAAAAA"/>
              </a:ext>
            </a:extLst>
          </p:cNvSpPr>
          <p:nvPr>
            <p:ph type="body" idx="1"/>
          </p:nvPr>
        </p:nvSpPr>
        <p:spPr>
          <a:xfrm>
            <a:off x="347980" y="311785"/>
            <a:ext cx="10191115" cy="4300855"/>
          </a:xfrm>
        </p:spPr>
        <p:txBody>
          <a:bodyPr/>
          <a:lstStyle/>
          <a:p>
            <a:pPr marL="360045" indent="-360045" algn="just">
              <a:lnSpc>
                <a:spcPct val="150000"/>
              </a:lnSpc>
              <a:buClrTx/>
              <a:buChar char="•"/>
              <a:defRPr lang="en-us" sz="1600" b="1" cap="none">
                <a:solidFill>
                  <a:schemeClr val="hlink"/>
                </a:solidFill>
              </a:defRPr>
            </a:pPr>
            <a:r>
              <a:rPr lang="en-us" cap="none">
                <a:solidFill>
                  <a:schemeClr val="accent1"/>
                </a:solidFill>
              </a:rPr>
              <a:t>selective prediction</a:t>
            </a:r>
            <a:r>
              <a:t>:</a:t>
            </a:r>
          </a:p>
          <a:p>
            <a:pPr marL="360045" indent="-360045" algn="just">
              <a:lnSpc>
                <a:spcPct val="150000"/>
              </a:lnSpc>
              <a:buClr>
                <a:schemeClr val="accent1"/>
              </a:buClr>
              <a:buChar char="•"/>
              <a:defRPr lang="en-us" sz="1600" b="1" cap="none">
                <a:solidFill>
                  <a:schemeClr val="hlink"/>
                </a:solidFill>
              </a:defRPr>
            </a:pPr>
            <a:r>
              <a:t>Instead of 1 threshold, you use 2 thresholds:</a:t>
            </a:r>
          </a:p>
          <a:p>
            <a:pPr marL="360045" indent="-360045" algn="just">
              <a:lnSpc>
                <a:spcPct val="150000"/>
              </a:lnSpc>
              <a:buClrTx/>
              <a:buChar char="•"/>
              <a:defRPr lang="en-us" sz="1600" b="1" cap="none">
                <a:solidFill>
                  <a:schemeClr val="accent1"/>
                </a:solidFill>
              </a:defRPr>
            </a:pPr>
            <a:r>
              <a:t>t1 &lt; t2</a:t>
            </a:r>
          </a:p>
          <a:p>
            <a:pPr marL="360045" indent="-360045" algn="just">
              <a:lnSpc>
                <a:spcPct val="150000"/>
              </a:lnSpc>
              <a:buChar char="•"/>
              <a:defRPr lang="en-us" sz="1600" b="1" cap="none">
                <a:solidFill>
                  <a:schemeClr val="hlink"/>
                </a:solidFill>
              </a:defRPr>
            </a:pPr>
            <a:r>
              <a:t>t1 (Accept threshold): 0.20</a:t>
            </a:r>
          </a:p>
          <a:p>
            <a:pPr marL="360045" indent="-360045" algn="just">
              <a:lnSpc>
                <a:spcPct val="150000"/>
              </a:lnSpc>
              <a:buClrTx/>
              <a:buChar char="•"/>
              <a:defRPr lang="en-us" sz="1600" b="1" cap="none">
                <a:solidFill>
                  <a:schemeClr val="hlink"/>
                </a:solidFill>
              </a:defRPr>
            </a:pPr>
            <a:r>
              <a:t>t2 (Reject threshold): 0.60</a:t>
            </a:r>
          </a:p>
          <a:p>
            <a:pPr marL="360045" indent="-360045" algn="just">
              <a:lnSpc>
                <a:spcPct val="150000"/>
              </a:lnSpc>
              <a:buClr>
                <a:schemeClr val="accent1"/>
              </a:buClr>
              <a:buChar char="•"/>
              <a:defRPr lang="en-us" sz="1600" b="1" cap="none">
                <a:solidFill>
                  <a:schemeClr val="hlink"/>
                </a:solidFill>
              </a:defRPr>
            </a:pPr>
            <a:r>
              <a:t>So the probability space is split into 3 zones:</a:t>
            </a:r>
          </a:p>
          <a:p>
            <a:pPr marL="360045" indent="-360045" algn="just">
              <a:lnSpc>
                <a:spcPct val="150000"/>
              </a:lnSpc>
              <a:buClrTx/>
              <a:buChar char="•"/>
              <a:defRPr lang="en-us" sz="1600" b="1" cap="none">
                <a:solidFill>
                  <a:schemeClr val="hlink"/>
                </a:solidFill>
              </a:defRPr>
            </a:pPr>
            <a:r>
              <a:rPr lang="en-us" cap="none">
                <a:solidFill>
                  <a:schemeClr val="accent1"/>
                </a:solidFill>
              </a:rPr>
              <a:t>Zone 1:</a:t>
            </a:r>
            <a:r>
              <a:t> Low risk → Automatic Accept--&gt;p(default)&lt;t1</a:t>
            </a:r>
          </a:p>
          <a:p>
            <a:pPr marL="360045" indent="-360045" algn="just">
              <a:lnSpc>
                <a:spcPct val="150000"/>
              </a:lnSpc>
              <a:buClrTx/>
              <a:buChar char="•"/>
              <a:defRPr lang="en-us" sz="1600" b="1" cap="none">
                <a:solidFill>
                  <a:schemeClr val="hlink"/>
                </a:solidFill>
              </a:defRPr>
            </a:pPr>
            <a:r>
              <a:t>Predicted probabilities of default</a:t>
            </a:r>
          </a:p>
          <a:p>
            <a:pPr marL="360045" indent="-360045" algn="just">
              <a:lnSpc>
                <a:spcPct val="150000"/>
              </a:lnSpc>
              <a:buClr>
                <a:schemeClr val="accent1"/>
              </a:buClr>
              <a:buChar char="•"/>
              <a:defRPr lang="en-us" sz="1600" b="1" cap="none">
                <a:solidFill>
                  <a:schemeClr val="hlink"/>
                </a:solidFill>
              </a:defRPr>
            </a:pPr>
            <a:r>
              <a:t>Model is confident customer is safe</a:t>
            </a:r>
          </a:p>
          <a:p>
            <a:pPr marL="360045" indent="-360045" algn="just">
              <a:lnSpc>
                <a:spcPct val="150000"/>
              </a:lnSpc>
              <a:buClrTx/>
              <a:buChar char="•"/>
              <a:defRPr lang="en-us" sz="1600" b="1" cap="none">
                <a:solidFill>
                  <a:schemeClr val="hlink"/>
                </a:solidFill>
              </a:defRPr>
            </a:pPr>
            <a:r>
              <a:rPr lang="en-us" cap="none">
                <a:solidFill>
                  <a:schemeClr val="accent1"/>
                </a:solidFill>
              </a:rPr>
              <a:t> Zone 2:</a:t>
            </a:r>
            <a:r>
              <a:t> Uncertain region → Manual review:t1≤p(default)≤t2--&gt;Model is NOT confident</a:t>
            </a:r>
          </a:p>
          <a:p>
            <a:pPr marL="360045" indent="-360045" algn="just">
              <a:lnSpc>
                <a:spcPct val="150000"/>
              </a:lnSpc>
              <a:buClr>
                <a:schemeClr val="accent1"/>
              </a:buClr>
              <a:buChar char="•"/>
              <a:defRPr lang="en-us" sz="1600" b="1" cap="none">
                <a:solidFill>
                  <a:schemeClr val="hlink"/>
                </a:solidFill>
              </a:defRPr>
            </a:pPr>
            <a:r>
              <a:t>Send to human expert (bank officer)</a:t>
            </a:r>
          </a:p>
          <a:p>
            <a:pPr marL="360045" indent="-360045" algn="just">
              <a:lnSpc>
                <a:spcPct val="150000"/>
              </a:lnSpc>
              <a:buClrTx/>
              <a:buChar char="•"/>
              <a:defRPr lang="en-us" sz="1600" b="1" cap="none">
                <a:solidFill>
                  <a:schemeClr val="hlink"/>
                </a:solidFill>
              </a:defRPr>
            </a:pPr>
            <a:r>
              <a:rPr lang="en-us" cap="none">
                <a:solidFill>
                  <a:schemeClr val="accent1"/>
                </a:solidFill>
              </a:rPr>
              <a:t>Zone 3:</a:t>
            </a:r>
            <a:r>
              <a:t> High risk → Automatic Reject:p(default)&gt;t2</a:t>
            </a:r>
          </a:p>
          <a:p>
            <a:pPr marL="360045" indent="-360045" algn="just">
              <a:lnSpc>
                <a:spcPct val="150000"/>
              </a:lnSpc>
              <a:buClr>
                <a:schemeClr val="accent1"/>
              </a:buClr>
              <a:buChar char="•"/>
              <a:defRPr lang="en-us" sz="1600" b="1" cap="none">
                <a:solidFill>
                  <a:schemeClr val="hlink"/>
                </a:solidFill>
              </a:defRPr>
            </a:pPr>
            <a:r>
              <a:t>Model is confident customer will default</a:t>
            </a:r>
          </a:p>
        </p:txBody>
      </p:sp>
      <p:sp>
        <p:nvSpPr>
          <p:cNvPr id="3"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B013-5DC7-5546-89B8-AB13FEF67FFE}" type="slidenum">
              <a:t>8</a:t>
            </a:fld>
          </a:p>
        </p:txBody>
      </p:sp>
      <p:sp>
        <p:nvSpPr>
          <p:cNvPr id="4"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97ED-A3C7-5561-89B8-5534D9F67F00}" type="datetime1">
              <a:rPr lang="en-ca" cap="none"/>
              <a:t>6/14/2026</a:t>
            </a:fld>
          </a:p>
        </p:txBody>
      </p:sp>
      <p:sp>
        <p:nvSpPr>
          <p:cNvPr id="5"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9.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Selective prediction</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lvl="1" algn="just">
              <a:lnSpc>
                <a:spcPct val="150000"/>
              </a:lnSpc>
              <a:buFont typeface="Arial" pitchFamily="2" charset="0"/>
              <a:buChar char="•"/>
              <a:defRPr lang="en-us" b="1" cap="none">
                <a:solidFill>
                  <a:schemeClr val="hlink"/>
                </a:solidFill>
              </a:defRPr>
            </a:pPr>
          </a:p>
          <a:p>
            <a:pPr lvl="1" algn="just">
              <a:lnSpc>
                <a:spcPct val="150000"/>
              </a:lnSpc>
              <a:buFont typeface="Arial" pitchFamily="2" charset="0"/>
              <a:buChar char="•"/>
              <a:defRPr lang="en-us" b="1" cap="none">
                <a:solidFill>
                  <a:schemeClr val="hlink"/>
                </a:solidFill>
              </a:defRPr>
            </a:pPr>
            <a: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89B0-FEC7-557F-89B8-082AC7F67F5D}" type="slidenum">
              <a:t>9</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F370-3EC7-5505-89B8-C850BDF67F9D}"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0.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UAIAAAAAAAClOgAAIwUAAAAAAAAmAAAACAAAAAEAAAAAAAAA"/>
              </a:ext>
            </a:extLst>
          </p:cNvSpPr>
          <p:nvPr>
            <p:ph type="title"/>
          </p:nvPr>
        </p:nvSpPr>
        <p:spPr>
          <a:xfrm>
            <a:off x="375920" y="0"/>
            <a:ext cx="9157335" cy="835025"/>
          </a:xfrm>
        </p:spPr>
        <p:txBody>
          <a:bodyPr/>
          <a:lstStyle/>
          <a:p>
            <a:pPr>
              <a:spcBef>
                <a:spcPts val="0"/>
              </a:spcBef>
              <a:defRPr lang="en-in" cap="none">
                <a:solidFill>
                  <a:srgbClr val="C00000"/>
                </a:solidFill>
              </a:defRPr>
            </a:pPr>
            <a:r>
              <a:t>Reliability &amp; monitoring system</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FQIAAEEGAADGQAAAtiAAAAAAAAAmAAAACAAAAAEAAAAAAAAA"/>
              </a:ext>
            </a:extLst>
          </p:cNvSpPr>
          <p:nvPr>
            <p:ph type="body" idx="1"/>
          </p:nvPr>
        </p:nvSpPr>
        <p:spPr>
          <a:xfrm>
            <a:off x="338455" y="1016635"/>
            <a:ext cx="10191115" cy="4300855"/>
          </a:xfrm>
        </p:spPr>
        <p:txBody>
          <a:bodyPr/>
          <a:lstStyle/>
          <a:p>
            <a:pPr marL="360045" indent="-360045" algn="just">
              <a:lnSpc>
                <a:spcPct val="150000"/>
              </a:lnSpc>
              <a:buClr>
                <a:schemeClr val="accent1"/>
              </a:buClr>
              <a:buChar char="•"/>
              <a:defRPr lang="en-us" sz="1400" b="1" cap="none">
                <a:solidFill>
                  <a:schemeClr val="hlink"/>
                </a:solidFill>
              </a:defRPr>
            </a:pPr>
            <a:r>
              <a:t>I built a production-style monitoring system, including:</a:t>
            </a:r>
          </a:p>
          <a:p>
            <a:pPr marL="360045" indent="-360045" algn="just">
              <a:lnSpc>
                <a:spcPct val="150000"/>
              </a:lnSpc>
              <a:buClrTx/>
              <a:buChar char="•"/>
              <a:defRPr lang="en-us" sz="1400" b="1" cap="none">
                <a:solidFill>
                  <a:schemeClr val="accent1"/>
                </a:solidFill>
              </a:defRPr>
            </a:pPr>
            <a:r>
              <a:t>1. Data drift detection</a:t>
            </a:r>
          </a:p>
          <a:p>
            <a:pPr marL="360045" indent="-360045" algn="just">
              <a:lnSpc>
                <a:spcPct val="150000"/>
              </a:lnSpc>
              <a:buClr>
                <a:schemeClr val="accent1"/>
              </a:buClr>
              <a:buChar char="•"/>
              <a:defRPr lang="en-us" sz="1400" b="1" cap="none">
                <a:solidFill>
                  <a:schemeClr val="hlink"/>
                </a:solidFill>
              </a:defRPr>
            </a:pPr>
            <a:r>
              <a:t>PSI (Population Stability Index):has the distribution of the new data changed compared with the training data?</a:t>
            </a:r>
          </a:p>
          <a:p>
            <a:pPr marL="360045" indent="-360045" algn="just">
              <a:lnSpc>
                <a:spcPct val="150000"/>
              </a:lnSpc>
              <a:buClr>
                <a:schemeClr val="accent1"/>
              </a:buClr>
              <a:buChar char="•"/>
              <a:defRPr lang="en-us" sz="1400" b="1" cap="none">
                <a:solidFill>
                  <a:schemeClr val="hlink"/>
                </a:solidFill>
              </a:defRPr>
            </a:pPr>
            <a:r>
              <a:t>KS test:Are the two statistical distributions different from each other?</a:t>
            </a:r>
          </a:p>
          <a:p>
            <a:pPr marL="360045" indent="-360045" algn="just">
              <a:lnSpc>
                <a:spcPct val="150000"/>
              </a:lnSpc>
              <a:buClrTx/>
              <a:buChar char="•"/>
              <a:defRPr lang="en-us" sz="1400" b="1" cap="none">
                <a:solidFill>
                  <a:schemeClr val="accent1"/>
                </a:solidFill>
              </a:defRPr>
            </a:pPr>
            <a:r>
              <a:t>2. Prediction drift monitoring:</a:t>
            </a:r>
          </a:p>
          <a:p>
            <a:pPr marL="360045" indent="-360045" algn="just">
              <a:lnSpc>
                <a:spcPct val="150000"/>
              </a:lnSpc>
              <a:buClr>
                <a:schemeClr val="accent1"/>
              </a:buClr>
              <a:buChar char="•"/>
              <a:defRPr lang="en-us" sz="1400" b="1" cap="none">
                <a:solidFill>
                  <a:schemeClr val="hlink"/>
                </a:solidFill>
              </a:defRPr>
            </a:pPr>
            <a:r>
              <a:t>probability shift</a:t>
            </a:r>
          </a:p>
          <a:p>
            <a:pPr marL="360045" indent="-360045" algn="just">
              <a:lnSpc>
                <a:spcPct val="150000"/>
              </a:lnSpc>
              <a:buClr>
                <a:schemeClr val="accent1"/>
              </a:buClr>
              <a:buChar char="•"/>
              <a:defRPr lang="en-us" sz="1400" b="1" cap="none">
                <a:solidFill>
                  <a:schemeClr val="hlink"/>
                </a:solidFill>
              </a:defRPr>
            </a:pPr>
            <a:r>
              <a:t>approval rate change</a:t>
            </a:r>
          </a:p>
          <a:p>
            <a:pPr marL="360045" indent="-360045" algn="just">
              <a:lnSpc>
                <a:spcPct val="150000"/>
              </a:lnSpc>
              <a:buClr>
                <a:schemeClr val="accent1"/>
              </a:buClr>
              <a:buChar char="•"/>
              <a:defRPr lang="en-us" sz="1400" b="1" cap="none">
                <a:solidFill>
                  <a:schemeClr val="hlink"/>
                </a:solidFill>
              </a:defRPr>
            </a:pPr>
            <a:r>
              <a:t>distribution change</a:t>
            </a:r>
          </a:p>
          <a:p>
            <a:pPr marL="360045" indent="-360045" algn="just">
              <a:lnSpc>
                <a:spcPct val="150000"/>
              </a:lnSpc>
              <a:buClrTx/>
              <a:buChar char="•"/>
              <a:defRPr lang="en-us" sz="1400" b="1" cap="none">
                <a:solidFill>
                  <a:schemeClr val="accent1"/>
                </a:solidFill>
              </a:defRPr>
            </a:pPr>
            <a:r>
              <a:t>3. Performance monitoring</a:t>
            </a:r>
          </a:p>
          <a:p>
            <a:pPr marL="360045" indent="-360045" algn="just">
              <a:lnSpc>
                <a:spcPct val="150000"/>
              </a:lnSpc>
              <a:buClr>
                <a:schemeClr val="accent1"/>
              </a:buClr>
              <a:buChar char="•"/>
              <a:defRPr lang="en-us" sz="1400" b="1" cap="none">
                <a:solidFill>
                  <a:schemeClr val="hlink"/>
                </a:solidFill>
              </a:defRPr>
            </a:pPr>
            <a:r>
              <a:t>AUC drop detection</a:t>
            </a:r>
          </a:p>
          <a:p>
            <a:pPr marL="360045" indent="-360045" algn="just">
              <a:lnSpc>
                <a:spcPct val="150000"/>
              </a:lnSpc>
              <a:buClr>
                <a:schemeClr val="accent1"/>
              </a:buClr>
              <a:buChar char="•"/>
              <a:defRPr lang="en-us" sz="1400" b="1" cap="none">
                <a:solidFill>
                  <a:schemeClr val="hlink"/>
                </a:solidFill>
              </a:defRPr>
            </a:pPr>
            <a:r>
              <a:t>FN increase detection</a:t>
            </a:r>
          </a:p>
          <a:p>
            <a:pPr lvl="1" algn="just">
              <a:lnSpc>
                <a:spcPct val="150000"/>
              </a:lnSpc>
              <a:buFont typeface="Arial" pitchFamily="2" charset="0"/>
              <a:buChar char="•"/>
              <a:defRPr lang="en-us" sz="1400" b="1" cap="none">
                <a:solidFill>
                  <a:schemeClr val="hlink"/>
                </a:solidFill>
              </a:defRPr>
            </a:pPr>
            <a:r>
              <a:t>cost increase tracking</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B213-5DC7-5544-89B8-AB11FCF67FFE}" type="slidenum">
              <a:t>10</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B8B3-FDC7-554E-89B8-0B1BF6F67F5E}"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uwEAABgCAABsQAAAjRwAAAAAAAAmAAAACAAAAAEAAAAAAAAA"/>
              </a:ext>
            </a:extLst>
          </p:cNvSpPr>
          <p:nvPr>
            <p:ph type="body" idx="1"/>
          </p:nvPr>
        </p:nvSpPr>
        <p:spPr>
          <a:xfrm>
            <a:off x="281305" y="340360"/>
            <a:ext cx="10191115" cy="4300855"/>
          </a:xfrm>
        </p:spPr>
        <p:txBody>
          <a:bodyPr/>
          <a:lstStyle/>
          <a:p>
            <a:pPr marL="360045" indent="-360045" algn="just">
              <a:lnSpc>
                <a:spcPct val="150000"/>
              </a:lnSpc>
              <a:buClr>
                <a:schemeClr val="accent1"/>
              </a:buClr>
              <a:buChar char="•"/>
              <a:defRPr lang="en-us" sz="1200" b="1" cap="none">
                <a:solidFill>
                  <a:schemeClr val="hlink"/>
                </a:solidFill>
              </a:defRPr>
            </a:pPr>
            <a:r>
              <a:t>In real-world credit risk systems, a model is not stable forever.</a:t>
            </a:r>
          </a:p>
          <a:p>
            <a:pPr marL="360045" indent="-360045" algn="just">
              <a:lnSpc>
                <a:spcPct val="150000"/>
              </a:lnSpc>
              <a:buClr>
                <a:schemeClr val="accent1"/>
              </a:buClr>
              <a:buChar char="•"/>
              <a:defRPr lang="en-us" sz="1200" b="1" cap="none">
                <a:solidFill>
                  <a:schemeClr val="hlink"/>
                </a:solidFill>
              </a:defRPr>
            </a:pPr>
            <a:r>
              <a:t>customer behavior changes</a:t>
            </a:r>
          </a:p>
          <a:p>
            <a:pPr marL="360045" indent="-360045" algn="just">
              <a:lnSpc>
                <a:spcPct val="150000"/>
              </a:lnSpc>
              <a:buClr>
                <a:schemeClr val="accent1"/>
              </a:buClr>
              <a:buChar char="•"/>
              <a:defRPr lang="en-us" sz="1200" b="1" cap="none">
                <a:solidFill>
                  <a:schemeClr val="hlink"/>
                </a:solidFill>
              </a:defRPr>
            </a:pPr>
            <a:r>
              <a:t>economic conditions change</a:t>
            </a:r>
          </a:p>
          <a:p>
            <a:pPr marL="360045" indent="-360045" algn="just">
              <a:lnSpc>
                <a:spcPct val="150000"/>
              </a:lnSpc>
              <a:buClr>
                <a:schemeClr val="accent1"/>
              </a:buClr>
              <a:buChar char="•"/>
              <a:defRPr lang="en-us" sz="1200" b="1" cap="none">
                <a:solidFill>
                  <a:schemeClr val="hlink"/>
                </a:solidFill>
              </a:defRPr>
            </a:pPr>
            <a:r>
              <a:t>loan policies change</a:t>
            </a:r>
          </a:p>
          <a:p>
            <a:pPr marL="360045" indent="-360045" algn="just">
              <a:lnSpc>
                <a:spcPct val="150000"/>
              </a:lnSpc>
              <a:buClr>
                <a:schemeClr val="accent1"/>
              </a:buClr>
              <a:buChar char="•"/>
              <a:defRPr lang="en-us" sz="1200" b="1" cap="none">
                <a:solidFill>
                  <a:schemeClr val="hlink"/>
                </a:solidFill>
              </a:defRPr>
            </a:pPr>
            <a:r>
              <a:t>data sources shift</a:t>
            </a:r>
          </a:p>
          <a:p>
            <a:pPr marL="360045" indent="-360045" algn="just">
              <a:lnSpc>
                <a:spcPct val="150000"/>
              </a:lnSpc>
              <a:buClrTx/>
              <a:buChar char="•"/>
              <a:defRPr lang="en-us" sz="1200" b="1" cap="none">
                <a:solidFill>
                  <a:schemeClr val="accent1"/>
                </a:solidFill>
              </a:defRPr>
            </a:pPr>
            <a:r>
              <a:t>Data Drift Detection:</a:t>
            </a:r>
          </a:p>
          <a:p>
            <a:pPr marL="360045" indent="-360045" algn="just">
              <a:lnSpc>
                <a:spcPct val="150000"/>
              </a:lnSpc>
              <a:buClrTx/>
              <a:buChar char="•"/>
              <a:defRPr lang="en-us" sz="1200" b="1" cap="none">
                <a:solidFill>
                  <a:schemeClr val="accent1"/>
                </a:solidFill>
              </a:defRPr>
            </a:pPr>
            <a:r>
              <a:t>1-Population Stability Index (PSI)</a:t>
            </a:r>
          </a:p>
          <a:p>
            <a:pPr marL="360045" indent="-360045" algn="just">
              <a:lnSpc>
                <a:spcPct val="150000"/>
              </a:lnSpc>
              <a:buClrTx/>
              <a:buChar char="•"/>
              <a:defRPr lang="en-us" sz="1200" b="1" cap="none">
                <a:solidFill>
                  <a:schemeClr val="hlink"/>
                </a:solidFill>
              </a:defRPr>
            </a:pPr>
            <a:r>
              <a:t>PSI measures how much a feature distribution has changed.</a:t>
            </a:r>
          </a:p>
          <a:p>
            <a:pPr marL="360045" indent="-360045" algn="just">
              <a:lnSpc>
                <a:spcPct val="150000"/>
              </a:lnSpc>
              <a:buClrTx/>
              <a:buChar char="•"/>
              <a:defRPr lang="en-us" sz="1200" b="1" cap="none">
                <a:solidFill>
                  <a:schemeClr val="hlink"/>
                </a:solidFill>
              </a:defRPr>
            </a:pPr>
            <a:r>
              <a:t>Compare:</a:t>
            </a:r>
          </a:p>
          <a:p>
            <a:pPr marL="360045" indent="-360045" algn="just">
              <a:lnSpc>
                <a:spcPct val="150000"/>
              </a:lnSpc>
              <a:buClrTx/>
              <a:buChar char="•"/>
              <a:defRPr lang="en-us" sz="1200" b="1" cap="none">
                <a:solidFill>
                  <a:schemeClr val="hlink"/>
                </a:solidFill>
              </a:defRPr>
            </a:pPr>
            <a:r>
              <a:t>reference data (training/validation)</a:t>
            </a:r>
          </a:p>
          <a:p>
            <a:pPr marL="360045" indent="-360045" algn="just">
              <a:lnSpc>
                <a:spcPct val="150000"/>
              </a:lnSpc>
              <a:buClrTx/>
              <a:buChar char="•"/>
              <a:defRPr lang="en-us" sz="1200" b="1" cap="none">
                <a:solidFill>
                  <a:schemeClr val="hlink"/>
                </a:solidFill>
              </a:defRPr>
            </a:pPr>
            <a:r>
              <a:t>new data (incoming/test/live data)</a:t>
            </a:r>
          </a:p>
          <a:p>
            <a:pPr marL="360045" indent="-360045" algn="just">
              <a:lnSpc>
                <a:spcPct val="150000"/>
              </a:lnSpc>
              <a:buChar char="•"/>
              <a:defRPr lang="en-us" sz="1200" b="1" cap="none">
                <a:solidFill>
                  <a:schemeClr val="hlink"/>
                </a:solidFill>
              </a:defRPr>
            </a:pPr>
            <a:r>
              <a:t>PSI &lt; 0.1: No significant change</a:t>
            </a:r>
          </a:p>
          <a:p>
            <a:pPr marL="360045" indent="-360045" algn="just">
              <a:lnSpc>
                <a:spcPct val="150000"/>
              </a:lnSpc>
              <a:buChar char="•"/>
              <a:defRPr lang="en-us" sz="1200" b="1" cap="none">
                <a:solidFill>
                  <a:schemeClr val="hlink"/>
                </a:solidFill>
              </a:defRPr>
            </a:pPr>
            <a:r>
              <a:t>    0.1 &lt;= PSI &lt; 0.2: Moderate change (monitor)</a:t>
            </a:r>
          </a:p>
          <a:p>
            <a:pPr marL="360045" indent="-360045" algn="just">
              <a:lnSpc>
                <a:spcPct val="150000"/>
              </a:lnSpc>
              <a:buClrTx/>
              <a:buChar char="•"/>
              <a:defRPr lang="en-us" sz="1200" b="1" cap="none">
                <a:solidFill>
                  <a:schemeClr val="hlink"/>
                </a:solidFill>
              </a:defRPr>
            </a:pPr>
            <a:r>
              <a:t>    PSI &gt;= 0.2: significant change</a:t>
            </a:r>
          </a:p>
          <a:p>
            <a:pPr marL="360045" indent="-360045" algn="just">
              <a:lnSpc>
                <a:spcPct val="150000"/>
              </a:lnSpc>
              <a:buChar char="•"/>
              <a:defRPr lang="en-us" sz="1200" b="1" cap="none">
                <a:solidFill>
                  <a:schemeClr val="hlink"/>
                </a:solidFill>
              </a:defRPr>
            </a:pPr>
          </a:p>
        </p:txBody>
      </p:sp>
      <p:sp>
        <p:nvSpPr>
          <p:cNvPr id="3"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C2B8-F6C7-5534-89B8-00618CF67F55}" type="slidenum">
              <a:t>11</a:t>
            </a:fld>
          </a:p>
        </p:txBody>
      </p:sp>
      <p:sp>
        <p:nvSpPr>
          <p:cNvPr id="4"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92E8-A6C7-5564-89B8-5031DCF67F05}" type="datetime1">
              <a:t>6/14/2026</a:t>
            </a:fld>
          </a:p>
        </p:txBody>
      </p:sp>
      <p:sp>
        <p:nvSpPr>
          <p:cNvPr id="5"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uwEAABgCAABsQAAAjRwAAAAAAAAmAAAACAAAAAEAAAAAAAAA"/>
              </a:ext>
            </a:extLst>
          </p:cNvSpPr>
          <p:nvPr>
            <p:ph type="body" idx="1"/>
          </p:nvPr>
        </p:nvSpPr>
        <p:spPr>
          <a:xfrm>
            <a:off x="281305" y="340360"/>
            <a:ext cx="10191115" cy="4300855"/>
          </a:xfrm>
        </p:spPr>
        <p:txBody>
          <a:bodyPr/>
          <a:lstStyle/>
          <a:p>
            <a:pPr marL="360045" indent="-360045" algn="just">
              <a:lnSpc>
                <a:spcPct val="150000"/>
              </a:lnSpc>
              <a:buClrTx/>
              <a:buChar char="•"/>
              <a:defRPr lang="en-us" sz="1200" b="1" cap="none">
                <a:solidFill>
                  <a:schemeClr val="accent1"/>
                </a:solidFill>
              </a:defRPr>
            </a:pPr>
            <a:r>
              <a:t>KS Test (Kolmogorov–Smirnov):</a:t>
            </a:r>
          </a:p>
          <a:p>
            <a:pPr marL="360045" indent="-360045" algn="just">
              <a:lnSpc>
                <a:spcPct val="150000"/>
              </a:lnSpc>
              <a:buClr>
                <a:schemeClr val="accent1"/>
              </a:buClr>
              <a:buChar char="•"/>
              <a:defRPr lang="en-us" sz="1200" b="1" cap="none">
                <a:solidFill>
                  <a:schemeClr val="hlink"/>
                </a:solidFill>
              </a:defRPr>
            </a:pPr>
            <a:r>
              <a:t>“Are two distributions statistically different?”</a:t>
            </a:r>
          </a:p>
          <a:p>
            <a:pPr marL="360045" indent="-360045" algn="just">
              <a:lnSpc>
                <a:spcPct val="150000"/>
              </a:lnSpc>
              <a:buClr>
                <a:schemeClr val="accent1"/>
              </a:buClr>
              <a:buChar char="•"/>
              <a:defRPr lang="en-us" sz="1200" b="1" cap="none">
                <a:solidFill>
                  <a:schemeClr val="hlink"/>
                </a:solidFill>
              </a:defRPr>
            </a:pPr>
            <a:r>
              <a:t>It compares full cumulative distributions (not just mean/variance).</a:t>
            </a:r>
          </a:p>
          <a:p>
            <a:pPr marL="360045" indent="-360045" algn="just">
              <a:lnSpc>
                <a:spcPct val="150000"/>
              </a:lnSpc>
              <a:buClr>
                <a:schemeClr val="accent1"/>
              </a:buClr>
              <a:buChar char="•"/>
              <a:defRPr lang="en-us" sz="1200" b="1" cap="none">
                <a:solidFill>
                  <a:schemeClr val="hlink"/>
                </a:solidFill>
              </a:defRPr>
            </a:pPr>
            <a:r>
              <a:t>KS statistic (distance between distributions)</a:t>
            </a:r>
          </a:p>
          <a:p>
            <a:pPr marL="360045" indent="-360045" algn="just">
              <a:lnSpc>
                <a:spcPct val="150000"/>
              </a:lnSpc>
              <a:buClr>
                <a:schemeClr val="accent1"/>
              </a:buClr>
              <a:buChar char="•"/>
              <a:defRPr lang="en-us" sz="1200" b="1" cap="none">
                <a:solidFill>
                  <a:schemeClr val="hlink"/>
                </a:solidFill>
              </a:defRPr>
            </a:pPr>
            <a:r>
              <a:t>p-value (significance)</a:t>
            </a:r>
          </a:p>
          <a:p>
            <a:pPr marL="360045" indent="-360045" algn="just">
              <a:lnSpc>
                <a:spcPct val="150000"/>
              </a:lnSpc>
              <a:buClr>
                <a:schemeClr val="accent1"/>
              </a:buClr>
              <a:buChar char="•"/>
              <a:defRPr lang="en-us" sz="1200" b="1" cap="none">
                <a:solidFill>
                  <a:schemeClr val="hlink"/>
                </a:solidFill>
              </a:defRPr>
            </a:pPr>
            <a:r>
              <a:t>Interpretation:</a:t>
            </a:r>
          </a:p>
          <a:p>
            <a:pPr marL="360045" indent="-360045" algn="just">
              <a:lnSpc>
                <a:spcPct val="150000"/>
              </a:lnSpc>
              <a:buChar char="•"/>
              <a:defRPr lang="en-us" sz="1200" b="1" cap="none">
                <a:solidFill>
                  <a:schemeClr val="hlink"/>
                </a:solidFill>
              </a:defRPr>
            </a:pPr>
            <a:r>
              <a:t>KS &lt; 0.05: No significant difference</a:t>
            </a:r>
          </a:p>
          <a:p>
            <a:pPr marL="360045" indent="-360045" algn="just">
              <a:lnSpc>
                <a:spcPct val="150000"/>
              </a:lnSpc>
              <a:buChar char="•"/>
              <a:defRPr lang="en-us" sz="1200" b="1" cap="none">
                <a:solidFill>
                  <a:schemeClr val="hlink"/>
                </a:solidFill>
              </a:defRPr>
            </a:pPr>
            <a:r>
              <a:t>    0.05 &lt;= KS &lt; 0.1: Moderate difference</a:t>
            </a:r>
          </a:p>
          <a:p>
            <a:pPr marL="360045" indent="-360045" algn="just">
              <a:lnSpc>
                <a:spcPct val="150000"/>
              </a:lnSpc>
              <a:buClr>
                <a:schemeClr val="accent1"/>
              </a:buClr>
              <a:buChar char="•"/>
              <a:defRPr lang="en-us" sz="1200" b="1" cap="none">
                <a:solidFill>
                  <a:schemeClr val="hlink"/>
                </a:solidFill>
              </a:defRPr>
            </a:pPr>
            <a:r>
              <a:t>    KS &gt;= 0.1: Significant difference</a:t>
            </a:r>
          </a:p>
          <a:p>
            <a:pPr marL="360045" indent="-360045" algn="just">
              <a:lnSpc>
                <a:spcPct val="150000"/>
              </a:lnSpc>
              <a:buClrTx/>
              <a:buChar char="•"/>
              <a:defRPr lang="en-us" sz="1200" b="1" cap="none">
                <a:solidFill>
                  <a:schemeClr val="accent1"/>
                </a:solidFill>
              </a:defRPr>
            </a:pPr>
            <a:r>
              <a:t>Prediction Drift Monitoring</a:t>
            </a:r>
          </a:p>
          <a:p>
            <a:pPr marL="360045" indent="-360045" algn="just">
              <a:lnSpc>
                <a:spcPct val="150000"/>
              </a:lnSpc>
              <a:buClr>
                <a:schemeClr val="accent1"/>
              </a:buClr>
              <a:buChar char="•"/>
              <a:defRPr lang="en-us" sz="1200" b="1" cap="none">
                <a:solidFill>
                  <a:schemeClr val="hlink"/>
                </a:solidFill>
              </a:defRPr>
            </a:pPr>
            <a:r>
              <a:t>Even if inputs look stable, model behavior can still drift</a:t>
            </a:r>
          </a:p>
          <a:p>
            <a:pPr marL="360045" indent="-360045" algn="just">
              <a:lnSpc>
                <a:spcPct val="150000"/>
              </a:lnSpc>
              <a:buClr>
                <a:schemeClr val="accent1"/>
              </a:buClr>
              <a:buChar char="•"/>
              <a:defRPr lang="en-us" sz="1200" b="1" cap="none">
                <a:solidFill>
                  <a:schemeClr val="hlink"/>
                </a:solidFill>
              </a:defRPr>
            </a:pPr>
            <a:r>
              <a:t>“Are model outputs changing over time?”</a:t>
            </a:r>
          </a:p>
          <a:p>
            <a:pPr marL="360045" indent="-360045" algn="just">
              <a:lnSpc>
                <a:spcPct val="150000"/>
              </a:lnSpc>
              <a:buClr>
                <a:schemeClr val="accent1"/>
              </a:buClr>
              <a:buChar char="•"/>
              <a:defRPr lang="en-us" sz="1200" b="1" cap="none">
                <a:solidFill>
                  <a:schemeClr val="hlink"/>
                </a:solidFill>
              </a:defRPr>
            </a:pPr>
            <a:r>
              <a:t>I developed a production-style monitoring framework that continuously evaluates model reliability through data drift, prediction drift, and cost-sensitive performance monitoring, ensuring that the credit risk model remains stable and business-aligned after deployment.</a:t>
            </a:r>
          </a:p>
        </p:txBody>
      </p:sp>
      <p:sp>
        <p:nvSpPr>
          <p:cNvPr id="3"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C1FD-B3C7-5537-89B8-45628FF67F10}" type="slidenum">
              <a:t>12</a:t>
            </a:fld>
          </a:p>
        </p:txBody>
      </p:sp>
      <p:sp>
        <p:nvSpPr>
          <p:cNvPr id="4"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A210-5EC7-5554-89B8-A801ECF67FFD}" type="datetime1">
              <a:t>6/14/2026</a:t>
            </a:fld>
          </a:p>
        </p:txBody>
      </p:sp>
      <p:sp>
        <p:nvSpPr>
          <p:cNvPr id="5"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Explainable AI integration (SHAP)</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marL="360045" indent="-360045" algn="just">
              <a:lnSpc>
                <a:spcPct val="150000"/>
              </a:lnSpc>
              <a:buClr>
                <a:schemeClr val="accent1"/>
              </a:buClr>
              <a:buChar char="•"/>
              <a:defRPr lang="en-us" sz="1400" b="1" cap="none">
                <a:solidFill>
                  <a:schemeClr val="hlink"/>
                </a:solidFill>
              </a:defRPr>
            </a:pPr>
            <a:r>
              <a:t>I didn’t stop at prediction:</a:t>
            </a:r>
          </a:p>
          <a:p>
            <a:pPr marL="360045" indent="-360045" algn="just">
              <a:lnSpc>
                <a:spcPct val="150000"/>
              </a:lnSpc>
              <a:buClr>
                <a:schemeClr val="accent1"/>
              </a:buClr>
              <a:buChar char="•"/>
              <a:defRPr lang="en-us" sz="1400" b="1" cap="none">
                <a:solidFill>
                  <a:schemeClr val="hlink"/>
                </a:solidFill>
              </a:defRPr>
            </a:pPr>
            <a:r>
              <a:t>Global feature importance</a:t>
            </a:r>
          </a:p>
          <a:p>
            <a:pPr marL="360045" indent="-360045" algn="just">
              <a:lnSpc>
                <a:spcPct val="150000"/>
              </a:lnSpc>
              <a:buClr>
                <a:schemeClr val="accent1"/>
              </a:buClr>
              <a:buChar char="•"/>
              <a:defRPr lang="en-us" sz="1400" b="1" cap="none">
                <a:solidFill>
                  <a:schemeClr val="hlink"/>
                </a:solidFill>
              </a:defRPr>
            </a:pPr>
            <a:r>
              <a:t>Local explanations (waterfall plots)</a:t>
            </a:r>
          </a:p>
          <a:p>
            <a:pPr lvl="1" algn="just">
              <a:lnSpc>
                <a:spcPct val="150000"/>
              </a:lnSpc>
              <a:buFont typeface="Arial" pitchFamily="2" charset="0"/>
              <a:buChar char="•"/>
              <a:defRPr lang="en-us" sz="1400" b="1" cap="none">
                <a:solidFill>
                  <a:schemeClr val="hlink"/>
                </a:solidFill>
              </a:defRPr>
            </a:pPr>
            <a:r>
              <a:t>Dependence effects</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CB8D-C3C7-553D-89B8-356885F67F60}" type="slidenum">
              <a:t>13</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FE18-56C7-5508-89B8-A05DB0F67FF5}"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NAMAAAAAAAAmAAAACAAAAAEAAAAAAAAA"/>
              </a:ext>
            </a:extLst>
          </p:cNvSpPr>
          <p:nvPr>
            <p:ph type="title"/>
          </p:nvPr>
        </p:nvSpPr>
        <p:spPr>
          <a:xfrm>
            <a:off x="367665" y="136525"/>
            <a:ext cx="9157335" cy="384175"/>
          </a:xfrm>
        </p:spPr>
        <p:txBody>
          <a:bodyPr/>
          <a:lstStyle/>
          <a:p>
            <a:pPr>
              <a:defRPr lang="en-in" cap="none">
                <a:solidFill>
                  <a:srgbClr val="C00000"/>
                </a:solidFill>
              </a:defRPr>
            </a:pPr>
            <a:r>
              <a:t>Result</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GwEAADtQQAAQCMAAAAAAAAmAAAACAAAAAEAAAAAAAAA"/>
              </a:ext>
            </a:extLst>
          </p:cNvSpPr>
          <p:nvPr>
            <p:ph type="body" idx="1"/>
          </p:nvPr>
        </p:nvSpPr>
        <p:spPr>
          <a:xfrm>
            <a:off x="367030" y="718820"/>
            <a:ext cx="10349865" cy="5011420"/>
          </a:xfrm>
        </p:spPr>
        <p:txBody>
          <a:bodyPr/>
          <a:lstStyle/>
          <a:p>
            <a:pPr algn="just">
              <a:lnSpc>
                <a:spcPct val="200000"/>
              </a:lnSpc>
              <a:defRPr lang="en-us" sz="1100" b="1" cap="none">
                <a:solidFill>
                  <a:schemeClr val="accent1"/>
                </a:solidFill>
              </a:defRPr>
            </a:pPr>
            <a:r>
              <a:t>A) Baseline model performance</a:t>
            </a:r>
          </a:p>
          <a:p>
            <a:pPr algn="just">
              <a:lnSpc>
                <a:spcPct val="200000"/>
              </a:lnSpc>
              <a:defRPr lang="en-us" sz="1100" b="1" cap="none">
                <a:solidFill>
                  <a:schemeClr val="hlink"/>
                </a:solidFill>
              </a:defRPr>
            </a:pPr>
            <a:r>
              <a:t>AUC: 0.9718 (very strong predictive performance)</a:t>
            </a:r>
          </a:p>
          <a:p>
            <a:pPr algn="just">
              <a:lnSpc>
                <a:spcPct val="200000"/>
              </a:lnSpc>
              <a:defRPr lang="en-us" sz="1100" b="1" cap="none">
                <a:solidFill>
                  <a:schemeClr val="hlink"/>
                </a:solidFill>
              </a:defRPr>
            </a:pPr>
            <a:r>
              <a:t>Reference cost: 624</a:t>
            </a:r>
          </a:p>
          <a:p>
            <a:pPr algn="just">
              <a:lnSpc>
                <a:spcPct val="200000"/>
              </a:lnSpc>
              <a:defRPr lang="en-us" sz="1100" b="1" cap="none">
                <a:solidFill>
                  <a:schemeClr val="hlink"/>
                </a:solidFill>
              </a:defRPr>
            </a:pPr>
            <a:r>
              <a:t>FN: 88, FP: 404</a:t>
            </a:r>
          </a:p>
          <a:p>
            <a:pPr algn="just">
              <a:lnSpc>
                <a:spcPct val="200000"/>
              </a:lnSpc>
              <a:defRPr lang="en-us" sz="1100" b="1" cap="none">
                <a:solidFill>
                  <a:schemeClr val="hlink"/>
                </a:solidFill>
              </a:defRPr>
            </a:pPr>
            <a:r>
              <a:t>FP/FN ratio: 4.59</a:t>
            </a:r>
          </a:p>
          <a:p>
            <a:pPr algn="just">
              <a:lnSpc>
                <a:spcPct val="200000"/>
              </a:lnSpc>
              <a:defRPr lang="en-us" sz="1100" b="1" cap="none">
                <a:solidFill>
                  <a:schemeClr val="accent1"/>
                </a:solidFill>
              </a:defRPr>
            </a:pPr>
            <a:r>
              <a:t>B) Selective prediction improvement </a:t>
            </a:r>
          </a:p>
          <a:p>
            <a:pPr algn="just">
              <a:lnSpc>
                <a:spcPct val="200000"/>
              </a:lnSpc>
              <a:defRPr lang="en-us" sz="1100" b="1" cap="none">
                <a:solidFill>
                  <a:schemeClr val="hlink"/>
                </a:solidFill>
              </a:defRPr>
            </a:pPr>
            <a:r>
              <a:t>After introducing t1/t2 zones + optimization:</a:t>
            </a:r>
          </a:p>
          <a:p>
            <a:pPr algn="just">
              <a:lnSpc>
                <a:spcPct val="200000"/>
              </a:lnSpc>
              <a:defRPr lang="en-us" sz="1100" b="1" cap="none">
                <a:solidFill>
                  <a:schemeClr val="hlink"/>
                </a:solidFill>
              </a:defRPr>
            </a:pPr>
            <a:r>
              <a:t>FN reduced from 88 → 31</a:t>
            </a:r>
          </a:p>
          <a:p>
            <a:pPr algn="just">
              <a:lnSpc>
                <a:spcPct val="200000"/>
              </a:lnSpc>
              <a:defRPr lang="en-us" sz="1100" b="1" cap="none">
                <a:solidFill>
                  <a:schemeClr val="hlink"/>
                </a:solidFill>
              </a:defRPr>
            </a:pPr>
            <a:r>
              <a:t>FP reduced from 404 → 159</a:t>
            </a:r>
          </a:p>
          <a:p>
            <a:pPr algn="just">
              <a:lnSpc>
                <a:spcPct val="200000"/>
              </a:lnSpc>
              <a:defRPr lang="en-us" sz="1100" b="1" cap="none">
                <a:solidFill>
                  <a:schemeClr val="hlink"/>
                </a:solidFill>
              </a:defRPr>
            </a:pPr>
            <a:r>
              <a:t>Cost reduced from 624 → 236.5</a:t>
            </a:r>
          </a:p>
          <a:p>
            <a:pPr algn="just">
              <a:lnSpc>
                <a:spcPct val="200000"/>
              </a:lnSpc>
              <a:defRPr lang="en-us" sz="1100" b="1" cap="none">
                <a:solidFill>
                  <a:schemeClr val="hlink"/>
                </a:solidFill>
              </a:defRPr>
            </a:pPr>
            <a:r>
              <a:t>✔ Cost reduction:</a:t>
            </a:r>
          </a:p>
          <a:p>
            <a:pPr algn="just">
              <a:lnSpc>
                <a:spcPct val="200000"/>
              </a:lnSpc>
              <a:defRPr lang="en-us" sz="1100" b="1" cap="none">
                <a:solidFill>
                  <a:schemeClr val="hlink"/>
                </a:solidFill>
              </a:defRPr>
            </a:pPr>
            <a:r>
              <a:t>~62% reduction in decision cost</a:t>
            </a:r>
          </a:p>
          <a:p>
            <a:pPr algn="just">
              <a:lnSpc>
                <a:spcPct val="200000"/>
              </a:lnSpc>
              <a:defRPr lang="en-us" sz="1100" b="1" cap="none">
                <a:solidFill>
                  <a:schemeClr val="hlink"/>
                </a:solidFill>
              </a:defRPr>
            </a:pPr>
            <a:r>
              <a:t>(important thesis achievement)</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9D69-27C7-556B-89B8-D13ED3F67F84}" type="slidenum">
              <a:t>14</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C540-0EC7-5533-89B8-F8668BF67FAD}"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3///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NAMAAAAAAAAmAAAACAAAAAEAAAAAAAAA"/>
              </a:ext>
            </a:extLst>
          </p:cNvSpPr>
          <p:nvPr>
            <p:ph type="title"/>
          </p:nvPr>
        </p:nvSpPr>
        <p:spPr>
          <a:xfrm>
            <a:off x="367665" y="136525"/>
            <a:ext cx="9157335" cy="384175"/>
          </a:xfrm>
        </p:spPr>
        <p:txBody>
          <a:bodyPr/>
          <a:lstStyle/>
          <a:p>
            <a:pPr>
              <a:defRPr lang="en-in" cap="none">
                <a:solidFill>
                  <a:srgbClr val="C00000"/>
                </a:solidFill>
              </a:defRPr>
            </a:pPr>
            <a:r>
              <a:t>Result</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GwEAADtQQAAQCMAAAAAAAAmAAAACAAAAAEAAAAAAAAA"/>
              </a:ext>
            </a:extLst>
          </p:cNvSpPr>
          <p:nvPr>
            <p:ph type="body" idx="1"/>
          </p:nvPr>
        </p:nvSpPr>
        <p:spPr>
          <a:xfrm>
            <a:off x="367030" y="718820"/>
            <a:ext cx="10349865" cy="5011420"/>
          </a:xfrm>
        </p:spPr>
        <p:txBody>
          <a:bodyPr/>
          <a:lstStyle/>
          <a:p>
            <a:pPr algn="just">
              <a:lnSpc>
                <a:spcPct val="200000"/>
              </a:lnSpc>
              <a:defRPr lang="en-us" sz="900" b="1" cap="none">
                <a:solidFill>
                  <a:schemeClr val="accent1"/>
                </a:solidFill>
              </a:defRPr>
            </a:pPr>
            <a:r>
              <a:t>C) Decision system behavior</a:t>
            </a:r>
          </a:p>
          <a:p>
            <a:pPr algn="just">
              <a:lnSpc>
                <a:spcPct val="200000"/>
              </a:lnSpc>
              <a:defRPr lang="en-us" sz="900" b="1" cap="none">
                <a:solidFill>
                  <a:schemeClr val="hlink"/>
                </a:solidFill>
              </a:defRPr>
            </a:pPr>
            <a:r>
              <a:t>The model no longer forces binary output:</a:t>
            </a:r>
          </a:p>
          <a:p>
            <a:pPr algn="just">
              <a:lnSpc>
                <a:spcPct val="200000"/>
              </a:lnSpc>
              <a:defRPr lang="en-us" sz="900" b="1" cap="none">
                <a:solidFill>
                  <a:schemeClr val="hlink"/>
                </a:solidFill>
              </a:defRPr>
            </a:pPr>
            <a:r>
              <a:t>Auto Accept: 35.6%</a:t>
            </a:r>
          </a:p>
          <a:p>
            <a:pPr algn="just">
              <a:lnSpc>
                <a:spcPct val="200000"/>
              </a:lnSpc>
              <a:defRPr lang="en-us" sz="900" b="1" cap="none">
                <a:solidFill>
                  <a:schemeClr val="hlink"/>
                </a:solidFill>
              </a:defRPr>
            </a:pPr>
            <a:r>
              <a:t>Auto Reject: 52.1%</a:t>
            </a:r>
          </a:p>
          <a:p>
            <a:pPr algn="just">
              <a:lnSpc>
                <a:spcPct val="200000"/>
              </a:lnSpc>
              <a:defRPr lang="en-us" sz="900" b="1" cap="none">
                <a:solidFill>
                  <a:schemeClr val="hlink"/>
                </a:solidFill>
              </a:defRPr>
            </a:pPr>
            <a:r>
              <a:t>Manual Review: 12.3%</a:t>
            </a:r>
          </a:p>
          <a:p>
            <a:pPr algn="just">
              <a:lnSpc>
                <a:spcPct val="200000"/>
              </a:lnSpc>
              <a:defRPr lang="en-us" sz="900" b="1" cap="none">
                <a:solidFill>
                  <a:schemeClr val="hlink"/>
                </a:solidFill>
              </a:defRPr>
            </a:pPr>
            <a:r>
              <a:t>  Meaning:</a:t>
            </a:r>
          </a:p>
          <a:p>
            <a:pPr algn="just">
              <a:lnSpc>
                <a:spcPct val="200000"/>
              </a:lnSpc>
              <a:defRPr lang="en-us" sz="900" b="1" cap="none">
                <a:solidFill>
                  <a:schemeClr val="hlink"/>
                </a:solidFill>
              </a:defRPr>
            </a:pPr>
            <a:r>
              <a:t>~12% of risky/uncertain cases are escalated to humans</a:t>
            </a:r>
          </a:p>
          <a:p>
            <a:pPr algn="just">
              <a:lnSpc>
                <a:spcPct val="200000"/>
              </a:lnSpc>
              <a:defRPr lang="en-us" sz="900" b="1" cap="none">
                <a:solidFill>
                  <a:schemeClr val="hlink"/>
                </a:solidFill>
              </a:defRPr>
            </a:pPr>
            <a:r>
              <a:t>system avoids forced wrong decisions</a:t>
            </a:r>
          </a:p>
          <a:p>
            <a:pPr algn="just">
              <a:lnSpc>
                <a:spcPct val="200000"/>
              </a:lnSpc>
              <a:defRPr lang="en-us" sz="900" b="1" cap="none">
                <a:solidFill>
                  <a:schemeClr val="accent1"/>
                </a:solidFill>
              </a:defRPr>
            </a:pPr>
            <a:r>
              <a:t>D) Manual review quality</a:t>
            </a:r>
          </a:p>
          <a:p>
            <a:pPr algn="just">
              <a:lnSpc>
                <a:spcPct val="200000"/>
              </a:lnSpc>
              <a:defRPr lang="en-us" sz="900" b="1" cap="none">
                <a:solidFill>
                  <a:schemeClr val="hlink"/>
                </a:solidFill>
              </a:defRPr>
            </a:pPr>
            <a:r>
              <a:t>Default rate in manual zone: 44.8%</a:t>
            </a:r>
          </a:p>
          <a:p>
            <a:pPr algn="just">
              <a:lnSpc>
                <a:spcPct val="200000"/>
              </a:lnSpc>
              <a:defRPr lang="en-us" sz="900" b="1" cap="none">
                <a:solidFill>
                  <a:schemeClr val="hlink"/>
                </a:solidFill>
              </a:defRPr>
            </a:pPr>
            <a:r>
              <a:t>This means the model correctly isolates ambiguous high-risk cases</a:t>
            </a:r>
          </a:p>
          <a:p>
            <a:pPr algn="just">
              <a:lnSpc>
                <a:spcPct val="200000"/>
              </a:lnSpc>
              <a:defRPr lang="en-us" sz="900" b="1" cap="none">
                <a:solidFill>
                  <a:schemeClr val="hlink"/>
                </a:solidFill>
              </a:defRPr>
            </a:pPr>
            <a:r>
              <a:t>   This is strong evidence of:</a:t>
            </a:r>
          </a:p>
          <a:p>
            <a:pPr algn="just">
              <a:lnSpc>
                <a:spcPct val="200000"/>
              </a:lnSpc>
              <a:defRPr lang="en-us" sz="900" b="1" cap="none">
                <a:solidFill>
                  <a:schemeClr val="hlink"/>
                </a:solidFill>
              </a:defRPr>
            </a:pPr>
            <a:r>
              <a:t>good uncertainty calibration</a:t>
            </a:r>
          </a:p>
          <a:p>
            <a:pPr algn="just">
              <a:lnSpc>
                <a:spcPct val="200000"/>
              </a:lnSpc>
              <a:defRPr lang="en-us" sz="900" b="1" cap="none">
                <a:solidFill>
                  <a:schemeClr val="hlink"/>
                </a:solidFill>
              </a:defRPr>
            </a:pP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EC7B-35C7-551A-89B8-C34FA2F67F96}" type="slidenum">
              <a:t>15</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DA75-3BC7-552C-89B8-CD7994F67F98}"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6.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qMg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NAMAAAAAAAAmAAAACAAAAAEAAAAAAAAA"/>
              </a:ext>
            </a:extLst>
          </p:cNvSpPr>
          <p:nvPr>
            <p:ph type="title"/>
          </p:nvPr>
        </p:nvSpPr>
        <p:spPr>
          <a:xfrm>
            <a:off x="367665" y="136525"/>
            <a:ext cx="9157335" cy="384175"/>
          </a:xfrm>
        </p:spPr>
        <p:txBody>
          <a:bodyPr/>
          <a:lstStyle/>
          <a:p>
            <a:pPr>
              <a:defRPr lang="en-in" cap="none">
                <a:solidFill>
                  <a:srgbClr val="C00000"/>
                </a:solidFill>
              </a:defRPr>
            </a:pPr>
            <a:r>
              <a:t>Result</a:t>
            </a:r>
          </a:p>
        </p:txBody>
      </p:sp>
      <p:sp>
        <p:nvSpPr>
          <p:cNvPr id="3" name="Content Placeholder 2"/>
          <p:cNvSpPr>
            <a:spLocks noGrp="1" noChangeArrowheads="1"/>
            <a:extLst>
              <a:ext uri="smNativeData">
                <pr:smNativeData xmlns:pr="smNativeData" xmlns="smNativeData" val="SMDATA_15_qMg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GwEAADtQQAAQCMAAAAAAAAmAAAACAAAAAEAAAAAAAAA"/>
              </a:ext>
            </a:extLst>
          </p:cNvSpPr>
          <p:nvPr>
            <p:ph type="body" idx="1"/>
          </p:nvPr>
        </p:nvSpPr>
        <p:spPr>
          <a:xfrm>
            <a:off x="367030" y="718820"/>
            <a:ext cx="10349865" cy="5011420"/>
          </a:xfrm>
        </p:spPr>
        <p:txBody>
          <a:bodyPr/>
          <a:lstStyle/>
          <a:p>
            <a:pPr algn="just">
              <a:lnSpc>
                <a:spcPct val="200000"/>
              </a:lnSpc>
              <a:defRPr lang="en-us" sz="1200" b="1" cap="none">
                <a:solidFill>
                  <a:schemeClr val="accent1"/>
                </a:solidFill>
              </a:defRPr>
            </a:pPr>
            <a:r>
              <a:t>E) Stability / reliability result (VERY IMPORTANT)</a:t>
            </a:r>
          </a:p>
          <a:p>
            <a:pPr algn="just">
              <a:lnSpc>
                <a:spcPct val="200000"/>
              </a:lnSpc>
              <a:defRPr lang="en-us" sz="1200" b="1" cap="none">
                <a:solidFill>
                  <a:srgbClr val="000000"/>
                </a:solidFill>
              </a:defRPr>
            </a:pPr>
            <a:r>
              <a:t>Prediction PSI: 0.005</a:t>
            </a:r>
          </a:p>
          <a:p>
            <a:pPr algn="just">
              <a:lnSpc>
                <a:spcPct val="200000"/>
              </a:lnSpc>
              <a:defRPr lang="en-us" sz="1200" b="1" cap="none">
                <a:solidFill>
                  <a:srgbClr val="000000"/>
                </a:solidFill>
              </a:defRPr>
            </a:pPr>
            <a:r>
              <a:t>Mean probability shift: 0.001</a:t>
            </a:r>
          </a:p>
          <a:p>
            <a:pPr algn="just">
              <a:lnSpc>
                <a:spcPct val="200000"/>
              </a:lnSpc>
              <a:defRPr lang="en-us" sz="1200" b="1" cap="none">
                <a:solidFill>
                  <a:srgbClr val="000000"/>
                </a:solidFill>
              </a:defRPr>
            </a:pPr>
            <a:r>
              <a:t>   Interpretation:</a:t>
            </a:r>
          </a:p>
          <a:p>
            <a:pPr algn="just">
              <a:lnSpc>
                <a:spcPct val="200000"/>
              </a:lnSpc>
              <a:defRPr lang="en-us" sz="1200" b="1" cap="none">
                <a:solidFill>
                  <a:srgbClr val="000000"/>
                </a:solidFill>
              </a:defRPr>
            </a:pPr>
            <a:r>
              <a:t>PSI &lt; 0.1 = no drift</a:t>
            </a:r>
          </a:p>
          <a:p>
            <a:pPr algn="just">
              <a:lnSpc>
                <a:spcPct val="200000"/>
              </a:lnSpc>
              <a:defRPr lang="en-us" sz="1200" b="1" cap="none">
                <a:solidFill>
                  <a:srgbClr val="000000"/>
                </a:solidFill>
              </a:defRPr>
            </a:pPr>
            <a:r>
              <a:t>Your model is fully stable in new data</a:t>
            </a:r>
          </a:p>
          <a:p>
            <a:pPr algn="just">
              <a:lnSpc>
                <a:spcPct val="200000"/>
              </a:lnSpc>
              <a:defRPr lang="en-us" sz="1200" b="1" cap="none">
                <a:solidFill>
                  <a:srgbClr val="000000"/>
                </a:solidFill>
              </a:defRPr>
            </a:pPr>
            <a:r>
              <a:t>✔ No retraining needed</a:t>
            </a:r>
          </a:p>
          <a:p>
            <a:pPr algn="just">
              <a:lnSpc>
                <a:spcPct val="200000"/>
              </a:lnSpc>
              <a:defRPr lang="en-us" sz="1200" b="1" cap="none">
                <a:solidFill>
                  <a:srgbClr val="000000"/>
                </a:solidFill>
              </a:defRPr>
            </a:pPr>
            <a:r>
              <a:t>✔ No degradation detected</a:t>
            </a:r>
          </a:p>
        </p:txBody>
      </p:sp>
      <p:sp>
        <p:nvSpPr>
          <p:cNvPr id="4" name="Slide Number Placeholder 5"/>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00C1A3-EDC7-5537-89B8-1B628FF67F4E}" type="slidenum">
              <a:t>16</a:t>
            </a:fld>
          </a:p>
        </p:txBody>
      </p:sp>
      <p:sp>
        <p:nvSpPr>
          <p:cNvPr id="5" name="Date Placeholder 3"/>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00A267-29C7-5554-89B8-DF01ECF67F8A}" type="datetime1">
              <a:rPr lang="en-ca" cap="none"/>
              <a:t>6/14/2026</a:t>
            </a:fld>
          </a:p>
        </p:txBody>
      </p:sp>
      <p:sp>
        <p:nvSpPr>
          <p:cNvPr id="6" name="Footer Placeholder 4"/>
          <p:cNvSpPr>
            <a:spLocks noGrp="1" noChangeArrowheads="1"/>
            <a:extLst>
              <a:ext uri="smNativeData">
                <pr:smNativeData xmlns:pr="smNativeData" xmlns="smNativeData" val="SMDATA_15_qMg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7.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pic>
        <p:nvPicPr>
          <p:cNvPr id="2" name="Picture 10"/>
          <p:cNvPicPr>
            <a:picLocks noChangeAspect="1"/>
            <a:extLst>
              <a:ext uri="smNativeData">
                <pr:smNativeData xmlns:pr="smNativeData" xmlns="smNativeData" val="SMDATA_17_qMg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CIQdoM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KAAAAAPCQAAxDoAALgTAAAQAAAAJgAAAAgAAAD//////////w=="/>
              </a:ext>
            </a:extLst>
          </p:cNvPicPr>
          <p:nvPr/>
        </p:nvPicPr>
        <p:blipFill>
          <a:blip r:embed="rId2"/>
          <a:stretch>
            <a:fillRect/>
          </a:stretch>
        </p:blipFill>
        <p:spPr>
          <a:xfrm>
            <a:off x="101600" y="1472565"/>
            <a:ext cx="9451340" cy="1732915"/>
          </a:xfrm>
          <a:prstGeom prst="rect">
            <a:avLst/>
          </a:prstGeom>
          <a:noFill/>
          <a:ln>
            <a:noFill/>
          </a:ln>
          <a:effectLst/>
        </p:spPr>
      </p:pic>
      <p:pic>
        <p:nvPicPr>
          <p:cNvPr id="3" name="Picture 11"/>
          <p:cNvPicPr>
            <a:picLocks noChangeAspect="1"/>
            <a:extLst>
              <a:ext uri="smNativeData">
                <pr:smNativeData xmlns:pr="smNativeData" xmlns="smNativeData" val="SMDATA_17_qMg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PUIAAAaEQAAJTgAAFYWAAAQAAAAJgAAAAgAAAD//////////w=="/>
              </a:ext>
            </a:extLst>
          </p:cNvPicPr>
          <p:nvPr/>
        </p:nvPicPr>
        <p:blipFill>
          <a:blip r:embed="rId3"/>
          <a:stretch>
            <a:fillRect/>
          </a:stretch>
        </p:blipFill>
        <p:spPr>
          <a:xfrm>
            <a:off x="1456055" y="2780030"/>
            <a:ext cx="7670800" cy="850900"/>
          </a:xfrm>
          <a:prstGeom prst="rect">
            <a:avLst/>
          </a:prstGeom>
          <a:noFill/>
          <a:ln>
            <a:noFill/>
          </a:ln>
          <a:effectLst/>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a:ea typeface="SRH Headline"/>
        <a:cs typeface="SRH Headline"/>
      </a:majorFont>
      <a:minorFont>
        <a:latin typeface="SRH Text"/>
        <a:ea typeface="SRH Text"/>
        <a:cs typeface="SRH Text"/>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clrMap bg1="lt1" tx1="dk1" bg2="lt2" tx2="dk2" accent1="accent1" accent2="accent2" accent3="accent3" accent4="accent4" accent5="accent5" accent6="accent6" hlink="hlink" folHlink="folHlink"/>
    </a:extraClrScheme>
    <a:extraClrScheme>
      <a:clrScheme name="Presentation 2">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3">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4">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5">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Presentation">
  <a:themeElements>
    <a:clrScheme name="Presentation 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resentation">
      <a:majorFont>
        <a:latin typeface="SRH Headline"/>
        <a:ea typeface="SRH Headline"/>
        <a:cs typeface="SRH Headline"/>
      </a:majorFont>
      <a:minorFont>
        <a:latin typeface="SRH Text"/>
        <a:ea typeface="SRH Text"/>
        <a:cs typeface="SRH Text"/>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Override1.xml><?xml version="1.0" encoding="utf-8"?>
<a:themeOverride xmlns:a="http://schemas.openxmlformats.org/drawingml/2006/main">
  <a:clrScheme name="Presentation">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Presentation">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Presentation">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Henrike Voelker</dc:creator>
  <cp:keywords/>
  <dc:description/>
  <cp:lastModifiedBy>Amin</cp:lastModifiedBy>
  <cp:revision>0</cp:revision>
  <dcterms:created xsi:type="dcterms:W3CDTF">2020-06-05T16:20:53Z</dcterms:created>
  <dcterms:modified xsi:type="dcterms:W3CDTF">2026-06-14T15:28:40Z</dcterms:modified>
</cp:coreProperties>
</file>