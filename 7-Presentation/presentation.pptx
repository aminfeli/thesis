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media/image2.svg" ContentType="image/svg"/>
  <Override PartName="/ppt/media/image4.svg" ContentType="image/svg"/>
  <Override PartName="/ppt/media/image27.emf" ContentType="image/x-emf"/>
  <Override PartName="/ppt/media/image28.emf" ContentType="image/x-emf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</p:sldIdLst>
  <p:sldSz cx="12192000" cy="6858000"/>
  <p:notesSz cx="7772400" cy="10058400"/>
  <p:embeddedFontLst>
    <p:embeddedFont>
      <p:font typeface="SRH"/>
    </p:embeddedFont>
    <p:embeddedFont>
      <p:font typeface="SRH Text"/>
    </p:embeddedFont>
    <p:embeddedFont>
      <p:font typeface="Arial MT"/>
    </p:embeddedFont>
    <p:embeddedFont>
      <p:font typeface="SRH Headline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folie Logo Farb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ihandform: Form 11" hidden="1"/>
          <p:cNvSpPr/>
          <p:nvPr/>
        </p:nvSpPr>
        <p:spPr>
          <a:xfrm>
            <a:off x="10878840" y="361440"/>
            <a:ext cx="944640" cy="730080"/>
          </a:xfrm>
          <a:custGeom>
            <a:avLst/>
            <a:gdLst>
              <a:gd name="textAreaLeft" fmla="*/ 0 w 944640"/>
              <a:gd name="textAreaRight" fmla="*/ 341299800 w 944640"/>
              <a:gd name="textAreaTop" fmla="*/ 0 h 730080"/>
              <a:gd name="textAreaBottom" fmla="*/ 264033000 h 730080"/>
            </a:gdLst>
            <a:ahLst/>
            <a:cxnLst/>
            <a:rect l="textAreaLeft" t="textAreaTop" r="textAreaRight" b="textAreaBottom"/>
            <a:pathLst>
              <a:path w="948055" h="733425">
                <a:moveTo>
                  <a:pt x="619721" y="598726"/>
                </a:moveTo>
                <a:lnTo>
                  <a:pt x="708150" y="598726"/>
                </a:lnTo>
                <a:lnTo>
                  <a:pt x="708150" y="174"/>
                </a:lnTo>
                <a:lnTo>
                  <a:pt x="619721" y="174"/>
                </a:lnTo>
                <a:lnTo>
                  <a:pt x="619721" y="598726"/>
                </a:lnTo>
                <a:close/>
                <a:moveTo>
                  <a:pt x="811583" y="196858"/>
                </a:moveTo>
                <a:cubicBezTo>
                  <a:pt x="794961" y="196049"/>
                  <a:pt x="774271" y="196858"/>
                  <a:pt x="753582" y="199293"/>
                </a:cubicBezTo>
                <a:lnTo>
                  <a:pt x="753582" y="281173"/>
                </a:lnTo>
                <a:cubicBezTo>
                  <a:pt x="831456" y="281173"/>
                  <a:pt x="859851" y="292576"/>
                  <a:pt x="859851" y="364713"/>
                </a:cubicBezTo>
                <a:lnTo>
                  <a:pt x="859851" y="598726"/>
                </a:lnTo>
                <a:lnTo>
                  <a:pt x="948279" y="598726"/>
                </a:lnTo>
                <a:lnTo>
                  <a:pt x="948279" y="353792"/>
                </a:lnTo>
                <a:cubicBezTo>
                  <a:pt x="948279" y="263364"/>
                  <a:pt x="896768" y="200102"/>
                  <a:pt x="811583" y="196858"/>
                </a:cubicBezTo>
                <a:close/>
                <a:moveTo>
                  <a:pt x="208715" y="199693"/>
                </a:moveTo>
                <a:cubicBezTo>
                  <a:pt x="114600" y="204562"/>
                  <a:pt x="72827" y="267010"/>
                  <a:pt x="72827" y="366365"/>
                </a:cubicBezTo>
                <a:lnTo>
                  <a:pt x="72827" y="566720"/>
                </a:lnTo>
                <a:cubicBezTo>
                  <a:pt x="72827" y="625122"/>
                  <a:pt x="61054" y="650267"/>
                  <a:pt x="224" y="651483"/>
                </a:cubicBezTo>
                <a:lnTo>
                  <a:pt x="224" y="732542"/>
                </a:lnTo>
                <a:cubicBezTo>
                  <a:pt x="7522" y="733765"/>
                  <a:pt x="19282" y="733765"/>
                  <a:pt x="25368" y="733352"/>
                </a:cubicBezTo>
                <a:cubicBezTo>
                  <a:pt x="119871" y="727681"/>
                  <a:pt x="161249" y="664825"/>
                  <a:pt x="161249" y="566687"/>
                </a:cubicBezTo>
                <a:lnTo>
                  <a:pt x="161249" y="366332"/>
                </a:lnTo>
                <a:cubicBezTo>
                  <a:pt x="161249" y="307529"/>
                  <a:pt x="172206" y="282792"/>
                  <a:pt x="233451" y="281582"/>
                </a:cubicBezTo>
                <a:lnTo>
                  <a:pt x="233451" y="200102"/>
                </a:lnTo>
                <a:cubicBezTo>
                  <a:pt x="226555" y="199293"/>
                  <a:pt x="214795" y="199293"/>
                  <a:pt x="208715" y="199693"/>
                </a:cubicBezTo>
                <a:close/>
                <a:moveTo>
                  <a:pt x="480068" y="199693"/>
                </a:moveTo>
                <a:cubicBezTo>
                  <a:pt x="386368" y="204562"/>
                  <a:pt x="344181" y="267417"/>
                  <a:pt x="344181" y="366365"/>
                </a:cubicBezTo>
                <a:lnTo>
                  <a:pt x="344181" y="598726"/>
                </a:lnTo>
                <a:lnTo>
                  <a:pt x="432603" y="598726"/>
                </a:lnTo>
                <a:lnTo>
                  <a:pt x="432603" y="366332"/>
                </a:lnTo>
                <a:cubicBezTo>
                  <a:pt x="432603" y="307930"/>
                  <a:pt x="444375" y="282792"/>
                  <a:pt x="505212" y="281582"/>
                </a:cubicBezTo>
                <a:lnTo>
                  <a:pt x="505212" y="200102"/>
                </a:lnTo>
                <a:cubicBezTo>
                  <a:pt x="497907" y="199293"/>
                  <a:pt x="486148" y="199293"/>
                  <a:pt x="480068" y="199693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216000" lIns="0" tIns="361440" rIns="945000" bIns="1094760" anchor="ctr">
            <a:noAutofit/>
          </a:bodyPr>
          <a:p>
            <a:endParaRPr lang="de-DE" sz="1800" b="0" u="none" strike="noStrike">
              <a:solidFill>
                <a:schemeClr val="dk1"/>
              </a:solidFill>
              <a:effectLst/>
              <a:uFillTx/>
              <a:latin typeface="SRH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12188880" cy="6854760"/>
          </a:xfrm>
          <a:prstGeom prst="rect">
            <a:avLst/>
          </a:prstGeom>
          <a:solidFill>
            <a:srgbClr val="FED9C9"/>
          </a:solidFill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4000"/>
              </a:lnSpc>
              <a:buNone/>
              <a:tabLst>
                <a:tab pos="0" algn="l"/>
              </a:tabLst>
              <a:defRPr lang="de-DE" sz="1800" b="1" u="none" strike="noStrike">
                <a:solidFill>
                  <a:schemeClr val="lt1"/>
                </a:solidFill>
                <a:effectLst/>
                <a:uFillTx/>
                <a:latin typeface="SRH Text"/>
              </a:defRPr>
            </a:lvl1pPr>
            <a:lvl2pPr lvl="1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</a:defRPr>
            </a:lvl2pPr>
            <a:lvl3pPr lvl="2" algn="l" defTabSz="914400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</a:defRPr>
            </a:lvl3pPr>
            <a:lvl4pPr lvl="3" algn="l" defTabSz="914400">
              <a:lnSpc>
                <a:spcPct val="110000"/>
              </a:lnSpc>
              <a:spcBef>
                <a:spcPts val="240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de-DE" sz="1800" b="1" u="none" strike="noStrike">
                <a:solidFill>
                  <a:schemeClr val="accent1"/>
                </a:solidFill>
                <a:effectLst/>
                <a:uFillTx/>
                <a:latin typeface="SRH Text"/>
              </a:defRPr>
            </a:lvl4pPr>
            <a:lvl5pPr lvl="4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800" b="1" u="none" strike="noStrike">
                <a:solidFill>
                  <a:schemeClr val="dk1"/>
                </a:solidFill>
                <a:effectLst/>
                <a:uFillTx/>
                <a:latin typeface="SRH Headline"/>
              </a:defRPr>
            </a:lvl5pPr>
            <a:lvl6pPr lvl="5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SRH Headline"/>
              </a:defRPr>
            </a:lvl6pPr>
            <a:lvl7pPr lvl="6" algn="l" defTabSz="914400">
              <a:lnSpc>
                <a:spcPct val="98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800" b="1" u="none" strike="noStrike">
                <a:solidFill>
                  <a:schemeClr val="accent1"/>
                </a:solidFill>
                <a:effectLst/>
                <a:uFillTx/>
                <a:latin typeface="SRH Headline"/>
              </a:defRPr>
            </a:lvl7pPr>
          </a:lstStyle>
          <a:p>
            <a:pPr indent="0" algn="l" defTabSz="914400">
              <a:lnSpc>
                <a:spcPct val="94000"/>
              </a:lnSpc>
              <a:buNone/>
              <a:tabLst>
                <a:tab pos="0" algn="l"/>
              </a:tabLst>
            </a:pPr>
            <a:r>
              <a:rPr lang="de-DE" sz="1800" b="1" u="none" strike="noStrike">
                <a:solidFill>
                  <a:schemeClr val="lt1"/>
                </a:solidFill>
                <a:effectLst/>
                <a:uFillTx/>
                <a:latin typeface="SRH Text"/>
              </a:rPr>
              <a:t>Click to edit the outline text format</a:t>
            </a:r>
            <a:endParaRPr lang="de-DE" sz="1800" b="1" u="none" strike="noStrike">
              <a:solidFill>
                <a:schemeClr val="lt1"/>
              </a:solidFill>
              <a:effectLst/>
              <a:uFillTx/>
              <a:latin typeface="SRH Text"/>
            </a:endParaRPr>
          </a:p>
          <a:p>
            <a:pPr marL="457200" lvl="1" indent="-324000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</a:rPr>
              <a:t>Second Outline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914400" lvl="2" indent="-288000" algn="l" defTabSz="914400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</a:rPr>
              <a:t>Third Outline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1371600" lvl="3" indent="-216000" algn="l" defTabSz="914400">
              <a:lnSpc>
                <a:spcPct val="110000"/>
              </a:lnSpc>
              <a:spcBef>
                <a:spcPts val="240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1800" b="1" u="none" strike="noStrike">
                <a:solidFill>
                  <a:schemeClr val="accent1"/>
                </a:solidFill>
                <a:effectLst/>
                <a:uFillTx/>
                <a:latin typeface="SRH Text"/>
              </a:rPr>
              <a:t>Fourth Outline Level</a:t>
            </a:r>
            <a:endParaRPr lang="de-DE" sz="1800" b="1" u="none" strike="noStrike">
              <a:solidFill>
                <a:schemeClr val="accent1"/>
              </a:solidFill>
              <a:effectLst/>
              <a:uFillTx/>
              <a:latin typeface="SRH Text"/>
            </a:endParaRPr>
          </a:p>
          <a:p>
            <a:pPr marL="1828800" lvl="4" indent="-216000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800" b="1" u="none" strike="noStrike">
                <a:solidFill>
                  <a:schemeClr val="dk1"/>
                </a:solidFill>
                <a:effectLst/>
                <a:uFillTx/>
                <a:latin typeface="SRH Headline"/>
              </a:rPr>
              <a:t>Fifth Outline Level</a:t>
            </a:r>
            <a:endParaRPr lang="de-DE" sz="1800" b="1" u="none" strike="noStrike">
              <a:solidFill>
                <a:schemeClr val="dk1"/>
              </a:solidFill>
              <a:effectLst/>
              <a:uFillTx/>
              <a:latin typeface="SRH Headline"/>
            </a:endParaRPr>
          </a:p>
          <a:p>
            <a:pPr marL="2286000" lvl="5" indent="-216000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SRH Headline"/>
              </a:rPr>
              <a:t>Sixth Outline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SRH Headline"/>
            </a:endParaRPr>
          </a:p>
          <a:p>
            <a:pPr marL="2743200" lvl="6" indent="-216000" algn="l" defTabSz="914400">
              <a:lnSpc>
                <a:spcPct val="98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800" b="1" u="none" strike="noStrike">
                <a:solidFill>
                  <a:schemeClr val="accent1"/>
                </a:solidFill>
                <a:effectLst/>
                <a:uFillTx/>
                <a:latin typeface="SRH Headline"/>
              </a:rPr>
              <a:t>Seventh Outline Level</a:t>
            </a:r>
            <a:endParaRPr lang="de-DE" sz="1800" b="1" u="none" strike="noStrike">
              <a:solidFill>
                <a:schemeClr val="accent1"/>
              </a:solidFill>
              <a:effectLst/>
              <a:uFillTx/>
              <a:latin typeface="SRH Headline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title"/>
          </p:nvPr>
        </p:nvSpPr>
        <p:spPr>
          <a:xfrm>
            <a:off x="630000" y="1079640"/>
            <a:ext cx="7398360" cy="30150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4000" b="1" u="none" strike="noStrike">
                <a:solidFill>
                  <a:schemeClr val="lt1"/>
                </a:solidFill>
                <a:effectLst/>
                <a:uFillTx/>
                <a:latin typeface="SRH Headline"/>
                <a:ea typeface="SRH Headline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4000" b="1" u="none" strike="noStrike">
                <a:solidFill>
                  <a:schemeClr val="lt1"/>
                </a:solidFill>
                <a:effectLst/>
                <a:uFillTx/>
                <a:latin typeface="SRH Headline"/>
                <a:ea typeface="SRH Headline"/>
              </a:rPr>
              <a:t>Mastertitelformat bearbeiten</a:t>
            </a:r>
            <a:endParaRPr lang="de-DE" sz="4000" b="1" u="none" strike="noStrike">
              <a:solidFill>
                <a:schemeClr val="lt1"/>
              </a:solidFill>
              <a:effectLst/>
              <a:uFillTx/>
              <a:latin typeface="SRH Headline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body"/>
          </p:nvPr>
        </p:nvSpPr>
        <p:spPr>
          <a:xfrm>
            <a:off x="9652680" y="622440"/>
            <a:ext cx="1982880" cy="54972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t">
            <a:noAutofit/>
          </a:bodyPr>
          <a:lstStyle>
            <a:lvl1pPr indent="0" algn="l" defTabSz="914400">
              <a:lnSpc>
                <a:spcPct val="94000"/>
              </a:lnSpc>
              <a:buNone/>
              <a:tabLst>
                <a:tab pos="0" algn="l"/>
              </a:tabLst>
              <a:defRPr lang="de-DE" sz="1550" b="1" u="none" strike="noStrike">
                <a:solidFill>
                  <a:schemeClr val="lt1"/>
                </a:solidFill>
                <a:effectLst/>
                <a:uFillTx/>
                <a:latin typeface="SRH Text"/>
                <a:ea typeface="SRH Text"/>
              </a:defRPr>
            </a:lvl1pPr>
          </a:lstStyle>
          <a:p>
            <a:pPr indent="0" algn="l" defTabSz="914400">
              <a:lnSpc>
                <a:spcPct val="94000"/>
              </a:lnSpc>
              <a:buNone/>
              <a:tabLst>
                <a:tab pos="0" algn="l"/>
              </a:tabLst>
            </a:pPr>
            <a:r>
              <a:rPr lang="de-DE" sz="1550" b="1" u="none" strike="noStrike">
                <a:solidFill>
                  <a:schemeClr val="lt1"/>
                </a:solidFill>
                <a:effectLst/>
                <a:uFillTx/>
                <a:latin typeface="SRH Text"/>
                <a:ea typeface="SRH Text"/>
              </a:rPr>
              <a:t>Mastertextformat bearbeiten</a:t>
            </a:r>
            <a:endParaRPr lang="de-DE" sz="1550" b="1" u="none" strike="noStrike">
              <a:solidFill>
                <a:schemeClr val="lt1"/>
              </a:solidFill>
              <a:effectLst/>
              <a:uFillTx/>
              <a:latin typeface="SRH Text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Zwischenfolie Statements, Farbe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ihandform: Form 11" hidden="1"/>
          <p:cNvSpPr/>
          <p:nvPr/>
        </p:nvSpPr>
        <p:spPr>
          <a:xfrm>
            <a:off x="10878840" y="361440"/>
            <a:ext cx="944640" cy="730080"/>
          </a:xfrm>
          <a:custGeom>
            <a:avLst/>
            <a:gdLst>
              <a:gd name="textAreaLeft" fmla="*/ 0 w 944640"/>
              <a:gd name="textAreaRight" fmla="*/ 341299800 w 944640"/>
              <a:gd name="textAreaTop" fmla="*/ 0 h 730080"/>
              <a:gd name="textAreaBottom" fmla="*/ 264033000 h 730080"/>
            </a:gdLst>
            <a:ahLst/>
            <a:cxnLst/>
            <a:rect l="textAreaLeft" t="textAreaTop" r="textAreaRight" b="textAreaBottom"/>
            <a:pathLst>
              <a:path w="948055" h="733425">
                <a:moveTo>
                  <a:pt x="619721" y="598726"/>
                </a:moveTo>
                <a:lnTo>
                  <a:pt x="708150" y="598726"/>
                </a:lnTo>
                <a:lnTo>
                  <a:pt x="708150" y="174"/>
                </a:lnTo>
                <a:lnTo>
                  <a:pt x="619721" y="174"/>
                </a:lnTo>
                <a:lnTo>
                  <a:pt x="619721" y="598726"/>
                </a:lnTo>
                <a:close/>
                <a:moveTo>
                  <a:pt x="811583" y="196858"/>
                </a:moveTo>
                <a:cubicBezTo>
                  <a:pt x="794961" y="196049"/>
                  <a:pt x="774271" y="196858"/>
                  <a:pt x="753582" y="199293"/>
                </a:cubicBezTo>
                <a:lnTo>
                  <a:pt x="753582" y="281173"/>
                </a:lnTo>
                <a:cubicBezTo>
                  <a:pt x="831456" y="281173"/>
                  <a:pt x="859851" y="292576"/>
                  <a:pt x="859851" y="364713"/>
                </a:cubicBezTo>
                <a:lnTo>
                  <a:pt x="859851" y="598726"/>
                </a:lnTo>
                <a:lnTo>
                  <a:pt x="948279" y="598726"/>
                </a:lnTo>
                <a:lnTo>
                  <a:pt x="948279" y="353792"/>
                </a:lnTo>
                <a:cubicBezTo>
                  <a:pt x="948279" y="263364"/>
                  <a:pt x="896768" y="200102"/>
                  <a:pt x="811583" y="196858"/>
                </a:cubicBezTo>
                <a:close/>
                <a:moveTo>
                  <a:pt x="208715" y="199693"/>
                </a:moveTo>
                <a:cubicBezTo>
                  <a:pt x="114600" y="204562"/>
                  <a:pt x="72827" y="267010"/>
                  <a:pt x="72827" y="366365"/>
                </a:cubicBezTo>
                <a:lnTo>
                  <a:pt x="72827" y="566720"/>
                </a:lnTo>
                <a:cubicBezTo>
                  <a:pt x="72827" y="625122"/>
                  <a:pt x="61054" y="650267"/>
                  <a:pt x="224" y="651483"/>
                </a:cubicBezTo>
                <a:lnTo>
                  <a:pt x="224" y="732542"/>
                </a:lnTo>
                <a:cubicBezTo>
                  <a:pt x="7522" y="733765"/>
                  <a:pt x="19282" y="733765"/>
                  <a:pt x="25368" y="733352"/>
                </a:cubicBezTo>
                <a:cubicBezTo>
                  <a:pt x="119871" y="727681"/>
                  <a:pt x="161249" y="664825"/>
                  <a:pt x="161249" y="566687"/>
                </a:cubicBezTo>
                <a:lnTo>
                  <a:pt x="161249" y="366332"/>
                </a:lnTo>
                <a:cubicBezTo>
                  <a:pt x="161249" y="307529"/>
                  <a:pt x="172206" y="282792"/>
                  <a:pt x="233451" y="281582"/>
                </a:cubicBezTo>
                <a:lnTo>
                  <a:pt x="233451" y="200102"/>
                </a:lnTo>
                <a:cubicBezTo>
                  <a:pt x="226555" y="199293"/>
                  <a:pt x="214795" y="199293"/>
                  <a:pt x="208715" y="199693"/>
                </a:cubicBezTo>
                <a:close/>
                <a:moveTo>
                  <a:pt x="480068" y="199693"/>
                </a:moveTo>
                <a:cubicBezTo>
                  <a:pt x="386368" y="204562"/>
                  <a:pt x="344181" y="267417"/>
                  <a:pt x="344181" y="366365"/>
                </a:cubicBezTo>
                <a:lnTo>
                  <a:pt x="344181" y="598726"/>
                </a:lnTo>
                <a:lnTo>
                  <a:pt x="432603" y="598726"/>
                </a:lnTo>
                <a:lnTo>
                  <a:pt x="432603" y="366332"/>
                </a:lnTo>
                <a:cubicBezTo>
                  <a:pt x="432603" y="307930"/>
                  <a:pt x="444375" y="282792"/>
                  <a:pt x="505212" y="281582"/>
                </a:cubicBezTo>
                <a:lnTo>
                  <a:pt x="505212" y="200102"/>
                </a:lnTo>
                <a:cubicBezTo>
                  <a:pt x="497907" y="199293"/>
                  <a:pt x="486148" y="199293"/>
                  <a:pt x="480068" y="199693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216000" lIns="0" tIns="361440" rIns="945000" bIns="1094760" anchor="ctr">
            <a:noAutofit/>
          </a:bodyPr>
          <a:p>
            <a:endParaRPr lang="de-DE" sz="1800" b="0" u="none" strike="noStrike">
              <a:solidFill>
                <a:schemeClr val="dk1"/>
              </a:solidFill>
              <a:effectLst/>
              <a:uFillTx/>
              <a:latin typeface="SRH"/>
            </a:endParaRPr>
          </a:p>
        </p:txBody>
      </p:sp>
      <p:sp>
        <p:nvSpPr>
          <p:cNvPr id="7" name="Freihandform: Form 10"/>
          <p:cNvSpPr/>
          <p:nvPr/>
        </p:nvSpPr>
        <p:spPr>
          <a:xfrm>
            <a:off x="8211960" y="2802240"/>
            <a:ext cx="3986640" cy="4052520"/>
          </a:xfrm>
          <a:custGeom>
            <a:avLst/>
            <a:gdLst>
              <a:gd name="textAreaLeft" fmla="*/ 0 w 3986640"/>
              <a:gd name="textAreaRight" fmla="*/ 1436293800 w 3986640"/>
              <a:gd name="textAreaTop" fmla="*/ 0 h 4052520"/>
              <a:gd name="textAreaBottom" fmla="*/ 1460068200 h 4052520"/>
            </a:gdLst>
            <a:ahLst/>
            <a:cxnLst/>
            <a:rect l="textAreaLeft" t="textAreaTop" r="textAreaRight" b="textAreaBottom"/>
            <a:pathLst>
              <a:path w="3989705" h="4055745">
                <a:moveTo>
                  <a:pt x="3989705" y="0"/>
                </a:moveTo>
                <a:lnTo>
                  <a:pt x="3989705" y="2389210"/>
                </a:lnTo>
                <a:lnTo>
                  <a:pt x="3859000" y="2411148"/>
                </a:lnTo>
                <a:cubicBezTo>
                  <a:pt x="2993767" y="2575305"/>
                  <a:pt x="2648265" y="3036008"/>
                  <a:pt x="2529591" y="3871779"/>
                </a:cubicBezTo>
                <a:lnTo>
                  <a:pt x="2508283" y="4055745"/>
                </a:lnTo>
                <a:lnTo>
                  <a:pt x="0" y="4055745"/>
                </a:lnTo>
                <a:lnTo>
                  <a:pt x="22944" y="3788838"/>
                </a:lnTo>
                <a:cubicBezTo>
                  <a:pt x="290771" y="1521853"/>
                  <a:pt x="1510519" y="126892"/>
                  <a:pt x="3885553" y="4661"/>
                </a:cubicBezTo>
                <a:cubicBezTo>
                  <a:pt x="3907463" y="3232"/>
                  <a:pt x="3931933" y="1982"/>
                  <a:pt x="3958371" y="932"/>
                </a:cubicBezTo>
                <a:close/>
              </a:path>
            </a:pathLst>
          </a:custGeom>
          <a:solidFill>
            <a:srgbClr val="EEEDEC">
              <a:alpha val="19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216000" lIns="0" tIns="2802240" rIns="3987000" bIns="6858000" anchor="ctr">
            <a:noAutofit/>
          </a:bodyPr>
          <a:p>
            <a:endParaRPr lang="de-DE" sz="1800" b="0" u="none" strike="noStrike">
              <a:solidFill>
                <a:schemeClr val="dk1"/>
              </a:solidFill>
              <a:effectLst/>
              <a:uFillTx/>
              <a:latin typeface="SRH"/>
            </a:endParaRPr>
          </a:p>
        </p:txBody>
      </p:sp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360000" y="2329200"/>
            <a:ext cx="11469960" cy="397764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t">
            <a:noAutofit/>
          </a:bodyPr>
          <a:lstStyle>
            <a:lvl1pPr indent="0" algn="l" defTabSz="914400">
              <a:lnSpc>
                <a:spcPct val="98000"/>
              </a:lnSpc>
              <a:buNone/>
              <a:tabLst>
                <a:tab pos="0" algn="l"/>
              </a:tabLst>
              <a:defRPr lang="de-DE" sz="4800" b="1" u="none" strike="noStrike">
                <a:solidFill>
                  <a:schemeClr val="lt1"/>
                </a:solidFill>
                <a:effectLst/>
                <a:uFillTx/>
                <a:latin typeface="SRH Headline"/>
                <a:ea typeface="SRH Headline"/>
              </a:defRPr>
            </a:lvl1pPr>
          </a:lstStyle>
          <a:p>
            <a:pPr indent="0" algn="l" defTabSz="914400">
              <a:lnSpc>
                <a:spcPct val="98000"/>
              </a:lnSpc>
              <a:buNone/>
              <a:tabLst>
                <a:tab pos="0" algn="l"/>
              </a:tabLst>
            </a:pPr>
            <a:r>
              <a:rPr lang="de-DE" sz="4800" b="1" u="none" strike="noStrike">
                <a:solidFill>
                  <a:schemeClr val="lt1"/>
                </a:solidFill>
                <a:effectLst/>
                <a:uFillTx/>
                <a:latin typeface="SRH Headline"/>
                <a:ea typeface="SRH Headline"/>
              </a:rPr>
              <a:t>Mastertitelformat bearbeiten</a:t>
            </a:r>
            <a:endParaRPr lang="de-DE" sz="4800" b="1" u="none" strike="noStrike">
              <a:solidFill>
                <a:schemeClr val="lt1"/>
              </a:solidFill>
              <a:effectLst/>
              <a:uFillTx/>
              <a:latin typeface="SRH Headline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dt" idx="1"/>
          </p:nvPr>
        </p:nvSpPr>
        <p:spPr>
          <a:xfrm>
            <a:off x="367560" y="6356520"/>
            <a:ext cx="87120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CA" sz="900" b="1" u="none" strike="noStrike">
                <a:solidFill>
                  <a:schemeClr val="lt1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CA" sz="900" b="1" u="none" strike="noStrike">
                <a:solidFill>
                  <a:schemeClr val="lt1"/>
                </a:solidFill>
                <a:effectLst/>
                <a:uFillTx/>
                <a:latin typeface="SRH Text"/>
                <a:ea typeface="SRH"/>
              </a:rPr>
              <a:t> 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ftr" idx="2"/>
          </p:nvPr>
        </p:nvSpPr>
        <p:spPr>
          <a:xfrm>
            <a:off x="1319400" y="6356520"/>
            <a:ext cx="649296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1" u="none" strike="noStrike">
                <a:solidFill>
                  <a:schemeClr val="lt1"/>
                </a:solidFill>
                <a:effectLst/>
                <a:uFillTx/>
                <a:latin typeface="SRH Text"/>
                <a:ea typeface="SRH"/>
              </a:rPr>
              <a:t> 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sldNum" idx="3"/>
          </p:nvPr>
        </p:nvSpPr>
        <p:spPr>
          <a:xfrm>
            <a:off x="11146680" y="6365160"/>
            <a:ext cx="67680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550" b="1" u="none" strike="noStrike">
                <a:solidFill>
                  <a:schemeClr val="lt1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A46FA94-F36C-4A72-8960-F2938058718A}" type="slidenum">
              <a:rPr lang="de-DE" sz="1550" b="1" u="none" strike="noStrike">
                <a:solidFill>
                  <a:schemeClr val="lt1"/>
                </a:solidFill>
                <a:effectLst/>
                <a:uFillTx/>
                <a:latin typeface="SRH Text"/>
                <a:ea typeface="SRH"/>
              </a:rPr>
              <a:t>3</a:t>
            </a:fld>
            <a:endParaRPr lang="en-US" sz="155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2" name="Grafik 6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877400" y="358920"/>
            <a:ext cx="947520" cy="73404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/2 Text, 1/2 Bild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ihandform: Form 11"/>
          <p:cNvSpPr/>
          <p:nvPr/>
        </p:nvSpPr>
        <p:spPr>
          <a:xfrm>
            <a:off x="10878840" y="361440"/>
            <a:ext cx="944640" cy="730080"/>
          </a:xfrm>
          <a:custGeom>
            <a:avLst/>
            <a:gdLst>
              <a:gd name="textAreaLeft" fmla="*/ 0 w 944640"/>
              <a:gd name="textAreaRight" fmla="*/ 341299800 w 944640"/>
              <a:gd name="textAreaTop" fmla="*/ 0 h 730080"/>
              <a:gd name="textAreaBottom" fmla="*/ 264033000 h 730080"/>
            </a:gdLst>
            <a:ahLst/>
            <a:cxnLst/>
            <a:rect l="textAreaLeft" t="textAreaTop" r="textAreaRight" b="textAreaBottom"/>
            <a:pathLst>
              <a:path w="948055" h="733425">
                <a:moveTo>
                  <a:pt x="619721" y="598726"/>
                </a:moveTo>
                <a:lnTo>
                  <a:pt x="708150" y="598726"/>
                </a:lnTo>
                <a:lnTo>
                  <a:pt x="708150" y="174"/>
                </a:lnTo>
                <a:lnTo>
                  <a:pt x="619721" y="174"/>
                </a:lnTo>
                <a:lnTo>
                  <a:pt x="619721" y="598726"/>
                </a:lnTo>
                <a:close/>
                <a:moveTo>
                  <a:pt x="811583" y="196858"/>
                </a:moveTo>
                <a:cubicBezTo>
                  <a:pt x="794961" y="196049"/>
                  <a:pt x="774271" y="196858"/>
                  <a:pt x="753582" y="199293"/>
                </a:cubicBezTo>
                <a:lnTo>
                  <a:pt x="753582" y="281173"/>
                </a:lnTo>
                <a:cubicBezTo>
                  <a:pt x="831456" y="281173"/>
                  <a:pt x="859851" y="292576"/>
                  <a:pt x="859851" y="364713"/>
                </a:cubicBezTo>
                <a:lnTo>
                  <a:pt x="859851" y="598726"/>
                </a:lnTo>
                <a:lnTo>
                  <a:pt x="948279" y="598726"/>
                </a:lnTo>
                <a:lnTo>
                  <a:pt x="948279" y="353792"/>
                </a:lnTo>
                <a:cubicBezTo>
                  <a:pt x="948279" y="263364"/>
                  <a:pt x="896768" y="200102"/>
                  <a:pt x="811583" y="196858"/>
                </a:cubicBezTo>
                <a:close/>
                <a:moveTo>
                  <a:pt x="208715" y="199693"/>
                </a:moveTo>
                <a:cubicBezTo>
                  <a:pt x="114600" y="204562"/>
                  <a:pt x="72827" y="267010"/>
                  <a:pt x="72827" y="366365"/>
                </a:cubicBezTo>
                <a:lnTo>
                  <a:pt x="72827" y="566720"/>
                </a:lnTo>
                <a:cubicBezTo>
                  <a:pt x="72827" y="625122"/>
                  <a:pt x="61054" y="650267"/>
                  <a:pt x="224" y="651483"/>
                </a:cubicBezTo>
                <a:lnTo>
                  <a:pt x="224" y="732542"/>
                </a:lnTo>
                <a:cubicBezTo>
                  <a:pt x="7522" y="733765"/>
                  <a:pt x="19282" y="733765"/>
                  <a:pt x="25368" y="733352"/>
                </a:cubicBezTo>
                <a:cubicBezTo>
                  <a:pt x="119871" y="727681"/>
                  <a:pt x="161249" y="664825"/>
                  <a:pt x="161249" y="566687"/>
                </a:cubicBezTo>
                <a:lnTo>
                  <a:pt x="161249" y="366332"/>
                </a:lnTo>
                <a:cubicBezTo>
                  <a:pt x="161249" y="307529"/>
                  <a:pt x="172206" y="282792"/>
                  <a:pt x="233451" y="281582"/>
                </a:cubicBezTo>
                <a:lnTo>
                  <a:pt x="233451" y="200102"/>
                </a:lnTo>
                <a:cubicBezTo>
                  <a:pt x="226555" y="199293"/>
                  <a:pt x="214795" y="199293"/>
                  <a:pt x="208715" y="199693"/>
                </a:cubicBezTo>
                <a:close/>
                <a:moveTo>
                  <a:pt x="480068" y="199693"/>
                </a:moveTo>
                <a:cubicBezTo>
                  <a:pt x="386368" y="204562"/>
                  <a:pt x="344181" y="267417"/>
                  <a:pt x="344181" y="366365"/>
                </a:cubicBezTo>
                <a:lnTo>
                  <a:pt x="344181" y="598726"/>
                </a:lnTo>
                <a:lnTo>
                  <a:pt x="432603" y="598726"/>
                </a:lnTo>
                <a:lnTo>
                  <a:pt x="432603" y="366332"/>
                </a:lnTo>
                <a:cubicBezTo>
                  <a:pt x="432603" y="307930"/>
                  <a:pt x="444375" y="282792"/>
                  <a:pt x="505212" y="281582"/>
                </a:cubicBezTo>
                <a:lnTo>
                  <a:pt x="505212" y="200102"/>
                </a:lnTo>
                <a:cubicBezTo>
                  <a:pt x="497907" y="199293"/>
                  <a:pt x="486148" y="199293"/>
                  <a:pt x="480068" y="199693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216000" lIns="0" tIns="361440" rIns="945000" bIns="1094760" anchor="ctr">
            <a:noAutofit/>
          </a:bodyPr>
          <a:p>
            <a:endParaRPr lang="de-DE" sz="1800" b="0" u="none" strike="noStrike">
              <a:solidFill>
                <a:schemeClr val="dk1"/>
              </a:solidFill>
              <a:effectLst/>
              <a:uFillTx/>
              <a:latin typeface="SRH"/>
            </a:endParaRPr>
          </a:p>
        </p:txBody>
      </p:sp>
      <p:sp>
        <p:nvSpPr>
          <p:cNvPr id="14" name="PlaceHolder 1"/>
          <p:cNvSpPr>
            <a:spLocks noGrp="1"/>
          </p:cNvSpPr>
          <p:nvPr>
            <p:ph type="body"/>
          </p:nvPr>
        </p:nvSpPr>
        <p:spPr>
          <a:xfrm>
            <a:off x="6095880" y="0"/>
            <a:ext cx="6092640" cy="6854760"/>
          </a:xfrm>
          <a:prstGeom prst="rect">
            <a:avLst/>
          </a:prstGeom>
          <a:solidFill>
            <a:srgbClr val="FED9C9"/>
          </a:solidFill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10000"/>
              </a:lnSpc>
              <a:spcBef>
                <a:spcPts val="1199"/>
              </a:spcBef>
              <a:buNone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</a:defRPr>
            </a:lvl1pPr>
            <a:lvl2pPr lvl="1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</a:defRPr>
            </a:lvl2pPr>
            <a:lvl3pPr lvl="2" algn="l" defTabSz="914400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</a:defRPr>
            </a:lvl3pPr>
            <a:lvl4pPr lvl="3" algn="l" defTabSz="914400">
              <a:lnSpc>
                <a:spcPct val="110000"/>
              </a:lnSpc>
              <a:spcBef>
                <a:spcPts val="240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de-DE" sz="1800" b="1" u="none" strike="noStrike">
                <a:solidFill>
                  <a:schemeClr val="accent1"/>
                </a:solidFill>
                <a:effectLst/>
                <a:uFillTx/>
                <a:latin typeface="SRH Text"/>
              </a:defRPr>
            </a:lvl4pPr>
            <a:lvl5pPr lvl="4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800" b="1" u="none" strike="noStrike">
                <a:solidFill>
                  <a:schemeClr val="dk1"/>
                </a:solidFill>
                <a:effectLst/>
                <a:uFillTx/>
                <a:latin typeface="SRH Headline"/>
              </a:defRPr>
            </a:lvl5pPr>
            <a:lvl6pPr lvl="5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SRH Headline"/>
              </a:defRPr>
            </a:lvl6pPr>
            <a:lvl7pPr lvl="6" algn="l" defTabSz="914400">
              <a:lnSpc>
                <a:spcPct val="98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800" b="1" u="none" strike="noStrike">
                <a:solidFill>
                  <a:schemeClr val="accent1"/>
                </a:solidFill>
                <a:effectLst/>
                <a:uFillTx/>
                <a:latin typeface="SRH Headline"/>
              </a:defRPr>
            </a:lvl7pPr>
          </a:lstStyle>
          <a:p>
            <a:pPr indent="0" algn="l" defTabSz="914400">
              <a:lnSpc>
                <a:spcPct val="110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</a:rPr>
              <a:t>Click to edit the outline text format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457200" lvl="1" indent="-324000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</a:rPr>
              <a:t>Second Outline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914400" lvl="2" indent="-288000" algn="l" defTabSz="914400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</a:rPr>
              <a:t>Third Outline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1371600" lvl="3" indent="-216000" algn="l" defTabSz="914400">
              <a:lnSpc>
                <a:spcPct val="110000"/>
              </a:lnSpc>
              <a:spcBef>
                <a:spcPts val="240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1800" b="1" u="none" strike="noStrike">
                <a:solidFill>
                  <a:schemeClr val="accent1"/>
                </a:solidFill>
                <a:effectLst/>
                <a:uFillTx/>
                <a:latin typeface="SRH Text"/>
              </a:rPr>
              <a:t>Fourth Outline Level</a:t>
            </a:r>
            <a:endParaRPr lang="de-DE" sz="1800" b="1" u="none" strike="noStrike">
              <a:solidFill>
                <a:schemeClr val="accent1"/>
              </a:solidFill>
              <a:effectLst/>
              <a:uFillTx/>
              <a:latin typeface="SRH Text"/>
            </a:endParaRPr>
          </a:p>
          <a:p>
            <a:pPr marL="1828800" lvl="4" indent="-216000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800" b="1" u="none" strike="noStrike">
                <a:solidFill>
                  <a:schemeClr val="dk1"/>
                </a:solidFill>
                <a:effectLst/>
                <a:uFillTx/>
                <a:latin typeface="SRH Headline"/>
              </a:rPr>
              <a:t>Fifth Outline Level</a:t>
            </a:r>
            <a:endParaRPr lang="de-DE" sz="1800" b="1" u="none" strike="noStrike">
              <a:solidFill>
                <a:schemeClr val="dk1"/>
              </a:solidFill>
              <a:effectLst/>
              <a:uFillTx/>
              <a:latin typeface="SRH Headline"/>
            </a:endParaRPr>
          </a:p>
          <a:p>
            <a:pPr marL="2286000" lvl="5" indent="-216000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SRH Headline"/>
              </a:rPr>
              <a:t>Sixth Outline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SRH Headline"/>
            </a:endParaRPr>
          </a:p>
          <a:p>
            <a:pPr marL="2743200" lvl="6" indent="-216000" algn="l" defTabSz="914400">
              <a:lnSpc>
                <a:spcPct val="98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800" b="1" u="none" strike="noStrike">
                <a:solidFill>
                  <a:schemeClr val="accent1"/>
                </a:solidFill>
                <a:effectLst/>
                <a:uFillTx/>
                <a:latin typeface="SRH Headline"/>
              </a:rPr>
              <a:t>Seventh Outline Level</a:t>
            </a:r>
            <a:endParaRPr lang="de-DE" sz="1800" b="1" u="none" strike="noStrike">
              <a:solidFill>
                <a:schemeClr val="accent1"/>
              </a:solidFill>
              <a:effectLst/>
              <a:uFillTx/>
              <a:latin typeface="SRH Headline"/>
            </a:endParaRPr>
          </a:p>
        </p:txBody>
      </p:sp>
      <p:sp>
        <p:nvSpPr>
          <p:cNvPr id="15" name="Zeichen" hidden="1"/>
          <p:cNvSpPr/>
          <p:nvPr/>
        </p:nvSpPr>
        <p:spPr>
          <a:xfrm>
            <a:off x="8202960" y="2802240"/>
            <a:ext cx="3985920" cy="4052520"/>
          </a:xfrm>
          <a:custGeom>
            <a:avLst/>
            <a:gdLst>
              <a:gd name="textAreaLeft" fmla="*/ 0 w 3985920"/>
              <a:gd name="textAreaRight" fmla="*/ 1436065200 w 3985920"/>
              <a:gd name="textAreaTop" fmla="*/ 0 h 4052520"/>
              <a:gd name="textAreaBottom" fmla="*/ 1460068200 h 4052520"/>
            </a:gdLst>
            <a:ahLst/>
            <a:cxnLst/>
            <a:rect l="textAreaLeft" t="textAreaTop" r="textAreaRight" b="textAreaBottom"/>
            <a:pathLst>
              <a:path w="3989070" h="4055745">
                <a:moveTo>
                  <a:pt x="3989070" y="0"/>
                </a:moveTo>
                <a:lnTo>
                  <a:pt x="3989070" y="2389210"/>
                </a:lnTo>
                <a:lnTo>
                  <a:pt x="3858387" y="2411148"/>
                </a:lnTo>
                <a:cubicBezTo>
                  <a:pt x="2993291" y="2575305"/>
                  <a:pt x="2647844" y="3036008"/>
                  <a:pt x="2529189" y="3871779"/>
                </a:cubicBezTo>
                <a:lnTo>
                  <a:pt x="2507884" y="4055745"/>
                </a:lnTo>
                <a:lnTo>
                  <a:pt x="0" y="4055745"/>
                </a:lnTo>
                <a:lnTo>
                  <a:pt x="22941" y="3788838"/>
                </a:lnTo>
                <a:cubicBezTo>
                  <a:pt x="290726" y="1521853"/>
                  <a:pt x="1510279" y="126892"/>
                  <a:pt x="3884935" y="4661"/>
                </a:cubicBezTo>
                <a:cubicBezTo>
                  <a:pt x="3906842" y="3232"/>
                  <a:pt x="3931308" y="1982"/>
                  <a:pt x="3957741" y="932"/>
                </a:cubicBezTo>
                <a:close/>
              </a:path>
            </a:pathLst>
          </a:custGeom>
          <a:solidFill>
            <a:srgbClr val="EEED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216000" lIns="0" tIns="2802240" rIns="3986280" bIns="6858000" anchor="ctr">
            <a:noAutofit/>
          </a:bodyPr>
          <a:p>
            <a:endParaRPr lang="de-DE" sz="1800" b="0" u="none" strike="noStrike">
              <a:solidFill>
                <a:schemeClr val="dk1"/>
              </a:solidFill>
              <a:effectLst/>
              <a:uFillTx/>
              <a:latin typeface="SRH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title"/>
          </p:nvPr>
        </p:nvSpPr>
        <p:spPr>
          <a:xfrm>
            <a:off x="360000" y="358920"/>
            <a:ext cx="5364360" cy="83196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3000" b="1" u="none" strike="noStrike">
                <a:solidFill>
                  <a:schemeClr val="dk1"/>
                </a:solidFill>
                <a:effectLst/>
                <a:uFillTx/>
                <a:latin typeface="SRH Headline"/>
                <a:ea typeface="SRH Headline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3000" b="1" u="none" strike="noStrike">
                <a:solidFill>
                  <a:schemeClr val="dk1"/>
                </a:solidFill>
                <a:effectLst/>
                <a:uFillTx/>
                <a:latin typeface="SRH Headline"/>
                <a:ea typeface="SRH Headline"/>
              </a:rPr>
              <a:t>Mastertitelformat bearbeiten</a:t>
            </a:r>
            <a:endParaRPr lang="de-DE" sz="3000" b="1" u="none" strike="noStrike">
              <a:solidFill>
                <a:schemeClr val="dk1"/>
              </a:solidFill>
              <a:effectLst/>
              <a:uFillTx/>
              <a:latin typeface="SRH Headline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367560" y="1728000"/>
            <a:ext cx="5364360" cy="422712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t">
            <a:noAutofit/>
          </a:bodyPr>
          <a:lstStyle>
            <a:lvl1pPr indent="0" algn="l" defTabSz="914400">
              <a:lnSpc>
                <a:spcPct val="110000"/>
              </a:lnSpc>
              <a:spcBef>
                <a:spcPts val="1199"/>
              </a:spcBef>
              <a:buNone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defRPr>
            </a:lvl1pPr>
            <a:lvl2pPr lvl="1" algn="l" defTabSz="914400">
              <a:lnSpc>
                <a:spcPct val="110000"/>
              </a:lnSpc>
              <a:spcBef>
                <a:spcPts val="1199"/>
              </a:spcBef>
              <a:buClr>
                <a:srgbClr val="DF4807"/>
              </a:buClr>
              <a:buFont typeface="SRH"/>
              <a:buChar char="—"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defRPr>
            </a:lvl2pPr>
            <a:lvl3pPr lvl="2" algn="l" defTabSz="914400">
              <a:lnSpc>
                <a:spcPct val="110000"/>
              </a:lnSpc>
              <a:buClr>
                <a:srgbClr val="DF4807"/>
              </a:buClr>
              <a:buFont typeface="SRH"/>
              <a:buChar char="—"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defRPr>
            </a:lvl3pPr>
            <a:lvl4pPr indent="0" algn="l" defTabSz="914400">
              <a:lnSpc>
                <a:spcPct val="110000"/>
              </a:lnSpc>
              <a:spcBef>
                <a:spcPts val="2401"/>
              </a:spcBef>
              <a:buNone/>
              <a:tabLst>
                <a:tab pos="0" algn="l"/>
              </a:tabLst>
              <a:defRPr lang="de-DE" sz="2000" b="1" u="none" strike="noStrike">
                <a:solidFill>
                  <a:schemeClr val="accent1"/>
                </a:solidFill>
                <a:effectLst/>
                <a:uFillTx/>
                <a:latin typeface="SRH Text"/>
                <a:ea typeface="SRH Text"/>
              </a:defRPr>
            </a:lvl4pPr>
            <a:lvl5pPr indent="0" algn="l" defTabSz="914400">
              <a:lnSpc>
                <a:spcPct val="110000"/>
              </a:lnSpc>
              <a:spcBef>
                <a:spcPts val="1199"/>
              </a:spcBef>
              <a:buNone/>
              <a:tabLst>
                <a:tab pos="0" algn="l"/>
              </a:tabLst>
              <a:defRPr lang="de-DE" sz="2000" b="1" u="none" strike="noStrike">
                <a:solidFill>
                  <a:schemeClr val="dk1"/>
                </a:solidFill>
                <a:effectLst/>
                <a:uFillTx/>
                <a:latin typeface="SRH Headline"/>
                <a:ea typeface="SRH Headline"/>
              </a:defRPr>
            </a:lvl5pPr>
          </a:lstStyle>
          <a:p>
            <a:pPr indent="0" algn="l" defTabSz="914400">
              <a:lnSpc>
                <a:spcPct val="110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rPr>
              <a:t>Mastertextformat bearbeiten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360000" lvl="1" indent="-360000" algn="l" defTabSz="914400">
              <a:lnSpc>
                <a:spcPct val="110000"/>
              </a:lnSpc>
              <a:spcBef>
                <a:spcPts val="1199"/>
              </a:spcBef>
              <a:buClr>
                <a:srgbClr val="DF4807"/>
              </a:buClr>
              <a:buFont typeface="SRH"/>
              <a:buChar char="—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rPr>
              <a:t>Zweite Ebene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720000" lvl="2" indent="-360000" algn="l" defTabSz="914400">
              <a:lnSpc>
                <a:spcPct val="110000"/>
              </a:lnSpc>
              <a:buClr>
                <a:srgbClr val="DF4807"/>
              </a:buClr>
              <a:buFont typeface="SRH"/>
              <a:buChar char="—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rPr>
              <a:t>Dritte Ebene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indent="0" algn="l" defTabSz="914400">
              <a:lnSpc>
                <a:spcPct val="110000"/>
              </a:lnSpc>
              <a:spcBef>
                <a:spcPts val="2401"/>
              </a:spcBef>
              <a:buNone/>
              <a:tabLst>
                <a:tab pos="0" algn="l"/>
              </a:tabLst>
            </a:pPr>
            <a:r>
              <a:rPr lang="de-DE" sz="2000" b="1" u="none" strike="noStrike">
                <a:solidFill>
                  <a:schemeClr val="accent1"/>
                </a:solidFill>
                <a:effectLst/>
                <a:uFillTx/>
                <a:latin typeface="SRH Text"/>
                <a:ea typeface="SRH Text"/>
              </a:rPr>
              <a:t>Vierte 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indent="0" algn="l" defTabSz="914400">
              <a:lnSpc>
                <a:spcPct val="110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de-DE" sz="2000" b="1" u="none" strike="noStrike">
                <a:solidFill>
                  <a:schemeClr val="dk1"/>
                </a:solidFill>
                <a:effectLst/>
                <a:uFillTx/>
                <a:latin typeface="SRH Headline"/>
                <a:ea typeface="SRH Headline"/>
              </a:rPr>
              <a:t>Fünfte 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dt" idx="4"/>
          </p:nvPr>
        </p:nvSpPr>
        <p:spPr>
          <a:xfrm>
            <a:off x="367560" y="6356520"/>
            <a:ext cx="87120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CA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CA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 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ftr" idx="5"/>
          </p:nvPr>
        </p:nvSpPr>
        <p:spPr>
          <a:xfrm>
            <a:off x="1319400" y="6356520"/>
            <a:ext cx="441252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 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6"/>
          <p:cNvSpPr>
            <a:spLocks noGrp="1"/>
          </p:cNvSpPr>
          <p:nvPr>
            <p:ph type="sldNum" idx="6"/>
          </p:nvPr>
        </p:nvSpPr>
        <p:spPr>
          <a:xfrm>
            <a:off x="11146680" y="6365160"/>
            <a:ext cx="67680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55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0030038-3332-4D99-A2F9-10114188DEB4}" type="slidenum">
              <a:rPr lang="de-DE" sz="155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3</a:t>
            </a:fld>
            <a:endParaRPr lang="en-US" sz="1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7"/>
          <p:cNvSpPr>
            <a:spLocks noGrp="1"/>
          </p:cNvSpPr>
          <p:nvPr>
            <p:ph type="body"/>
          </p:nvPr>
        </p:nvSpPr>
        <p:spPr>
          <a:xfrm>
            <a:off x="10877400" y="358920"/>
            <a:ext cx="947520" cy="734040"/>
          </a:xfrm>
          <a:prstGeom prst="rect">
            <a:avLst/>
          </a:prstGeom>
          <a:blipFill rotWithShape="0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/>
          </a:blipFill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10000"/>
              </a:lnSpc>
              <a:spcBef>
                <a:spcPts val="1199"/>
              </a:spcBef>
              <a:buNone/>
              <a:tabLst>
                <a:tab pos="0" algn="l"/>
              </a:tabLst>
              <a:defRPr lang="de-DE" sz="100" b="0" u="none" strike="noStrike">
                <a:solidFill>
                  <a:schemeClr val="dk1"/>
                </a:solidFill>
                <a:effectLst/>
                <a:uFillTx/>
                <a:latin typeface="SRH Text"/>
              </a:defRPr>
            </a:lvl1pPr>
            <a:lvl2pPr lvl="1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de-DE" sz="100" b="0" u="none" strike="noStrike">
                <a:solidFill>
                  <a:schemeClr val="dk1"/>
                </a:solidFill>
                <a:effectLst/>
                <a:uFillTx/>
                <a:latin typeface="SRH Text"/>
              </a:defRPr>
            </a:lvl2pPr>
            <a:lvl3pPr lvl="2" algn="l" defTabSz="914400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00" b="0" u="none" strike="noStrike">
                <a:solidFill>
                  <a:schemeClr val="dk1"/>
                </a:solidFill>
                <a:effectLst/>
                <a:uFillTx/>
                <a:latin typeface="SRH Text"/>
              </a:defRPr>
            </a:lvl3pPr>
            <a:lvl4pPr lvl="3" algn="l" defTabSz="914400">
              <a:lnSpc>
                <a:spcPct val="110000"/>
              </a:lnSpc>
              <a:spcBef>
                <a:spcPts val="240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de-DE" sz="100" b="1" u="none" strike="noStrike">
                <a:solidFill>
                  <a:schemeClr val="accent1"/>
                </a:solidFill>
                <a:effectLst/>
                <a:uFillTx/>
                <a:latin typeface="SRH Text"/>
              </a:defRPr>
            </a:lvl4pPr>
            <a:lvl5pPr lvl="4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00" b="1" u="none" strike="noStrike">
                <a:solidFill>
                  <a:schemeClr val="dk1"/>
                </a:solidFill>
                <a:effectLst/>
                <a:uFillTx/>
                <a:latin typeface="SRH Headline"/>
              </a:defRPr>
            </a:lvl5pPr>
            <a:lvl6pPr lvl="5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00" b="0" u="none" strike="noStrike">
                <a:solidFill>
                  <a:schemeClr val="dk1"/>
                </a:solidFill>
                <a:effectLst/>
                <a:uFillTx/>
                <a:latin typeface="SRH Headline"/>
              </a:defRPr>
            </a:lvl6pPr>
            <a:lvl7pPr lvl="6" algn="l" defTabSz="914400">
              <a:lnSpc>
                <a:spcPct val="98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00" b="1" u="none" strike="noStrike">
                <a:solidFill>
                  <a:schemeClr val="accent1"/>
                </a:solidFill>
                <a:effectLst/>
                <a:uFillTx/>
                <a:latin typeface="SRH Headline"/>
              </a:defRPr>
            </a:lvl7pPr>
          </a:lstStyle>
          <a:p>
            <a:pPr indent="0" algn="l" defTabSz="914400">
              <a:lnSpc>
                <a:spcPct val="110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de-DE" sz="100" b="0" u="none" strike="noStrike">
                <a:solidFill>
                  <a:schemeClr val="dk1"/>
                </a:solidFill>
                <a:effectLst/>
                <a:uFillTx/>
                <a:latin typeface="SRH Text"/>
              </a:rPr>
              <a:t>Click to edit the outline text format</a:t>
            </a:r>
            <a:endParaRPr lang="de-DE" sz="1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457200" lvl="1" indent="-324000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100" b="0" u="none" strike="noStrike">
                <a:solidFill>
                  <a:schemeClr val="dk1"/>
                </a:solidFill>
                <a:effectLst/>
                <a:uFillTx/>
                <a:latin typeface="SRH Text"/>
              </a:rPr>
              <a:t>Second Outline Level</a:t>
            </a:r>
            <a:endParaRPr lang="de-DE" sz="1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914400" lvl="2" indent="-288000" algn="l" defTabSz="914400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00" b="0" u="none" strike="noStrike">
                <a:solidFill>
                  <a:schemeClr val="dk1"/>
                </a:solidFill>
                <a:effectLst/>
                <a:uFillTx/>
                <a:latin typeface="SRH Text"/>
              </a:rPr>
              <a:t>Third Outline Level</a:t>
            </a:r>
            <a:endParaRPr lang="de-DE" sz="1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1371600" lvl="3" indent="-216000" algn="l" defTabSz="914400">
              <a:lnSpc>
                <a:spcPct val="110000"/>
              </a:lnSpc>
              <a:spcBef>
                <a:spcPts val="240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100" b="1" u="none" strike="noStrike">
                <a:solidFill>
                  <a:schemeClr val="accent1"/>
                </a:solidFill>
                <a:effectLst/>
                <a:uFillTx/>
                <a:latin typeface="SRH Text"/>
              </a:rPr>
              <a:t>Fourth Outline Level</a:t>
            </a:r>
            <a:endParaRPr lang="de-DE" sz="100" b="1" u="none" strike="noStrike">
              <a:solidFill>
                <a:schemeClr val="accent1"/>
              </a:solidFill>
              <a:effectLst/>
              <a:uFillTx/>
              <a:latin typeface="SRH Text"/>
            </a:endParaRPr>
          </a:p>
          <a:p>
            <a:pPr marL="1828800" lvl="4" indent="-216000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00" b="1" u="none" strike="noStrike">
                <a:solidFill>
                  <a:schemeClr val="dk1"/>
                </a:solidFill>
                <a:effectLst/>
                <a:uFillTx/>
                <a:latin typeface="SRH Headline"/>
              </a:rPr>
              <a:t>Fifth Outline Level</a:t>
            </a:r>
            <a:endParaRPr lang="de-DE" sz="100" b="1" u="none" strike="noStrike">
              <a:solidFill>
                <a:schemeClr val="dk1"/>
              </a:solidFill>
              <a:effectLst/>
              <a:uFillTx/>
              <a:latin typeface="SRH Headline"/>
            </a:endParaRPr>
          </a:p>
          <a:p>
            <a:pPr marL="2286000" lvl="5" indent="-216000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00" b="0" u="none" strike="noStrike">
                <a:solidFill>
                  <a:schemeClr val="dk1"/>
                </a:solidFill>
                <a:effectLst/>
                <a:uFillTx/>
                <a:latin typeface="SRH Headline"/>
              </a:rPr>
              <a:t>Sixth Outline Level</a:t>
            </a:r>
            <a:endParaRPr lang="de-DE" sz="100" b="0" u="none" strike="noStrike">
              <a:solidFill>
                <a:schemeClr val="dk1"/>
              </a:solidFill>
              <a:effectLst/>
              <a:uFillTx/>
              <a:latin typeface="SRH Headline"/>
            </a:endParaRPr>
          </a:p>
          <a:p>
            <a:pPr marL="2743200" lvl="6" indent="-216000" algn="l" defTabSz="914400">
              <a:lnSpc>
                <a:spcPct val="98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00" b="1" u="none" strike="noStrike">
                <a:solidFill>
                  <a:schemeClr val="accent1"/>
                </a:solidFill>
                <a:effectLst/>
                <a:uFillTx/>
                <a:latin typeface="SRH Headline"/>
              </a:rPr>
              <a:t>Seventh Outline Level</a:t>
            </a:r>
            <a:endParaRPr lang="de-DE" sz="100" b="1" u="none" strike="noStrike">
              <a:solidFill>
                <a:schemeClr val="accent1"/>
              </a:solidFill>
              <a:effectLst/>
              <a:uFillTx/>
              <a:latin typeface="SRH Headline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Zwischenfolie mit Bild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ihandform: Form 11" hidden="1"/>
          <p:cNvSpPr/>
          <p:nvPr/>
        </p:nvSpPr>
        <p:spPr>
          <a:xfrm>
            <a:off x="10878840" y="361440"/>
            <a:ext cx="944640" cy="730080"/>
          </a:xfrm>
          <a:custGeom>
            <a:avLst/>
            <a:gdLst>
              <a:gd name="textAreaLeft" fmla="*/ 0 w 944640"/>
              <a:gd name="textAreaRight" fmla="*/ 341299800 w 944640"/>
              <a:gd name="textAreaTop" fmla="*/ 0 h 730080"/>
              <a:gd name="textAreaBottom" fmla="*/ 264033000 h 730080"/>
            </a:gdLst>
            <a:ahLst/>
            <a:cxnLst/>
            <a:rect l="textAreaLeft" t="textAreaTop" r="textAreaRight" b="textAreaBottom"/>
            <a:pathLst>
              <a:path w="948055" h="733425">
                <a:moveTo>
                  <a:pt x="619721" y="598726"/>
                </a:moveTo>
                <a:lnTo>
                  <a:pt x="708150" y="598726"/>
                </a:lnTo>
                <a:lnTo>
                  <a:pt x="708150" y="174"/>
                </a:lnTo>
                <a:lnTo>
                  <a:pt x="619721" y="174"/>
                </a:lnTo>
                <a:lnTo>
                  <a:pt x="619721" y="598726"/>
                </a:lnTo>
                <a:close/>
                <a:moveTo>
                  <a:pt x="811583" y="196858"/>
                </a:moveTo>
                <a:cubicBezTo>
                  <a:pt x="794961" y="196049"/>
                  <a:pt x="774271" y="196858"/>
                  <a:pt x="753582" y="199293"/>
                </a:cubicBezTo>
                <a:lnTo>
                  <a:pt x="753582" y="281173"/>
                </a:lnTo>
                <a:cubicBezTo>
                  <a:pt x="831456" y="281173"/>
                  <a:pt x="859851" y="292576"/>
                  <a:pt x="859851" y="364713"/>
                </a:cubicBezTo>
                <a:lnTo>
                  <a:pt x="859851" y="598726"/>
                </a:lnTo>
                <a:lnTo>
                  <a:pt x="948279" y="598726"/>
                </a:lnTo>
                <a:lnTo>
                  <a:pt x="948279" y="353792"/>
                </a:lnTo>
                <a:cubicBezTo>
                  <a:pt x="948279" y="263364"/>
                  <a:pt x="896768" y="200102"/>
                  <a:pt x="811583" y="196858"/>
                </a:cubicBezTo>
                <a:close/>
                <a:moveTo>
                  <a:pt x="208715" y="199693"/>
                </a:moveTo>
                <a:cubicBezTo>
                  <a:pt x="114600" y="204562"/>
                  <a:pt x="72827" y="267010"/>
                  <a:pt x="72827" y="366365"/>
                </a:cubicBezTo>
                <a:lnTo>
                  <a:pt x="72827" y="566720"/>
                </a:lnTo>
                <a:cubicBezTo>
                  <a:pt x="72827" y="625122"/>
                  <a:pt x="61054" y="650267"/>
                  <a:pt x="224" y="651483"/>
                </a:cubicBezTo>
                <a:lnTo>
                  <a:pt x="224" y="732542"/>
                </a:lnTo>
                <a:cubicBezTo>
                  <a:pt x="7522" y="733765"/>
                  <a:pt x="19282" y="733765"/>
                  <a:pt x="25368" y="733352"/>
                </a:cubicBezTo>
                <a:cubicBezTo>
                  <a:pt x="119871" y="727681"/>
                  <a:pt x="161249" y="664825"/>
                  <a:pt x="161249" y="566687"/>
                </a:cubicBezTo>
                <a:lnTo>
                  <a:pt x="161249" y="366332"/>
                </a:lnTo>
                <a:cubicBezTo>
                  <a:pt x="161249" y="307529"/>
                  <a:pt x="172206" y="282792"/>
                  <a:pt x="233451" y="281582"/>
                </a:cubicBezTo>
                <a:lnTo>
                  <a:pt x="233451" y="200102"/>
                </a:lnTo>
                <a:cubicBezTo>
                  <a:pt x="226555" y="199293"/>
                  <a:pt x="214795" y="199293"/>
                  <a:pt x="208715" y="199693"/>
                </a:cubicBezTo>
                <a:close/>
                <a:moveTo>
                  <a:pt x="480068" y="199693"/>
                </a:moveTo>
                <a:cubicBezTo>
                  <a:pt x="386368" y="204562"/>
                  <a:pt x="344181" y="267417"/>
                  <a:pt x="344181" y="366365"/>
                </a:cubicBezTo>
                <a:lnTo>
                  <a:pt x="344181" y="598726"/>
                </a:lnTo>
                <a:lnTo>
                  <a:pt x="432603" y="598726"/>
                </a:lnTo>
                <a:lnTo>
                  <a:pt x="432603" y="366332"/>
                </a:lnTo>
                <a:cubicBezTo>
                  <a:pt x="432603" y="307930"/>
                  <a:pt x="444375" y="282792"/>
                  <a:pt x="505212" y="281582"/>
                </a:cubicBezTo>
                <a:lnTo>
                  <a:pt x="505212" y="200102"/>
                </a:lnTo>
                <a:cubicBezTo>
                  <a:pt x="497907" y="199293"/>
                  <a:pt x="486148" y="199293"/>
                  <a:pt x="480068" y="199693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216000" lIns="0" tIns="361440" rIns="945000" bIns="1094760" anchor="ctr">
            <a:noAutofit/>
          </a:bodyPr>
          <a:p>
            <a:endParaRPr lang="de-DE" sz="1800" b="0" u="none" strike="noStrike">
              <a:solidFill>
                <a:schemeClr val="dk1"/>
              </a:solidFill>
              <a:effectLst/>
              <a:uFillTx/>
              <a:latin typeface="SRH"/>
            </a:endParaRPr>
          </a:p>
        </p:txBody>
      </p:sp>
      <p:sp>
        <p:nvSpPr>
          <p:cNvPr id="23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12188880" cy="6854760"/>
          </a:xfrm>
          <a:prstGeom prst="rect">
            <a:avLst/>
          </a:prstGeom>
          <a:solidFill>
            <a:srgbClr val="FED9C9"/>
          </a:solidFill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8000"/>
              </a:lnSpc>
              <a:buNone/>
              <a:tabLst>
                <a:tab pos="0" algn="l"/>
              </a:tabLst>
              <a:defRPr lang="de-DE" sz="1800" b="1" u="none" strike="noStrike">
                <a:solidFill>
                  <a:schemeClr val="lt1"/>
                </a:solidFill>
                <a:effectLst/>
                <a:uFillTx/>
                <a:latin typeface="SRH Headline"/>
              </a:defRPr>
            </a:lvl1pPr>
            <a:lvl2pPr lvl="1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</a:defRPr>
            </a:lvl2pPr>
            <a:lvl3pPr lvl="2" algn="l" defTabSz="914400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</a:defRPr>
            </a:lvl3pPr>
            <a:lvl4pPr lvl="3" algn="l" defTabSz="914400">
              <a:lnSpc>
                <a:spcPct val="110000"/>
              </a:lnSpc>
              <a:spcBef>
                <a:spcPts val="240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de-DE" sz="1800" b="1" u="none" strike="noStrike">
                <a:solidFill>
                  <a:schemeClr val="accent1"/>
                </a:solidFill>
                <a:effectLst/>
                <a:uFillTx/>
                <a:latin typeface="SRH Text"/>
              </a:defRPr>
            </a:lvl4pPr>
            <a:lvl5pPr lvl="4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800" b="1" u="none" strike="noStrike">
                <a:solidFill>
                  <a:schemeClr val="dk1"/>
                </a:solidFill>
                <a:effectLst/>
                <a:uFillTx/>
                <a:latin typeface="SRH Headline"/>
              </a:defRPr>
            </a:lvl5pPr>
            <a:lvl6pPr lvl="5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SRH Headline"/>
              </a:defRPr>
            </a:lvl6pPr>
            <a:lvl7pPr lvl="6" algn="l" defTabSz="914400">
              <a:lnSpc>
                <a:spcPct val="98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800" b="1" u="none" strike="noStrike">
                <a:solidFill>
                  <a:schemeClr val="accent1"/>
                </a:solidFill>
                <a:effectLst/>
                <a:uFillTx/>
                <a:latin typeface="SRH Headline"/>
              </a:defRPr>
            </a:lvl7pPr>
          </a:lstStyle>
          <a:p>
            <a:pPr indent="0" algn="l" defTabSz="914400">
              <a:lnSpc>
                <a:spcPct val="98000"/>
              </a:lnSpc>
              <a:buNone/>
              <a:tabLst>
                <a:tab pos="0" algn="l"/>
              </a:tabLst>
            </a:pPr>
            <a:r>
              <a:rPr lang="de-DE" sz="1800" b="1" u="none" strike="noStrike">
                <a:solidFill>
                  <a:schemeClr val="lt1"/>
                </a:solidFill>
                <a:effectLst/>
                <a:uFillTx/>
                <a:latin typeface="SRH Headline"/>
              </a:rPr>
              <a:t>Click to edit the outline text format</a:t>
            </a:r>
            <a:endParaRPr lang="de-DE" sz="1800" b="1" u="none" strike="noStrike">
              <a:solidFill>
                <a:schemeClr val="lt1"/>
              </a:solidFill>
              <a:effectLst/>
              <a:uFillTx/>
              <a:latin typeface="SRH Headline"/>
            </a:endParaRPr>
          </a:p>
          <a:p>
            <a:pPr marL="457200" lvl="1" indent="-324000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</a:rPr>
              <a:t>Second Outline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914400" lvl="2" indent="-288000" algn="l" defTabSz="914400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</a:rPr>
              <a:t>Third Outline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1371600" lvl="3" indent="-216000" algn="l" defTabSz="914400">
              <a:lnSpc>
                <a:spcPct val="110000"/>
              </a:lnSpc>
              <a:spcBef>
                <a:spcPts val="240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1800" b="1" u="none" strike="noStrike">
                <a:solidFill>
                  <a:schemeClr val="accent1"/>
                </a:solidFill>
                <a:effectLst/>
                <a:uFillTx/>
                <a:latin typeface="SRH Text"/>
              </a:rPr>
              <a:t>Fourth Outline Level</a:t>
            </a:r>
            <a:endParaRPr lang="de-DE" sz="1800" b="1" u="none" strike="noStrike">
              <a:solidFill>
                <a:schemeClr val="accent1"/>
              </a:solidFill>
              <a:effectLst/>
              <a:uFillTx/>
              <a:latin typeface="SRH Text"/>
            </a:endParaRPr>
          </a:p>
          <a:p>
            <a:pPr marL="1828800" lvl="4" indent="-216000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800" b="1" u="none" strike="noStrike">
                <a:solidFill>
                  <a:schemeClr val="dk1"/>
                </a:solidFill>
                <a:effectLst/>
                <a:uFillTx/>
                <a:latin typeface="SRH Headline"/>
              </a:rPr>
              <a:t>Fifth Outline Level</a:t>
            </a:r>
            <a:endParaRPr lang="de-DE" sz="1800" b="1" u="none" strike="noStrike">
              <a:solidFill>
                <a:schemeClr val="dk1"/>
              </a:solidFill>
              <a:effectLst/>
              <a:uFillTx/>
              <a:latin typeface="SRH Headline"/>
            </a:endParaRPr>
          </a:p>
          <a:p>
            <a:pPr marL="2286000" lvl="5" indent="-216000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SRH Headline"/>
              </a:rPr>
              <a:t>Sixth Outline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SRH Headline"/>
            </a:endParaRPr>
          </a:p>
          <a:p>
            <a:pPr marL="2743200" lvl="6" indent="-216000" algn="l" defTabSz="914400">
              <a:lnSpc>
                <a:spcPct val="98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800" b="1" u="none" strike="noStrike">
                <a:solidFill>
                  <a:schemeClr val="accent1"/>
                </a:solidFill>
                <a:effectLst/>
                <a:uFillTx/>
                <a:latin typeface="SRH Headline"/>
              </a:rPr>
              <a:t>Seventh Outline Level</a:t>
            </a:r>
            <a:endParaRPr lang="de-DE" sz="1800" b="1" u="none" strike="noStrike">
              <a:solidFill>
                <a:schemeClr val="accent1"/>
              </a:solidFill>
              <a:effectLst/>
              <a:uFillTx/>
              <a:latin typeface="SRH Headline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title"/>
          </p:nvPr>
        </p:nvSpPr>
        <p:spPr>
          <a:xfrm>
            <a:off x="360000" y="616680"/>
            <a:ext cx="7639560" cy="251388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b">
            <a:noAutofit/>
          </a:bodyPr>
          <a:lstStyle>
            <a:lvl1pPr indent="0" algn="l" defTabSz="914400">
              <a:lnSpc>
                <a:spcPct val="98000"/>
              </a:lnSpc>
              <a:buNone/>
              <a:tabLst>
                <a:tab pos="0" algn="l"/>
              </a:tabLst>
              <a:defRPr lang="de-DE" sz="4800" b="1" u="none" strike="noStrike">
                <a:solidFill>
                  <a:schemeClr val="accent1"/>
                </a:solidFill>
                <a:effectLst/>
                <a:uFillTx/>
                <a:latin typeface="SRH Headline"/>
                <a:ea typeface="SRH Headline"/>
              </a:defRPr>
            </a:lvl1pPr>
          </a:lstStyle>
          <a:p>
            <a:pPr indent="0" algn="l" defTabSz="914400">
              <a:lnSpc>
                <a:spcPct val="98000"/>
              </a:lnSpc>
              <a:buNone/>
              <a:tabLst>
                <a:tab pos="0" algn="l"/>
              </a:tabLst>
            </a:pPr>
            <a:r>
              <a:rPr lang="de-DE" sz="4800" b="1" u="none" strike="noStrike">
                <a:solidFill>
                  <a:schemeClr val="accent1"/>
                </a:solidFill>
                <a:effectLst/>
                <a:uFillTx/>
                <a:latin typeface="SRH Headline"/>
                <a:ea typeface="SRH Headline"/>
              </a:rPr>
              <a:t>Mastertitelformat bearbeiten</a:t>
            </a:r>
            <a:endParaRPr lang="de-DE" sz="4800" b="1" u="none" strike="noStrike">
              <a:solidFill>
                <a:schemeClr val="accent1"/>
              </a:solidFill>
              <a:effectLst/>
              <a:uFillTx/>
              <a:latin typeface="SRH Headline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360000" y="3124800"/>
            <a:ext cx="7639560" cy="251388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t">
            <a:noAutofit/>
          </a:bodyPr>
          <a:lstStyle>
            <a:lvl1pPr indent="0" algn="l" defTabSz="914400">
              <a:lnSpc>
                <a:spcPct val="98000"/>
              </a:lnSpc>
              <a:buNone/>
              <a:tabLst>
                <a:tab pos="0" algn="l"/>
              </a:tabLst>
              <a:defRPr lang="de-DE" sz="4800" b="1" u="none" strike="noStrike">
                <a:solidFill>
                  <a:schemeClr val="lt1"/>
                </a:solidFill>
                <a:effectLst/>
                <a:uFillTx/>
                <a:latin typeface="SRH Headline"/>
                <a:ea typeface="SRH Text"/>
              </a:defRPr>
            </a:lvl1pPr>
          </a:lstStyle>
          <a:p>
            <a:pPr indent="0" algn="l" defTabSz="914400">
              <a:lnSpc>
                <a:spcPct val="98000"/>
              </a:lnSpc>
              <a:buNone/>
              <a:tabLst>
                <a:tab pos="0" algn="l"/>
              </a:tabLst>
            </a:pPr>
            <a:r>
              <a:rPr lang="de-DE" sz="4800" b="1" u="none" strike="noStrike">
                <a:solidFill>
                  <a:schemeClr val="lt1"/>
                </a:solidFill>
                <a:effectLst/>
                <a:uFillTx/>
                <a:latin typeface="SRH Headline"/>
                <a:ea typeface="SRH Text"/>
              </a:rPr>
              <a:t>Mastertextformat bearbeiten</a:t>
            </a:r>
            <a:endParaRPr lang="de-DE" sz="4800" b="1" u="none" strike="noStrike">
              <a:solidFill>
                <a:schemeClr val="lt1"/>
              </a:solidFill>
              <a:effectLst/>
              <a:uFillTx/>
              <a:latin typeface="SRH Headline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dt" idx="7"/>
          </p:nvPr>
        </p:nvSpPr>
        <p:spPr>
          <a:xfrm>
            <a:off x="367560" y="6356520"/>
            <a:ext cx="87120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CA" sz="900" b="1" u="none" strike="noStrike">
                <a:solidFill>
                  <a:schemeClr val="lt1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CA" sz="900" b="1" u="none" strike="noStrike">
                <a:solidFill>
                  <a:schemeClr val="lt1"/>
                </a:solidFill>
                <a:effectLst/>
                <a:uFillTx/>
                <a:latin typeface="SRH Text"/>
                <a:ea typeface="SRH"/>
              </a:rPr>
              <a:t> 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ftr" idx="8"/>
          </p:nvPr>
        </p:nvSpPr>
        <p:spPr>
          <a:xfrm>
            <a:off x="1319400" y="6356520"/>
            <a:ext cx="649296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1" u="none" strike="noStrike">
                <a:solidFill>
                  <a:schemeClr val="lt1"/>
                </a:solidFill>
                <a:effectLst/>
                <a:uFillTx/>
                <a:latin typeface="SRH Text"/>
                <a:ea typeface="SRH"/>
              </a:rPr>
              <a:t> 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sldNum" idx="9"/>
          </p:nvPr>
        </p:nvSpPr>
        <p:spPr>
          <a:xfrm>
            <a:off x="11146680" y="6365160"/>
            <a:ext cx="67680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550" b="1" u="none" strike="noStrike">
                <a:solidFill>
                  <a:schemeClr val="lt1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1B60D1D-E14E-4B85-AF75-6304AD7D5F3B}" type="slidenum">
              <a:rPr lang="de-DE" sz="1550" b="1" u="none" strike="noStrike">
                <a:solidFill>
                  <a:schemeClr val="lt1"/>
                </a:solidFill>
                <a:effectLst/>
                <a:uFillTx/>
                <a:latin typeface="SRH Text"/>
                <a:ea typeface="SRH"/>
              </a:rPr>
              <a:t>3</a:t>
            </a:fld>
            <a:endParaRPr lang="en-US" sz="1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7"/>
          <p:cNvSpPr>
            <a:spLocks noGrp="1"/>
          </p:cNvSpPr>
          <p:nvPr>
            <p:ph type="body"/>
          </p:nvPr>
        </p:nvSpPr>
        <p:spPr>
          <a:xfrm>
            <a:off x="10877400" y="358920"/>
            <a:ext cx="947520" cy="734040"/>
          </a:xfrm>
          <a:prstGeom prst="rect">
            <a:avLst/>
          </a:prstGeom>
          <a:blipFill rotWithShape="0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/>
          </a:blipFill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98000"/>
              </a:lnSpc>
              <a:buNone/>
              <a:tabLst>
                <a:tab pos="0" algn="l"/>
              </a:tabLst>
              <a:defRPr lang="de-DE" sz="100" b="1" u="none" strike="noStrike">
                <a:solidFill>
                  <a:schemeClr val="lt1"/>
                </a:solidFill>
                <a:effectLst/>
                <a:uFillTx/>
                <a:latin typeface="SRH Headline"/>
              </a:defRPr>
            </a:lvl1pPr>
            <a:lvl2pPr lvl="1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de-DE" sz="100" b="0" u="none" strike="noStrike">
                <a:solidFill>
                  <a:schemeClr val="dk1"/>
                </a:solidFill>
                <a:effectLst/>
                <a:uFillTx/>
                <a:latin typeface="SRH Text"/>
              </a:defRPr>
            </a:lvl2pPr>
            <a:lvl3pPr lvl="2" algn="l" defTabSz="914400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00" b="0" u="none" strike="noStrike">
                <a:solidFill>
                  <a:schemeClr val="dk1"/>
                </a:solidFill>
                <a:effectLst/>
                <a:uFillTx/>
                <a:latin typeface="SRH Text"/>
              </a:defRPr>
            </a:lvl3pPr>
            <a:lvl4pPr lvl="3" algn="l" defTabSz="914400">
              <a:lnSpc>
                <a:spcPct val="110000"/>
              </a:lnSpc>
              <a:spcBef>
                <a:spcPts val="240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de-DE" sz="100" b="1" u="none" strike="noStrike">
                <a:solidFill>
                  <a:schemeClr val="accent1"/>
                </a:solidFill>
                <a:effectLst/>
                <a:uFillTx/>
                <a:latin typeface="SRH Text"/>
              </a:defRPr>
            </a:lvl4pPr>
            <a:lvl5pPr lvl="4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00" b="1" u="none" strike="noStrike">
                <a:solidFill>
                  <a:schemeClr val="dk1"/>
                </a:solidFill>
                <a:effectLst/>
                <a:uFillTx/>
                <a:latin typeface="SRH Headline"/>
              </a:defRPr>
            </a:lvl5pPr>
            <a:lvl6pPr lvl="5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00" b="0" u="none" strike="noStrike">
                <a:solidFill>
                  <a:schemeClr val="dk1"/>
                </a:solidFill>
                <a:effectLst/>
                <a:uFillTx/>
                <a:latin typeface="SRH Headline"/>
              </a:defRPr>
            </a:lvl6pPr>
            <a:lvl7pPr lvl="6" algn="l" defTabSz="914400">
              <a:lnSpc>
                <a:spcPct val="98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00" b="1" u="none" strike="noStrike">
                <a:solidFill>
                  <a:schemeClr val="accent1"/>
                </a:solidFill>
                <a:effectLst/>
                <a:uFillTx/>
                <a:latin typeface="SRH Headline"/>
              </a:defRPr>
            </a:lvl7pPr>
          </a:lstStyle>
          <a:p>
            <a:pPr indent="0" algn="l" defTabSz="914400">
              <a:lnSpc>
                <a:spcPct val="98000"/>
              </a:lnSpc>
              <a:buNone/>
              <a:tabLst>
                <a:tab pos="0" algn="l"/>
              </a:tabLst>
            </a:pPr>
            <a:r>
              <a:rPr lang="de-DE" sz="100" b="1" u="none" strike="noStrike">
                <a:solidFill>
                  <a:schemeClr val="lt1"/>
                </a:solidFill>
                <a:effectLst/>
                <a:uFillTx/>
                <a:latin typeface="SRH Headline"/>
              </a:rPr>
              <a:t>Click to edit the outline text format</a:t>
            </a:r>
            <a:endParaRPr lang="de-DE" sz="100" b="1" u="none" strike="noStrike">
              <a:solidFill>
                <a:schemeClr val="lt1"/>
              </a:solidFill>
              <a:effectLst/>
              <a:uFillTx/>
              <a:latin typeface="SRH Headline"/>
            </a:endParaRPr>
          </a:p>
          <a:p>
            <a:pPr marL="457200" lvl="1" indent="-324000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100" b="0" u="none" strike="noStrike">
                <a:solidFill>
                  <a:schemeClr val="dk1"/>
                </a:solidFill>
                <a:effectLst/>
                <a:uFillTx/>
                <a:latin typeface="SRH Text"/>
              </a:rPr>
              <a:t>Second Outline Level</a:t>
            </a:r>
            <a:endParaRPr lang="de-DE" sz="1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914400" lvl="2" indent="-288000" algn="l" defTabSz="914400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00" b="0" u="none" strike="noStrike">
                <a:solidFill>
                  <a:schemeClr val="dk1"/>
                </a:solidFill>
                <a:effectLst/>
                <a:uFillTx/>
                <a:latin typeface="SRH Text"/>
              </a:rPr>
              <a:t>Third Outline Level</a:t>
            </a:r>
            <a:endParaRPr lang="de-DE" sz="1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1371600" lvl="3" indent="-216000" algn="l" defTabSz="914400">
              <a:lnSpc>
                <a:spcPct val="110000"/>
              </a:lnSpc>
              <a:spcBef>
                <a:spcPts val="240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100" b="1" u="none" strike="noStrike">
                <a:solidFill>
                  <a:schemeClr val="accent1"/>
                </a:solidFill>
                <a:effectLst/>
                <a:uFillTx/>
                <a:latin typeface="SRH Text"/>
              </a:rPr>
              <a:t>Fourth Outline Level</a:t>
            </a:r>
            <a:endParaRPr lang="de-DE" sz="100" b="1" u="none" strike="noStrike">
              <a:solidFill>
                <a:schemeClr val="accent1"/>
              </a:solidFill>
              <a:effectLst/>
              <a:uFillTx/>
              <a:latin typeface="SRH Text"/>
            </a:endParaRPr>
          </a:p>
          <a:p>
            <a:pPr marL="1828800" lvl="4" indent="-216000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00" b="1" u="none" strike="noStrike">
                <a:solidFill>
                  <a:schemeClr val="dk1"/>
                </a:solidFill>
                <a:effectLst/>
                <a:uFillTx/>
                <a:latin typeface="SRH Headline"/>
              </a:rPr>
              <a:t>Fifth Outline Level</a:t>
            </a:r>
            <a:endParaRPr lang="de-DE" sz="100" b="1" u="none" strike="noStrike">
              <a:solidFill>
                <a:schemeClr val="dk1"/>
              </a:solidFill>
              <a:effectLst/>
              <a:uFillTx/>
              <a:latin typeface="SRH Headline"/>
            </a:endParaRPr>
          </a:p>
          <a:p>
            <a:pPr marL="2286000" lvl="5" indent="-216000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00" b="0" u="none" strike="noStrike">
                <a:solidFill>
                  <a:schemeClr val="dk1"/>
                </a:solidFill>
                <a:effectLst/>
                <a:uFillTx/>
                <a:latin typeface="SRH Headline"/>
              </a:rPr>
              <a:t>Sixth Outline Level</a:t>
            </a:r>
            <a:endParaRPr lang="de-DE" sz="100" b="0" u="none" strike="noStrike">
              <a:solidFill>
                <a:schemeClr val="dk1"/>
              </a:solidFill>
              <a:effectLst/>
              <a:uFillTx/>
              <a:latin typeface="SRH Headline"/>
            </a:endParaRPr>
          </a:p>
          <a:p>
            <a:pPr marL="2743200" lvl="6" indent="-216000" algn="l" defTabSz="914400">
              <a:lnSpc>
                <a:spcPct val="98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00" b="1" u="none" strike="noStrike">
                <a:solidFill>
                  <a:schemeClr val="accent1"/>
                </a:solidFill>
                <a:effectLst/>
                <a:uFillTx/>
                <a:latin typeface="SRH Headline"/>
              </a:rPr>
              <a:t>Seventh Outline Level</a:t>
            </a:r>
            <a:endParaRPr lang="de-DE" sz="100" b="1" u="none" strike="noStrike">
              <a:solidFill>
                <a:schemeClr val="accent1"/>
              </a:solidFill>
              <a:effectLst/>
              <a:uFillTx/>
              <a:latin typeface="SRH Headline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Kapitelfolie warm grey">
    <p:bg>
      <p:bgPr>
        <a:solidFill>
          <a:srgbClr val="DDDB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reihandform: Form 11"/>
          <p:cNvSpPr/>
          <p:nvPr/>
        </p:nvSpPr>
        <p:spPr>
          <a:xfrm>
            <a:off x="10878840" y="361440"/>
            <a:ext cx="944640" cy="730080"/>
          </a:xfrm>
          <a:custGeom>
            <a:avLst/>
            <a:gdLst>
              <a:gd name="textAreaLeft" fmla="*/ 0 w 944640"/>
              <a:gd name="textAreaRight" fmla="*/ 341299800 w 944640"/>
              <a:gd name="textAreaTop" fmla="*/ 0 h 730080"/>
              <a:gd name="textAreaBottom" fmla="*/ 264033000 h 730080"/>
            </a:gdLst>
            <a:ahLst/>
            <a:cxnLst/>
            <a:rect l="textAreaLeft" t="textAreaTop" r="textAreaRight" b="textAreaBottom"/>
            <a:pathLst>
              <a:path w="948055" h="733425">
                <a:moveTo>
                  <a:pt x="619721" y="598726"/>
                </a:moveTo>
                <a:lnTo>
                  <a:pt x="708150" y="598726"/>
                </a:lnTo>
                <a:lnTo>
                  <a:pt x="708150" y="174"/>
                </a:lnTo>
                <a:lnTo>
                  <a:pt x="619721" y="174"/>
                </a:lnTo>
                <a:lnTo>
                  <a:pt x="619721" y="598726"/>
                </a:lnTo>
                <a:close/>
                <a:moveTo>
                  <a:pt x="811583" y="196858"/>
                </a:moveTo>
                <a:cubicBezTo>
                  <a:pt x="794961" y="196049"/>
                  <a:pt x="774271" y="196858"/>
                  <a:pt x="753582" y="199293"/>
                </a:cubicBezTo>
                <a:lnTo>
                  <a:pt x="753582" y="281173"/>
                </a:lnTo>
                <a:cubicBezTo>
                  <a:pt x="831456" y="281173"/>
                  <a:pt x="859851" y="292576"/>
                  <a:pt x="859851" y="364713"/>
                </a:cubicBezTo>
                <a:lnTo>
                  <a:pt x="859851" y="598726"/>
                </a:lnTo>
                <a:lnTo>
                  <a:pt x="948279" y="598726"/>
                </a:lnTo>
                <a:lnTo>
                  <a:pt x="948279" y="353792"/>
                </a:lnTo>
                <a:cubicBezTo>
                  <a:pt x="948279" y="263364"/>
                  <a:pt x="896768" y="200102"/>
                  <a:pt x="811583" y="196858"/>
                </a:cubicBezTo>
                <a:close/>
                <a:moveTo>
                  <a:pt x="208715" y="199693"/>
                </a:moveTo>
                <a:cubicBezTo>
                  <a:pt x="114600" y="204562"/>
                  <a:pt x="72827" y="267010"/>
                  <a:pt x="72827" y="366365"/>
                </a:cubicBezTo>
                <a:lnTo>
                  <a:pt x="72827" y="566720"/>
                </a:lnTo>
                <a:cubicBezTo>
                  <a:pt x="72827" y="625122"/>
                  <a:pt x="61054" y="650267"/>
                  <a:pt x="224" y="651483"/>
                </a:cubicBezTo>
                <a:lnTo>
                  <a:pt x="224" y="732542"/>
                </a:lnTo>
                <a:cubicBezTo>
                  <a:pt x="7522" y="733765"/>
                  <a:pt x="19282" y="733765"/>
                  <a:pt x="25368" y="733352"/>
                </a:cubicBezTo>
                <a:cubicBezTo>
                  <a:pt x="119871" y="727681"/>
                  <a:pt x="161249" y="664825"/>
                  <a:pt x="161249" y="566687"/>
                </a:cubicBezTo>
                <a:lnTo>
                  <a:pt x="161249" y="366332"/>
                </a:lnTo>
                <a:cubicBezTo>
                  <a:pt x="161249" y="307529"/>
                  <a:pt x="172206" y="282792"/>
                  <a:pt x="233451" y="281582"/>
                </a:cubicBezTo>
                <a:lnTo>
                  <a:pt x="233451" y="200102"/>
                </a:lnTo>
                <a:cubicBezTo>
                  <a:pt x="226555" y="199293"/>
                  <a:pt x="214795" y="199293"/>
                  <a:pt x="208715" y="199693"/>
                </a:cubicBezTo>
                <a:close/>
                <a:moveTo>
                  <a:pt x="480068" y="199693"/>
                </a:moveTo>
                <a:cubicBezTo>
                  <a:pt x="386368" y="204562"/>
                  <a:pt x="344181" y="267417"/>
                  <a:pt x="344181" y="366365"/>
                </a:cubicBezTo>
                <a:lnTo>
                  <a:pt x="344181" y="598726"/>
                </a:lnTo>
                <a:lnTo>
                  <a:pt x="432603" y="598726"/>
                </a:lnTo>
                <a:lnTo>
                  <a:pt x="432603" y="366332"/>
                </a:lnTo>
                <a:cubicBezTo>
                  <a:pt x="432603" y="307930"/>
                  <a:pt x="444375" y="282792"/>
                  <a:pt x="505212" y="281582"/>
                </a:cubicBezTo>
                <a:lnTo>
                  <a:pt x="505212" y="200102"/>
                </a:lnTo>
                <a:cubicBezTo>
                  <a:pt x="497907" y="199293"/>
                  <a:pt x="486148" y="199293"/>
                  <a:pt x="480068" y="199693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216000" lIns="0" tIns="361440" rIns="945000" bIns="1094760" anchor="ctr">
            <a:noAutofit/>
          </a:bodyPr>
          <a:p>
            <a:endParaRPr lang="de-DE" sz="1800" b="0" u="none" strike="noStrike">
              <a:solidFill>
                <a:schemeClr val="dk1"/>
              </a:solidFill>
              <a:effectLst/>
              <a:uFillTx/>
              <a:latin typeface="SRH"/>
            </a:endParaRPr>
          </a:p>
        </p:txBody>
      </p:sp>
      <p:sp>
        <p:nvSpPr>
          <p:cNvPr id="31" name="Freihandform: Form 10"/>
          <p:cNvSpPr/>
          <p:nvPr/>
        </p:nvSpPr>
        <p:spPr>
          <a:xfrm>
            <a:off x="8202960" y="2802240"/>
            <a:ext cx="3985920" cy="4052520"/>
          </a:xfrm>
          <a:custGeom>
            <a:avLst/>
            <a:gdLst>
              <a:gd name="textAreaLeft" fmla="*/ 0 w 3985920"/>
              <a:gd name="textAreaRight" fmla="*/ 1436065200 w 3985920"/>
              <a:gd name="textAreaTop" fmla="*/ 0 h 4052520"/>
              <a:gd name="textAreaBottom" fmla="*/ 1460068200 h 4052520"/>
            </a:gdLst>
            <a:ahLst/>
            <a:cxnLst/>
            <a:rect l="textAreaLeft" t="textAreaTop" r="textAreaRight" b="textAreaBottom"/>
            <a:pathLst>
              <a:path w="3989070" h="4055745">
                <a:moveTo>
                  <a:pt x="3989070" y="0"/>
                </a:moveTo>
                <a:lnTo>
                  <a:pt x="3989070" y="2389210"/>
                </a:lnTo>
                <a:lnTo>
                  <a:pt x="3858387" y="2411148"/>
                </a:lnTo>
                <a:cubicBezTo>
                  <a:pt x="2993291" y="2575305"/>
                  <a:pt x="2647844" y="3036008"/>
                  <a:pt x="2529189" y="3871779"/>
                </a:cubicBezTo>
                <a:lnTo>
                  <a:pt x="2507884" y="4055745"/>
                </a:lnTo>
                <a:lnTo>
                  <a:pt x="0" y="4055745"/>
                </a:lnTo>
                <a:lnTo>
                  <a:pt x="22941" y="3788838"/>
                </a:lnTo>
                <a:cubicBezTo>
                  <a:pt x="290726" y="1521853"/>
                  <a:pt x="1510279" y="126892"/>
                  <a:pt x="3884935" y="4661"/>
                </a:cubicBezTo>
                <a:cubicBezTo>
                  <a:pt x="3906842" y="3232"/>
                  <a:pt x="3931308" y="1982"/>
                  <a:pt x="3957741" y="932"/>
                </a:cubicBezTo>
                <a:close/>
              </a:path>
            </a:pathLst>
          </a:custGeom>
          <a:solidFill>
            <a:schemeClr val="lt1">
              <a:alpha val="2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216000" lIns="0" tIns="2802240" rIns="3986280" bIns="6858000" anchor="ctr">
            <a:noAutofit/>
          </a:bodyPr>
          <a:p>
            <a:endParaRPr lang="de-DE" sz="1800" b="0" u="none" strike="noStrike">
              <a:solidFill>
                <a:schemeClr val="dk1"/>
              </a:solidFill>
              <a:effectLst/>
              <a:uFillTx/>
              <a:latin typeface="SRH"/>
            </a:endParaRPr>
          </a:p>
        </p:txBody>
      </p:sp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360000" y="2191320"/>
            <a:ext cx="9893160" cy="140256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t">
            <a:noAutofit/>
          </a:bodyPr>
          <a:lstStyle>
            <a:lvl1pPr indent="0" algn="l" defTabSz="914400">
              <a:lnSpc>
                <a:spcPct val="98000"/>
              </a:lnSpc>
              <a:buNone/>
              <a:tabLst>
                <a:tab pos="0" algn="l"/>
              </a:tabLst>
              <a:defRPr lang="de-DE" sz="4800" b="1" u="none" strike="noStrike">
                <a:solidFill>
                  <a:schemeClr val="dk1"/>
                </a:solidFill>
                <a:effectLst/>
                <a:uFillTx/>
                <a:latin typeface="SRH Headline"/>
                <a:ea typeface="SRH Headline"/>
              </a:defRPr>
            </a:lvl1pPr>
          </a:lstStyle>
          <a:p>
            <a:pPr indent="0" algn="l" defTabSz="914400">
              <a:lnSpc>
                <a:spcPct val="98000"/>
              </a:lnSpc>
              <a:buNone/>
              <a:tabLst>
                <a:tab pos="0" algn="l"/>
              </a:tabLst>
            </a:pPr>
            <a:r>
              <a:rPr lang="de-DE" sz="4800" b="1" u="none" strike="noStrike">
                <a:solidFill>
                  <a:schemeClr val="dk1"/>
                </a:solidFill>
                <a:effectLst/>
                <a:uFillTx/>
                <a:latin typeface="SRH Headline"/>
                <a:ea typeface="SRH Headline"/>
              </a:rPr>
              <a:t>x</a:t>
            </a:r>
            <a:endParaRPr lang="de-DE" sz="4800" b="1" u="none" strike="noStrike">
              <a:solidFill>
                <a:schemeClr val="dk1"/>
              </a:solidFill>
              <a:effectLst/>
              <a:uFillTx/>
              <a:latin typeface="SRH Headline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360000" y="3597120"/>
            <a:ext cx="4251960" cy="261936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t">
            <a:noAutofit/>
          </a:bodyPr>
          <a:lstStyle>
            <a:lvl1pPr indent="0" algn="l" defTabSz="914400">
              <a:lnSpc>
                <a:spcPct val="98000"/>
              </a:lnSpc>
              <a:buNone/>
              <a:tabLst>
                <a:tab pos="0" algn="l"/>
              </a:tabLst>
              <a:defRPr lang="de-DE" sz="20000" b="1" u="none" strike="noStrike">
                <a:solidFill>
                  <a:schemeClr val="accent1"/>
                </a:solidFill>
                <a:effectLst/>
                <a:uFillTx/>
                <a:latin typeface="SRH Headline"/>
                <a:ea typeface="SRH Text"/>
              </a:defRPr>
            </a:lvl1pPr>
          </a:lstStyle>
          <a:p>
            <a:pPr indent="0" algn="l" defTabSz="914400">
              <a:lnSpc>
                <a:spcPct val="98000"/>
              </a:lnSpc>
              <a:buNone/>
              <a:tabLst>
                <a:tab pos="0" algn="l"/>
              </a:tabLst>
            </a:pPr>
            <a:r>
              <a:rPr lang="de-DE" sz="20000" b="1" u="none" strike="noStrike">
                <a:solidFill>
                  <a:schemeClr val="accent1"/>
                </a:solidFill>
                <a:effectLst/>
                <a:uFillTx/>
                <a:latin typeface="SRH Headline"/>
                <a:ea typeface="SRH Text"/>
              </a:rPr>
              <a:t>01</a:t>
            </a:r>
            <a:endParaRPr lang="de-DE" sz="20000" b="1" u="none" strike="noStrike">
              <a:solidFill>
                <a:schemeClr val="accent1"/>
              </a:solidFill>
              <a:effectLst/>
              <a:uFillTx/>
              <a:latin typeface="SRH Headline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10"/>
          </p:nvPr>
        </p:nvSpPr>
        <p:spPr>
          <a:xfrm>
            <a:off x="367560" y="6356520"/>
            <a:ext cx="87120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CA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CA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 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ftr" idx="11"/>
          </p:nvPr>
        </p:nvSpPr>
        <p:spPr>
          <a:xfrm>
            <a:off x="1319400" y="6356520"/>
            <a:ext cx="649296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 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sldNum" idx="12"/>
          </p:nvPr>
        </p:nvSpPr>
        <p:spPr>
          <a:xfrm>
            <a:off x="11146680" y="6365160"/>
            <a:ext cx="67680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55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3295B7A-C813-442B-8B55-7B655BF8E972}" type="slidenum">
              <a:rPr lang="de-DE" sz="155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3</a:t>
            </a:fld>
            <a:endParaRPr lang="en-US" sz="1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Kapitelfolie farbig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reihandform: Form 11" hidden="1"/>
          <p:cNvSpPr/>
          <p:nvPr/>
        </p:nvSpPr>
        <p:spPr>
          <a:xfrm>
            <a:off x="10878840" y="361440"/>
            <a:ext cx="944640" cy="730080"/>
          </a:xfrm>
          <a:custGeom>
            <a:avLst/>
            <a:gdLst>
              <a:gd name="textAreaLeft" fmla="*/ 0 w 944640"/>
              <a:gd name="textAreaRight" fmla="*/ 341299800 w 944640"/>
              <a:gd name="textAreaTop" fmla="*/ 0 h 730080"/>
              <a:gd name="textAreaBottom" fmla="*/ 264033000 h 730080"/>
            </a:gdLst>
            <a:ahLst/>
            <a:cxnLst/>
            <a:rect l="textAreaLeft" t="textAreaTop" r="textAreaRight" b="textAreaBottom"/>
            <a:pathLst>
              <a:path w="948055" h="733425">
                <a:moveTo>
                  <a:pt x="619721" y="598726"/>
                </a:moveTo>
                <a:lnTo>
                  <a:pt x="708150" y="598726"/>
                </a:lnTo>
                <a:lnTo>
                  <a:pt x="708150" y="174"/>
                </a:lnTo>
                <a:lnTo>
                  <a:pt x="619721" y="174"/>
                </a:lnTo>
                <a:lnTo>
                  <a:pt x="619721" y="598726"/>
                </a:lnTo>
                <a:close/>
                <a:moveTo>
                  <a:pt x="811583" y="196858"/>
                </a:moveTo>
                <a:cubicBezTo>
                  <a:pt x="794961" y="196049"/>
                  <a:pt x="774271" y="196858"/>
                  <a:pt x="753582" y="199293"/>
                </a:cubicBezTo>
                <a:lnTo>
                  <a:pt x="753582" y="281173"/>
                </a:lnTo>
                <a:cubicBezTo>
                  <a:pt x="831456" y="281173"/>
                  <a:pt x="859851" y="292576"/>
                  <a:pt x="859851" y="364713"/>
                </a:cubicBezTo>
                <a:lnTo>
                  <a:pt x="859851" y="598726"/>
                </a:lnTo>
                <a:lnTo>
                  <a:pt x="948279" y="598726"/>
                </a:lnTo>
                <a:lnTo>
                  <a:pt x="948279" y="353792"/>
                </a:lnTo>
                <a:cubicBezTo>
                  <a:pt x="948279" y="263364"/>
                  <a:pt x="896768" y="200102"/>
                  <a:pt x="811583" y="196858"/>
                </a:cubicBezTo>
                <a:close/>
                <a:moveTo>
                  <a:pt x="208715" y="199693"/>
                </a:moveTo>
                <a:cubicBezTo>
                  <a:pt x="114600" y="204562"/>
                  <a:pt x="72827" y="267010"/>
                  <a:pt x="72827" y="366365"/>
                </a:cubicBezTo>
                <a:lnTo>
                  <a:pt x="72827" y="566720"/>
                </a:lnTo>
                <a:cubicBezTo>
                  <a:pt x="72827" y="625122"/>
                  <a:pt x="61054" y="650267"/>
                  <a:pt x="224" y="651483"/>
                </a:cubicBezTo>
                <a:lnTo>
                  <a:pt x="224" y="732542"/>
                </a:lnTo>
                <a:cubicBezTo>
                  <a:pt x="7522" y="733765"/>
                  <a:pt x="19282" y="733765"/>
                  <a:pt x="25368" y="733352"/>
                </a:cubicBezTo>
                <a:cubicBezTo>
                  <a:pt x="119871" y="727681"/>
                  <a:pt x="161249" y="664825"/>
                  <a:pt x="161249" y="566687"/>
                </a:cubicBezTo>
                <a:lnTo>
                  <a:pt x="161249" y="366332"/>
                </a:lnTo>
                <a:cubicBezTo>
                  <a:pt x="161249" y="307529"/>
                  <a:pt x="172206" y="282792"/>
                  <a:pt x="233451" y="281582"/>
                </a:cubicBezTo>
                <a:lnTo>
                  <a:pt x="233451" y="200102"/>
                </a:lnTo>
                <a:cubicBezTo>
                  <a:pt x="226555" y="199293"/>
                  <a:pt x="214795" y="199293"/>
                  <a:pt x="208715" y="199693"/>
                </a:cubicBezTo>
                <a:close/>
                <a:moveTo>
                  <a:pt x="480068" y="199693"/>
                </a:moveTo>
                <a:cubicBezTo>
                  <a:pt x="386368" y="204562"/>
                  <a:pt x="344181" y="267417"/>
                  <a:pt x="344181" y="366365"/>
                </a:cubicBezTo>
                <a:lnTo>
                  <a:pt x="344181" y="598726"/>
                </a:lnTo>
                <a:lnTo>
                  <a:pt x="432603" y="598726"/>
                </a:lnTo>
                <a:lnTo>
                  <a:pt x="432603" y="366332"/>
                </a:lnTo>
                <a:cubicBezTo>
                  <a:pt x="432603" y="307930"/>
                  <a:pt x="444375" y="282792"/>
                  <a:pt x="505212" y="281582"/>
                </a:cubicBezTo>
                <a:lnTo>
                  <a:pt x="505212" y="200102"/>
                </a:lnTo>
                <a:cubicBezTo>
                  <a:pt x="497907" y="199293"/>
                  <a:pt x="486148" y="199293"/>
                  <a:pt x="480068" y="199693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216000" lIns="0" tIns="361440" rIns="945000" bIns="1094760" anchor="ctr">
            <a:noAutofit/>
          </a:bodyPr>
          <a:p>
            <a:endParaRPr lang="de-DE" sz="1800" b="0" u="none" strike="noStrike">
              <a:solidFill>
                <a:schemeClr val="dk1"/>
              </a:solidFill>
              <a:effectLst/>
              <a:uFillTx/>
              <a:latin typeface="SRH"/>
            </a:endParaRPr>
          </a:p>
        </p:txBody>
      </p:sp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360000" y="2191320"/>
            <a:ext cx="9893160" cy="140256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t">
            <a:noAutofit/>
          </a:bodyPr>
          <a:lstStyle>
            <a:lvl1pPr indent="0" algn="l" defTabSz="914400">
              <a:lnSpc>
                <a:spcPct val="98000"/>
              </a:lnSpc>
              <a:buNone/>
              <a:tabLst>
                <a:tab pos="0" algn="l"/>
              </a:tabLst>
              <a:defRPr lang="de-DE" sz="4800" b="1" u="none" strike="noStrike">
                <a:solidFill>
                  <a:schemeClr val="lt1"/>
                </a:solidFill>
                <a:effectLst/>
                <a:uFillTx/>
                <a:latin typeface="SRH Headline"/>
                <a:ea typeface="SRH Headline"/>
              </a:defRPr>
            </a:lvl1pPr>
          </a:lstStyle>
          <a:p>
            <a:pPr indent="0" algn="l" defTabSz="914400">
              <a:lnSpc>
                <a:spcPct val="98000"/>
              </a:lnSpc>
              <a:buNone/>
              <a:tabLst>
                <a:tab pos="0" algn="l"/>
              </a:tabLst>
            </a:pPr>
            <a:r>
              <a:rPr lang="de-DE" sz="4800" b="1" u="none" strike="noStrike">
                <a:solidFill>
                  <a:schemeClr val="lt1"/>
                </a:solidFill>
                <a:effectLst/>
                <a:uFillTx/>
                <a:latin typeface="SRH Headline"/>
                <a:ea typeface="SRH Headline"/>
              </a:rPr>
              <a:t>Mastertitelformat bearbeiten</a:t>
            </a:r>
            <a:endParaRPr lang="de-DE" sz="4800" b="1" u="none" strike="noStrike">
              <a:solidFill>
                <a:schemeClr val="lt1"/>
              </a:solidFill>
              <a:effectLst/>
              <a:uFillTx/>
              <a:latin typeface="SRH Headline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360000" y="3597120"/>
            <a:ext cx="4251960" cy="261936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t">
            <a:noAutofit/>
          </a:bodyPr>
          <a:lstStyle>
            <a:lvl1pPr indent="0" algn="l" defTabSz="914400">
              <a:lnSpc>
                <a:spcPct val="98000"/>
              </a:lnSpc>
              <a:buNone/>
              <a:tabLst>
                <a:tab pos="0" algn="l"/>
              </a:tabLst>
              <a:defRPr lang="de-DE" sz="20000" b="1" u="none" strike="noStrike">
                <a:solidFill>
                  <a:schemeClr val="lt1"/>
                </a:solidFill>
                <a:effectLst/>
                <a:uFillTx/>
                <a:latin typeface="SRH Headline"/>
                <a:ea typeface="SRH Text"/>
              </a:defRPr>
            </a:lvl1pPr>
          </a:lstStyle>
          <a:p>
            <a:pPr indent="0" algn="l" defTabSz="914400">
              <a:lnSpc>
                <a:spcPct val="98000"/>
              </a:lnSpc>
              <a:buNone/>
              <a:tabLst>
                <a:tab pos="0" algn="l"/>
              </a:tabLst>
            </a:pPr>
            <a:r>
              <a:rPr lang="de-DE" sz="20000" b="1" u="none" strike="noStrike">
                <a:solidFill>
                  <a:schemeClr val="lt1"/>
                </a:solidFill>
                <a:effectLst/>
                <a:uFillTx/>
                <a:latin typeface="SRH Headline"/>
                <a:ea typeface="SRH Text"/>
              </a:rPr>
              <a:t>01</a:t>
            </a:r>
            <a:endParaRPr lang="de-DE" sz="20000" b="1" u="none" strike="noStrike">
              <a:solidFill>
                <a:schemeClr val="lt1"/>
              </a:solidFill>
              <a:effectLst/>
              <a:uFillTx/>
              <a:latin typeface="SRH Headline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dt" idx="13"/>
          </p:nvPr>
        </p:nvSpPr>
        <p:spPr>
          <a:xfrm>
            <a:off x="367560" y="6356520"/>
            <a:ext cx="87120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CA" sz="900" b="1" u="none" strike="noStrike">
                <a:solidFill>
                  <a:schemeClr val="lt1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CA" sz="900" b="1" u="none" strike="noStrike">
                <a:solidFill>
                  <a:schemeClr val="lt1"/>
                </a:solidFill>
                <a:effectLst/>
                <a:uFillTx/>
                <a:latin typeface="SRH Text"/>
                <a:ea typeface="SRH"/>
              </a:rPr>
              <a:t> 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ftr" idx="14"/>
          </p:nvPr>
        </p:nvSpPr>
        <p:spPr>
          <a:xfrm>
            <a:off x="1319400" y="6356520"/>
            <a:ext cx="649296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1" u="none" strike="noStrike">
                <a:solidFill>
                  <a:schemeClr val="lt1"/>
                </a:solidFill>
                <a:effectLst/>
                <a:uFillTx/>
                <a:latin typeface="SRH Text"/>
                <a:ea typeface="SRH"/>
              </a:rPr>
              <a:t> 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sldNum" idx="15"/>
          </p:nvPr>
        </p:nvSpPr>
        <p:spPr>
          <a:xfrm>
            <a:off x="11146680" y="6365160"/>
            <a:ext cx="67680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550" b="1" u="none" strike="noStrike">
                <a:solidFill>
                  <a:schemeClr val="lt1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2CA6660-437B-4F10-ACAC-9F82C2787250}" type="slidenum">
              <a:rPr lang="de-DE" sz="1550" b="1" u="none" strike="noStrike">
                <a:solidFill>
                  <a:schemeClr val="lt1"/>
                </a:solidFill>
                <a:effectLst/>
                <a:uFillTx/>
                <a:latin typeface="SRH Text"/>
                <a:ea typeface="SRH"/>
              </a:rPr>
              <a:t>3</a:t>
            </a:fld>
            <a:endParaRPr lang="en-US" sz="155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43" name="Grafik 6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877400" y="358920"/>
            <a:ext cx="947520" cy="73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" name="Freihandform: Form 8"/>
          <p:cNvSpPr/>
          <p:nvPr/>
        </p:nvSpPr>
        <p:spPr>
          <a:xfrm>
            <a:off x="8211960" y="2802240"/>
            <a:ext cx="3986640" cy="4052520"/>
          </a:xfrm>
          <a:custGeom>
            <a:avLst/>
            <a:gdLst>
              <a:gd name="textAreaLeft" fmla="*/ 0 w 3986640"/>
              <a:gd name="textAreaRight" fmla="*/ 1436293800 w 3986640"/>
              <a:gd name="textAreaTop" fmla="*/ 0 h 4052520"/>
              <a:gd name="textAreaBottom" fmla="*/ 1460068200 h 4052520"/>
            </a:gdLst>
            <a:ahLst/>
            <a:cxnLst/>
            <a:rect l="textAreaLeft" t="textAreaTop" r="textAreaRight" b="textAreaBottom"/>
            <a:pathLst>
              <a:path w="3989705" h="4055745">
                <a:moveTo>
                  <a:pt x="3989705" y="0"/>
                </a:moveTo>
                <a:lnTo>
                  <a:pt x="3989705" y="2389210"/>
                </a:lnTo>
                <a:lnTo>
                  <a:pt x="3859000" y="2411148"/>
                </a:lnTo>
                <a:cubicBezTo>
                  <a:pt x="2993767" y="2575305"/>
                  <a:pt x="2648265" y="3036008"/>
                  <a:pt x="2529591" y="3871779"/>
                </a:cubicBezTo>
                <a:lnTo>
                  <a:pt x="2508283" y="4055745"/>
                </a:lnTo>
                <a:lnTo>
                  <a:pt x="0" y="4055745"/>
                </a:lnTo>
                <a:lnTo>
                  <a:pt x="22944" y="3788838"/>
                </a:lnTo>
                <a:cubicBezTo>
                  <a:pt x="290771" y="1521853"/>
                  <a:pt x="1510519" y="126892"/>
                  <a:pt x="3885553" y="4661"/>
                </a:cubicBezTo>
                <a:cubicBezTo>
                  <a:pt x="3907463" y="3232"/>
                  <a:pt x="3931933" y="1982"/>
                  <a:pt x="3958371" y="932"/>
                </a:cubicBezTo>
                <a:close/>
              </a:path>
            </a:pathLst>
          </a:custGeom>
          <a:solidFill>
            <a:srgbClr val="EEEDEC">
              <a:alpha val="19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216000" lIns="0" tIns="2802240" rIns="3987000" bIns="6858000" anchor="ctr">
            <a:noAutofit/>
          </a:bodyPr>
          <a:p>
            <a:endParaRPr lang="de-DE" sz="1800" b="0" u="none" strike="noStrike">
              <a:solidFill>
                <a:schemeClr val="dk1"/>
              </a:solidFill>
              <a:effectLst/>
              <a:uFillTx/>
              <a:latin typeface="SRH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Kapitelfolie weiß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Freihandform: Form 11"/>
          <p:cNvSpPr/>
          <p:nvPr/>
        </p:nvSpPr>
        <p:spPr>
          <a:xfrm>
            <a:off x="10878840" y="361440"/>
            <a:ext cx="944640" cy="730080"/>
          </a:xfrm>
          <a:custGeom>
            <a:avLst/>
            <a:gdLst>
              <a:gd name="textAreaLeft" fmla="*/ 0 w 944640"/>
              <a:gd name="textAreaRight" fmla="*/ 341299800 w 944640"/>
              <a:gd name="textAreaTop" fmla="*/ 0 h 730080"/>
              <a:gd name="textAreaBottom" fmla="*/ 264033000 h 730080"/>
            </a:gdLst>
            <a:ahLst/>
            <a:cxnLst/>
            <a:rect l="textAreaLeft" t="textAreaTop" r="textAreaRight" b="textAreaBottom"/>
            <a:pathLst>
              <a:path w="948055" h="733425">
                <a:moveTo>
                  <a:pt x="619721" y="598726"/>
                </a:moveTo>
                <a:lnTo>
                  <a:pt x="708150" y="598726"/>
                </a:lnTo>
                <a:lnTo>
                  <a:pt x="708150" y="174"/>
                </a:lnTo>
                <a:lnTo>
                  <a:pt x="619721" y="174"/>
                </a:lnTo>
                <a:lnTo>
                  <a:pt x="619721" y="598726"/>
                </a:lnTo>
                <a:close/>
                <a:moveTo>
                  <a:pt x="811583" y="196858"/>
                </a:moveTo>
                <a:cubicBezTo>
                  <a:pt x="794961" y="196049"/>
                  <a:pt x="774271" y="196858"/>
                  <a:pt x="753582" y="199293"/>
                </a:cubicBezTo>
                <a:lnTo>
                  <a:pt x="753582" y="281173"/>
                </a:lnTo>
                <a:cubicBezTo>
                  <a:pt x="831456" y="281173"/>
                  <a:pt x="859851" y="292576"/>
                  <a:pt x="859851" y="364713"/>
                </a:cubicBezTo>
                <a:lnTo>
                  <a:pt x="859851" y="598726"/>
                </a:lnTo>
                <a:lnTo>
                  <a:pt x="948279" y="598726"/>
                </a:lnTo>
                <a:lnTo>
                  <a:pt x="948279" y="353792"/>
                </a:lnTo>
                <a:cubicBezTo>
                  <a:pt x="948279" y="263364"/>
                  <a:pt x="896768" y="200102"/>
                  <a:pt x="811583" y="196858"/>
                </a:cubicBezTo>
                <a:close/>
                <a:moveTo>
                  <a:pt x="208715" y="199693"/>
                </a:moveTo>
                <a:cubicBezTo>
                  <a:pt x="114600" y="204562"/>
                  <a:pt x="72827" y="267010"/>
                  <a:pt x="72827" y="366365"/>
                </a:cubicBezTo>
                <a:lnTo>
                  <a:pt x="72827" y="566720"/>
                </a:lnTo>
                <a:cubicBezTo>
                  <a:pt x="72827" y="625122"/>
                  <a:pt x="61054" y="650267"/>
                  <a:pt x="224" y="651483"/>
                </a:cubicBezTo>
                <a:lnTo>
                  <a:pt x="224" y="732542"/>
                </a:lnTo>
                <a:cubicBezTo>
                  <a:pt x="7522" y="733765"/>
                  <a:pt x="19282" y="733765"/>
                  <a:pt x="25368" y="733352"/>
                </a:cubicBezTo>
                <a:cubicBezTo>
                  <a:pt x="119871" y="727681"/>
                  <a:pt x="161249" y="664825"/>
                  <a:pt x="161249" y="566687"/>
                </a:cubicBezTo>
                <a:lnTo>
                  <a:pt x="161249" y="366332"/>
                </a:lnTo>
                <a:cubicBezTo>
                  <a:pt x="161249" y="307529"/>
                  <a:pt x="172206" y="282792"/>
                  <a:pt x="233451" y="281582"/>
                </a:cubicBezTo>
                <a:lnTo>
                  <a:pt x="233451" y="200102"/>
                </a:lnTo>
                <a:cubicBezTo>
                  <a:pt x="226555" y="199293"/>
                  <a:pt x="214795" y="199293"/>
                  <a:pt x="208715" y="199693"/>
                </a:cubicBezTo>
                <a:close/>
                <a:moveTo>
                  <a:pt x="480068" y="199693"/>
                </a:moveTo>
                <a:cubicBezTo>
                  <a:pt x="386368" y="204562"/>
                  <a:pt x="344181" y="267417"/>
                  <a:pt x="344181" y="366365"/>
                </a:cubicBezTo>
                <a:lnTo>
                  <a:pt x="344181" y="598726"/>
                </a:lnTo>
                <a:lnTo>
                  <a:pt x="432603" y="598726"/>
                </a:lnTo>
                <a:lnTo>
                  <a:pt x="432603" y="366332"/>
                </a:lnTo>
                <a:cubicBezTo>
                  <a:pt x="432603" y="307930"/>
                  <a:pt x="444375" y="282792"/>
                  <a:pt x="505212" y="281582"/>
                </a:cubicBezTo>
                <a:lnTo>
                  <a:pt x="505212" y="200102"/>
                </a:lnTo>
                <a:cubicBezTo>
                  <a:pt x="497907" y="199293"/>
                  <a:pt x="486148" y="199293"/>
                  <a:pt x="480068" y="199693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216000" lIns="0" tIns="361440" rIns="945000" bIns="1094760" anchor="ctr">
            <a:noAutofit/>
          </a:bodyPr>
          <a:p>
            <a:endParaRPr lang="de-DE" sz="1800" b="0" u="none" strike="noStrike">
              <a:solidFill>
                <a:schemeClr val="dk1"/>
              </a:solidFill>
              <a:effectLst/>
              <a:uFillTx/>
              <a:latin typeface="SRH"/>
            </a:endParaRPr>
          </a:p>
        </p:txBody>
      </p:sp>
      <p:sp>
        <p:nvSpPr>
          <p:cNvPr id="46" name="Freihandform: Form 10"/>
          <p:cNvSpPr/>
          <p:nvPr/>
        </p:nvSpPr>
        <p:spPr>
          <a:xfrm>
            <a:off x="8202960" y="2802240"/>
            <a:ext cx="3985920" cy="4052520"/>
          </a:xfrm>
          <a:custGeom>
            <a:avLst/>
            <a:gdLst>
              <a:gd name="textAreaLeft" fmla="*/ 0 w 3985920"/>
              <a:gd name="textAreaRight" fmla="*/ 1436065200 w 3985920"/>
              <a:gd name="textAreaTop" fmla="*/ 0 h 4052520"/>
              <a:gd name="textAreaBottom" fmla="*/ 1460068200 h 4052520"/>
            </a:gdLst>
            <a:ahLst/>
            <a:cxnLst/>
            <a:rect l="textAreaLeft" t="textAreaTop" r="textAreaRight" b="textAreaBottom"/>
            <a:pathLst>
              <a:path w="3989070" h="4055745">
                <a:moveTo>
                  <a:pt x="3989070" y="0"/>
                </a:moveTo>
                <a:lnTo>
                  <a:pt x="3989070" y="2389210"/>
                </a:lnTo>
                <a:lnTo>
                  <a:pt x="3858387" y="2411148"/>
                </a:lnTo>
                <a:cubicBezTo>
                  <a:pt x="2993291" y="2575305"/>
                  <a:pt x="2647844" y="3036008"/>
                  <a:pt x="2529189" y="3871779"/>
                </a:cubicBezTo>
                <a:lnTo>
                  <a:pt x="2507884" y="4055745"/>
                </a:lnTo>
                <a:lnTo>
                  <a:pt x="0" y="4055745"/>
                </a:lnTo>
                <a:lnTo>
                  <a:pt x="22941" y="3788838"/>
                </a:lnTo>
                <a:cubicBezTo>
                  <a:pt x="290726" y="1521853"/>
                  <a:pt x="1510279" y="126892"/>
                  <a:pt x="3884935" y="4661"/>
                </a:cubicBezTo>
                <a:cubicBezTo>
                  <a:pt x="3906842" y="3232"/>
                  <a:pt x="3931308" y="1982"/>
                  <a:pt x="3957741" y="932"/>
                </a:cubicBezTo>
                <a:close/>
              </a:path>
            </a:pathLst>
          </a:custGeom>
          <a:solidFill>
            <a:srgbClr val="EEED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216000" lIns="0" tIns="2802240" rIns="3986280" bIns="6858000" anchor="ctr">
            <a:noAutofit/>
          </a:bodyPr>
          <a:p>
            <a:endParaRPr lang="de-DE" sz="1800" b="0" u="none" strike="noStrike">
              <a:solidFill>
                <a:schemeClr val="dk1"/>
              </a:solidFill>
              <a:effectLst/>
              <a:uFillTx/>
              <a:latin typeface="SRH"/>
            </a:endParaRPr>
          </a:p>
        </p:txBody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360000" y="2191320"/>
            <a:ext cx="9893160" cy="140256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t">
            <a:noAutofit/>
          </a:bodyPr>
          <a:lstStyle>
            <a:lvl1pPr indent="0" algn="l" defTabSz="914400">
              <a:lnSpc>
                <a:spcPct val="98000"/>
              </a:lnSpc>
              <a:buNone/>
              <a:tabLst>
                <a:tab pos="0" algn="l"/>
              </a:tabLst>
              <a:defRPr lang="de-DE" sz="4800" b="1" u="none" strike="noStrike">
                <a:solidFill>
                  <a:schemeClr val="dk1"/>
                </a:solidFill>
                <a:effectLst/>
                <a:uFillTx/>
                <a:latin typeface="SRH Headline"/>
                <a:ea typeface="SRH Headline"/>
              </a:defRPr>
            </a:lvl1pPr>
          </a:lstStyle>
          <a:p>
            <a:pPr indent="0" algn="l" defTabSz="914400">
              <a:lnSpc>
                <a:spcPct val="98000"/>
              </a:lnSpc>
              <a:buNone/>
              <a:tabLst>
                <a:tab pos="0" algn="l"/>
              </a:tabLst>
            </a:pPr>
            <a:r>
              <a:rPr lang="de-DE" sz="4800" b="1" u="none" strike="noStrike">
                <a:solidFill>
                  <a:schemeClr val="dk1"/>
                </a:solidFill>
                <a:effectLst/>
                <a:uFillTx/>
                <a:latin typeface="SRH Headline"/>
                <a:ea typeface="SRH Headline"/>
              </a:rPr>
              <a:t>Mastertitelformat bearbeiten</a:t>
            </a:r>
            <a:endParaRPr lang="de-DE" sz="4800" b="1" u="none" strike="noStrike">
              <a:solidFill>
                <a:schemeClr val="dk1"/>
              </a:solidFill>
              <a:effectLst/>
              <a:uFillTx/>
              <a:latin typeface="SRH Headline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60000" y="3597120"/>
            <a:ext cx="4251960" cy="261936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t">
            <a:noAutofit/>
          </a:bodyPr>
          <a:lstStyle>
            <a:lvl1pPr indent="0" algn="l" defTabSz="914400">
              <a:lnSpc>
                <a:spcPct val="98000"/>
              </a:lnSpc>
              <a:buNone/>
              <a:tabLst>
                <a:tab pos="0" algn="l"/>
              </a:tabLst>
              <a:defRPr lang="de-DE" sz="20000" b="1" u="none" strike="noStrike">
                <a:solidFill>
                  <a:schemeClr val="accent1"/>
                </a:solidFill>
                <a:effectLst/>
                <a:uFillTx/>
                <a:latin typeface="SRH Headline"/>
                <a:ea typeface="SRH Text"/>
              </a:defRPr>
            </a:lvl1pPr>
          </a:lstStyle>
          <a:p>
            <a:pPr indent="0" algn="l" defTabSz="914400">
              <a:lnSpc>
                <a:spcPct val="98000"/>
              </a:lnSpc>
              <a:buNone/>
              <a:tabLst>
                <a:tab pos="0" algn="l"/>
              </a:tabLst>
            </a:pPr>
            <a:r>
              <a:rPr lang="de-DE" sz="20000" b="1" u="none" strike="noStrike">
                <a:solidFill>
                  <a:schemeClr val="accent1"/>
                </a:solidFill>
                <a:effectLst/>
                <a:uFillTx/>
                <a:latin typeface="SRH Headline"/>
                <a:ea typeface="SRH Text"/>
              </a:rPr>
              <a:t>01</a:t>
            </a:r>
            <a:endParaRPr lang="de-DE" sz="20000" b="1" u="none" strike="noStrike">
              <a:solidFill>
                <a:schemeClr val="accent1"/>
              </a:solidFill>
              <a:effectLst/>
              <a:uFillTx/>
              <a:latin typeface="SRH Headline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16"/>
          </p:nvPr>
        </p:nvSpPr>
        <p:spPr>
          <a:xfrm>
            <a:off x="367560" y="6356520"/>
            <a:ext cx="87120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CA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CA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 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ftr" idx="17"/>
          </p:nvPr>
        </p:nvSpPr>
        <p:spPr>
          <a:xfrm>
            <a:off x="1319400" y="6356520"/>
            <a:ext cx="649296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 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sldNum" idx="18"/>
          </p:nvPr>
        </p:nvSpPr>
        <p:spPr>
          <a:xfrm>
            <a:off x="11146680" y="6365160"/>
            <a:ext cx="67680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55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1910963-747F-4874-9A71-78A24D370C15}" type="slidenum">
              <a:rPr lang="de-DE" sz="155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3</a:t>
            </a:fld>
            <a:endParaRPr lang="en-US" sz="1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Zwischenfolie Statements, weiß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ihandform: Form 11"/>
          <p:cNvSpPr/>
          <p:nvPr/>
        </p:nvSpPr>
        <p:spPr>
          <a:xfrm>
            <a:off x="10878840" y="361440"/>
            <a:ext cx="944640" cy="730080"/>
          </a:xfrm>
          <a:custGeom>
            <a:avLst/>
            <a:gdLst>
              <a:gd name="textAreaLeft" fmla="*/ 0 w 944640"/>
              <a:gd name="textAreaRight" fmla="*/ 341299800 w 944640"/>
              <a:gd name="textAreaTop" fmla="*/ 0 h 730080"/>
              <a:gd name="textAreaBottom" fmla="*/ 264033000 h 730080"/>
            </a:gdLst>
            <a:ahLst/>
            <a:cxnLst/>
            <a:rect l="textAreaLeft" t="textAreaTop" r="textAreaRight" b="textAreaBottom"/>
            <a:pathLst>
              <a:path w="948055" h="733425">
                <a:moveTo>
                  <a:pt x="619721" y="598726"/>
                </a:moveTo>
                <a:lnTo>
                  <a:pt x="708150" y="598726"/>
                </a:lnTo>
                <a:lnTo>
                  <a:pt x="708150" y="174"/>
                </a:lnTo>
                <a:lnTo>
                  <a:pt x="619721" y="174"/>
                </a:lnTo>
                <a:lnTo>
                  <a:pt x="619721" y="598726"/>
                </a:lnTo>
                <a:close/>
                <a:moveTo>
                  <a:pt x="811583" y="196858"/>
                </a:moveTo>
                <a:cubicBezTo>
                  <a:pt x="794961" y="196049"/>
                  <a:pt x="774271" y="196858"/>
                  <a:pt x="753582" y="199293"/>
                </a:cubicBezTo>
                <a:lnTo>
                  <a:pt x="753582" y="281173"/>
                </a:lnTo>
                <a:cubicBezTo>
                  <a:pt x="831456" y="281173"/>
                  <a:pt x="859851" y="292576"/>
                  <a:pt x="859851" y="364713"/>
                </a:cubicBezTo>
                <a:lnTo>
                  <a:pt x="859851" y="598726"/>
                </a:lnTo>
                <a:lnTo>
                  <a:pt x="948279" y="598726"/>
                </a:lnTo>
                <a:lnTo>
                  <a:pt x="948279" y="353792"/>
                </a:lnTo>
                <a:cubicBezTo>
                  <a:pt x="948279" y="263364"/>
                  <a:pt x="896768" y="200102"/>
                  <a:pt x="811583" y="196858"/>
                </a:cubicBezTo>
                <a:close/>
                <a:moveTo>
                  <a:pt x="208715" y="199693"/>
                </a:moveTo>
                <a:cubicBezTo>
                  <a:pt x="114600" y="204562"/>
                  <a:pt x="72827" y="267010"/>
                  <a:pt x="72827" y="366365"/>
                </a:cubicBezTo>
                <a:lnTo>
                  <a:pt x="72827" y="566720"/>
                </a:lnTo>
                <a:cubicBezTo>
                  <a:pt x="72827" y="625122"/>
                  <a:pt x="61054" y="650267"/>
                  <a:pt x="224" y="651483"/>
                </a:cubicBezTo>
                <a:lnTo>
                  <a:pt x="224" y="732542"/>
                </a:lnTo>
                <a:cubicBezTo>
                  <a:pt x="7522" y="733765"/>
                  <a:pt x="19282" y="733765"/>
                  <a:pt x="25368" y="733352"/>
                </a:cubicBezTo>
                <a:cubicBezTo>
                  <a:pt x="119871" y="727681"/>
                  <a:pt x="161249" y="664825"/>
                  <a:pt x="161249" y="566687"/>
                </a:cubicBezTo>
                <a:lnTo>
                  <a:pt x="161249" y="366332"/>
                </a:lnTo>
                <a:cubicBezTo>
                  <a:pt x="161249" y="307529"/>
                  <a:pt x="172206" y="282792"/>
                  <a:pt x="233451" y="281582"/>
                </a:cubicBezTo>
                <a:lnTo>
                  <a:pt x="233451" y="200102"/>
                </a:lnTo>
                <a:cubicBezTo>
                  <a:pt x="226555" y="199293"/>
                  <a:pt x="214795" y="199293"/>
                  <a:pt x="208715" y="199693"/>
                </a:cubicBezTo>
                <a:close/>
                <a:moveTo>
                  <a:pt x="480068" y="199693"/>
                </a:moveTo>
                <a:cubicBezTo>
                  <a:pt x="386368" y="204562"/>
                  <a:pt x="344181" y="267417"/>
                  <a:pt x="344181" y="366365"/>
                </a:cubicBezTo>
                <a:lnTo>
                  <a:pt x="344181" y="598726"/>
                </a:lnTo>
                <a:lnTo>
                  <a:pt x="432603" y="598726"/>
                </a:lnTo>
                <a:lnTo>
                  <a:pt x="432603" y="366332"/>
                </a:lnTo>
                <a:cubicBezTo>
                  <a:pt x="432603" y="307930"/>
                  <a:pt x="444375" y="282792"/>
                  <a:pt x="505212" y="281582"/>
                </a:cubicBezTo>
                <a:lnTo>
                  <a:pt x="505212" y="200102"/>
                </a:lnTo>
                <a:cubicBezTo>
                  <a:pt x="497907" y="199293"/>
                  <a:pt x="486148" y="199293"/>
                  <a:pt x="480068" y="199693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216000" lIns="0" tIns="361440" rIns="945000" bIns="1094760" anchor="ctr">
            <a:noAutofit/>
          </a:bodyPr>
          <a:p>
            <a:endParaRPr lang="de-DE" sz="1800" b="0" u="none" strike="noStrike">
              <a:solidFill>
                <a:schemeClr val="dk1"/>
              </a:solidFill>
              <a:effectLst/>
              <a:uFillTx/>
              <a:latin typeface="SRH"/>
            </a:endParaRPr>
          </a:p>
        </p:txBody>
      </p:sp>
      <p:sp>
        <p:nvSpPr>
          <p:cNvPr id="53" name="Freihandform: Form 10"/>
          <p:cNvSpPr/>
          <p:nvPr/>
        </p:nvSpPr>
        <p:spPr>
          <a:xfrm>
            <a:off x="8202960" y="2802240"/>
            <a:ext cx="3985920" cy="4052520"/>
          </a:xfrm>
          <a:custGeom>
            <a:avLst/>
            <a:gdLst>
              <a:gd name="textAreaLeft" fmla="*/ 0 w 3985920"/>
              <a:gd name="textAreaRight" fmla="*/ 1436065200 w 3985920"/>
              <a:gd name="textAreaTop" fmla="*/ 0 h 4052520"/>
              <a:gd name="textAreaBottom" fmla="*/ 1460068200 h 4052520"/>
            </a:gdLst>
            <a:ahLst/>
            <a:cxnLst/>
            <a:rect l="textAreaLeft" t="textAreaTop" r="textAreaRight" b="textAreaBottom"/>
            <a:pathLst>
              <a:path w="3989070" h="4055745">
                <a:moveTo>
                  <a:pt x="3989070" y="0"/>
                </a:moveTo>
                <a:lnTo>
                  <a:pt x="3989070" y="2389210"/>
                </a:lnTo>
                <a:lnTo>
                  <a:pt x="3858387" y="2411148"/>
                </a:lnTo>
                <a:cubicBezTo>
                  <a:pt x="2993291" y="2575305"/>
                  <a:pt x="2647844" y="3036008"/>
                  <a:pt x="2529189" y="3871779"/>
                </a:cubicBezTo>
                <a:lnTo>
                  <a:pt x="2507884" y="4055745"/>
                </a:lnTo>
                <a:lnTo>
                  <a:pt x="0" y="4055745"/>
                </a:lnTo>
                <a:lnTo>
                  <a:pt x="22941" y="3788838"/>
                </a:lnTo>
                <a:cubicBezTo>
                  <a:pt x="290726" y="1521853"/>
                  <a:pt x="1510279" y="126892"/>
                  <a:pt x="3884935" y="4661"/>
                </a:cubicBezTo>
                <a:cubicBezTo>
                  <a:pt x="3906842" y="3232"/>
                  <a:pt x="3931308" y="1982"/>
                  <a:pt x="3957741" y="932"/>
                </a:cubicBezTo>
                <a:close/>
              </a:path>
            </a:pathLst>
          </a:custGeom>
          <a:solidFill>
            <a:srgbClr val="EEED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216000" lIns="0" tIns="2802240" rIns="3986280" bIns="6858000" anchor="ctr">
            <a:noAutofit/>
          </a:bodyPr>
          <a:p>
            <a:endParaRPr lang="de-DE" sz="1800" b="0" u="none" strike="noStrike">
              <a:solidFill>
                <a:schemeClr val="dk1"/>
              </a:solidFill>
              <a:effectLst/>
              <a:uFillTx/>
              <a:latin typeface="SRH"/>
            </a:endParaRPr>
          </a:p>
        </p:txBody>
      </p:sp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360000" y="2329200"/>
            <a:ext cx="11469960" cy="397764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t">
            <a:noAutofit/>
          </a:bodyPr>
          <a:lstStyle>
            <a:lvl1pPr indent="0" algn="l" defTabSz="914400">
              <a:lnSpc>
                <a:spcPct val="98000"/>
              </a:lnSpc>
              <a:buNone/>
              <a:tabLst>
                <a:tab pos="0" algn="l"/>
              </a:tabLst>
              <a:defRPr lang="de-DE" sz="4800" b="1" u="none" strike="noStrike">
                <a:solidFill>
                  <a:schemeClr val="dk1"/>
                </a:solidFill>
                <a:effectLst/>
                <a:uFillTx/>
                <a:latin typeface="SRH Headline"/>
                <a:ea typeface="SRH Headline"/>
              </a:defRPr>
            </a:lvl1pPr>
          </a:lstStyle>
          <a:p>
            <a:pPr indent="0" algn="l" defTabSz="914400">
              <a:lnSpc>
                <a:spcPct val="98000"/>
              </a:lnSpc>
              <a:buNone/>
              <a:tabLst>
                <a:tab pos="0" algn="l"/>
              </a:tabLst>
            </a:pPr>
            <a:r>
              <a:rPr lang="de-DE" sz="4800" b="1" u="none" strike="noStrike">
                <a:solidFill>
                  <a:schemeClr val="dk1"/>
                </a:solidFill>
                <a:effectLst/>
                <a:uFillTx/>
                <a:latin typeface="SRH Headline"/>
                <a:ea typeface="SRH Headline"/>
              </a:rPr>
              <a:t>Mastertitelformat bearbeiten</a:t>
            </a:r>
            <a:endParaRPr lang="de-DE" sz="4800" b="1" u="none" strike="noStrike">
              <a:solidFill>
                <a:schemeClr val="dk1"/>
              </a:solidFill>
              <a:effectLst/>
              <a:uFillTx/>
              <a:latin typeface="SRH Headline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dt" idx="19"/>
          </p:nvPr>
        </p:nvSpPr>
        <p:spPr>
          <a:xfrm>
            <a:off x="367560" y="6356520"/>
            <a:ext cx="87120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CA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CA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 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ftr" idx="20"/>
          </p:nvPr>
        </p:nvSpPr>
        <p:spPr>
          <a:xfrm>
            <a:off x="1319400" y="6356520"/>
            <a:ext cx="649296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 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sldNum" idx="21"/>
          </p:nvPr>
        </p:nvSpPr>
        <p:spPr>
          <a:xfrm>
            <a:off x="11146680" y="6365160"/>
            <a:ext cx="67680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55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660FB16-FD7F-4A69-8313-F8DA7012A26D}" type="slidenum">
              <a:rPr lang="de-DE" sz="155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3</a:t>
            </a:fld>
            <a:endParaRPr lang="en-US" sz="1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abelle auf weis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Freihandform: Form 11"/>
          <p:cNvSpPr/>
          <p:nvPr/>
        </p:nvSpPr>
        <p:spPr>
          <a:xfrm>
            <a:off x="10878840" y="361440"/>
            <a:ext cx="944640" cy="730080"/>
          </a:xfrm>
          <a:custGeom>
            <a:avLst/>
            <a:gdLst>
              <a:gd name="textAreaLeft" fmla="*/ 0 w 944640"/>
              <a:gd name="textAreaRight" fmla="*/ 341299800 w 944640"/>
              <a:gd name="textAreaTop" fmla="*/ 0 h 730080"/>
              <a:gd name="textAreaBottom" fmla="*/ 264033000 h 730080"/>
            </a:gdLst>
            <a:ahLst/>
            <a:cxnLst/>
            <a:rect l="textAreaLeft" t="textAreaTop" r="textAreaRight" b="textAreaBottom"/>
            <a:pathLst>
              <a:path w="948055" h="733425">
                <a:moveTo>
                  <a:pt x="619721" y="598726"/>
                </a:moveTo>
                <a:lnTo>
                  <a:pt x="708150" y="598726"/>
                </a:lnTo>
                <a:lnTo>
                  <a:pt x="708150" y="174"/>
                </a:lnTo>
                <a:lnTo>
                  <a:pt x="619721" y="174"/>
                </a:lnTo>
                <a:lnTo>
                  <a:pt x="619721" y="598726"/>
                </a:lnTo>
                <a:close/>
                <a:moveTo>
                  <a:pt x="811583" y="196858"/>
                </a:moveTo>
                <a:cubicBezTo>
                  <a:pt x="794961" y="196049"/>
                  <a:pt x="774271" y="196858"/>
                  <a:pt x="753582" y="199293"/>
                </a:cubicBezTo>
                <a:lnTo>
                  <a:pt x="753582" y="281173"/>
                </a:lnTo>
                <a:cubicBezTo>
                  <a:pt x="831456" y="281173"/>
                  <a:pt x="859851" y="292576"/>
                  <a:pt x="859851" y="364713"/>
                </a:cubicBezTo>
                <a:lnTo>
                  <a:pt x="859851" y="598726"/>
                </a:lnTo>
                <a:lnTo>
                  <a:pt x="948279" y="598726"/>
                </a:lnTo>
                <a:lnTo>
                  <a:pt x="948279" y="353792"/>
                </a:lnTo>
                <a:cubicBezTo>
                  <a:pt x="948279" y="263364"/>
                  <a:pt x="896768" y="200102"/>
                  <a:pt x="811583" y="196858"/>
                </a:cubicBezTo>
                <a:close/>
                <a:moveTo>
                  <a:pt x="208715" y="199693"/>
                </a:moveTo>
                <a:cubicBezTo>
                  <a:pt x="114600" y="204562"/>
                  <a:pt x="72827" y="267010"/>
                  <a:pt x="72827" y="366365"/>
                </a:cubicBezTo>
                <a:lnTo>
                  <a:pt x="72827" y="566720"/>
                </a:lnTo>
                <a:cubicBezTo>
                  <a:pt x="72827" y="625122"/>
                  <a:pt x="61054" y="650267"/>
                  <a:pt x="224" y="651483"/>
                </a:cubicBezTo>
                <a:lnTo>
                  <a:pt x="224" y="732542"/>
                </a:lnTo>
                <a:cubicBezTo>
                  <a:pt x="7522" y="733765"/>
                  <a:pt x="19282" y="733765"/>
                  <a:pt x="25368" y="733352"/>
                </a:cubicBezTo>
                <a:cubicBezTo>
                  <a:pt x="119871" y="727681"/>
                  <a:pt x="161249" y="664825"/>
                  <a:pt x="161249" y="566687"/>
                </a:cubicBezTo>
                <a:lnTo>
                  <a:pt x="161249" y="366332"/>
                </a:lnTo>
                <a:cubicBezTo>
                  <a:pt x="161249" y="307529"/>
                  <a:pt x="172206" y="282792"/>
                  <a:pt x="233451" y="281582"/>
                </a:cubicBezTo>
                <a:lnTo>
                  <a:pt x="233451" y="200102"/>
                </a:lnTo>
                <a:cubicBezTo>
                  <a:pt x="226555" y="199293"/>
                  <a:pt x="214795" y="199293"/>
                  <a:pt x="208715" y="199693"/>
                </a:cubicBezTo>
                <a:close/>
                <a:moveTo>
                  <a:pt x="480068" y="199693"/>
                </a:moveTo>
                <a:cubicBezTo>
                  <a:pt x="386368" y="204562"/>
                  <a:pt x="344181" y="267417"/>
                  <a:pt x="344181" y="366365"/>
                </a:cubicBezTo>
                <a:lnTo>
                  <a:pt x="344181" y="598726"/>
                </a:lnTo>
                <a:lnTo>
                  <a:pt x="432603" y="598726"/>
                </a:lnTo>
                <a:lnTo>
                  <a:pt x="432603" y="366332"/>
                </a:lnTo>
                <a:cubicBezTo>
                  <a:pt x="432603" y="307930"/>
                  <a:pt x="444375" y="282792"/>
                  <a:pt x="505212" y="281582"/>
                </a:cubicBezTo>
                <a:lnTo>
                  <a:pt x="505212" y="200102"/>
                </a:lnTo>
                <a:cubicBezTo>
                  <a:pt x="497907" y="199293"/>
                  <a:pt x="486148" y="199293"/>
                  <a:pt x="480068" y="199693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216000" lIns="0" tIns="361440" rIns="945000" bIns="1094760" anchor="ctr">
            <a:noAutofit/>
          </a:bodyPr>
          <a:p>
            <a:endParaRPr lang="de-DE" sz="1800" b="0" u="none" strike="noStrike">
              <a:solidFill>
                <a:schemeClr val="dk1"/>
              </a:solidFill>
              <a:effectLst/>
              <a:uFillTx/>
              <a:latin typeface="SRH"/>
            </a:endParaRPr>
          </a:p>
        </p:txBody>
      </p:sp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360000" y="358920"/>
            <a:ext cx="9154080" cy="83196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3000" b="1" u="none" strike="noStrike">
                <a:solidFill>
                  <a:schemeClr val="dk1"/>
                </a:solidFill>
                <a:effectLst/>
                <a:uFillTx/>
                <a:latin typeface="SRH Headline"/>
                <a:ea typeface="SRH Headline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3000" b="1" u="none" strike="noStrike">
                <a:solidFill>
                  <a:schemeClr val="dk1"/>
                </a:solidFill>
                <a:effectLst/>
                <a:uFillTx/>
                <a:latin typeface="SRH Headline"/>
                <a:ea typeface="SRH Headline"/>
              </a:rPr>
              <a:t>Mastertitelformat bearbeiten</a:t>
            </a:r>
            <a:endParaRPr lang="de-DE" sz="3000" b="1" u="none" strike="noStrike">
              <a:solidFill>
                <a:schemeClr val="dk1"/>
              </a:solidFill>
              <a:effectLst/>
              <a:uFillTx/>
              <a:latin typeface="SRH Headline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360000" y="2873880"/>
            <a:ext cx="9155520" cy="232272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10000"/>
              </a:lnSpc>
              <a:buNone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</a:defRPr>
            </a:lvl1pPr>
            <a:lvl2pPr lvl="1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</a:defRPr>
            </a:lvl2pPr>
            <a:lvl3pPr lvl="2" algn="l" defTabSz="914400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</a:defRPr>
            </a:lvl3pPr>
            <a:lvl4pPr lvl="3" algn="l" defTabSz="914400">
              <a:lnSpc>
                <a:spcPct val="110000"/>
              </a:lnSpc>
              <a:spcBef>
                <a:spcPts val="240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de-DE" sz="1800" b="1" u="none" strike="noStrike">
                <a:solidFill>
                  <a:schemeClr val="accent1"/>
                </a:solidFill>
                <a:effectLst/>
                <a:uFillTx/>
                <a:latin typeface="SRH Text"/>
              </a:defRPr>
            </a:lvl4pPr>
            <a:lvl5pPr lvl="4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800" b="1" u="none" strike="noStrike">
                <a:solidFill>
                  <a:schemeClr val="dk1"/>
                </a:solidFill>
                <a:effectLst/>
                <a:uFillTx/>
                <a:latin typeface="SRH Headline"/>
              </a:defRPr>
            </a:lvl5pPr>
            <a:lvl6pPr lvl="5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SRH Headline"/>
              </a:defRPr>
            </a:lvl6pPr>
            <a:lvl7pPr lvl="6" algn="l" defTabSz="914400">
              <a:lnSpc>
                <a:spcPct val="98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800" b="1" u="none" strike="noStrike">
                <a:solidFill>
                  <a:schemeClr val="accent1"/>
                </a:solidFill>
                <a:effectLst/>
                <a:uFillTx/>
                <a:latin typeface="SRH Headline"/>
              </a:defRPr>
            </a:lvl7pPr>
          </a:lstStyle>
          <a:p>
            <a:pPr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</a:rPr>
              <a:t>Click to edit the outline text format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457200" lvl="1" indent="-324000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</a:rPr>
              <a:t>Second Outline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914400" lvl="2" indent="-288000" algn="l" defTabSz="914400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</a:rPr>
              <a:t>Third Outline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1371600" lvl="3" indent="-216000" algn="l" defTabSz="914400">
              <a:lnSpc>
                <a:spcPct val="110000"/>
              </a:lnSpc>
              <a:spcBef>
                <a:spcPts val="240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1800" b="1" u="none" strike="noStrike">
                <a:solidFill>
                  <a:schemeClr val="accent1"/>
                </a:solidFill>
                <a:effectLst/>
                <a:uFillTx/>
                <a:latin typeface="SRH Text"/>
              </a:rPr>
              <a:t>Fourth Outline Level</a:t>
            </a:r>
            <a:endParaRPr lang="de-DE" sz="1800" b="1" u="none" strike="noStrike">
              <a:solidFill>
                <a:schemeClr val="accent1"/>
              </a:solidFill>
              <a:effectLst/>
              <a:uFillTx/>
              <a:latin typeface="SRH Text"/>
            </a:endParaRPr>
          </a:p>
          <a:p>
            <a:pPr marL="1828800" lvl="4" indent="-216000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800" b="1" u="none" strike="noStrike">
                <a:solidFill>
                  <a:schemeClr val="dk1"/>
                </a:solidFill>
                <a:effectLst/>
                <a:uFillTx/>
                <a:latin typeface="SRH Headline"/>
              </a:rPr>
              <a:t>Fifth Outline Level</a:t>
            </a:r>
            <a:endParaRPr lang="de-DE" sz="1800" b="1" u="none" strike="noStrike">
              <a:solidFill>
                <a:schemeClr val="dk1"/>
              </a:solidFill>
              <a:effectLst/>
              <a:uFillTx/>
              <a:latin typeface="SRH Headline"/>
            </a:endParaRPr>
          </a:p>
          <a:p>
            <a:pPr marL="2286000" lvl="5" indent="-216000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SRH Headline"/>
              </a:rPr>
              <a:t>Sixth Outline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SRH Headline"/>
            </a:endParaRPr>
          </a:p>
          <a:p>
            <a:pPr marL="2743200" lvl="6" indent="-216000" algn="l" defTabSz="914400">
              <a:lnSpc>
                <a:spcPct val="98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800" b="1" u="none" strike="noStrike">
                <a:solidFill>
                  <a:schemeClr val="accent1"/>
                </a:solidFill>
                <a:effectLst/>
                <a:uFillTx/>
                <a:latin typeface="SRH Headline"/>
              </a:rPr>
              <a:t>Seventh Outline Level</a:t>
            </a:r>
            <a:endParaRPr lang="de-DE" sz="1800" b="1" u="none" strike="noStrike">
              <a:solidFill>
                <a:schemeClr val="accent1"/>
              </a:solidFill>
              <a:effectLst/>
              <a:uFillTx/>
              <a:latin typeface="SRH Headline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dt" idx="22"/>
          </p:nvPr>
        </p:nvSpPr>
        <p:spPr>
          <a:xfrm>
            <a:off x="367560" y="6356520"/>
            <a:ext cx="87120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CA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CA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 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ftr" idx="23"/>
          </p:nvPr>
        </p:nvSpPr>
        <p:spPr>
          <a:xfrm>
            <a:off x="1319400" y="6356520"/>
            <a:ext cx="649296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 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sldNum" idx="24"/>
          </p:nvPr>
        </p:nvSpPr>
        <p:spPr>
          <a:xfrm>
            <a:off x="11146680" y="6365160"/>
            <a:ext cx="67680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55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C59EFD0-DB7A-4C4E-9D20-B9DE88ADC5ED}" type="slidenum">
              <a:rPr lang="de-DE" sz="155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3</a:t>
            </a:fld>
            <a:endParaRPr lang="en-US" sz="1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body"/>
          </p:nvPr>
        </p:nvSpPr>
        <p:spPr>
          <a:xfrm>
            <a:off x="360000" y="1728000"/>
            <a:ext cx="9155520" cy="77796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10000"/>
              </a:lnSpc>
              <a:buNone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</a:defRPr>
            </a:lvl1pPr>
            <a:lvl2pPr lvl="1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</a:defRPr>
            </a:lvl2pPr>
            <a:lvl3pPr lvl="2" algn="l" defTabSz="914400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</a:defRPr>
            </a:lvl3pPr>
            <a:lvl4pPr lvl="3" algn="l" defTabSz="914400">
              <a:lnSpc>
                <a:spcPct val="110000"/>
              </a:lnSpc>
              <a:spcBef>
                <a:spcPts val="240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de-DE" sz="1800" b="1" u="none" strike="noStrike">
                <a:solidFill>
                  <a:schemeClr val="accent1"/>
                </a:solidFill>
                <a:effectLst/>
                <a:uFillTx/>
                <a:latin typeface="SRH Text"/>
              </a:defRPr>
            </a:lvl4pPr>
            <a:lvl5pPr lvl="4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800" b="1" u="none" strike="noStrike">
                <a:solidFill>
                  <a:schemeClr val="dk1"/>
                </a:solidFill>
                <a:effectLst/>
                <a:uFillTx/>
                <a:latin typeface="SRH Headline"/>
              </a:defRPr>
            </a:lvl5pPr>
            <a:lvl6pPr lvl="5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SRH Headline"/>
              </a:defRPr>
            </a:lvl6pPr>
            <a:lvl7pPr lvl="6" algn="l" defTabSz="914400">
              <a:lnSpc>
                <a:spcPct val="98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800" b="1" u="none" strike="noStrike">
                <a:solidFill>
                  <a:schemeClr val="accent1"/>
                </a:solidFill>
                <a:effectLst/>
                <a:uFillTx/>
                <a:latin typeface="SRH Headline"/>
              </a:defRPr>
            </a:lvl7pPr>
          </a:lstStyle>
          <a:p>
            <a:pPr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</a:rPr>
              <a:t>Click to edit the outline text format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457200" lvl="1" indent="-324000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</a:rPr>
              <a:t>Second Outline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914400" lvl="2" indent="-288000" algn="l" defTabSz="914400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</a:rPr>
              <a:t>Third Outline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1371600" lvl="3" indent="-216000" algn="l" defTabSz="914400">
              <a:lnSpc>
                <a:spcPct val="110000"/>
              </a:lnSpc>
              <a:spcBef>
                <a:spcPts val="240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1800" b="1" u="none" strike="noStrike">
                <a:solidFill>
                  <a:schemeClr val="accent1"/>
                </a:solidFill>
                <a:effectLst/>
                <a:uFillTx/>
                <a:latin typeface="SRH Text"/>
              </a:rPr>
              <a:t>Fourth Outline Level</a:t>
            </a:r>
            <a:endParaRPr lang="de-DE" sz="1800" b="1" u="none" strike="noStrike">
              <a:solidFill>
                <a:schemeClr val="accent1"/>
              </a:solidFill>
              <a:effectLst/>
              <a:uFillTx/>
              <a:latin typeface="SRH Text"/>
            </a:endParaRPr>
          </a:p>
          <a:p>
            <a:pPr marL="1828800" lvl="4" indent="-216000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800" b="1" u="none" strike="noStrike">
                <a:solidFill>
                  <a:schemeClr val="dk1"/>
                </a:solidFill>
                <a:effectLst/>
                <a:uFillTx/>
                <a:latin typeface="SRH Headline"/>
              </a:rPr>
              <a:t>Fifth Outline Level</a:t>
            </a:r>
            <a:endParaRPr lang="de-DE" sz="1800" b="1" u="none" strike="noStrike">
              <a:solidFill>
                <a:schemeClr val="dk1"/>
              </a:solidFill>
              <a:effectLst/>
              <a:uFillTx/>
              <a:latin typeface="SRH Headline"/>
            </a:endParaRPr>
          </a:p>
          <a:p>
            <a:pPr marL="2286000" lvl="5" indent="-216000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SRH Headline"/>
              </a:rPr>
              <a:t>Sixth Outline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SRH Headline"/>
            </a:endParaRPr>
          </a:p>
          <a:p>
            <a:pPr marL="2743200" lvl="6" indent="-216000" algn="l" defTabSz="914400">
              <a:lnSpc>
                <a:spcPct val="98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800" b="1" u="none" strike="noStrike">
                <a:solidFill>
                  <a:schemeClr val="accent1"/>
                </a:solidFill>
                <a:effectLst/>
                <a:uFillTx/>
                <a:latin typeface="SRH Headline"/>
              </a:rPr>
              <a:t>Seventh Outline Level</a:t>
            </a:r>
            <a:endParaRPr lang="de-DE" sz="1800" b="1" u="none" strike="noStrike">
              <a:solidFill>
                <a:schemeClr val="accent1"/>
              </a:solidFill>
              <a:effectLst/>
              <a:uFillTx/>
              <a:latin typeface="SRH Headline"/>
            </a:endParaRPr>
          </a:p>
        </p:txBody>
      </p:sp>
      <p:sp>
        <p:nvSpPr>
          <p:cNvPr id="65" name="PlaceHolder 7"/>
          <p:cNvSpPr>
            <a:spLocks noGrp="1"/>
          </p:cNvSpPr>
          <p:nvPr>
            <p:ph type="body"/>
          </p:nvPr>
        </p:nvSpPr>
        <p:spPr>
          <a:xfrm>
            <a:off x="360000" y="5463720"/>
            <a:ext cx="9155520" cy="4914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b">
            <a:noAutofit/>
          </a:bodyPr>
          <a:lstStyle>
            <a:lvl1pPr indent="0" algn="l" defTabSz="914400">
              <a:lnSpc>
                <a:spcPct val="11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defRPr>
            </a:lvl1pPr>
          </a:lstStyle>
          <a:p>
            <a:pPr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rPr>
              <a:t>Mastertextformat bearbeiten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abelle und Text auf warm gre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Freihandform: Form 11"/>
          <p:cNvSpPr/>
          <p:nvPr/>
        </p:nvSpPr>
        <p:spPr>
          <a:xfrm>
            <a:off x="10878840" y="361440"/>
            <a:ext cx="944640" cy="730080"/>
          </a:xfrm>
          <a:custGeom>
            <a:avLst/>
            <a:gdLst>
              <a:gd name="textAreaLeft" fmla="*/ 0 w 944640"/>
              <a:gd name="textAreaRight" fmla="*/ 341299800 w 944640"/>
              <a:gd name="textAreaTop" fmla="*/ 0 h 730080"/>
              <a:gd name="textAreaBottom" fmla="*/ 264033000 h 730080"/>
            </a:gdLst>
            <a:ahLst/>
            <a:cxnLst/>
            <a:rect l="textAreaLeft" t="textAreaTop" r="textAreaRight" b="textAreaBottom"/>
            <a:pathLst>
              <a:path w="948055" h="733425">
                <a:moveTo>
                  <a:pt x="619721" y="598726"/>
                </a:moveTo>
                <a:lnTo>
                  <a:pt x="708150" y="598726"/>
                </a:lnTo>
                <a:lnTo>
                  <a:pt x="708150" y="174"/>
                </a:lnTo>
                <a:lnTo>
                  <a:pt x="619721" y="174"/>
                </a:lnTo>
                <a:lnTo>
                  <a:pt x="619721" y="598726"/>
                </a:lnTo>
                <a:close/>
                <a:moveTo>
                  <a:pt x="811583" y="196858"/>
                </a:moveTo>
                <a:cubicBezTo>
                  <a:pt x="794961" y="196049"/>
                  <a:pt x="774271" y="196858"/>
                  <a:pt x="753582" y="199293"/>
                </a:cubicBezTo>
                <a:lnTo>
                  <a:pt x="753582" y="281173"/>
                </a:lnTo>
                <a:cubicBezTo>
                  <a:pt x="831456" y="281173"/>
                  <a:pt x="859851" y="292576"/>
                  <a:pt x="859851" y="364713"/>
                </a:cubicBezTo>
                <a:lnTo>
                  <a:pt x="859851" y="598726"/>
                </a:lnTo>
                <a:lnTo>
                  <a:pt x="948279" y="598726"/>
                </a:lnTo>
                <a:lnTo>
                  <a:pt x="948279" y="353792"/>
                </a:lnTo>
                <a:cubicBezTo>
                  <a:pt x="948279" y="263364"/>
                  <a:pt x="896768" y="200102"/>
                  <a:pt x="811583" y="196858"/>
                </a:cubicBezTo>
                <a:close/>
                <a:moveTo>
                  <a:pt x="208715" y="199693"/>
                </a:moveTo>
                <a:cubicBezTo>
                  <a:pt x="114600" y="204562"/>
                  <a:pt x="72827" y="267010"/>
                  <a:pt x="72827" y="366365"/>
                </a:cubicBezTo>
                <a:lnTo>
                  <a:pt x="72827" y="566720"/>
                </a:lnTo>
                <a:cubicBezTo>
                  <a:pt x="72827" y="625122"/>
                  <a:pt x="61054" y="650267"/>
                  <a:pt x="224" y="651483"/>
                </a:cubicBezTo>
                <a:lnTo>
                  <a:pt x="224" y="732542"/>
                </a:lnTo>
                <a:cubicBezTo>
                  <a:pt x="7522" y="733765"/>
                  <a:pt x="19282" y="733765"/>
                  <a:pt x="25368" y="733352"/>
                </a:cubicBezTo>
                <a:cubicBezTo>
                  <a:pt x="119871" y="727681"/>
                  <a:pt x="161249" y="664825"/>
                  <a:pt x="161249" y="566687"/>
                </a:cubicBezTo>
                <a:lnTo>
                  <a:pt x="161249" y="366332"/>
                </a:lnTo>
                <a:cubicBezTo>
                  <a:pt x="161249" y="307529"/>
                  <a:pt x="172206" y="282792"/>
                  <a:pt x="233451" y="281582"/>
                </a:cubicBezTo>
                <a:lnTo>
                  <a:pt x="233451" y="200102"/>
                </a:lnTo>
                <a:cubicBezTo>
                  <a:pt x="226555" y="199293"/>
                  <a:pt x="214795" y="199293"/>
                  <a:pt x="208715" y="199693"/>
                </a:cubicBezTo>
                <a:close/>
                <a:moveTo>
                  <a:pt x="480068" y="199693"/>
                </a:moveTo>
                <a:cubicBezTo>
                  <a:pt x="386368" y="204562"/>
                  <a:pt x="344181" y="267417"/>
                  <a:pt x="344181" y="366365"/>
                </a:cubicBezTo>
                <a:lnTo>
                  <a:pt x="344181" y="598726"/>
                </a:lnTo>
                <a:lnTo>
                  <a:pt x="432603" y="598726"/>
                </a:lnTo>
                <a:lnTo>
                  <a:pt x="432603" y="366332"/>
                </a:lnTo>
                <a:cubicBezTo>
                  <a:pt x="432603" y="307930"/>
                  <a:pt x="444375" y="282792"/>
                  <a:pt x="505212" y="281582"/>
                </a:cubicBezTo>
                <a:lnTo>
                  <a:pt x="505212" y="200102"/>
                </a:lnTo>
                <a:cubicBezTo>
                  <a:pt x="497907" y="199293"/>
                  <a:pt x="486148" y="199293"/>
                  <a:pt x="480068" y="199693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216000" lIns="0" tIns="361440" rIns="945000" bIns="1094760" anchor="ctr">
            <a:noAutofit/>
          </a:bodyPr>
          <a:p>
            <a:endParaRPr lang="de-DE" sz="1800" b="0" u="none" strike="noStrike">
              <a:solidFill>
                <a:schemeClr val="dk1"/>
              </a:solidFill>
              <a:effectLst/>
              <a:uFillTx/>
              <a:latin typeface="SRH"/>
            </a:endParaRPr>
          </a:p>
        </p:txBody>
      </p:sp>
      <p:sp>
        <p:nvSpPr>
          <p:cNvPr id="67" name="Rechteck 13"/>
          <p:cNvSpPr/>
          <p:nvPr/>
        </p:nvSpPr>
        <p:spPr>
          <a:xfrm>
            <a:off x="0" y="1405800"/>
            <a:ext cx="12188880" cy="5448960"/>
          </a:xfrm>
          <a:prstGeom prst="rect">
            <a:avLst/>
          </a:prstGeom>
          <a:solidFill>
            <a:srgbClr val="EEED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216000" lIns="90000" tIns="45000" rIns="90000" bIns="45000" anchor="ctr">
            <a:noAutofit/>
          </a:bodyPr>
          <a:p>
            <a:endParaRPr lang="de-DE" sz="1800" b="0" u="none" strike="noStrike">
              <a:solidFill>
                <a:srgbClr val="FFFFFF"/>
              </a:solidFill>
              <a:effectLst/>
              <a:uFillTx/>
              <a:latin typeface="SRH"/>
            </a:endParaRPr>
          </a:p>
        </p:txBody>
      </p:sp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360000" y="358920"/>
            <a:ext cx="9154080" cy="83196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3000" b="1" u="none" strike="noStrike">
                <a:solidFill>
                  <a:schemeClr val="dk1"/>
                </a:solidFill>
                <a:effectLst/>
                <a:uFillTx/>
                <a:latin typeface="SRH Headline"/>
                <a:ea typeface="SRH Headline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3000" b="1" u="none" strike="noStrike">
                <a:solidFill>
                  <a:schemeClr val="dk1"/>
                </a:solidFill>
                <a:effectLst/>
                <a:uFillTx/>
                <a:latin typeface="SRH Headline"/>
                <a:ea typeface="SRH Headline"/>
              </a:rPr>
              <a:t>Mastertitelformat bearbeiten</a:t>
            </a:r>
            <a:endParaRPr lang="de-DE" sz="3000" b="1" u="none" strike="noStrike">
              <a:solidFill>
                <a:schemeClr val="dk1"/>
              </a:solidFill>
              <a:effectLst/>
              <a:uFillTx/>
              <a:latin typeface="SRH Headline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360000" y="2873880"/>
            <a:ext cx="7525440" cy="232272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10000"/>
              </a:lnSpc>
              <a:spcBef>
                <a:spcPts val="1199"/>
              </a:spcBef>
              <a:buNone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</a:defRPr>
            </a:lvl1pPr>
            <a:lvl2pPr lvl="1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</a:defRPr>
            </a:lvl2pPr>
            <a:lvl3pPr lvl="2" algn="l" defTabSz="914400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</a:defRPr>
            </a:lvl3pPr>
            <a:lvl4pPr lvl="3" algn="l" defTabSz="914400">
              <a:lnSpc>
                <a:spcPct val="110000"/>
              </a:lnSpc>
              <a:spcBef>
                <a:spcPts val="240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de-DE" sz="1800" b="1" u="none" strike="noStrike">
                <a:solidFill>
                  <a:schemeClr val="accent1"/>
                </a:solidFill>
                <a:effectLst/>
                <a:uFillTx/>
                <a:latin typeface="SRH Text"/>
              </a:defRPr>
            </a:lvl4pPr>
            <a:lvl5pPr lvl="4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800" b="1" u="none" strike="noStrike">
                <a:solidFill>
                  <a:schemeClr val="dk1"/>
                </a:solidFill>
                <a:effectLst/>
                <a:uFillTx/>
                <a:latin typeface="SRH Headline"/>
              </a:defRPr>
            </a:lvl5pPr>
            <a:lvl6pPr lvl="5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SRH Headline"/>
              </a:defRPr>
            </a:lvl6pPr>
            <a:lvl7pPr lvl="6" algn="l" defTabSz="914400">
              <a:lnSpc>
                <a:spcPct val="98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800" b="1" u="none" strike="noStrike">
                <a:solidFill>
                  <a:schemeClr val="accent1"/>
                </a:solidFill>
                <a:effectLst/>
                <a:uFillTx/>
                <a:latin typeface="SRH Headline"/>
              </a:defRPr>
            </a:lvl7pPr>
          </a:lstStyle>
          <a:p>
            <a:pPr indent="0" algn="l" defTabSz="914400">
              <a:lnSpc>
                <a:spcPct val="110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</a:rPr>
              <a:t>Click to edit the outline text format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457200" lvl="1" indent="-324000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</a:rPr>
              <a:t>Second Outline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914400" lvl="2" indent="-288000" algn="l" defTabSz="914400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</a:rPr>
              <a:t>Third Outline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1371600" lvl="3" indent="-216000" algn="l" defTabSz="914400">
              <a:lnSpc>
                <a:spcPct val="110000"/>
              </a:lnSpc>
              <a:spcBef>
                <a:spcPts val="240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1800" b="1" u="none" strike="noStrike">
                <a:solidFill>
                  <a:schemeClr val="accent1"/>
                </a:solidFill>
                <a:effectLst/>
                <a:uFillTx/>
                <a:latin typeface="SRH Text"/>
              </a:rPr>
              <a:t>Fourth Outline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1828800" lvl="4" indent="-216000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800" b="1" u="none" strike="noStrike">
                <a:solidFill>
                  <a:schemeClr val="dk1"/>
                </a:solidFill>
                <a:effectLst/>
                <a:uFillTx/>
                <a:latin typeface="SRH Headline"/>
              </a:rPr>
              <a:t>Fifth Outline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286000" lvl="5" indent="-216000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SRH Headline"/>
              </a:rPr>
              <a:t>Sixth Outline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SRH Headline"/>
            </a:endParaRPr>
          </a:p>
          <a:p>
            <a:pPr marL="2743200" lvl="6" indent="-216000" algn="l" defTabSz="914400">
              <a:lnSpc>
                <a:spcPct val="98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800" b="1" u="none" strike="noStrike">
                <a:solidFill>
                  <a:schemeClr val="accent1"/>
                </a:solidFill>
                <a:effectLst/>
                <a:uFillTx/>
                <a:latin typeface="SRH Headline"/>
              </a:rPr>
              <a:t>Seventh Outline Level</a:t>
            </a:r>
            <a:endParaRPr lang="de-DE" sz="1800" b="1" u="none" strike="noStrike">
              <a:solidFill>
                <a:schemeClr val="accent1"/>
              </a:solidFill>
              <a:effectLst/>
              <a:uFillTx/>
              <a:latin typeface="SRH Headline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dt" idx="25"/>
          </p:nvPr>
        </p:nvSpPr>
        <p:spPr>
          <a:xfrm>
            <a:off x="367560" y="6356520"/>
            <a:ext cx="87120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CA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CA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 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ftr" idx="26"/>
          </p:nvPr>
        </p:nvSpPr>
        <p:spPr>
          <a:xfrm>
            <a:off x="1319400" y="6356520"/>
            <a:ext cx="649296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 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 type="sldNum" idx="27"/>
          </p:nvPr>
        </p:nvSpPr>
        <p:spPr>
          <a:xfrm>
            <a:off x="11146680" y="6365160"/>
            <a:ext cx="67680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55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B0E5DFB-6FFA-4D80-929D-A27C38B0E5CA}" type="slidenum">
              <a:rPr lang="de-DE" sz="155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3</a:t>
            </a:fld>
            <a:endParaRPr lang="en-US" sz="1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PlaceHolder 6"/>
          <p:cNvSpPr>
            <a:spLocks noGrp="1"/>
          </p:cNvSpPr>
          <p:nvPr>
            <p:ph type="body"/>
          </p:nvPr>
        </p:nvSpPr>
        <p:spPr>
          <a:xfrm>
            <a:off x="360000" y="1728000"/>
            <a:ext cx="7525440" cy="77796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10000"/>
              </a:lnSpc>
              <a:spcBef>
                <a:spcPts val="1199"/>
              </a:spcBef>
              <a:buNone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</a:defRPr>
            </a:lvl1pPr>
            <a:lvl2pPr lvl="1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</a:defRPr>
            </a:lvl2pPr>
            <a:lvl3pPr lvl="2" algn="l" defTabSz="914400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</a:defRPr>
            </a:lvl3pPr>
            <a:lvl4pPr lvl="3" algn="l" defTabSz="914400">
              <a:lnSpc>
                <a:spcPct val="110000"/>
              </a:lnSpc>
              <a:spcBef>
                <a:spcPts val="240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de-DE" sz="1800" b="1" u="none" strike="noStrike">
                <a:solidFill>
                  <a:schemeClr val="accent1"/>
                </a:solidFill>
                <a:effectLst/>
                <a:uFillTx/>
                <a:latin typeface="SRH Text"/>
              </a:defRPr>
            </a:lvl4pPr>
            <a:lvl5pPr lvl="4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800" b="1" u="none" strike="noStrike">
                <a:solidFill>
                  <a:schemeClr val="dk1"/>
                </a:solidFill>
                <a:effectLst/>
                <a:uFillTx/>
                <a:latin typeface="SRH Headline"/>
              </a:defRPr>
            </a:lvl5pPr>
            <a:lvl6pPr lvl="5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SRH Headline"/>
              </a:defRPr>
            </a:lvl6pPr>
            <a:lvl7pPr lvl="6" algn="l" defTabSz="914400">
              <a:lnSpc>
                <a:spcPct val="98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800" b="1" u="none" strike="noStrike">
                <a:solidFill>
                  <a:schemeClr val="accent1"/>
                </a:solidFill>
                <a:effectLst/>
                <a:uFillTx/>
                <a:latin typeface="SRH Headline"/>
              </a:defRPr>
            </a:lvl7pPr>
          </a:lstStyle>
          <a:p>
            <a:pPr indent="0" algn="l" defTabSz="914400">
              <a:lnSpc>
                <a:spcPct val="110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</a:rPr>
              <a:t>Click to edit the outline text format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457200" lvl="1" indent="-324000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</a:rPr>
              <a:t>Second Outline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914400" lvl="2" indent="-288000" algn="l" defTabSz="914400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</a:rPr>
              <a:t>Third Outline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1371600" lvl="3" indent="-216000" algn="l" defTabSz="914400">
              <a:lnSpc>
                <a:spcPct val="110000"/>
              </a:lnSpc>
              <a:spcBef>
                <a:spcPts val="240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1800" b="1" u="none" strike="noStrike">
                <a:solidFill>
                  <a:schemeClr val="accent1"/>
                </a:solidFill>
                <a:effectLst/>
                <a:uFillTx/>
                <a:latin typeface="SRH Text"/>
              </a:rPr>
              <a:t>Fourth Outline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1828800" lvl="4" indent="-216000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800" b="1" u="none" strike="noStrike">
                <a:solidFill>
                  <a:schemeClr val="dk1"/>
                </a:solidFill>
                <a:effectLst/>
                <a:uFillTx/>
                <a:latin typeface="SRH Headline"/>
              </a:rPr>
              <a:t>Fifth Outline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286000" lvl="5" indent="-216000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SRH Headline"/>
              </a:rPr>
              <a:t>Sixth Outline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SRH Headline"/>
            </a:endParaRPr>
          </a:p>
          <a:p>
            <a:pPr marL="2743200" lvl="6" indent="-216000" algn="l" defTabSz="914400">
              <a:lnSpc>
                <a:spcPct val="98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800" b="1" u="none" strike="noStrike">
                <a:solidFill>
                  <a:schemeClr val="accent1"/>
                </a:solidFill>
                <a:effectLst/>
                <a:uFillTx/>
                <a:latin typeface="SRH Headline"/>
              </a:rPr>
              <a:t>Seventh Outline Level</a:t>
            </a:r>
            <a:endParaRPr lang="de-DE" sz="1800" b="1" u="none" strike="noStrike">
              <a:solidFill>
                <a:schemeClr val="accent1"/>
              </a:solidFill>
              <a:effectLst/>
              <a:uFillTx/>
              <a:latin typeface="SRH Headline"/>
            </a:endParaRPr>
          </a:p>
        </p:txBody>
      </p:sp>
      <p:sp>
        <p:nvSpPr>
          <p:cNvPr id="74" name="PlaceHolder 7"/>
          <p:cNvSpPr>
            <a:spLocks noGrp="1"/>
          </p:cNvSpPr>
          <p:nvPr>
            <p:ph type="body"/>
          </p:nvPr>
        </p:nvSpPr>
        <p:spPr>
          <a:xfrm>
            <a:off x="360000" y="5463720"/>
            <a:ext cx="7525440" cy="49032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b">
            <a:noAutofit/>
          </a:bodyPr>
          <a:lstStyle>
            <a:lvl1pPr indent="0" algn="l" defTabSz="914400">
              <a:lnSpc>
                <a:spcPct val="11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defRPr>
            </a:lvl1pPr>
          </a:lstStyle>
          <a:p>
            <a:pPr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rPr>
              <a:t>Mastertextformat bearbeiten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</p:txBody>
      </p:sp>
      <p:sp>
        <p:nvSpPr>
          <p:cNvPr id="75" name="PlaceHolder 8"/>
          <p:cNvSpPr>
            <a:spLocks noGrp="1"/>
          </p:cNvSpPr>
          <p:nvPr>
            <p:ph type="body"/>
          </p:nvPr>
        </p:nvSpPr>
        <p:spPr>
          <a:xfrm>
            <a:off x="8248680" y="1728000"/>
            <a:ext cx="3581280" cy="422712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t">
            <a:noAutofit/>
          </a:bodyPr>
          <a:lstStyle>
            <a:lvl1pPr indent="0" algn="l" defTabSz="914400">
              <a:lnSpc>
                <a:spcPct val="110000"/>
              </a:lnSpc>
              <a:spcBef>
                <a:spcPts val="1199"/>
              </a:spcBef>
              <a:buNone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defRPr>
            </a:lvl1pPr>
            <a:lvl2pPr lvl="1" algn="l" defTabSz="914400">
              <a:lnSpc>
                <a:spcPct val="110000"/>
              </a:lnSpc>
              <a:spcBef>
                <a:spcPts val="1199"/>
              </a:spcBef>
              <a:buClr>
                <a:srgbClr val="DF4807"/>
              </a:buClr>
              <a:buFont typeface="SRH"/>
              <a:buChar char="—"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defRPr>
            </a:lvl2pPr>
            <a:lvl3pPr lvl="2" algn="l" defTabSz="914400">
              <a:lnSpc>
                <a:spcPct val="110000"/>
              </a:lnSpc>
              <a:buClr>
                <a:srgbClr val="DF4807"/>
              </a:buClr>
              <a:buFont typeface="SRH"/>
              <a:buChar char="—"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defRPr>
            </a:lvl3pPr>
            <a:lvl4pPr indent="0" algn="l" defTabSz="914400">
              <a:lnSpc>
                <a:spcPct val="110000"/>
              </a:lnSpc>
              <a:spcBef>
                <a:spcPts val="2401"/>
              </a:spcBef>
              <a:buNone/>
              <a:tabLst>
                <a:tab pos="0" algn="l"/>
              </a:tabLst>
              <a:defRPr lang="de-DE" sz="2000" b="1" u="none" strike="noStrike">
                <a:solidFill>
                  <a:schemeClr val="accent1"/>
                </a:solidFill>
                <a:effectLst/>
                <a:uFillTx/>
                <a:latin typeface="SRH Text"/>
                <a:ea typeface="SRH Text"/>
              </a:defRPr>
            </a:lvl4pPr>
            <a:lvl5pPr indent="0" algn="l" defTabSz="914400">
              <a:lnSpc>
                <a:spcPct val="110000"/>
              </a:lnSpc>
              <a:spcBef>
                <a:spcPts val="1199"/>
              </a:spcBef>
              <a:buNone/>
              <a:tabLst>
                <a:tab pos="0" algn="l"/>
              </a:tabLst>
              <a:defRPr lang="de-DE" sz="2000" b="1" u="none" strike="noStrike">
                <a:solidFill>
                  <a:schemeClr val="dk1"/>
                </a:solidFill>
                <a:effectLst/>
                <a:uFillTx/>
                <a:latin typeface="SRH Headline"/>
                <a:ea typeface="SRH Headline"/>
              </a:defRPr>
            </a:lvl5pPr>
          </a:lstStyle>
          <a:p>
            <a:pPr indent="0" algn="l" defTabSz="914400">
              <a:lnSpc>
                <a:spcPct val="110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rPr>
              <a:t>Mastertextformat bearbeiten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360000" lvl="1" indent="-360000" algn="l" defTabSz="914400">
              <a:lnSpc>
                <a:spcPct val="110000"/>
              </a:lnSpc>
              <a:spcBef>
                <a:spcPts val="1199"/>
              </a:spcBef>
              <a:buClr>
                <a:srgbClr val="DF4807"/>
              </a:buClr>
              <a:buFont typeface="SRH"/>
              <a:buChar char="—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rPr>
              <a:t>Zweite Ebene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720000" lvl="2" indent="-360000" algn="l" defTabSz="914400">
              <a:lnSpc>
                <a:spcPct val="110000"/>
              </a:lnSpc>
              <a:buClr>
                <a:srgbClr val="DF4807"/>
              </a:buClr>
              <a:buFont typeface="SRH"/>
              <a:buChar char="—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rPr>
              <a:t>Dritte Ebene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indent="0" algn="l" defTabSz="914400">
              <a:lnSpc>
                <a:spcPct val="110000"/>
              </a:lnSpc>
              <a:spcBef>
                <a:spcPts val="2401"/>
              </a:spcBef>
              <a:buNone/>
              <a:tabLst>
                <a:tab pos="0" algn="l"/>
              </a:tabLst>
            </a:pPr>
            <a:r>
              <a:rPr lang="de-DE" sz="2000" b="1" u="none" strike="noStrike">
                <a:solidFill>
                  <a:schemeClr val="accent1"/>
                </a:solidFill>
                <a:effectLst/>
                <a:uFillTx/>
                <a:latin typeface="SRH Text"/>
                <a:ea typeface="SRH Text"/>
              </a:rPr>
              <a:t>Vierte 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indent="0" algn="l" defTabSz="914400">
              <a:lnSpc>
                <a:spcPct val="110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de-DE" sz="2000" b="1" u="none" strike="noStrike">
                <a:solidFill>
                  <a:schemeClr val="dk1"/>
                </a:solidFill>
                <a:effectLst/>
                <a:uFillTx/>
                <a:latin typeface="SRH Headline"/>
                <a:ea typeface="SRH Headline"/>
              </a:rPr>
              <a:t>Fünfte 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abelle und Text auf weis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Freihandform: Form 11"/>
          <p:cNvSpPr/>
          <p:nvPr/>
        </p:nvSpPr>
        <p:spPr>
          <a:xfrm>
            <a:off x="10878840" y="361440"/>
            <a:ext cx="944640" cy="730080"/>
          </a:xfrm>
          <a:custGeom>
            <a:avLst/>
            <a:gdLst>
              <a:gd name="textAreaLeft" fmla="*/ 0 w 944640"/>
              <a:gd name="textAreaRight" fmla="*/ 341299800 w 944640"/>
              <a:gd name="textAreaTop" fmla="*/ 0 h 730080"/>
              <a:gd name="textAreaBottom" fmla="*/ 264033000 h 730080"/>
            </a:gdLst>
            <a:ahLst/>
            <a:cxnLst/>
            <a:rect l="textAreaLeft" t="textAreaTop" r="textAreaRight" b="textAreaBottom"/>
            <a:pathLst>
              <a:path w="948055" h="733425">
                <a:moveTo>
                  <a:pt x="619721" y="598726"/>
                </a:moveTo>
                <a:lnTo>
                  <a:pt x="708150" y="598726"/>
                </a:lnTo>
                <a:lnTo>
                  <a:pt x="708150" y="174"/>
                </a:lnTo>
                <a:lnTo>
                  <a:pt x="619721" y="174"/>
                </a:lnTo>
                <a:lnTo>
                  <a:pt x="619721" y="598726"/>
                </a:lnTo>
                <a:close/>
                <a:moveTo>
                  <a:pt x="811583" y="196858"/>
                </a:moveTo>
                <a:cubicBezTo>
                  <a:pt x="794961" y="196049"/>
                  <a:pt x="774271" y="196858"/>
                  <a:pt x="753582" y="199293"/>
                </a:cubicBezTo>
                <a:lnTo>
                  <a:pt x="753582" y="281173"/>
                </a:lnTo>
                <a:cubicBezTo>
                  <a:pt x="831456" y="281173"/>
                  <a:pt x="859851" y="292576"/>
                  <a:pt x="859851" y="364713"/>
                </a:cubicBezTo>
                <a:lnTo>
                  <a:pt x="859851" y="598726"/>
                </a:lnTo>
                <a:lnTo>
                  <a:pt x="948279" y="598726"/>
                </a:lnTo>
                <a:lnTo>
                  <a:pt x="948279" y="353792"/>
                </a:lnTo>
                <a:cubicBezTo>
                  <a:pt x="948279" y="263364"/>
                  <a:pt x="896768" y="200102"/>
                  <a:pt x="811583" y="196858"/>
                </a:cubicBezTo>
                <a:close/>
                <a:moveTo>
                  <a:pt x="208715" y="199693"/>
                </a:moveTo>
                <a:cubicBezTo>
                  <a:pt x="114600" y="204562"/>
                  <a:pt x="72827" y="267010"/>
                  <a:pt x="72827" y="366365"/>
                </a:cubicBezTo>
                <a:lnTo>
                  <a:pt x="72827" y="566720"/>
                </a:lnTo>
                <a:cubicBezTo>
                  <a:pt x="72827" y="625122"/>
                  <a:pt x="61054" y="650267"/>
                  <a:pt x="224" y="651483"/>
                </a:cubicBezTo>
                <a:lnTo>
                  <a:pt x="224" y="732542"/>
                </a:lnTo>
                <a:cubicBezTo>
                  <a:pt x="7522" y="733765"/>
                  <a:pt x="19282" y="733765"/>
                  <a:pt x="25368" y="733352"/>
                </a:cubicBezTo>
                <a:cubicBezTo>
                  <a:pt x="119871" y="727681"/>
                  <a:pt x="161249" y="664825"/>
                  <a:pt x="161249" y="566687"/>
                </a:cubicBezTo>
                <a:lnTo>
                  <a:pt x="161249" y="366332"/>
                </a:lnTo>
                <a:cubicBezTo>
                  <a:pt x="161249" y="307529"/>
                  <a:pt x="172206" y="282792"/>
                  <a:pt x="233451" y="281582"/>
                </a:cubicBezTo>
                <a:lnTo>
                  <a:pt x="233451" y="200102"/>
                </a:lnTo>
                <a:cubicBezTo>
                  <a:pt x="226555" y="199293"/>
                  <a:pt x="214795" y="199293"/>
                  <a:pt x="208715" y="199693"/>
                </a:cubicBezTo>
                <a:close/>
                <a:moveTo>
                  <a:pt x="480068" y="199693"/>
                </a:moveTo>
                <a:cubicBezTo>
                  <a:pt x="386368" y="204562"/>
                  <a:pt x="344181" y="267417"/>
                  <a:pt x="344181" y="366365"/>
                </a:cubicBezTo>
                <a:lnTo>
                  <a:pt x="344181" y="598726"/>
                </a:lnTo>
                <a:lnTo>
                  <a:pt x="432603" y="598726"/>
                </a:lnTo>
                <a:lnTo>
                  <a:pt x="432603" y="366332"/>
                </a:lnTo>
                <a:cubicBezTo>
                  <a:pt x="432603" y="307930"/>
                  <a:pt x="444375" y="282792"/>
                  <a:pt x="505212" y="281582"/>
                </a:cubicBezTo>
                <a:lnTo>
                  <a:pt x="505212" y="200102"/>
                </a:lnTo>
                <a:cubicBezTo>
                  <a:pt x="497907" y="199293"/>
                  <a:pt x="486148" y="199293"/>
                  <a:pt x="480068" y="199693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216000" lIns="0" tIns="361440" rIns="945000" bIns="1094760" anchor="ctr">
            <a:noAutofit/>
          </a:bodyPr>
          <a:p>
            <a:endParaRPr lang="de-DE" sz="1800" b="0" u="none" strike="noStrike">
              <a:solidFill>
                <a:schemeClr val="dk1"/>
              </a:solidFill>
              <a:effectLst/>
              <a:uFillTx/>
              <a:latin typeface="SRH"/>
            </a:endParaRPr>
          </a:p>
        </p:txBody>
      </p:sp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360000" y="358920"/>
            <a:ext cx="9154080" cy="83196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3000" b="1" u="none" strike="noStrike">
                <a:solidFill>
                  <a:schemeClr val="dk1"/>
                </a:solidFill>
                <a:effectLst/>
                <a:uFillTx/>
                <a:latin typeface="SRH Headline"/>
                <a:ea typeface="SRH Headline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3000" b="1" u="none" strike="noStrike">
                <a:solidFill>
                  <a:schemeClr val="dk1"/>
                </a:solidFill>
                <a:effectLst/>
                <a:uFillTx/>
                <a:latin typeface="SRH Headline"/>
                <a:ea typeface="SRH Headline"/>
              </a:rPr>
              <a:t>Mastertitelformat bearbeiten</a:t>
            </a:r>
            <a:endParaRPr lang="de-DE" sz="3000" b="1" u="none" strike="noStrike">
              <a:solidFill>
                <a:schemeClr val="dk1"/>
              </a:solidFill>
              <a:effectLst/>
              <a:uFillTx/>
              <a:latin typeface="SRH Headline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360000" y="2873880"/>
            <a:ext cx="7525440" cy="232272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10000"/>
              </a:lnSpc>
              <a:spcBef>
                <a:spcPts val="1199"/>
              </a:spcBef>
              <a:buNone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</a:defRPr>
            </a:lvl1pPr>
            <a:lvl2pPr lvl="1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</a:defRPr>
            </a:lvl2pPr>
            <a:lvl3pPr lvl="2" algn="l" defTabSz="914400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</a:defRPr>
            </a:lvl3pPr>
            <a:lvl4pPr lvl="3" algn="l" defTabSz="914400">
              <a:lnSpc>
                <a:spcPct val="110000"/>
              </a:lnSpc>
              <a:spcBef>
                <a:spcPts val="240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de-DE" sz="1800" b="1" u="none" strike="noStrike">
                <a:solidFill>
                  <a:schemeClr val="accent1"/>
                </a:solidFill>
                <a:effectLst/>
                <a:uFillTx/>
                <a:latin typeface="SRH Text"/>
              </a:defRPr>
            </a:lvl4pPr>
            <a:lvl5pPr lvl="4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800" b="1" u="none" strike="noStrike">
                <a:solidFill>
                  <a:schemeClr val="dk1"/>
                </a:solidFill>
                <a:effectLst/>
                <a:uFillTx/>
                <a:latin typeface="SRH Headline"/>
              </a:defRPr>
            </a:lvl5pPr>
            <a:lvl6pPr lvl="5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SRH Headline"/>
              </a:defRPr>
            </a:lvl6pPr>
            <a:lvl7pPr lvl="6" algn="l" defTabSz="914400">
              <a:lnSpc>
                <a:spcPct val="98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800" b="1" u="none" strike="noStrike">
                <a:solidFill>
                  <a:schemeClr val="accent1"/>
                </a:solidFill>
                <a:effectLst/>
                <a:uFillTx/>
                <a:latin typeface="SRH Headline"/>
              </a:defRPr>
            </a:lvl7pPr>
          </a:lstStyle>
          <a:p>
            <a:pPr indent="0" algn="l" defTabSz="914400">
              <a:lnSpc>
                <a:spcPct val="110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</a:rPr>
              <a:t>Click to edit the outline text format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457200" lvl="1" indent="-324000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</a:rPr>
              <a:t>Second Outline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914400" lvl="2" indent="-288000" algn="l" defTabSz="914400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</a:rPr>
              <a:t>Third Outline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1371600" lvl="3" indent="-216000" algn="l" defTabSz="914400">
              <a:lnSpc>
                <a:spcPct val="110000"/>
              </a:lnSpc>
              <a:spcBef>
                <a:spcPts val="240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1800" b="1" u="none" strike="noStrike">
                <a:solidFill>
                  <a:schemeClr val="accent1"/>
                </a:solidFill>
                <a:effectLst/>
                <a:uFillTx/>
                <a:latin typeface="SRH Text"/>
              </a:rPr>
              <a:t>Fourth Outline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1828800" lvl="4" indent="-216000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800" b="1" u="none" strike="noStrike">
                <a:solidFill>
                  <a:schemeClr val="dk1"/>
                </a:solidFill>
                <a:effectLst/>
                <a:uFillTx/>
                <a:latin typeface="SRH Headline"/>
              </a:rPr>
              <a:t>Fifth Outline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286000" lvl="5" indent="-216000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SRH Headline"/>
              </a:rPr>
              <a:t>Sixth Outline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SRH Headline"/>
            </a:endParaRPr>
          </a:p>
          <a:p>
            <a:pPr marL="2743200" lvl="6" indent="-216000" algn="l" defTabSz="914400">
              <a:lnSpc>
                <a:spcPct val="98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800" b="1" u="none" strike="noStrike">
                <a:solidFill>
                  <a:schemeClr val="accent1"/>
                </a:solidFill>
                <a:effectLst/>
                <a:uFillTx/>
                <a:latin typeface="SRH Headline"/>
              </a:rPr>
              <a:t>Seventh Outline Level</a:t>
            </a:r>
            <a:endParaRPr lang="de-DE" sz="1800" b="1" u="none" strike="noStrike">
              <a:solidFill>
                <a:schemeClr val="accent1"/>
              </a:solidFill>
              <a:effectLst/>
              <a:uFillTx/>
              <a:latin typeface="SRH Headline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dt" idx="28"/>
          </p:nvPr>
        </p:nvSpPr>
        <p:spPr>
          <a:xfrm>
            <a:off x="367560" y="6356520"/>
            <a:ext cx="87120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CA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CA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 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 type="ftr" idx="29"/>
          </p:nvPr>
        </p:nvSpPr>
        <p:spPr>
          <a:xfrm>
            <a:off x="1319400" y="6356520"/>
            <a:ext cx="649296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 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 type="sldNum" idx="30"/>
          </p:nvPr>
        </p:nvSpPr>
        <p:spPr>
          <a:xfrm>
            <a:off x="11146680" y="6365160"/>
            <a:ext cx="67680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55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E0615A8-05B8-49DE-B6B1-54B715C40D5A}" type="slidenum">
              <a:rPr lang="de-DE" sz="155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3</a:t>
            </a:fld>
            <a:endParaRPr lang="en-US" sz="1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PlaceHolder 6"/>
          <p:cNvSpPr>
            <a:spLocks noGrp="1"/>
          </p:cNvSpPr>
          <p:nvPr>
            <p:ph type="body"/>
          </p:nvPr>
        </p:nvSpPr>
        <p:spPr>
          <a:xfrm>
            <a:off x="360000" y="1728000"/>
            <a:ext cx="7525440" cy="77796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10000"/>
              </a:lnSpc>
              <a:spcBef>
                <a:spcPts val="1199"/>
              </a:spcBef>
              <a:buNone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</a:defRPr>
            </a:lvl1pPr>
            <a:lvl2pPr lvl="1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</a:defRPr>
            </a:lvl2pPr>
            <a:lvl3pPr lvl="2" algn="l" defTabSz="914400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</a:defRPr>
            </a:lvl3pPr>
            <a:lvl4pPr lvl="3" algn="l" defTabSz="914400">
              <a:lnSpc>
                <a:spcPct val="110000"/>
              </a:lnSpc>
              <a:spcBef>
                <a:spcPts val="240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de-DE" sz="1800" b="1" u="none" strike="noStrike">
                <a:solidFill>
                  <a:schemeClr val="accent1"/>
                </a:solidFill>
                <a:effectLst/>
                <a:uFillTx/>
                <a:latin typeface="SRH Text"/>
              </a:defRPr>
            </a:lvl4pPr>
            <a:lvl5pPr lvl="4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800" b="1" u="none" strike="noStrike">
                <a:solidFill>
                  <a:schemeClr val="dk1"/>
                </a:solidFill>
                <a:effectLst/>
                <a:uFillTx/>
                <a:latin typeface="SRH Headline"/>
              </a:defRPr>
            </a:lvl5pPr>
            <a:lvl6pPr lvl="5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SRH Headline"/>
              </a:defRPr>
            </a:lvl6pPr>
            <a:lvl7pPr lvl="6" algn="l" defTabSz="914400">
              <a:lnSpc>
                <a:spcPct val="98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800" b="1" u="none" strike="noStrike">
                <a:solidFill>
                  <a:schemeClr val="accent1"/>
                </a:solidFill>
                <a:effectLst/>
                <a:uFillTx/>
                <a:latin typeface="SRH Headline"/>
              </a:defRPr>
            </a:lvl7pPr>
          </a:lstStyle>
          <a:p>
            <a:pPr indent="0" algn="l" defTabSz="914400">
              <a:lnSpc>
                <a:spcPct val="110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</a:rPr>
              <a:t>Click to edit the outline text format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457200" lvl="1" indent="-324000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</a:rPr>
              <a:t>Second Outline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914400" lvl="2" indent="-288000" algn="l" defTabSz="914400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</a:rPr>
              <a:t>Third Outline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1371600" lvl="3" indent="-216000" algn="l" defTabSz="914400">
              <a:lnSpc>
                <a:spcPct val="110000"/>
              </a:lnSpc>
              <a:spcBef>
                <a:spcPts val="240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1800" b="1" u="none" strike="noStrike">
                <a:solidFill>
                  <a:schemeClr val="accent1"/>
                </a:solidFill>
                <a:effectLst/>
                <a:uFillTx/>
                <a:latin typeface="SRH Text"/>
              </a:rPr>
              <a:t>Fourth Outline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1828800" lvl="4" indent="-216000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800" b="1" u="none" strike="noStrike">
                <a:solidFill>
                  <a:schemeClr val="dk1"/>
                </a:solidFill>
                <a:effectLst/>
                <a:uFillTx/>
                <a:latin typeface="SRH Headline"/>
              </a:rPr>
              <a:t>Fifth Outline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286000" lvl="5" indent="-216000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SRH Headline"/>
              </a:rPr>
              <a:t>Sixth Outline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SRH Headline"/>
            </a:endParaRPr>
          </a:p>
          <a:p>
            <a:pPr marL="2743200" lvl="6" indent="-216000" algn="l" defTabSz="914400">
              <a:lnSpc>
                <a:spcPct val="98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800" b="1" u="none" strike="noStrike">
                <a:solidFill>
                  <a:schemeClr val="accent1"/>
                </a:solidFill>
                <a:effectLst/>
                <a:uFillTx/>
                <a:latin typeface="SRH Headline"/>
              </a:rPr>
              <a:t>Seventh Outline Level</a:t>
            </a:r>
            <a:endParaRPr lang="de-DE" sz="1800" b="1" u="none" strike="noStrike">
              <a:solidFill>
                <a:schemeClr val="accent1"/>
              </a:solidFill>
              <a:effectLst/>
              <a:uFillTx/>
              <a:latin typeface="SRH Headline"/>
            </a:endParaRPr>
          </a:p>
        </p:txBody>
      </p:sp>
      <p:sp>
        <p:nvSpPr>
          <p:cNvPr id="83" name="PlaceHolder 7"/>
          <p:cNvSpPr>
            <a:spLocks noGrp="1"/>
          </p:cNvSpPr>
          <p:nvPr>
            <p:ph type="body"/>
          </p:nvPr>
        </p:nvSpPr>
        <p:spPr>
          <a:xfrm>
            <a:off x="360000" y="5463720"/>
            <a:ext cx="7525440" cy="49032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b">
            <a:noAutofit/>
          </a:bodyPr>
          <a:lstStyle>
            <a:lvl1pPr indent="0" algn="l" defTabSz="914400">
              <a:lnSpc>
                <a:spcPct val="11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defRPr>
            </a:lvl1pPr>
          </a:lstStyle>
          <a:p>
            <a:pPr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rPr>
              <a:t>Mastertextformat bearbeiten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</p:txBody>
      </p:sp>
      <p:sp>
        <p:nvSpPr>
          <p:cNvPr id="84" name="PlaceHolder 8"/>
          <p:cNvSpPr>
            <a:spLocks noGrp="1"/>
          </p:cNvSpPr>
          <p:nvPr>
            <p:ph type="body"/>
          </p:nvPr>
        </p:nvSpPr>
        <p:spPr>
          <a:xfrm>
            <a:off x="8248680" y="1728000"/>
            <a:ext cx="3581280" cy="422712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t">
            <a:noAutofit/>
          </a:bodyPr>
          <a:lstStyle>
            <a:lvl1pPr indent="0" algn="l" defTabSz="914400">
              <a:lnSpc>
                <a:spcPct val="110000"/>
              </a:lnSpc>
              <a:spcBef>
                <a:spcPts val="1199"/>
              </a:spcBef>
              <a:buNone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defRPr>
            </a:lvl1pPr>
            <a:lvl2pPr lvl="1" algn="l" defTabSz="914400">
              <a:lnSpc>
                <a:spcPct val="110000"/>
              </a:lnSpc>
              <a:spcBef>
                <a:spcPts val="1199"/>
              </a:spcBef>
              <a:buClr>
                <a:srgbClr val="DF4807"/>
              </a:buClr>
              <a:buFont typeface="SRH"/>
              <a:buChar char="—"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defRPr>
            </a:lvl2pPr>
            <a:lvl3pPr lvl="2" algn="l" defTabSz="914400">
              <a:lnSpc>
                <a:spcPct val="110000"/>
              </a:lnSpc>
              <a:buClr>
                <a:srgbClr val="DF4807"/>
              </a:buClr>
              <a:buFont typeface="SRH"/>
              <a:buChar char="—"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defRPr>
            </a:lvl3pPr>
            <a:lvl4pPr indent="0" algn="l" defTabSz="914400">
              <a:lnSpc>
                <a:spcPct val="110000"/>
              </a:lnSpc>
              <a:spcBef>
                <a:spcPts val="2401"/>
              </a:spcBef>
              <a:buNone/>
              <a:tabLst>
                <a:tab pos="0" algn="l"/>
              </a:tabLst>
              <a:defRPr lang="de-DE" sz="2000" b="1" u="none" strike="noStrike">
                <a:solidFill>
                  <a:schemeClr val="accent1"/>
                </a:solidFill>
                <a:effectLst/>
                <a:uFillTx/>
                <a:latin typeface="SRH Text"/>
                <a:ea typeface="SRH Text"/>
              </a:defRPr>
            </a:lvl4pPr>
            <a:lvl5pPr indent="0" algn="l" defTabSz="914400">
              <a:lnSpc>
                <a:spcPct val="110000"/>
              </a:lnSpc>
              <a:spcBef>
                <a:spcPts val="1199"/>
              </a:spcBef>
              <a:buNone/>
              <a:tabLst>
                <a:tab pos="0" algn="l"/>
              </a:tabLst>
              <a:defRPr lang="de-DE" sz="2000" b="1" u="none" strike="noStrike">
                <a:solidFill>
                  <a:schemeClr val="dk1"/>
                </a:solidFill>
                <a:effectLst/>
                <a:uFillTx/>
                <a:latin typeface="SRH Headline"/>
                <a:ea typeface="SRH Headline"/>
              </a:defRPr>
            </a:lvl5pPr>
          </a:lstStyle>
          <a:p>
            <a:pPr indent="0" algn="l" defTabSz="914400">
              <a:lnSpc>
                <a:spcPct val="110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rPr>
              <a:t>Mastertextformat bearbeiten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360000" lvl="1" indent="-360000" algn="l" defTabSz="914400">
              <a:lnSpc>
                <a:spcPct val="110000"/>
              </a:lnSpc>
              <a:spcBef>
                <a:spcPts val="1199"/>
              </a:spcBef>
              <a:buClr>
                <a:srgbClr val="DF4807"/>
              </a:buClr>
              <a:buFont typeface="SRH"/>
              <a:buChar char="—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rPr>
              <a:t>Zweite Ebene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720000" lvl="2" indent="-360000" algn="l" defTabSz="914400">
              <a:lnSpc>
                <a:spcPct val="110000"/>
              </a:lnSpc>
              <a:buClr>
                <a:srgbClr val="DF4807"/>
              </a:buClr>
              <a:buFont typeface="SRH"/>
              <a:buChar char="—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rPr>
              <a:t>Dritte Ebene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indent="0" algn="l" defTabSz="914400">
              <a:lnSpc>
                <a:spcPct val="110000"/>
              </a:lnSpc>
              <a:spcBef>
                <a:spcPts val="2401"/>
              </a:spcBef>
              <a:buNone/>
              <a:tabLst>
                <a:tab pos="0" algn="l"/>
              </a:tabLst>
            </a:pPr>
            <a:r>
              <a:rPr lang="de-DE" sz="2000" b="1" u="none" strike="noStrike">
                <a:solidFill>
                  <a:schemeClr val="accent1"/>
                </a:solidFill>
                <a:effectLst/>
                <a:uFillTx/>
                <a:latin typeface="SRH Text"/>
                <a:ea typeface="SRH Text"/>
              </a:rPr>
              <a:t>Vierte 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indent="0" algn="l" defTabSz="914400">
              <a:lnSpc>
                <a:spcPct val="110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de-DE" sz="2000" b="1" u="none" strike="noStrike">
                <a:solidFill>
                  <a:schemeClr val="dk1"/>
                </a:solidFill>
                <a:effectLst/>
                <a:uFillTx/>
                <a:latin typeface="SRH Headline"/>
                <a:ea typeface="SRH Headline"/>
              </a:rPr>
              <a:t>Fünfte 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/3 Text, 1/3 Bild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Freihandform: Form 11"/>
          <p:cNvSpPr/>
          <p:nvPr/>
        </p:nvSpPr>
        <p:spPr>
          <a:xfrm>
            <a:off x="10878840" y="361440"/>
            <a:ext cx="944640" cy="730080"/>
          </a:xfrm>
          <a:custGeom>
            <a:avLst/>
            <a:gdLst>
              <a:gd name="textAreaLeft" fmla="*/ 0 w 944640"/>
              <a:gd name="textAreaRight" fmla="*/ 341299800 w 944640"/>
              <a:gd name="textAreaTop" fmla="*/ 0 h 730080"/>
              <a:gd name="textAreaBottom" fmla="*/ 264033000 h 730080"/>
            </a:gdLst>
            <a:ahLst/>
            <a:cxnLst/>
            <a:rect l="textAreaLeft" t="textAreaTop" r="textAreaRight" b="textAreaBottom"/>
            <a:pathLst>
              <a:path w="948055" h="733425">
                <a:moveTo>
                  <a:pt x="619721" y="598726"/>
                </a:moveTo>
                <a:lnTo>
                  <a:pt x="708150" y="598726"/>
                </a:lnTo>
                <a:lnTo>
                  <a:pt x="708150" y="174"/>
                </a:lnTo>
                <a:lnTo>
                  <a:pt x="619721" y="174"/>
                </a:lnTo>
                <a:lnTo>
                  <a:pt x="619721" y="598726"/>
                </a:lnTo>
                <a:close/>
                <a:moveTo>
                  <a:pt x="811583" y="196858"/>
                </a:moveTo>
                <a:cubicBezTo>
                  <a:pt x="794961" y="196049"/>
                  <a:pt x="774271" y="196858"/>
                  <a:pt x="753582" y="199293"/>
                </a:cubicBezTo>
                <a:lnTo>
                  <a:pt x="753582" y="281173"/>
                </a:lnTo>
                <a:cubicBezTo>
                  <a:pt x="831456" y="281173"/>
                  <a:pt x="859851" y="292576"/>
                  <a:pt x="859851" y="364713"/>
                </a:cubicBezTo>
                <a:lnTo>
                  <a:pt x="859851" y="598726"/>
                </a:lnTo>
                <a:lnTo>
                  <a:pt x="948279" y="598726"/>
                </a:lnTo>
                <a:lnTo>
                  <a:pt x="948279" y="353792"/>
                </a:lnTo>
                <a:cubicBezTo>
                  <a:pt x="948279" y="263364"/>
                  <a:pt x="896768" y="200102"/>
                  <a:pt x="811583" y="196858"/>
                </a:cubicBezTo>
                <a:close/>
                <a:moveTo>
                  <a:pt x="208715" y="199693"/>
                </a:moveTo>
                <a:cubicBezTo>
                  <a:pt x="114600" y="204562"/>
                  <a:pt x="72827" y="267010"/>
                  <a:pt x="72827" y="366365"/>
                </a:cubicBezTo>
                <a:lnTo>
                  <a:pt x="72827" y="566720"/>
                </a:lnTo>
                <a:cubicBezTo>
                  <a:pt x="72827" y="625122"/>
                  <a:pt x="61054" y="650267"/>
                  <a:pt x="224" y="651483"/>
                </a:cubicBezTo>
                <a:lnTo>
                  <a:pt x="224" y="732542"/>
                </a:lnTo>
                <a:cubicBezTo>
                  <a:pt x="7522" y="733765"/>
                  <a:pt x="19282" y="733765"/>
                  <a:pt x="25368" y="733352"/>
                </a:cubicBezTo>
                <a:cubicBezTo>
                  <a:pt x="119871" y="727681"/>
                  <a:pt x="161249" y="664825"/>
                  <a:pt x="161249" y="566687"/>
                </a:cubicBezTo>
                <a:lnTo>
                  <a:pt x="161249" y="366332"/>
                </a:lnTo>
                <a:cubicBezTo>
                  <a:pt x="161249" y="307529"/>
                  <a:pt x="172206" y="282792"/>
                  <a:pt x="233451" y="281582"/>
                </a:cubicBezTo>
                <a:lnTo>
                  <a:pt x="233451" y="200102"/>
                </a:lnTo>
                <a:cubicBezTo>
                  <a:pt x="226555" y="199293"/>
                  <a:pt x="214795" y="199293"/>
                  <a:pt x="208715" y="199693"/>
                </a:cubicBezTo>
                <a:close/>
                <a:moveTo>
                  <a:pt x="480068" y="199693"/>
                </a:moveTo>
                <a:cubicBezTo>
                  <a:pt x="386368" y="204562"/>
                  <a:pt x="344181" y="267417"/>
                  <a:pt x="344181" y="366365"/>
                </a:cubicBezTo>
                <a:lnTo>
                  <a:pt x="344181" y="598726"/>
                </a:lnTo>
                <a:lnTo>
                  <a:pt x="432603" y="598726"/>
                </a:lnTo>
                <a:lnTo>
                  <a:pt x="432603" y="366332"/>
                </a:lnTo>
                <a:cubicBezTo>
                  <a:pt x="432603" y="307930"/>
                  <a:pt x="444375" y="282792"/>
                  <a:pt x="505212" y="281582"/>
                </a:cubicBezTo>
                <a:lnTo>
                  <a:pt x="505212" y="200102"/>
                </a:lnTo>
                <a:cubicBezTo>
                  <a:pt x="497907" y="199293"/>
                  <a:pt x="486148" y="199293"/>
                  <a:pt x="480068" y="199693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216000" lIns="0" tIns="361440" rIns="945000" bIns="1094760" anchor="ctr">
            <a:noAutofit/>
          </a:bodyPr>
          <a:p>
            <a:endParaRPr lang="de-DE" sz="1800" b="0" u="none" strike="noStrike">
              <a:solidFill>
                <a:schemeClr val="dk1"/>
              </a:solidFill>
              <a:effectLst/>
              <a:uFillTx/>
              <a:latin typeface="SRH"/>
            </a:endParaRPr>
          </a:p>
        </p:txBody>
      </p:sp>
      <p:sp>
        <p:nvSpPr>
          <p:cNvPr id="86" name="Zeichen" hidden="1"/>
          <p:cNvSpPr/>
          <p:nvPr/>
        </p:nvSpPr>
        <p:spPr>
          <a:xfrm>
            <a:off x="8202960" y="2802240"/>
            <a:ext cx="3985920" cy="4052520"/>
          </a:xfrm>
          <a:custGeom>
            <a:avLst/>
            <a:gdLst>
              <a:gd name="textAreaLeft" fmla="*/ 0 w 3985920"/>
              <a:gd name="textAreaRight" fmla="*/ 1436065200 w 3985920"/>
              <a:gd name="textAreaTop" fmla="*/ 0 h 4052520"/>
              <a:gd name="textAreaBottom" fmla="*/ 1460068200 h 4052520"/>
            </a:gdLst>
            <a:ahLst/>
            <a:cxnLst/>
            <a:rect l="textAreaLeft" t="textAreaTop" r="textAreaRight" b="textAreaBottom"/>
            <a:pathLst>
              <a:path w="3989070" h="4055745">
                <a:moveTo>
                  <a:pt x="3989070" y="0"/>
                </a:moveTo>
                <a:lnTo>
                  <a:pt x="3989070" y="2389210"/>
                </a:lnTo>
                <a:lnTo>
                  <a:pt x="3858387" y="2411148"/>
                </a:lnTo>
                <a:cubicBezTo>
                  <a:pt x="2993291" y="2575305"/>
                  <a:pt x="2647844" y="3036008"/>
                  <a:pt x="2529189" y="3871779"/>
                </a:cubicBezTo>
                <a:lnTo>
                  <a:pt x="2507884" y="4055745"/>
                </a:lnTo>
                <a:lnTo>
                  <a:pt x="0" y="4055745"/>
                </a:lnTo>
                <a:lnTo>
                  <a:pt x="22941" y="3788838"/>
                </a:lnTo>
                <a:cubicBezTo>
                  <a:pt x="290726" y="1521853"/>
                  <a:pt x="1510279" y="126892"/>
                  <a:pt x="3884935" y="4661"/>
                </a:cubicBezTo>
                <a:cubicBezTo>
                  <a:pt x="3906842" y="3232"/>
                  <a:pt x="3931308" y="1982"/>
                  <a:pt x="3957741" y="932"/>
                </a:cubicBezTo>
                <a:close/>
              </a:path>
            </a:pathLst>
          </a:custGeom>
          <a:solidFill>
            <a:srgbClr val="EEED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216000" lIns="0" tIns="2802240" rIns="3986280" bIns="6858000" anchor="ctr">
            <a:noAutofit/>
          </a:bodyPr>
          <a:p>
            <a:endParaRPr lang="de-DE" sz="1800" b="0" u="none" strike="noStrike">
              <a:solidFill>
                <a:schemeClr val="dk1"/>
              </a:solidFill>
              <a:effectLst/>
              <a:uFillTx/>
              <a:latin typeface="SRH"/>
            </a:endParaRPr>
          </a:p>
        </p:txBody>
      </p:sp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360000" y="358920"/>
            <a:ext cx="9162360" cy="83196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3000" b="1" u="none" strike="noStrike">
                <a:solidFill>
                  <a:schemeClr val="dk1"/>
                </a:solidFill>
                <a:effectLst/>
                <a:uFillTx/>
                <a:latin typeface="SRH Headline"/>
                <a:ea typeface="SRH Headline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3000" b="1" u="none" strike="noStrike">
                <a:solidFill>
                  <a:schemeClr val="dk1"/>
                </a:solidFill>
                <a:effectLst/>
                <a:uFillTx/>
                <a:latin typeface="SRH Headline"/>
                <a:ea typeface="SRH Headline"/>
              </a:rPr>
              <a:t>Mastertitelformat bearbeiten</a:t>
            </a:r>
            <a:endParaRPr lang="de-DE" sz="3000" b="1" u="none" strike="noStrike">
              <a:solidFill>
                <a:schemeClr val="dk1"/>
              </a:solidFill>
              <a:effectLst/>
              <a:uFillTx/>
              <a:latin typeface="SRH Headline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367560" y="1728000"/>
            <a:ext cx="7517160" cy="422712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t">
            <a:noAutofit/>
          </a:bodyPr>
          <a:lstStyle>
            <a:lvl1pPr indent="0" algn="l" defTabSz="914400">
              <a:lnSpc>
                <a:spcPct val="110000"/>
              </a:lnSpc>
              <a:spcBef>
                <a:spcPts val="1199"/>
              </a:spcBef>
              <a:buNone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defRPr>
            </a:lvl1pPr>
            <a:lvl2pPr lvl="1" algn="l" defTabSz="914400">
              <a:lnSpc>
                <a:spcPct val="110000"/>
              </a:lnSpc>
              <a:spcBef>
                <a:spcPts val="1199"/>
              </a:spcBef>
              <a:buClr>
                <a:srgbClr val="DF4807"/>
              </a:buClr>
              <a:buFont typeface="SRH"/>
              <a:buChar char="—"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defRPr>
            </a:lvl2pPr>
            <a:lvl3pPr lvl="2" algn="l" defTabSz="914400">
              <a:lnSpc>
                <a:spcPct val="110000"/>
              </a:lnSpc>
              <a:buClr>
                <a:srgbClr val="DF4807"/>
              </a:buClr>
              <a:buFont typeface="SRH"/>
              <a:buChar char="—"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defRPr>
            </a:lvl3pPr>
            <a:lvl4pPr indent="0" algn="l" defTabSz="914400">
              <a:lnSpc>
                <a:spcPct val="110000"/>
              </a:lnSpc>
              <a:spcBef>
                <a:spcPts val="2401"/>
              </a:spcBef>
              <a:buNone/>
              <a:tabLst>
                <a:tab pos="0" algn="l"/>
              </a:tabLst>
              <a:defRPr lang="de-DE" sz="2000" b="1" u="none" strike="noStrike">
                <a:solidFill>
                  <a:schemeClr val="accent1"/>
                </a:solidFill>
                <a:effectLst/>
                <a:uFillTx/>
                <a:latin typeface="SRH Text"/>
                <a:ea typeface="SRH Text"/>
              </a:defRPr>
            </a:lvl4pPr>
            <a:lvl5pPr indent="0" algn="l" defTabSz="914400">
              <a:lnSpc>
                <a:spcPct val="110000"/>
              </a:lnSpc>
              <a:spcBef>
                <a:spcPts val="1199"/>
              </a:spcBef>
              <a:buNone/>
              <a:tabLst>
                <a:tab pos="0" algn="l"/>
              </a:tabLst>
              <a:defRPr lang="de-DE" sz="2000" b="1" u="none" strike="noStrike">
                <a:solidFill>
                  <a:schemeClr val="dk1"/>
                </a:solidFill>
                <a:effectLst/>
                <a:uFillTx/>
                <a:latin typeface="SRH Headline"/>
                <a:ea typeface="SRH Headline"/>
              </a:defRPr>
            </a:lvl5pPr>
          </a:lstStyle>
          <a:p>
            <a:pPr indent="0" algn="l" defTabSz="914400">
              <a:lnSpc>
                <a:spcPct val="110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rPr>
              <a:t>Mastertextformat bearbeiten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360000" lvl="1" indent="-360000" algn="l" defTabSz="914400">
              <a:lnSpc>
                <a:spcPct val="110000"/>
              </a:lnSpc>
              <a:spcBef>
                <a:spcPts val="1199"/>
              </a:spcBef>
              <a:buClr>
                <a:srgbClr val="DF4807"/>
              </a:buClr>
              <a:buFont typeface="SRH"/>
              <a:buChar char="—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rPr>
              <a:t>Zweite Ebene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720000" lvl="2" indent="-360000" algn="l" defTabSz="914400">
              <a:lnSpc>
                <a:spcPct val="110000"/>
              </a:lnSpc>
              <a:buClr>
                <a:srgbClr val="DF4807"/>
              </a:buClr>
              <a:buFont typeface="SRH"/>
              <a:buChar char="—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rPr>
              <a:t>Dritte Ebene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indent="0" algn="l" defTabSz="914400">
              <a:lnSpc>
                <a:spcPct val="110000"/>
              </a:lnSpc>
              <a:spcBef>
                <a:spcPts val="2401"/>
              </a:spcBef>
              <a:buNone/>
              <a:tabLst>
                <a:tab pos="0" algn="l"/>
              </a:tabLst>
            </a:pPr>
            <a:r>
              <a:rPr lang="de-DE" sz="2000" b="1" u="none" strike="noStrike">
                <a:solidFill>
                  <a:schemeClr val="accent1"/>
                </a:solidFill>
                <a:effectLst/>
                <a:uFillTx/>
                <a:latin typeface="SRH Text"/>
                <a:ea typeface="SRH Text"/>
              </a:rPr>
              <a:t>Vierte 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indent="0" algn="l" defTabSz="914400">
              <a:lnSpc>
                <a:spcPct val="110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de-DE" sz="2000" b="1" u="none" strike="noStrike">
                <a:solidFill>
                  <a:schemeClr val="dk1"/>
                </a:solidFill>
                <a:effectLst/>
                <a:uFillTx/>
                <a:latin typeface="SRH Headline"/>
                <a:ea typeface="SRH Headline"/>
              </a:rPr>
              <a:t>Fünfte 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dt" idx="31"/>
          </p:nvPr>
        </p:nvSpPr>
        <p:spPr>
          <a:xfrm>
            <a:off x="367560" y="6356520"/>
            <a:ext cx="87120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CA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CA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 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 type="ftr" idx="32"/>
          </p:nvPr>
        </p:nvSpPr>
        <p:spPr>
          <a:xfrm>
            <a:off x="1319400" y="6356520"/>
            <a:ext cx="441252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 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 type="sldNum" idx="33"/>
          </p:nvPr>
        </p:nvSpPr>
        <p:spPr>
          <a:xfrm>
            <a:off x="11146680" y="6365160"/>
            <a:ext cx="67680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55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2A18BF7-EFD7-41AE-B59C-B9607CF16068}" type="slidenum">
              <a:rPr lang="de-DE" sz="155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3</a:t>
            </a:fld>
            <a:endParaRPr lang="en-US" sz="1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 type="body"/>
          </p:nvPr>
        </p:nvSpPr>
        <p:spPr>
          <a:xfrm>
            <a:off x="8247960" y="1728000"/>
            <a:ext cx="3581280" cy="4227120"/>
          </a:xfrm>
          <a:prstGeom prst="rect">
            <a:avLst/>
          </a:prstGeom>
          <a:solidFill>
            <a:srgbClr val="FED9C9"/>
          </a:solidFill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10000"/>
              </a:lnSpc>
              <a:spcBef>
                <a:spcPts val="1199"/>
              </a:spcBef>
              <a:buNone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</a:defRPr>
            </a:lvl1pPr>
            <a:lvl2pPr lvl="1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</a:defRPr>
            </a:lvl2pPr>
            <a:lvl3pPr lvl="2" algn="l" defTabSz="914400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</a:defRPr>
            </a:lvl3pPr>
            <a:lvl4pPr lvl="3" algn="l" defTabSz="914400">
              <a:lnSpc>
                <a:spcPct val="110000"/>
              </a:lnSpc>
              <a:spcBef>
                <a:spcPts val="240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de-DE" sz="1800" b="1" u="none" strike="noStrike">
                <a:solidFill>
                  <a:schemeClr val="accent1"/>
                </a:solidFill>
                <a:effectLst/>
                <a:uFillTx/>
                <a:latin typeface="SRH Text"/>
              </a:defRPr>
            </a:lvl4pPr>
            <a:lvl5pPr lvl="4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800" b="1" u="none" strike="noStrike">
                <a:solidFill>
                  <a:schemeClr val="dk1"/>
                </a:solidFill>
                <a:effectLst/>
                <a:uFillTx/>
                <a:latin typeface="SRH Headline"/>
              </a:defRPr>
            </a:lvl5pPr>
            <a:lvl6pPr lvl="5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SRH Headline"/>
              </a:defRPr>
            </a:lvl6pPr>
            <a:lvl7pPr lvl="6" algn="l" defTabSz="914400">
              <a:lnSpc>
                <a:spcPct val="98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800" b="1" u="none" strike="noStrike">
                <a:solidFill>
                  <a:schemeClr val="accent1"/>
                </a:solidFill>
                <a:effectLst/>
                <a:uFillTx/>
                <a:latin typeface="SRH Headline"/>
              </a:defRPr>
            </a:lvl7pPr>
          </a:lstStyle>
          <a:p>
            <a:pPr indent="0" algn="l" defTabSz="914400">
              <a:lnSpc>
                <a:spcPct val="110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</a:rPr>
              <a:t>Click to edit the outline text format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457200" lvl="1" indent="-324000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</a:rPr>
              <a:t>Second Outline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914400" lvl="2" indent="-288000" algn="l" defTabSz="914400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</a:rPr>
              <a:t>Third Outline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1371600" lvl="3" indent="-216000" algn="l" defTabSz="914400">
              <a:lnSpc>
                <a:spcPct val="110000"/>
              </a:lnSpc>
              <a:spcBef>
                <a:spcPts val="240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1800" b="1" u="none" strike="noStrike">
                <a:solidFill>
                  <a:schemeClr val="accent1"/>
                </a:solidFill>
                <a:effectLst/>
                <a:uFillTx/>
                <a:latin typeface="SRH Text"/>
              </a:rPr>
              <a:t>Fourth Outline Level</a:t>
            </a:r>
            <a:endParaRPr lang="de-DE" sz="1800" b="1" u="none" strike="noStrike">
              <a:solidFill>
                <a:schemeClr val="accent1"/>
              </a:solidFill>
              <a:effectLst/>
              <a:uFillTx/>
              <a:latin typeface="SRH Text"/>
            </a:endParaRPr>
          </a:p>
          <a:p>
            <a:pPr marL="1828800" lvl="4" indent="-216000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800" b="1" u="none" strike="noStrike">
                <a:solidFill>
                  <a:schemeClr val="dk1"/>
                </a:solidFill>
                <a:effectLst/>
                <a:uFillTx/>
                <a:latin typeface="SRH Headline"/>
              </a:rPr>
              <a:t>Fifth Outline Level</a:t>
            </a:r>
            <a:endParaRPr lang="de-DE" sz="1800" b="1" u="none" strike="noStrike">
              <a:solidFill>
                <a:schemeClr val="dk1"/>
              </a:solidFill>
              <a:effectLst/>
              <a:uFillTx/>
              <a:latin typeface="SRH Headline"/>
            </a:endParaRPr>
          </a:p>
          <a:p>
            <a:pPr marL="2286000" lvl="5" indent="-216000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SRH Headline"/>
              </a:rPr>
              <a:t>Sixth Outline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SRH Headline"/>
            </a:endParaRPr>
          </a:p>
          <a:p>
            <a:pPr marL="2743200" lvl="6" indent="-216000" algn="l" defTabSz="914400">
              <a:lnSpc>
                <a:spcPct val="98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800" b="1" u="none" strike="noStrike">
                <a:solidFill>
                  <a:schemeClr val="accent1"/>
                </a:solidFill>
                <a:effectLst/>
                <a:uFillTx/>
                <a:latin typeface="SRH Headline"/>
              </a:rPr>
              <a:t>Seventh Outline Level</a:t>
            </a:r>
            <a:endParaRPr lang="de-DE" sz="1800" b="1" u="none" strike="noStrike">
              <a:solidFill>
                <a:schemeClr val="accent1"/>
              </a:solidFill>
              <a:effectLst/>
              <a:uFillTx/>
              <a:latin typeface="SRH Headline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2/3 Text, 1/3 Bild im Anschnit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Freihandform: Form 11"/>
          <p:cNvSpPr/>
          <p:nvPr/>
        </p:nvSpPr>
        <p:spPr>
          <a:xfrm>
            <a:off x="10878840" y="361440"/>
            <a:ext cx="944640" cy="730080"/>
          </a:xfrm>
          <a:custGeom>
            <a:avLst/>
            <a:gdLst>
              <a:gd name="textAreaLeft" fmla="*/ 0 w 944640"/>
              <a:gd name="textAreaRight" fmla="*/ 341299800 w 944640"/>
              <a:gd name="textAreaTop" fmla="*/ 0 h 730080"/>
              <a:gd name="textAreaBottom" fmla="*/ 264033000 h 730080"/>
            </a:gdLst>
            <a:ahLst/>
            <a:cxnLst/>
            <a:rect l="textAreaLeft" t="textAreaTop" r="textAreaRight" b="textAreaBottom"/>
            <a:pathLst>
              <a:path w="948055" h="733425">
                <a:moveTo>
                  <a:pt x="619721" y="598726"/>
                </a:moveTo>
                <a:lnTo>
                  <a:pt x="708150" y="598726"/>
                </a:lnTo>
                <a:lnTo>
                  <a:pt x="708150" y="174"/>
                </a:lnTo>
                <a:lnTo>
                  <a:pt x="619721" y="174"/>
                </a:lnTo>
                <a:lnTo>
                  <a:pt x="619721" y="598726"/>
                </a:lnTo>
                <a:close/>
                <a:moveTo>
                  <a:pt x="811583" y="196858"/>
                </a:moveTo>
                <a:cubicBezTo>
                  <a:pt x="794961" y="196049"/>
                  <a:pt x="774271" y="196858"/>
                  <a:pt x="753582" y="199293"/>
                </a:cubicBezTo>
                <a:lnTo>
                  <a:pt x="753582" y="281173"/>
                </a:lnTo>
                <a:cubicBezTo>
                  <a:pt x="831456" y="281173"/>
                  <a:pt x="859851" y="292576"/>
                  <a:pt x="859851" y="364713"/>
                </a:cubicBezTo>
                <a:lnTo>
                  <a:pt x="859851" y="598726"/>
                </a:lnTo>
                <a:lnTo>
                  <a:pt x="948279" y="598726"/>
                </a:lnTo>
                <a:lnTo>
                  <a:pt x="948279" y="353792"/>
                </a:lnTo>
                <a:cubicBezTo>
                  <a:pt x="948279" y="263364"/>
                  <a:pt x="896768" y="200102"/>
                  <a:pt x="811583" y="196858"/>
                </a:cubicBezTo>
                <a:close/>
                <a:moveTo>
                  <a:pt x="208715" y="199693"/>
                </a:moveTo>
                <a:cubicBezTo>
                  <a:pt x="114600" y="204562"/>
                  <a:pt x="72827" y="267010"/>
                  <a:pt x="72827" y="366365"/>
                </a:cubicBezTo>
                <a:lnTo>
                  <a:pt x="72827" y="566720"/>
                </a:lnTo>
                <a:cubicBezTo>
                  <a:pt x="72827" y="625122"/>
                  <a:pt x="61054" y="650267"/>
                  <a:pt x="224" y="651483"/>
                </a:cubicBezTo>
                <a:lnTo>
                  <a:pt x="224" y="732542"/>
                </a:lnTo>
                <a:cubicBezTo>
                  <a:pt x="7522" y="733765"/>
                  <a:pt x="19282" y="733765"/>
                  <a:pt x="25368" y="733352"/>
                </a:cubicBezTo>
                <a:cubicBezTo>
                  <a:pt x="119871" y="727681"/>
                  <a:pt x="161249" y="664825"/>
                  <a:pt x="161249" y="566687"/>
                </a:cubicBezTo>
                <a:lnTo>
                  <a:pt x="161249" y="366332"/>
                </a:lnTo>
                <a:cubicBezTo>
                  <a:pt x="161249" y="307529"/>
                  <a:pt x="172206" y="282792"/>
                  <a:pt x="233451" y="281582"/>
                </a:cubicBezTo>
                <a:lnTo>
                  <a:pt x="233451" y="200102"/>
                </a:lnTo>
                <a:cubicBezTo>
                  <a:pt x="226555" y="199293"/>
                  <a:pt x="214795" y="199293"/>
                  <a:pt x="208715" y="199693"/>
                </a:cubicBezTo>
                <a:close/>
                <a:moveTo>
                  <a:pt x="480068" y="199693"/>
                </a:moveTo>
                <a:cubicBezTo>
                  <a:pt x="386368" y="204562"/>
                  <a:pt x="344181" y="267417"/>
                  <a:pt x="344181" y="366365"/>
                </a:cubicBezTo>
                <a:lnTo>
                  <a:pt x="344181" y="598726"/>
                </a:lnTo>
                <a:lnTo>
                  <a:pt x="432603" y="598726"/>
                </a:lnTo>
                <a:lnTo>
                  <a:pt x="432603" y="366332"/>
                </a:lnTo>
                <a:cubicBezTo>
                  <a:pt x="432603" y="307930"/>
                  <a:pt x="444375" y="282792"/>
                  <a:pt x="505212" y="281582"/>
                </a:cubicBezTo>
                <a:lnTo>
                  <a:pt x="505212" y="200102"/>
                </a:lnTo>
                <a:cubicBezTo>
                  <a:pt x="497907" y="199293"/>
                  <a:pt x="486148" y="199293"/>
                  <a:pt x="480068" y="199693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216000" lIns="0" tIns="361440" rIns="945000" bIns="1094760" anchor="ctr">
            <a:noAutofit/>
          </a:bodyPr>
          <a:p>
            <a:endParaRPr lang="de-DE" sz="1800" b="0" u="none" strike="noStrike">
              <a:solidFill>
                <a:schemeClr val="dk1"/>
              </a:solidFill>
              <a:effectLst/>
              <a:uFillTx/>
              <a:latin typeface="SRH"/>
            </a:endParaRPr>
          </a:p>
        </p:txBody>
      </p:sp>
      <p:sp>
        <p:nvSpPr>
          <p:cNvPr id="94" name="Zeichen" hidden="1"/>
          <p:cNvSpPr/>
          <p:nvPr/>
        </p:nvSpPr>
        <p:spPr>
          <a:xfrm>
            <a:off x="8202960" y="2802240"/>
            <a:ext cx="3985920" cy="4052520"/>
          </a:xfrm>
          <a:custGeom>
            <a:avLst/>
            <a:gdLst>
              <a:gd name="textAreaLeft" fmla="*/ 0 w 3985920"/>
              <a:gd name="textAreaRight" fmla="*/ 1436065200 w 3985920"/>
              <a:gd name="textAreaTop" fmla="*/ 0 h 4052520"/>
              <a:gd name="textAreaBottom" fmla="*/ 1460068200 h 4052520"/>
            </a:gdLst>
            <a:ahLst/>
            <a:cxnLst/>
            <a:rect l="textAreaLeft" t="textAreaTop" r="textAreaRight" b="textAreaBottom"/>
            <a:pathLst>
              <a:path w="3989070" h="4055745">
                <a:moveTo>
                  <a:pt x="3989070" y="0"/>
                </a:moveTo>
                <a:lnTo>
                  <a:pt x="3989070" y="2389210"/>
                </a:lnTo>
                <a:lnTo>
                  <a:pt x="3858387" y="2411148"/>
                </a:lnTo>
                <a:cubicBezTo>
                  <a:pt x="2993291" y="2575305"/>
                  <a:pt x="2647844" y="3036008"/>
                  <a:pt x="2529189" y="3871779"/>
                </a:cubicBezTo>
                <a:lnTo>
                  <a:pt x="2507884" y="4055745"/>
                </a:lnTo>
                <a:lnTo>
                  <a:pt x="0" y="4055745"/>
                </a:lnTo>
                <a:lnTo>
                  <a:pt x="22941" y="3788838"/>
                </a:lnTo>
                <a:cubicBezTo>
                  <a:pt x="290726" y="1521853"/>
                  <a:pt x="1510279" y="126892"/>
                  <a:pt x="3884935" y="4661"/>
                </a:cubicBezTo>
                <a:cubicBezTo>
                  <a:pt x="3906842" y="3232"/>
                  <a:pt x="3931308" y="1982"/>
                  <a:pt x="3957741" y="932"/>
                </a:cubicBezTo>
                <a:close/>
              </a:path>
            </a:pathLst>
          </a:custGeom>
          <a:solidFill>
            <a:srgbClr val="EEED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216000" lIns="0" tIns="2802240" rIns="3986280" bIns="6858000" anchor="ctr">
            <a:noAutofit/>
          </a:bodyPr>
          <a:p>
            <a:endParaRPr lang="de-DE" sz="1800" b="0" u="none" strike="noStrike">
              <a:solidFill>
                <a:schemeClr val="dk1"/>
              </a:solidFill>
              <a:effectLst/>
              <a:uFillTx/>
              <a:latin typeface="SRH"/>
            </a:endParaRPr>
          </a:p>
        </p:txBody>
      </p:sp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360000" y="358920"/>
            <a:ext cx="9162360" cy="83196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3000" b="1" u="none" strike="noStrike">
                <a:solidFill>
                  <a:schemeClr val="dk1"/>
                </a:solidFill>
                <a:effectLst/>
                <a:uFillTx/>
                <a:latin typeface="SRH Headline"/>
                <a:ea typeface="SRH Headline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3000" b="1" u="none" strike="noStrike">
                <a:solidFill>
                  <a:schemeClr val="dk1"/>
                </a:solidFill>
                <a:effectLst/>
                <a:uFillTx/>
                <a:latin typeface="SRH Headline"/>
                <a:ea typeface="SRH Headline"/>
              </a:rPr>
              <a:t>Mastertitelformat bearbeiten</a:t>
            </a:r>
            <a:endParaRPr lang="de-DE" sz="3000" b="1" u="none" strike="noStrike">
              <a:solidFill>
                <a:schemeClr val="dk1"/>
              </a:solidFill>
              <a:effectLst/>
              <a:uFillTx/>
              <a:latin typeface="SRH Headline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367560" y="1728000"/>
            <a:ext cx="7517160" cy="422712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t">
            <a:noAutofit/>
          </a:bodyPr>
          <a:lstStyle>
            <a:lvl1pPr indent="0" algn="l" defTabSz="914400">
              <a:lnSpc>
                <a:spcPct val="110000"/>
              </a:lnSpc>
              <a:spcBef>
                <a:spcPts val="1199"/>
              </a:spcBef>
              <a:buNone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defRPr>
            </a:lvl1pPr>
            <a:lvl2pPr lvl="1" algn="l" defTabSz="914400">
              <a:lnSpc>
                <a:spcPct val="110000"/>
              </a:lnSpc>
              <a:spcBef>
                <a:spcPts val="1199"/>
              </a:spcBef>
              <a:buClr>
                <a:srgbClr val="DF4807"/>
              </a:buClr>
              <a:buFont typeface="SRH"/>
              <a:buChar char="—"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defRPr>
            </a:lvl2pPr>
            <a:lvl3pPr lvl="2" algn="l" defTabSz="914400">
              <a:lnSpc>
                <a:spcPct val="110000"/>
              </a:lnSpc>
              <a:buClr>
                <a:srgbClr val="DF4807"/>
              </a:buClr>
              <a:buFont typeface="SRH"/>
              <a:buChar char="—"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defRPr>
            </a:lvl3pPr>
            <a:lvl4pPr indent="0" algn="l" defTabSz="914400">
              <a:lnSpc>
                <a:spcPct val="110000"/>
              </a:lnSpc>
              <a:spcBef>
                <a:spcPts val="2401"/>
              </a:spcBef>
              <a:buNone/>
              <a:tabLst>
                <a:tab pos="0" algn="l"/>
              </a:tabLst>
              <a:defRPr lang="de-DE" sz="2000" b="1" u="none" strike="noStrike">
                <a:solidFill>
                  <a:schemeClr val="accent1"/>
                </a:solidFill>
                <a:effectLst/>
                <a:uFillTx/>
                <a:latin typeface="SRH Text"/>
                <a:ea typeface="SRH Text"/>
              </a:defRPr>
            </a:lvl4pPr>
            <a:lvl5pPr indent="0" algn="l" defTabSz="914400">
              <a:lnSpc>
                <a:spcPct val="110000"/>
              </a:lnSpc>
              <a:spcBef>
                <a:spcPts val="1199"/>
              </a:spcBef>
              <a:buNone/>
              <a:tabLst>
                <a:tab pos="0" algn="l"/>
              </a:tabLst>
              <a:defRPr lang="de-DE" sz="2000" b="1" u="none" strike="noStrike">
                <a:solidFill>
                  <a:schemeClr val="dk1"/>
                </a:solidFill>
                <a:effectLst/>
                <a:uFillTx/>
                <a:latin typeface="SRH Headline"/>
                <a:ea typeface="SRH Headline"/>
              </a:defRPr>
            </a:lvl5pPr>
          </a:lstStyle>
          <a:p>
            <a:pPr indent="0" algn="l" defTabSz="914400">
              <a:lnSpc>
                <a:spcPct val="110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rPr>
              <a:t>Mastertextformat bearbeiten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360000" lvl="1" indent="-360000" algn="l" defTabSz="914400">
              <a:lnSpc>
                <a:spcPct val="110000"/>
              </a:lnSpc>
              <a:spcBef>
                <a:spcPts val="1199"/>
              </a:spcBef>
              <a:buClr>
                <a:srgbClr val="DF4807"/>
              </a:buClr>
              <a:buFont typeface="SRH"/>
              <a:buChar char="—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rPr>
              <a:t>Zweite Ebene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720000" lvl="2" indent="-360000" algn="l" defTabSz="914400">
              <a:lnSpc>
                <a:spcPct val="110000"/>
              </a:lnSpc>
              <a:buClr>
                <a:srgbClr val="DF4807"/>
              </a:buClr>
              <a:buFont typeface="SRH"/>
              <a:buChar char="—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rPr>
              <a:t>Dritte Ebene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indent="0" algn="l" defTabSz="914400">
              <a:lnSpc>
                <a:spcPct val="110000"/>
              </a:lnSpc>
              <a:spcBef>
                <a:spcPts val="2401"/>
              </a:spcBef>
              <a:buNone/>
              <a:tabLst>
                <a:tab pos="0" algn="l"/>
              </a:tabLst>
            </a:pPr>
            <a:r>
              <a:rPr lang="de-DE" sz="2000" b="1" u="none" strike="noStrike">
                <a:solidFill>
                  <a:schemeClr val="accent1"/>
                </a:solidFill>
                <a:effectLst/>
                <a:uFillTx/>
                <a:latin typeface="SRH Text"/>
                <a:ea typeface="SRH Text"/>
              </a:rPr>
              <a:t>Vierte 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indent="0" algn="l" defTabSz="914400">
              <a:lnSpc>
                <a:spcPct val="110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de-DE" sz="2000" b="1" u="none" strike="noStrike">
                <a:solidFill>
                  <a:schemeClr val="dk1"/>
                </a:solidFill>
                <a:effectLst/>
                <a:uFillTx/>
                <a:latin typeface="SRH Headline"/>
                <a:ea typeface="SRH Headline"/>
              </a:rPr>
              <a:t>Fünfte 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dt" idx="34"/>
          </p:nvPr>
        </p:nvSpPr>
        <p:spPr>
          <a:xfrm>
            <a:off x="367560" y="6356520"/>
            <a:ext cx="87120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CA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CA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 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 type="ftr" idx="35"/>
          </p:nvPr>
        </p:nvSpPr>
        <p:spPr>
          <a:xfrm>
            <a:off x="1319400" y="6356520"/>
            <a:ext cx="441252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 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PlaceHolder 5"/>
          <p:cNvSpPr>
            <a:spLocks noGrp="1"/>
          </p:cNvSpPr>
          <p:nvPr>
            <p:ph type="sldNum" idx="36"/>
          </p:nvPr>
        </p:nvSpPr>
        <p:spPr>
          <a:xfrm>
            <a:off x="11146680" y="6365160"/>
            <a:ext cx="67680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55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32B98A0-581A-46FF-8135-F81E37EAF8B6}" type="slidenum">
              <a:rPr lang="de-DE" sz="155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3</a:t>
            </a:fld>
            <a:endParaRPr lang="en-US" sz="1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6"/>
          <p:cNvSpPr>
            <a:spLocks noGrp="1"/>
          </p:cNvSpPr>
          <p:nvPr>
            <p:ph type="body"/>
          </p:nvPr>
        </p:nvSpPr>
        <p:spPr>
          <a:xfrm>
            <a:off x="8247960" y="1728000"/>
            <a:ext cx="3940920" cy="4227120"/>
          </a:xfrm>
          <a:prstGeom prst="rect">
            <a:avLst/>
          </a:prstGeom>
          <a:solidFill>
            <a:srgbClr val="FED9C9"/>
          </a:solidFill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10000"/>
              </a:lnSpc>
              <a:spcBef>
                <a:spcPts val="1199"/>
              </a:spcBef>
              <a:buNone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</a:defRPr>
            </a:lvl1pPr>
            <a:lvl2pPr lvl="1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</a:defRPr>
            </a:lvl2pPr>
            <a:lvl3pPr lvl="2" algn="l" defTabSz="914400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</a:defRPr>
            </a:lvl3pPr>
            <a:lvl4pPr lvl="3" algn="l" defTabSz="914400">
              <a:lnSpc>
                <a:spcPct val="110000"/>
              </a:lnSpc>
              <a:spcBef>
                <a:spcPts val="240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de-DE" sz="1800" b="1" u="none" strike="noStrike">
                <a:solidFill>
                  <a:schemeClr val="accent1"/>
                </a:solidFill>
                <a:effectLst/>
                <a:uFillTx/>
                <a:latin typeface="SRH Text"/>
              </a:defRPr>
            </a:lvl4pPr>
            <a:lvl5pPr lvl="4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800" b="1" u="none" strike="noStrike">
                <a:solidFill>
                  <a:schemeClr val="dk1"/>
                </a:solidFill>
                <a:effectLst/>
                <a:uFillTx/>
                <a:latin typeface="SRH Headline"/>
              </a:defRPr>
            </a:lvl5pPr>
            <a:lvl6pPr lvl="5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SRH Headline"/>
              </a:defRPr>
            </a:lvl6pPr>
            <a:lvl7pPr lvl="6" algn="l" defTabSz="914400">
              <a:lnSpc>
                <a:spcPct val="98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800" b="1" u="none" strike="noStrike">
                <a:solidFill>
                  <a:schemeClr val="accent1"/>
                </a:solidFill>
                <a:effectLst/>
                <a:uFillTx/>
                <a:latin typeface="SRH Headline"/>
              </a:defRPr>
            </a:lvl7pPr>
          </a:lstStyle>
          <a:p>
            <a:pPr indent="0" algn="l" defTabSz="914400">
              <a:lnSpc>
                <a:spcPct val="110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</a:rPr>
              <a:t>Click to edit the outline text format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457200" lvl="1" indent="-324000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</a:rPr>
              <a:t>Second Outline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914400" lvl="2" indent="-288000" algn="l" defTabSz="914400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</a:rPr>
              <a:t>Third Outline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1371600" lvl="3" indent="-216000" algn="l" defTabSz="914400">
              <a:lnSpc>
                <a:spcPct val="110000"/>
              </a:lnSpc>
              <a:spcBef>
                <a:spcPts val="240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1800" b="1" u="none" strike="noStrike">
                <a:solidFill>
                  <a:schemeClr val="accent1"/>
                </a:solidFill>
                <a:effectLst/>
                <a:uFillTx/>
                <a:latin typeface="SRH Text"/>
              </a:rPr>
              <a:t>Fourth Outline Level</a:t>
            </a:r>
            <a:endParaRPr lang="de-DE" sz="1800" b="1" u="none" strike="noStrike">
              <a:solidFill>
                <a:schemeClr val="accent1"/>
              </a:solidFill>
              <a:effectLst/>
              <a:uFillTx/>
              <a:latin typeface="SRH Text"/>
            </a:endParaRPr>
          </a:p>
          <a:p>
            <a:pPr marL="1828800" lvl="4" indent="-216000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800" b="1" u="none" strike="noStrike">
                <a:solidFill>
                  <a:schemeClr val="dk1"/>
                </a:solidFill>
                <a:effectLst/>
                <a:uFillTx/>
                <a:latin typeface="SRH Headline"/>
              </a:rPr>
              <a:t>Fifth Outline Level</a:t>
            </a:r>
            <a:endParaRPr lang="de-DE" sz="1800" b="1" u="none" strike="noStrike">
              <a:solidFill>
                <a:schemeClr val="dk1"/>
              </a:solidFill>
              <a:effectLst/>
              <a:uFillTx/>
              <a:latin typeface="SRH Headline"/>
            </a:endParaRPr>
          </a:p>
          <a:p>
            <a:pPr marL="2286000" lvl="5" indent="-216000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SRH Headline"/>
              </a:rPr>
              <a:t>Sixth Outline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SRH Headline"/>
            </a:endParaRPr>
          </a:p>
          <a:p>
            <a:pPr marL="2743200" lvl="6" indent="-216000" algn="l" defTabSz="914400">
              <a:lnSpc>
                <a:spcPct val="98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800" b="1" u="none" strike="noStrike">
                <a:solidFill>
                  <a:schemeClr val="accent1"/>
                </a:solidFill>
                <a:effectLst/>
                <a:uFillTx/>
                <a:latin typeface="SRH Headline"/>
              </a:rPr>
              <a:t>Seventh Outline Level</a:t>
            </a:r>
            <a:endParaRPr lang="de-DE" sz="1800" b="1" u="none" strike="noStrike">
              <a:solidFill>
                <a:schemeClr val="accent1"/>
              </a:solidFill>
              <a:effectLst/>
              <a:uFillTx/>
              <a:latin typeface="SRH Headline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/1 Inhalt auf warm gre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Freihandform: Form 11"/>
          <p:cNvSpPr/>
          <p:nvPr/>
        </p:nvSpPr>
        <p:spPr>
          <a:xfrm>
            <a:off x="10878840" y="361440"/>
            <a:ext cx="944640" cy="730080"/>
          </a:xfrm>
          <a:custGeom>
            <a:avLst/>
            <a:gdLst>
              <a:gd name="textAreaLeft" fmla="*/ 0 w 944640"/>
              <a:gd name="textAreaRight" fmla="*/ 341299800 w 944640"/>
              <a:gd name="textAreaTop" fmla="*/ 0 h 730080"/>
              <a:gd name="textAreaBottom" fmla="*/ 264033000 h 730080"/>
            </a:gdLst>
            <a:ahLst/>
            <a:cxnLst/>
            <a:rect l="textAreaLeft" t="textAreaTop" r="textAreaRight" b="textAreaBottom"/>
            <a:pathLst>
              <a:path w="948055" h="733425">
                <a:moveTo>
                  <a:pt x="619721" y="598726"/>
                </a:moveTo>
                <a:lnTo>
                  <a:pt x="708150" y="598726"/>
                </a:lnTo>
                <a:lnTo>
                  <a:pt x="708150" y="174"/>
                </a:lnTo>
                <a:lnTo>
                  <a:pt x="619721" y="174"/>
                </a:lnTo>
                <a:lnTo>
                  <a:pt x="619721" y="598726"/>
                </a:lnTo>
                <a:close/>
                <a:moveTo>
                  <a:pt x="811583" y="196858"/>
                </a:moveTo>
                <a:cubicBezTo>
                  <a:pt x="794961" y="196049"/>
                  <a:pt x="774271" y="196858"/>
                  <a:pt x="753582" y="199293"/>
                </a:cubicBezTo>
                <a:lnTo>
                  <a:pt x="753582" y="281173"/>
                </a:lnTo>
                <a:cubicBezTo>
                  <a:pt x="831456" y="281173"/>
                  <a:pt x="859851" y="292576"/>
                  <a:pt x="859851" y="364713"/>
                </a:cubicBezTo>
                <a:lnTo>
                  <a:pt x="859851" y="598726"/>
                </a:lnTo>
                <a:lnTo>
                  <a:pt x="948279" y="598726"/>
                </a:lnTo>
                <a:lnTo>
                  <a:pt x="948279" y="353792"/>
                </a:lnTo>
                <a:cubicBezTo>
                  <a:pt x="948279" y="263364"/>
                  <a:pt x="896768" y="200102"/>
                  <a:pt x="811583" y="196858"/>
                </a:cubicBezTo>
                <a:close/>
                <a:moveTo>
                  <a:pt x="208715" y="199693"/>
                </a:moveTo>
                <a:cubicBezTo>
                  <a:pt x="114600" y="204562"/>
                  <a:pt x="72827" y="267010"/>
                  <a:pt x="72827" y="366365"/>
                </a:cubicBezTo>
                <a:lnTo>
                  <a:pt x="72827" y="566720"/>
                </a:lnTo>
                <a:cubicBezTo>
                  <a:pt x="72827" y="625122"/>
                  <a:pt x="61054" y="650267"/>
                  <a:pt x="224" y="651483"/>
                </a:cubicBezTo>
                <a:lnTo>
                  <a:pt x="224" y="732542"/>
                </a:lnTo>
                <a:cubicBezTo>
                  <a:pt x="7522" y="733765"/>
                  <a:pt x="19282" y="733765"/>
                  <a:pt x="25368" y="733352"/>
                </a:cubicBezTo>
                <a:cubicBezTo>
                  <a:pt x="119871" y="727681"/>
                  <a:pt x="161249" y="664825"/>
                  <a:pt x="161249" y="566687"/>
                </a:cubicBezTo>
                <a:lnTo>
                  <a:pt x="161249" y="366332"/>
                </a:lnTo>
                <a:cubicBezTo>
                  <a:pt x="161249" y="307529"/>
                  <a:pt x="172206" y="282792"/>
                  <a:pt x="233451" y="281582"/>
                </a:cubicBezTo>
                <a:lnTo>
                  <a:pt x="233451" y="200102"/>
                </a:lnTo>
                <a:cubicBezTo>
                  <a:pt x="226555" y="199293"/>
                  <a:pt x="214795" y="199293"/>
                  <a:pt x="208715" y="199693"/>
                </a:cubicBezTo>
                <a:close/>
                <a:moveTo>
                  <a:pt x="480068" y="199693"/>
                </a:moveTo>
                <a:cubicBezTo>
                  <a:pt x="386368" y="204562"/>
                  <a:pt x="344181" y="267417"/>
                  <a:pt x="344181" y="366365"/>
                </a:cubicBezTo>
                <a:lnTo>
                  <a:pt x="344181" y="598726"/>
                </a:lnTo>
                <a:lnTo>
                  <a:pt x="432603" y="598726"/>
                </a:lnTo>
                <a:lnTo>
                  <a:pt x="432603" y="366332"/>
                </a:lnTo>
                <a:cubicBezTo>
                  <a:pt x="432603" y="307930"/>
                  <a:pt x="444375" y="282792"/>
                  <a:pt x="505212" y="281582"/>
                </a:cubicBezTo>
                <a:lnTo>
                  <a:pt x="505212" y="200102"/>
                </a:lnTo>
                <a:cubicBezTo>
                  <a:pt x="497907" y="199293"/>
                  <a:pt x="486148" y="199293"/>
                  <a:pt x="480068" y="199693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216000" lIns="0" tIns="361440" rIns="945000" bIns="1094760" anchor="ctr">
            <a:noAutofit/>
          </a:bodyPr>
          <a:p>
            <a:endParaRPr lang="de-DE" sz="1800" b="0" u="none" strike="noStrike">
              <a:solidFill>
                <a:schemeClr val="dk1"/>
              </a:solidFill>
              <a:effectLst/>
              <a:uFillTx/>
              <a:latin typeface="SRH"/>
            </a:endParaRPr>
          </a:p>
        </p:txBody>
      </p:sp>
      <p:sp>
        <p:nvSpPr>
          <p:cNvPr id="102" name="Rechteck 9"/>
          <p:cNvSpPr/>
          <p:nvPr/>
        </p:nvSpPr>
        <p:spPr>
          <a:xfrm>
            <a:off x="0" y="1405800"/>
            <a:ext cx="12188880" cy="5448960"/>
          </a:xfrm>
          <a:prstGeom prst="rect">
            <a:avLst/>
          </a:prstGeom>
          <a:solidFill>
            <a:srgbClr val="EEED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216000" lIns="90000" tIns="45000" rIns="90000" bIns="45000" anchor="ctr">
            <a:noAutofit/>
          </a:bodyPr>
          <a:p>
            <a:endParaRPr lang="de-DE" sz="1800" b="0" u="none" strike="noStrike">
              <a:solidFill>
                <a:srgbClr val="FFFFFF"/>
              </a:solidFill>
              <a:effectLst/>
              <a:uFillTx/>
              <a:latin typeface="SRH"/>
            </a:endParaRPr>
          </a:p>
        </p:txBody>
      </p:sp>
      <p:sp>
        <p:nvSpPr>
          <p:cNvPr id="103" name="Freihandform: Form 28"/>
          <p:cNvSpPr/>
          <p:nvPr/>
        </p:nvSpPr>
        <p:spPr>
          <a:xfrm>
            <a:off x="8202960" y="2802240"/>
            <a:ext cx="3985920" cy="4052520"/>
          </a:xfrm>
          <a:custGeom>
            <a:avLst/>
            <a:gdLst>
              <a:gd name="textAreaLeft" fmla="*/ 0 w 3985920"/>
              <a:gd name="textAreaRight" fmla="*/ 1436065200 w 3985920"/>
              <a:gd name="textAreaTop" fmla="*/ 0 h 4052520"/>
              <a:gd name="textAreaBottom" fmla="*/ 1460068200 h 4052520"/>
            </a:gdLst>
            <a:ahLst/>
            <a:cxnLst/>
            <a:rect l="textAreaLeft" t="textAreaTop" r="textAreaRight" b="textAreaBottom"/>
            <a:pathLst>
              <a:path w="3989070" h="4055745">
                <a:moveTo>
                  <a:pt x="3989070" y="0"/>
                </a:moveTo>
                <a:lnTo>
                  <a:pt x="3989070" y="2389210"/>
                </a:lnTo>
                <a:lnTo>
                  <a:pt x="3858387" y="2411148"/>
                </a:lnTo>
                <a:cubicBezTo>
                  <a:pt x="2993291" y="2575305"/>
                  <a:pt x="2647844" y="3036008"/>
                  <a:pt x="2529189" y="3871779"/>
                </a:cubicBezTo>
                <a:lnTo>
                  <a:pt x="2507884" y="4055745"/>
                </a:lnTo>
                <a:lnTo>
                  <a:pt x="0" y="4055745"/>
                </a:lnTo>
                <a:lnTo>
                  <a:pt x="22941" y="3788838"/>
                </a:lnTo>
                <a:cubicBezTo>
                  <a:pt x="290726" y="1521853"/>
                  <a:pt x="1510279" y="126892"/>
                  <a:pt x="3884935" y="4661"/>
                </a:cubicBezTo>
                <a:cubicBezTo>
                  <a:pt x="3906842" y="3232"/>
                  <a:pt x="3931308" y="1982"/>
                  <a:pt x="3957741" y="932"/>
                </a:cubicBezTo>
                <a:close/>
              </a:path>
            </a:pathLst>
          </a:custGeom>
          <a:solidFill>
            <a:srgbClr val="E6E3E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216000" lIns="0" tIns="2802240" rIns="3986280" bIns="6858000" anchor="ctr">
            <a:noAutofit/>
          </a:bodyPr>
          <a:p>
            <a:endParaRPr lang="de-DE" sz="1800" b="0" u="none" strike="noStrike">
              <a:solidFill>
                <a:schemeClr val="dk1"/>
              </a:solidFill>
              <a:effectLst/>
              <a:uFillTx/>
              <a:latin typeface="SRH"/>
            </a:endParaRPr>
          </a:p>
        </p:txBody>
      </p:sp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360000" y="358920"/>
            <a:ext cx="9155520" cy="83196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3000" b="1" u="none" strike="noStrike">
                <a:solidFill>
                  <a:schemeClr val="dk1"/>
                </a:solidFill>
                <a:effectLst/>
                <a:uFillTx/>
                <a:latin typeface="SRH Headline"/>
                <a:ea typeface="SRH Headline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3000" b="1" u="none" strike="noStrike">
                <a:solidFill>
                  <a:schemeClr val="dk1"/>
                </a:solidFill>
                <a:effectLst/>
                <a:uFillTx/>
                <a:latin typeface="SRH Headline"/>
                <a:ea typeface="SRH Headline"/>
              </a:rPr>
              <a:t>Mastertitelformat bearbeiten</a:t>
            </a:r>
            <a:endParaRPr lang="de-DE" sz="3000" b="1" u="none" strike="noStrike">
              <a:solidFill>
                <a:schemeClr val="dk1"/>
              </a:solidFill>
              <a:effectLst/>
              <a:uFillTx/>
              <a:latin typeface="SRH Headline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359280" y="1728000"/>
            <a:ext cx="9155520" cy="422712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t">
            <a:noAutofit/>
          </a:bodyPr>
          <a:lstStyle>
            <a:lvl1pPr indent="0" algn="l" defTabSz="914400">
              <a:lnSpc>
                <a:spcPct val="110000"/>
              </a:lnSpc>
              <a:spcBef>
                <a:spcPts val="1199"/>
              </a:spcBef>
              <a:buNone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defRPr>
            </a:lvl1pPr>
            <a:lvl2pPr lvl="1" algn="l" defTabSz="914400">
              <a:lnSpc>
                <a:spcPct val="110000"/>
              </a:lnSpc>
              <a:spcBef>
                <a:spcPts val="1199"/>
              </a:spcBef>
              <a:buClr>
                <a:srgbClr val="DF4807"/>
              </a:buClr>
              <a:buFont typeface="SRH"/>
              <a:buChar char="—"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defRPr>
            </a:lvl2pPr>
            <a:lvl3pPr lvl="2" algn="l" defTabSz="914400">
              <a:lnSpc>
                <a:spcPct val="110000"/>
              </a:lnSpc>
              <a:buClr>
                <a:srgbClr val="DF4807"/>
              </a:buClr>
              <a:buFont typeface="SRH"/>
              <a:buChar char="—"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defRPr>
            </a:lvl3pPr>
            <a:lvl4pPr indent="0" algn="l" defTabSz="914400">
              <a:lnSpc>
                <a:spcPct val="110000"/>
              </a:lnSpc>
              <a:spcBef>
                <a:spcPts val="2401"/>
              </a:spcBef>
              <a:buNone/>
              <a:tabLst>
                <a:tab pos="0" algn="l"/>
              </a:tabLst>
              <a:defRPr lang="de-DE" sz="2000" b="1" u="none" strike="noStrike">
                <a:solidFill>
                  <a:schemeClr val="accent1"/>
                </a:solidFill>
                <a:effectLst/>
                <a:uFillTx/>
                <a:latin typeface="SRH Text"/>
                <a:ea typeface="SRH Text"/>
              </a:defRPr>
            </a:lvl4pPr>
            <a:lvl5pPr indent="0" algn="l" defTabSz="914400">
              <a:lnSpc>
                <a:spcPct val="110000"/>
              </a:lnSpc>
              <a:spcBef>
                <a:spcPts val="1199"/>
              </a:spcBef>
              <a:buNone/>
              <a:tabLst>
                <a:tab pos="0" algn="l"/>
              </a:tabLst>
              <a:defRPr lang="de-DE" sz="2000" b="1" u="none" strike="noStrike">
                <a:solidFill>
                  <a:schemeClr val="dk1"/>
                </a:solidFill>
                <a:effectLst/>
                <a:uFillTx/>
                <a:latin typeface="SRH Headline"/>
                <a:ea typeface="SRH Headline"/>
              </a:defRPr>
            </a:lvl5pPr>
          </a:lstStyle>
          <a:p>
            <a:pPr indent="0" algn="l" defTabSz="914400">
              <a:lnSpc>
                <a:spcPct val="110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rPr>
              <a:t>Mastertextformat bearbeiten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360000" lvl="1" indent="-360000" algn="l" defTabSz="914400">
              <a:lnSpc>
                <a:spcPct val="110000"/>
              </a:lnSpc>
              <a:spcBef>
                <a:spcPts val="1199"/>
              </a:spcBef>
              <a:buClr>
                <a:srgbClr val="DF4807"/>
              </a:buClr>
              <a:buFont typeface="SRH"/>
              <a:buChar char="—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rPr>
              <a:t>Zweite Ebene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720000" lvl="2" indent="-360000" algn="l" defTabSz="914400">
              <a:lnSpc>
                <a:spcPct val="110000"/>
              </a:lnSpc>
              <a:buClr>
                <a:srgbClr val="DF4807"/>
              </a:buClr>
              <a:buFont typeface="SRH"/>
              <a:buChar char="—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rPr>
              <a:t>Dritte Ebene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indent="0" algn="l" defTabSz="914400">
              <a:lnSpc>
                <a:spcPct val="110000"/>
              </a:lnSpc>
              <a:spcBef>
                <a:spcPts val="2401"/>
              </a:spcBef>
              <a:buNone/>
              <a:tabLst>
                <a:tab pos="0" algn="l"/>
              </a:tabLst>
            </a:pPr>
            <a:r>
              <a:rPr lang="de-DE" sz="2000" b="1" u="none" strike="noStrike">
                <a:solidFill>
                  <a:schemeClr val="accent1"/>
                </a:solidFill>
                <a:effectLst/>
                <a:uFillTx/>
                <a:latin typeface="SRH Text"/>
                <a:ea typeface="SRH Text"/>
              </a:rPr>
              <a:t>Vierte 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indent="0" algn="l" defTabSz="914400">
              <a:lnSpc>
                <a:spcPct val="110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de-DE" sz="2000" b="1" u="none" strike="noStrike">
                <a:solidFill>
                  <a:schemeClr val="dk1"/>
                </a:solidFill>
                <a:effectLst/>
                <a:uFillTx/>
                <a:latin typeface="SRH Headline"/>
                <a:ea typeface="SRH Headline"/>
              </a:rPr>
              <a:t>Fünfte 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dt" idx="37"/>
          </p:nvPr>
        </p:nvSpPr>
        <p:spPr>
          <a:xfrm>
            <a:off x="367560" y="6356520"/>
            <a:ext cx="87120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CA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CA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 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 type="ftr" idx="38"/>
          </p:nvPr>
        </p:nvSpPr>
        <p:spPr>
          <a:xfrm>
            <a:off x="1319400" y="6356520"/>
            <a:ext cx="649296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 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PlaceHolder 5"/>
          <p:cNvSpPr>
            <a:spLocks noGrp="1"/>
          </p:cNvSpPr>
          <p:nvPr>
            <p:ph type="sldNum" idx="39"/>
          </p:nvPr>
        </p:nvSpPr>
        <p:spPr>
          <a:xfrm>
            <a:off x="11146680" y="6365160"/>
            <a:ext cx="67680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55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61B1301-8C1F-4C61-AF96-8B881D2321B0}" type="slidenum">
              <a:rPr lang="de-DE" sz="155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3</a:t>
            </a:fld>
            <a:endParaRPr lang="en-US" sz="1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iagramme auf warm gre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Freihandform: Form 11"/>
          <p:cNvSpPr/>
          <p:nvPr/>
        </p:nvSpPr>
        <p:spPr>
          <a:xfrm>
            <a:off x="10878840" y="361440"/>
            <a:ext cx="944640" cy="730080"/>
          </a:xfrm>
          <a:custGeom>
            <a:avLst/>
            <a:gdLst>
              <a:gd name="textAreaLeft" fmla="*/ 0 w 944640"/>
              <a:gd name="textAreaRight" fmla="*/ 341299800 w 944640"/>
              <a:gd name="textAreaTop" fmla="*/ 0 h 730080"/>
              <a:gd name="textAreaBottom" fmla="*/ 264033000 h 730080"/>
            </a:gdLst>
            <a:ahLst/>
            <a:cxnLst/>
            <a:rect l="textAreaLeft" t="textAreaTop" r="textAreaRight" b="textAreaBottom"/>
            <a:pathLst>
              <a:path w="948055" h="733425">
                <a:moveTo>
                  <a:pt x="619721" y="598726"/>
                </a:moveTo>
                <a:lnTo>
                  <a:pt x="708150" y="598726"/>
                </a:lnTo>
                <a:lnTo>
                  <a:pt x="708150" y="174"/>
                </a:lnTo>
                <a:lnTo>
                  <a:pt x="619721" y="174"/>
                </a:lnTo>
                <a:lnTo>
                  <a:pt x="619721" y="598726"/>
                </a:lnTo>
                <a:close/>
                <a:moveTo>
                  <a:pt x="811583" y="196858"/>
                </a:moveTo>
                <a:cubicBezTo>
                  <a:pt x="794961" y="196049"/>
                  <a:pt x="774271" y="196858"/>
                  <a:pt x="753582" y="199293"/>
                </a:cubicBezTo>
                <a:lnTo>
                  <a:pt x="753582" y="281173"/>
                </a:lnTo>
                <a:cubicBezTo>
                  <a:pt x="831456" y="281173"/>
                  <a:pt x="859851" y="292576"/>
                  <a:pt x="859851" y="364713"/>
                </a:cubicBezTo>
                <a:lnTo>
                  <a:pt x="859851" y="598726"/>
                </a:lnTo>
                <a:lnTo>
                  <a:pt x="948279" y="598726"/>
                </a:lnTo>
                <a:lnTo>
                  <a:pt x="948279" y="353792"/>
                </a:lnTo>
                <a:cubicBezTo>
                  <a:pt x="948279" y="263364"/>
                  <a:pt x="896768" y="200102"/>
                  <a:pt x="811583" y="196858"/>
                </a:cubicBezTo>
                <a:close/>
                <a:moveTo>
                  <a:pt x="208715" y="199693"/>
                </a:moveTo>
                <a:cubicBezTo>
                  <a:pt x="114600" y="204562"/>
                  <a:pt x="72827" y="267010"/>
                  <a:pt x="72827" y="366365"/>
                </a:cubicBezTo>
                <a:lnTo>
                  <a:pt x="72827" y="566720"/>
                </a:lnTo>
                <a:cubicBezTo>
                  <a:pt x="72827" y="625122"/>
                  <a:pt x="61054" y="650267"/>
                  <a:pt x="224" y="651483"/>
                </a:cubicBezTo>
                <a:lnTo>
                  <a:pt x="224" y="732542"/>
                </a:lnTo>
                <a:cubicBezTo>
                  <a:pt x="7522" y="733765"/>
                  <a:pt x="19282" y="733765"/>
                  <a:pt x="25368" y="733352"/>
                </a:cubicBezTo>
                <a:cubicBezTo>
                  <a:pt x="119871" y="727681"/>
                  <a:pt x="161249" y="664825"/>
                  <a:pt x="161249" y="566687"/>
                </a:cubicBezTo>
                <a:lnTo>
                  <a:pt x="161249" y="366332"/>
                </a:lnTo>
                <a:cubicBezTo>
                  <a:pt x="161249" y="307529"/>
                  <a:pt x="172206" y="282792"/>
                  <a:pt x="233451" y="281582"/>
                </a:cubicBezTo>
                <a:lnTo>
                  <a:pt x="233451" y="200102"/>
                </a:lnTo>
                <a:cubicBezTo>
                  <a:pt x="226555" y="199293"/>
                  <a:pt x="214795" y="199293"/>
                  <a:pt x="208715" y="199693"/>
                </a:cubicBezTo>
                <a:close/>
                <a:moveTo>
                  <a:pt x="480068" y="199693"/>
                </a:moveTo>
                <a:cubicBezTo>
                  <a:pt x="386368" y="204562"/>
                  <a:pt x="344181" y="267417"/>
                  <a:pt x="344181" y="366365"/>
                </a:cubicBezTo>
                <a:lnTo>
                  <a:pt x="344181" y="598726"/>
                </a:lnTo>
                <a:lnTo>
                  <a:pt x="432603" y="598726"/>
                </a:lnTo>
                <a:lnTo>
                  <a:pt x="432603" y="366332"/>
                </a:lnTo>
                <a:cubicBezTo>
                  <a:pt x="432603" y="307930"/>
                  <a:pt x="444375" y="282792"/>
                  <a:pt x="505212" y="281582"/>
                </a:cubicBezTo>
                <a:lnTo>
                  <a:pt x="505212" y="200102"/>
                </a:lnTo>
                <a:cubicBezTo>
                  <a:pt x="497907" y="199293"/>
                  <a:pt x="486148" y="199293"/>
                  <a:pt x="480068" y="199693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216000" lIns="0" tIns="361440" rIns="945000" bIns="1094760" anchor="ctr">
            <a:noAutofit/>
          </a:bodyPr>
          <a:p>
            <a:endParaRPr lang="de-DE" sz="1800" b="0" u="none" strike="noStrike">
              <a:solidFill>
                <a:schemeClr val="dk1"/>
              </a:solidFill>
              <a:effectLst/>
              <a:uFillTx/>
              <a:latin typeface="SRH"/>
            </a:endParaRPr>
          </a:p>
        </p:txBody>
      </p:sp>
      <p:sp>
        <p:nvSpPr>
          <p:cNvPr id="110" name="Rechteck 13"/>
          <p:cNvSpPr/>
          <p:nvPr/>
        </p:nvSpPr>
        <p:spPr>
          <a:xfrm>
            <a:off x="0" y="1405800"/>
            <a:ext cx="12188880" cy="5448960"/>
          </a:xfrm>
          <a:prstGeom prst="rect">
            <a:avLst/>
          </a:prstGeom>
          <a:solidFill>
            <a:srgbClr val="EEED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216000" lIns="90000" tIns="45000" rIns="90000" bIns="45000" anchor="ctr">
            <a:noAutofit/>
          </a:bodyPr>
          <a:p>
            <a:endParaRPr lang="de-DE" sz="1800" b="0" u="none" strike="noStrike">
              <a:solidFill>
                <a:srgbClr val="FFFFFF"/>
              </a:solidFill>
              <a:effectLst/>
              <a:uFillTx/>
              <a:latin typeface="SRH"/>
            </a:endParaRPr>
          </a:p>
        </p:txBody>
      </p:sp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360000" y="358920"/>
            <a:ext cx="9154080" cy="83196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3000" b="1" u="none" strike="noStrike">
                <a:solidFill>
                  <a:schemeClr val="dk1"/>
                </a:solidFill>
                <a:effectLst/>
                <a:uFillTx/>
                <a:latin typeface="SRH Headline"/>
                <a:ea typeface="SRH Headline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3000" b="1" u="none" strike="noStrike">
                <a:solidFill>
                  <a:schemeClr val="dk1"/>
                </a:solidFill>
                <a:effectLst/>
                <a:uFillTx/>
                <a:latin typeface="SRH Headline"/>
                <a:ea typeface="SRH Headline"/>
              </a:rPr>
              <a:t>Mastertitelformat bearbeiten</a:t>
            </a:r>
            <a:endParaRPr lang="de-DE" sz="3000" b="1" u="none" strike="noStrike">
              <a:solidFill>
                <a:schemeClr val="dk1"/>
              </a:solidFill>
              <a:effectLst/>
              <a:uFillTx/>
              <a:latin typeface="SRH Headline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2048040" y="1943640"/>
            <a:ext cx="3865320" cy="320112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10000"/>
              </a:lnSpc>
              <a:buNone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</a:defRPr>
            </a:lvl1pPr>
            <a:lvl2pPr lvl="1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</a:defRPr>
            </a:lvl2pPr>
            <a:lvl3pPr lvl="2" algn="l" defTabSz="914400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</a:defRPr>
            </a:lvl3pPr>
            <a:lvl4pPr lvl="3" algn="l" defTabSz="914400">
              <a:lnSpc>
                <a:spcPct val="110000"/>
              </a:lnSpc>
              <a:spcBef>
                <a:spcPts val="240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de-DE" sz="1800" b="1" u="none" strike="noStrike">
                <a:solidFill>
                  <a:schemeClr val="accent1"/>
                </a:solidFill>
                <a:effectLst/>
                <a:uFillTx/>
                <a:latin typeface="SRH Text"/>
              </a:defRPr>
            </a:lvl4pPr>
            <a:lvl5pPr lvl="4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800" b="1" u="none" strike="noStrike">
                <a:solidFill>
                  <a:schemeClr val="dk1"/>
                </a:solidFill>
                <a:effectLst/>
                <a:uFillTx/>
                <a:latin typeface="SRH Headline"/>
              </a:defRPr>
            </a:lvl5pPr>
            <a:lvl6pPr lvl="5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SRH Headline"/>
              </a:defRPr>
            </a:lvl6pPr>
            <a:lvl7pPr lvl="6" algn="l" defTabSz="914400">
              <a:lnSpc>
                <a:spcPct val="98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800" b="1" u="none" strike="noStrike">
                <a:solidFill>
                  <a:schemeClr val="accent1"/>
                </a:solidFill>
                <a:effectLst/>
                <a:uFillTx/>
                <a:latin typeface="SRH Headline"/>
              </a:defRPr>
            </a:lvl7pPr>
          </a:lstStyle>
          <a:p>
            <a:pPr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</a:rPr>
              <a:t>Click to edit the outline text format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457200" lvl="1" indent="-324000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</a:rPr>
              <a:t>Second Outline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914400" lvl="2" indent="-288000" algn="l" defTabSz="914400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</a:rPr>
              <a:t>Third Outline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1371600" lvl="3" indent="-216000" algn="l" defTabSz="914400">
              <a:lnSpc>
                <a:spcPct val="110000"/>
              </a:lnSpc>
              <a:spcBef>
                <a:spcPts val="240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1800" b="1" u="none" strike="noStrike">
                <a:solidFill>
                  <a:schemeClr val="accent1"/>
                </a:solidFill>
                <a:effectLst/>
                <a:uFillTx/>
                <a:latin typeface="SRH Text"/>
              </a:rPr>
              <a:t>Fourth Outline Level</a:t>
            </a:r>
            <a:endParaRPr lang="de-DE" sz="1800" b="1" u="none" strike="noStrike">
              <a:solidFill>
                <a:schemeClr val="accent1"/>
              </a:solidFill>
              <a:effectLst/>
              <a:uFillTx/>
              <a:latin typeface="SRH Text"/>
            </a:endParaRPr>
          </a:p>
          <a:p>
            <a:pPr marL="1828800" lvl="4" indent="-216000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800" b="1" u="none" strike="noStrike">
                <a:solidFill>
                  <a:schemeClr val="dk1"/>
                </a:solidFill>
                <a:effectLst/>
                <a:uFillTx/>
                <a:latin typeface="SRH Headline"/>
              </a:rPr>
              <a:t>Fifth Outline Level</a:t>
            </a:r>
            <a:endParaRPr lang="de-DE" sz="1800" b="1" u="none" strike="noStrike">
              <a:solidFill>
                <a:schemeClr val="dk1"/>
              </a:solidFill>
              <a:effectLst/>
              <a:uFillTx/>
              <a:latin typeface="SRH Headline"/>
            </a:endParaRPr>
          </a:p>
          <a:p>
            <a:pPr marL="2286000" lvl="5" indent="-216000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SRH Headline"/>
              </a:rPr>
              <a:t>Sixth Outline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SRH Headline"/>
            </a:endParaRPr>
          </a:p>
          <a:p>
            <a:pPr marL="2743200" lvl="6" indent="-216000" algn="l" defTabSz="914400">
              <a:lnSpc>
                <a:spcPct val="98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800" b="1" u="none" strike="noStrike">
                <a:solidFill>
                  <a:schemeClr val="accent1"/>
                </a:solidFill>
                <a:effectLst/>
                <a:uFillTx/>
                <a:latin typeface="SRH Headline"/>
              </a:rPr>
              <a:t>Seventh Outline Level</a:t>
            </a:r>
            <a:endParaRPr lang="de-DE" sz="1800" b="1" u="none" strike="noStrike">
              <a:solidFill>
                <a:schemeClr val="accent1"/>
              </a:solidFill>
              <a:effectLst/>
              <a:uFillTx/>
              <a:latin typeface="SRH Headline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dt" idx="40"/>
          </p:nvPr>
        </p:nvSpPr>
        <p:spPr>
          <a:xfrm>
            <a:off x="367560" y="6356520"/>
            <a:ext cx="87120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CA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CA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 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 type="ftr" idx="41"/>
          </p:nvPr>
        </p:nvSpPr>
        <p:spPr>
          <a:xfrm>
            <a:off x="1319400" y="6356520"/>
            <a:ext cx="649296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 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 type="sldNum" idx="42"/>
          </p:nvPr>
        </p:nvSpPr>
        <p:spPr>
          <a:xfrm>
            <a:off x="11146680" y="6365160"/>
            <a:ext cx="67680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55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8EEE0EB-2390-47DE-899E-690D4473438D}" type="slidenum">
              <a:rPr lang="de-DE" sz="155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3</a:t>
            </a:fld>
            <a:endParaRPr lang="en-US" sz="1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PlaceHolder 6"/>
          <p:cNvSpPr>
            <a:spLocks noGrp="1"/>
          </p:cNvSpPr>
          <p:nvPr>
            <p:ph type="body"/>
          </p:nvPr>
        </p:nvSpPr>
        <p:spPr>
          <a:xfrm>
            <a:off x="2048040" y="5212800"/>
            <a:ext cx="3865320" cy="73584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t">
            <a:noAutofit/>
          </a:bodyPr>
          <a:lstStyle>
            <a:lvl1pPr indent="0" algn="ctr" defTabSz="914400">
              <a:lnSpc>
                <a:spcPct val="11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defRPr>
            </a:lvl1pPr>
          </a:lstStyle>
          <a:p>
            <a:pPr indent="0" algn="ctr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rPr>
              <a:t>Mastertextformat bearbeiten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</p:txBody>
      </p:sp>
      <p:sp>
        <p:nvSpPr>
          <p:cNvPr id="117" name="PlaceHolder 7"/>
          <p:cNvSpPr>
            <a:spLocks noGrp="1"/>
          </p:cNvSpPr>
          <p:nvPr>
            <p:ph type="body"/>
          </p:nvPr>
        </p:nvSpPr>
        <p:spPr>
          <a:xfrm>
            <a:off x="6275880" y="5212800"/>
            <a:ext cx="3865320" cy="73584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t">
            <a:noAutofit/>
          </a:bodyPr>
          <a:lstStyle>
            <a:lvl1pPr indent="0" algn="ctr" defTabSz="914400">
              <a:lnSpc>
                <a:spcPct val="11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defRPr>
            </a:lvl1pPr>
          </a:lstStyle>
          <a:p>
            <a:pPr indent="0" algn="ctr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rPr>
              <a:t>Mastertextformat bearbeiten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</p:txBody>
      </p:sp>
      <p:sp>
        <p:nvSpPr>
          <p:cNvPr id="118" name="PlaceHolder 8"/>
          <p:cNvSpPr>
            <a:spLocks noGrp="1"/>
          </p:cNvSpPr>
          <p:nvPr>
            <p:ph type="body"/>
          </p:nvPr>
        </p:nvSpPr>
        <p:spPr>
          <a:xfrm>
            <a:off x="6275880" y="1943640"/>
            <a:ext cx="3865320" cy="320112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10000"/>
              </a:lnSpc>
              <a:buNone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</a:defRPr>
            </a:lvl1pPr>
            <a:lvl2pPr lvl="1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</a:defRPr>
            </a:lvl2pPr>
            <a:lvl3pPr lvl="2" algn="l" defTabSz="914400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</a:defRPr>
            </a:lvl3pPr>
            <a:lvl4pPr lvl="3" algn="l" defTabSz="914400">
              <a:lnSpc>
                <a:spcPct val="110000"/>
              </a:lnSpc>
              <a:spcBef>
                <a:spcPts val="240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de-DE" sz="1800" b="1" u="none" strike="noStrike">
                <a:solidFill>
                  <a:schemeClr val="accent1"/>
                </a:solidFill>
                <a:effectLst/>
                <a:uFillTx/>
                <a:latin typeface="SRH Text"/>
              </a:defRPr>
            </a:lvl4pPr>
            <a:lvl5pPr lvl="4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800" b="1" u="none" strike="noStrike">
                <a:solidFill>
                  <a:schemeClr val="dk1"/>
                </a:solidFill>
                <a:effectLst/>
                <a:uFillTx/>
                <a:latin typeface="SRH Headline"/>
              </a:defRPr>
            </a:lvl5pPr>
            <a:lvl6pPr lvl="5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SRH Headline"/>
              </a:defRPr>
            </a:lvl6pPr>
            <a:lvl7pPr lvl="6" algn="l" defTabSz="914400">
              <a:lnSpc>
                <a:spcPct val="98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800" b="1" u="none" strike="noStrike">
                <a:solidFill>
                  <a:schemeClr val="accent1"/>
                </a:solidFill>
                <a:effectLst/>
                <a:uFillTx/>
                <a:latin typeface="SRH Headline"/>
              </a:defRPr>
            </a:lvl7pPr>
          </a:lstStyle>
          <a:p>
            <a:pPr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</a:rPr>
              <a:t>Click to edit the outline text format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457200" lvl="1" indent="-324000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</a:rPr>
              <a:t>Second Outline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914400" lvl="2" indent="-288000" algn="l" defTabSz="914400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</a:rPr>
              <a:t>Third Outline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1371600" lvl="3" indent="-216000" algn="l" defTabSz="914400">
              <a:lnSpc>
                <a:spcPct val="110000"/>
              </a:lnSpc>
              <a:spcBef>
                <a:spcPts val="240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1800" b="1" u="none" strike="noStrike">
                <a:solidFill>
                  <a:schemeClr val="accent1"/>
                </a:solidFill>
                <a:effectLst/>
                <a:uFillTx/>
                <a:latin typeface="SRH Text"/>
              </a:rPr>
              <a:t>Fourth Outline Level</a:t>
            </a:r>
            <a:endParaRPr lang="de-DE" sz="1800" b="1" u="none" strike="noStrike">
              <a:solidFill>
                <a:schemeClr val="accent1"/>
              </a:solidFill>
              <a:effectLst/>
              <a:uFillTx/>
              <a:latin typeface="SRH Text"/>
            </a:endParaRPr>
          </a:p>
          <a:p>
            <a:pPr marL="1828800" lvl="4" indent="-216000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800" b="1" u="none" strike="noStrike">
                <a:solidFill>
                  <a:schemeClr val="dk1"/>
                </a:solidFill>
                <a:effectLst/>
                <a:uFillTx/>
                <a:latin typeface="SRH Headline"/>
              </a:rPr>
              <a:t>Fifth Outline Level</a:t>
            </a:r>
            <a:endParaRPr lang="de-DE" sz="1800" b="1" u="none" strike="noStrike">
              <a:solidFill>
                <a:schemeClr val="dk1"/>
              </a:solidFill>
              <a:effectLst/>
              <a:uFillTx/>
              <a:latin typeface="SRH Headline"/>
            </a:endParaRPr>
          </a:p>
          <a:p>
            <a:pPr marL="2286000" lvl="5" indent="-216000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SRH Headline"/>
              </a:rPr>
              <a:t>Sixth Outline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SRH Headline"/>
            </a:endParaRPr>
          </a:p>
          <a:p>
            <a:pPr marL="2743200" lvl="6" indent="-216000" algn="l" defTabSz="914400">
              <a:lnSpc>
                <a:spcPct val="98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800" b="1" u="none" strike="noStrike">
                <a:solidFill>
                  <a:schemeClr val="accent1"/>
                </a:solidFill>
                <a:effectLst/>
                <a:uFillTx/>
                <a:latin typeface="SRH Headline"/>
              </a:rPr>
              <a:t>Seventh Outline Level</a:t>
            </a:r>
            <a:endParaRPr lang="de-DE" sz="1800" b="1" u="none" strike="noStrike">
              <a:solidFill>
                <a:schemeClr val="accent1"/>
              </a:solidFill>
              <a:effectLst/>
              <a:uFillTx/>
              <a:latin typeface="SRH Headline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abelle auf warm gre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Freihandform: Form 11"/>
          <p:cNvSpPr/>
          <p:nvPr/>
        </p:nvSpPr>
        <p:spPr>
          <a:xfrm>
            <a:off x="10878840" y="361440"/>
            <a:ext cx="944640" cy="730080"/>
          </a:xfrm>
          <a:custGeom>
            <a:avLst/>
            <a:gdLst>
              <a:gd name="textAreaLeft" fmla="*/ 0 w 944640"/>
              <a:gd name="textAreaRight" fmla="*/ 341299800 w 944640"/>
              <a:gd name="textAreaTop" fmla="*/ 0 h 730080"/>
              <a:gd name="textAreaBottom" fmla="*/ 264033000 h 730080"/>
            </a:gdLst>
            <a:ahLst/>
            <a:cxnLst/>
            <a:rect l="textAreaLeft" t="textAreaTop" r="textAreaRight" b="textAreaBottom"/>
            <a:pathLst>
              <a:path w="948055" h="733425">
                <a:moveTo>
                  <a:pt x="619721" y="598726"/>
                </a:moveTo>
                <a:lnTo>
                  <a:pt x="708150" y="598726"/>
                </a:lnTo>
                <a:lnTo>
                  <a:pt x="708150" y="174"/>
                </a:lnTo>
                <a:lnTo>
                  <a:pt x="619721" y="174"/>
                </a:lnTo>
                <a:lnTo>
                  <a:pt x="619721" y="598726"/>
                </a:lnTo>
                <a:close/>
                <a:moveTo>
                  <a:pt x="811583" y="196858"/>
                </a:moveTo>
                <a:cubicBezTo>
                  <a:pt x="794961" y="196049"/>
                  <a:pt x="774271" y="196858"/>
                  <a:pt x="753582" y="199293"/>
                </a:cubicBezTo>
                <a:lnTo>
                  <a:pt x="753582" y="281173"/>
                </a:lnTo>
                <a:cubicBezTo>
                  <a:pt x="831456" y="281173"/>
                  <a:pt x="859851" y="292576"/>
                  <a:pt x="859851" y="364713"/>
                </a:cubicBezTo>
                <a:lnTo>
                  <a:pt x="859851" y="598726"/>
                </a:lnTo>
                <a:lnTo>
                  <a:pt x="948279" y="598726"/>
                </a:lnTo>
                <a:lnTo>
                  <a:pt x="948279" y="353792"/>
                </a:lnTo>
                <a:cubicBezTo>
                  <a:pt x="948279" y="263364"/>
                  <a:pt x="896768" y="200102"/>
                  <a:pt x="811583" y="196858"/>
                </a:cubicBezTo>
                <a:close/>
                <a:moveTo>
                  <a:pt x="208715" y="199693"/>
                </a:moveTo>
                <a:cubicBezTo>
                  <a:pt x="114600" y="204562"/>
                  <a:pt x="72827" y="267010"/>
                  <a:pt x="72827" y="366365"/>
                </a:cubicBezTo>
                <a:lnTo>
                  <a:pt x="72827" y="566720"/>
                </a:lnTo>
                <a:cubicBezTo>
                  <a:pt x="72827" y="625122"/>
                  <a:pt x="61054" y="650267"/>
                  <a:pt x="224" y="651483"/>
                </a:cubicBezTo>
                <a:lnTo>
                  <a:pt x="224" y="732542"/>
                </a:lnTo>
                <a:cubicBezTo>
                  <a:pt x="7522" y="733765"/>
                  <a:pt x="19282" y="733765"/>
                  <a:pt x="25368" y="733352"/>
                </a:cubicBezTo>
                <a:cubicBezTo>
                  <a:pt x="119871" y="727681"/>
                  <a:pt x="161249" y="664825"/>
                  <a:pt x="161249" y="566687"/>
                </a:cubicBezTo>
                <a:lnTo>
                  <a:pt x="161249" y="366332"/>
                </a:lnTo>
                <a:cubicBezTo>
                  <a:pt x="161249" y="307529"/>
                  <a:pt x="172206" y="282792"/>
                  <a:pt x="233451" y="281582"/>
                </a:cubicBezTo>
                <a:lnTo>
                  <a:pt x="233451" y="200102"/>
                </a:lnTo>
                <a:cubicBezTo>
                  <a:pt x="226555" y="199293"/>
                  <a:pt x="214795" y="199293"/>
                  <a:pt x="208715" y="199693"/>
                </a:cubicBezTo>
                <a:close/>
                <a:moveTo>
                  <a:pt x="480068" y="199693"/>
                </a:moveTo>
                <a:cubicBezTo>
                  <a:pt x="386368" y="204562"/>
                  <a:pt x="344181" y="267417"/>
                  <a:pt x="344181" y="366365"/>
                </a:cubicBezTo>
                <a:lnTo>
                  <a:pt x="344181" y="598726"/>
                </a:lnTo>
                <a:lnTo>
                  <a:pt x="432603" y="598726"/>
                </a:lnTo>
                <a:lnTo>
                  <a:pt x="432603" y="366332"/>
                </a:lnTo>
                <a:cubicBezTo>
                  <a:pt x="432603" y="307930"/>
                  <a:pt x="444375" y="282792"/>
                  <a:pt x="505212" y="281582"/>
                </a:cubicBezTo>
                <a:lnTo>
                  <a:pt x="505212" y="200102"/>
                </a:lnTo>
                <a:cubicBezTo>
                  <a:pt x="497907" y="199293"/>
                  <a:pt x="486148" y="199293"/>
                  <a:pt x="480068" y="199693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216000" lIns="0" tIns="361440" rIns="945000" bIns="1094760" anchor="ctr">
            <a:noAutofit/>
          </a:bodyPr>
          <a:p>
            <a:endParaRPr lang="de-DE" sz="1800" b="0" u="none" strike="noStrike">
              <a:solidFill>
                <a:schemeClr val="dk1"/>
              </a:solidFill>
              <a:effectLst/>
              <a:uFillTx/>
              <a:latin typeface="SRH"/>
            </a:endParaRPr>
          </a:p>
        </p:txBody>
      </p:sp>
      <p:sp>
        <p:nvSpPr>
          <p:cNvPr id="120" name="Rechteck 13"/>
          <p:cNvSpPr/>
          <p:nvPr/>
        </p:nvSpPr>
        <p:spPr>
          <a:xfrm>
            <a:off x="0" y="1405800"/>
            <a:ext cx="12188880" cy="5448960"/>
          </a:xfrm>
          <a:prstGeom prst="rect">
            <a:avLst/>
          </a:prstGeom>
          <a:solidFill>
            <a:srgbClr val="EEED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216000" lIns="90000" tIns="45000" rIns="90000" bIns="45000" anchor="ctr">
            <a:noAutofit/>
          </a:bodyPr>
          <a:p>
            <a:endParaRPr lang="de-DE" sz="1800" b="0" u="none" strike="noStrike">
              <a:solidFill>
                <a:srgbClr val="FFFFFF"/>
              </a:solidFill>
              <a:effectLst/>
              <a:uFillTx/>
              <a:latin typeface="SRH"/>
            </a:endParaRPr>
          </a:p>
        </p:txBody>
      </p:sp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360000" y="358920"/>
            <a:ext cx="9154080" cy="83196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3000" b="1" u="none" strike="noStrike">
                <a:solidFill>
                  <a:schemeClr val="dk1"/>
                </a:solidFill>
                <a:effectLst/>
                <a:uFillTx/>
                <a:latin typeface="SRH Headline"/>
                <a:ea typeface="SRH Headline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3000" b="1" u="none" strike="noStrike">
                <a:solidFill>
                  <a:schemeClr val="dk1"/>
                </a:solidFill>
                <a:effectLst/>
                <a:uFillTx/>
                <a:latin typeface="SRH Headline"/>
                <a:ea typeface="SRH Headline"/>
              </a:rPr>
              <a:t>Mastertitelformat bearbeiten</a:t>
            </a:r>
            <a:endParaRPr lang="de-DE" sz="3000" b="1" u="none" strike="noStrike">
              <a:solidFill>
                <a:schemeClr val="dk1"/>
              </a:solidFill>
              <a:effectLst/>
              <a:uFillTx/>
              <a:latin typeface="SRH Headline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 type="body"/>
          </p:nvPr>
        </p:nvSpPr>
        <p:spPr>
          <a:xfrm>
            <a:off x="360000" y="2873880"/>
            <a:ext cx="9155520" cy="232272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10000"/>
              </a:lnSpc>
              <a:buNone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</a:defRPr>
            </a:lvl1pPr>
            <a:lvl2pPr lvl="1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</a:defRPr>
            </a:lvl2pPr>
            <a:lvl3pPr lvl="2" algn="l" defTabSz="914400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</a:defRPr>
            </a:lvl3pPr>
            <a:lvl4pPr lvl="3" algn="l" defTabSz="914400">
              <a:lnSpc>
                <a:spcPct val="110000"/>
              </a:lnSpc>
              <a:spcBef>
                <a:spcPts val="240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de-DE" sz="1800" b="1" u="none" strike="noStrike">
                <a:solidFill>
                  <a:schemeClr val="accent1"/>
                </a:solidFill>
                <a:effectLst/>
                <a:uFillTx/>
                <a:latin typeface="SRH Text"/>
              </a:defRPr>
            </a:lvl4pPr>
            <a:lvl5pPr lvl="4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800" b="1" u="none" strike="noStrike">
                <a:solidFill>
                  <a:schemeClr val="dk1"/>
                </a:solidFill>
                <a:effectLst/>
                <a:uFillTx/>
                <a:latin typeface="SRH Headline"/>
              </a:defRPr>
            </a:lvl5pPr>
            <a:lvl6pPr lvl="5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SRH Headline"/>
              </a:defRPr>
            </a:lvl6pPr>
            <a:lvl7pPr lvl="6" algn="l" defTabSz="914400">
              <a:lnSpc>
                <a:spcPct val="98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800" b="1" u="none" strike="noStrike">
                <a:solidFill>
                  <a:schemeClr val="accent1"/>
                </a:solidFill>
                <a:effectLst/>
                <a:uFillTx/>
                <a:latin typeface="SRH Headline"/>
              </a:defRPr>
            </a:lvl7pPr>
          </a:lstStyle>
          <a:p>
            <a:pPr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</a:rPr>
              <a:t>Click to edit the outline text format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457200" lvl="1" indent="-324000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</a:rPr>
              <a:t>Second Outline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914400" lvl="2" indent="-288000" algn="l" defTabSz="914400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</a:rPr>
              <a:t>Third Outline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1371600" lvl="3" indent="-216000" algn="l" defTabSz="914400">
              <a:lnSpc>
                <a:spcPct val="110000"/>
              </a:lnSpc>
              <a:spcBef>
                <a:spcPts val="240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1800" b="1" u="none" strike="noStrike">
                <a:solidFill>
                  <a:schemeClr val="accent1"/>
                </a:solidFill>
                <a:effectLst/>
                <a:uFillTx/>
                <a:latin typeface="SRH Text"/>
              </a:rPr>
              <a:t>Fourth Outline Level</a:t>
            </a:r>
            <a:endParaRPr lang="de-DE" sz="1800" b="1" u="none" strike="noStrike">
              <a:solidFill>
                <a:schemeClr val="accent1"/>
              </a:solidFill>
              <a:effectLst/>
              <a:uFillTx/>
              <a:latin typeface="SRH Text"/>
            </a:endParaRPr>
          </a:p>
          <a:p>
            <a:pPr marL="1828800" lvl="4" indent="-216000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800" b="1" u="none" strike="noStrike">
                <a:solidFill>
                  <a:schemeClr val="dk1"/>
                </a:solidFill>
                <a:effectLst/>
                <a:uFillTx/>
                <a:latin typeface="SRH Headline"/>
              </a:rPr>
              <a:t>Fifth Outline Level</a:t>
            </a:r>
            <a:endParaRPr lang="de-DE" sz="1800" b="1" u="none" strike="noStrike">
              <a:solidFill>
                <a:schemeClr val="dk1"/>
              </a:solidFill>
              <a:effectLst/>
              <a:uFillTx/>
              <a:latin typeface="SRH Headline"/>
            </a:endParaRPr>
          </a:p>
          <a:p>
            <a:pPr marL="2286000" lvl="5" indent="-216000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SRH Headline"/>
              </a:rPr>
              <a:t>Sixth Outline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SRH Headline"/>
            </a:endParaRPr>
          </a:p>
          <a:p>
            <a:pPr marL="2743200" lvl="6" indent="-216000" algn="l" defTabSz="914400">
              <a:lnSpc>
                <a:spcPct val="98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800" b="1" u="none" strike="noStrike">
                <a:solidFill>
                  <a:schemeClr val="accent1"/>
                </a:solidFill>
                <a:effectLst/>
                <a:uFillTx/>
                <a:latin typeface="SRH Headline"/>
              </a:rPr>
              <a:t>Seventh Outline Level</a:t>
            </a:r>
            <a:endParaRPr lang="de-DE" sz="1800" b="1" u="none" strike="noStrike">
              <a:solidFill>
                <a:schemeClr val="accent1"/>
              </a:solidFill>
              <a:effectLst/>
              <a:uFillTx/>
              <a:latin typeface="SRH Headline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 type="dt" idx="43"/>
          </p:nvPr>
        </p:nvSpPr>
        <p:spPr>
          <a:xfrm>
            <a:off x="367560" y="6356520"/>
            <a:ext cx="87120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CA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CA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 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PlaceHolder 4"/>
          <p:cNvSpPr>
            <a:spLocks noGrp="1"/>
          </p:cNvSpPr>
          <p:nvPr>
            <p:ph type="ftr" idx="44"/>
          </p:nvPr>
        </p:nvSpPr>
        <p:spPr>
          <a:xfrm>
            <a:off x="1319400" y="6356520"/>
            <a:ext cx="649296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 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PlaceHolder 5"/>
          <p:cNvSpPr>
            <a:spLocks noGrp="1"/>
          </p:cNvSpPr>
          <p:nvPr>
            <p:ph type="sldNum" idx="45"/>
          </p:nvPr>
        </p:nvSpPr>
        <p:spPr>
          <a:xfrm>
            <a:off x="11146680" y="6365160"/>
            <a:ext cx="67680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55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9214850-36FD-4E31-99F1-E8AC5E0B1735}" type="slidenum">
              <a:rPr lang="de-DE" sz="155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3</a:t>
            </a:fld>
            <a:endParaRPr lang="en-US" sz="1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PlaceHolder 6"/>
          <p:cNvSpPr>
            <a:spLocks noGrp="1"/>
          </p:cNvSpPr>
          <p:nvPr>
            <p:ph type="body"/>
          </p:nvPr>
        </p:nvSpPr>
        <p:spPr>
          <a:xfrm>
            <a:off x="360000" y="1728000"/>
            <a:ext cx="9155520" cy="77796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10000"/>
              </a:lnSpc>
              <a:buNone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</a:defRPr>
            </a:lvl1pPr>
            <a:lvl2pPr lvl="1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</a:defRPr>
            </a:lvl2pPr>
            <a:lvl3pPr lvl="2" algn="l" defTabSz="914400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</a:defRPr>
            </a:lvl3pPr>
            <a:lvl4pPr lvl="3" algn="l" defTabSz="914400">
              <a:lnSpc>
                <a:spcPct val="110000"/>
              </a:lnSpc>
              <a:spcBef>
                <a:spcPts val="240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de-DE" sz="1800" b="1" u="none" strike="noStrike">
                <a:solidFill>
                  <a:schemeClr val="accent1"/>
                </a:solidFill>
                <a:effectLst/>
                <a:uFillTx/>
                <a:latin typeface="SRH Text"/>
              </a:defRPr>
            </a:lvl4pPr>
            <a:lvl5pPr lvl="4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800" b="1" u="none" strike="noStrike">
                <a:solidFill>
                  <a:schemeClr val="dk1"/>
                </a:solidFill>
                <a:effectLst/>
                <a:uFillTx/>
                <a:latin typeface="SRH Headline"/>
              </a:defRPr>
            </a:lvl5pPr>
            <a:lvl6pPr lvl="5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SRH Headline"/>
              </a:defRPr>
            </a:lvl6pPr>
            <a:lvl7pPr lvl="6" algn="l" defTabSz="914400">
              <a:lnSpc>
                <a:spcPct val="98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800" b="1" u="none" strike="noStrike">
                <a:solidFill>
                  <a:schemeClr val="accent1"/>
                </a:solidFill>
                <a:effectLst/>
                <a:uFillTx/>
                <a:latin typeface="SRH Headline"/>
              </a:defRPr>
            </a:lvl7pPr>
          </a:lstStyle>
          <a:p>
            <a:pPr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</a:rPr>
              <a:t>Click to edit the outline text format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457200" lvl="1" indent="-324000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</a:rPr>
              <a:t>Second Outline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914400" lvl="2" indent="-288000" algn="l" defTabSz="914400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</a:rPr>
              <a:t>Third Outline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1371600" lvl="3" indent="-216000" algn="l" defTabSz="914400">
              <a:lnSpc>
                <a:spcPct val="110000"/>
              </a:lnSpc>
              <a:spcBef>
                <a:spcPts val="240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1800" b="1" u="none" strike="noStrike">
                <a:solidFill>
                  <a:schemeClr val="accent1"/>
                </a:solidFill>
                <a:effectLst/>
                <a:uFillTx/>
                <a:latin typeface="SRH Text"/>
              </a:rPr>
              <a:t>Fourth Outline Level</a:t>
            </a:r>
            <a:endParaRPr lang="de-DE" sz="1800" b="1" u="none" strike="noStrike">
              <a:solidFill>
                <a:schemeClr val="accent1"/>
              </a:solidFill>
              <a:effectLst/>
              <a:uFillTx/>
              <a:latin typeface="SRH Text"/>
            </a:endParaRPr>
          </a:p>
          <a:p>
            <a:pPr marL="1828800" lvl="4" indent="-216000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800" b="1" u="none" strike="noStrike">
                <a:solidFill>
                  <a:schemeClr val="dk1"/>
                </a:solidFill>
                <a:effectLst/>
                <a:uFillTx/>
                <a:latin typeface="SRH Headline"/>
              </a:rPr>
              <a:t>Fifth Outline Level</a:t>
            </a:r>
            <a:endParaRPr lang="de-DE" sz="1800" b="1" u="none" strike="noStrike">
              <a:solidFill>
                <a:schemeClr val="dk1"/>
              </a:solidFill>
              <a:effectLst/>
              <a:uFillTx/>
              <a:latin typeface="SRH Headline"/>
            </a:endParaRPr>
          </a:p>
          <a:p>
            <a:pPr marL="2286000" lvl="5" indent="-216000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SRH Headline"/>
              </a:rPr>
              <a:t>Sixth Outline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SRH Headline"/>
            </a:endParaRPr>
          </a:p>
          <a:p>
            <a:pPr marL="2743200" lvl="6" indent="-216000" algn="l" defTabSz="914400">
              <a:lnSpc>
                <a:spcPct val="98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800" b="1" u="none" strike="noStrike">
                <a:solidFill>
                  <a:schemeClr val="accent1"/>
                </a:solidFill>
                <a:effectLst/>
                <a:uFillTx/>
                <a:latin typeface="SRH Headline"/>
              </a:rPr>
              <a:t>Seventh Outline Level</a:t>
            </a:r>
            <a:endParaRPr lang="de-DE" sz="1800" b="1" u="none" strike="noStrike">
              <a:solidFill>
                <a:schemeClr val="accent1"/>
              </a:solidFill>
              <a:effectLst/>
              <a:uFillTx/>
              <a:latin typeface="SRH Headline"/>
            </a:endParaRPr>
          </a:p>
        </p:txBody>
      </p:sp>
      <p:sp>
        <p:nvSpPr>
          <p:cNvPr id="127" name="PlaceHolder 7"/>
          <p:cNvSpPr>
            <a:spLocks noGrp="1"/>
          </p:cNvSpPr>
          <p:nvPr>
            <p:ph type="body"/>
          </p:nvPr>
        </p:nvSpPr>
        <p:spPr>
          <a:xfrm>
            <a:off x="360000" y="5463720"/>
            <a:ext cx="9155520" cy="4914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b">
            <a:noAutofit/>
          </a:bodyPr>
          <a:lstStyle>
            <a:lvl1pPr indent="0" algn="l" defTabSz="914400">
              <a:lnSpc>
                <a:spcPct val="11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defRPr>
            </a:lvl1pPr>
          </a:lstStyle>
          <a:p>
            <a:pPr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rPr>
              <a:t>Mastertextformat bearbeiten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Gliederung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Freihandform: Form 11"/>
          <p:cNvSpPr/>
          <p:nvPr/>
        </p:nvSpPr>
        <p:spPr>
          <a:xfrm>
            <a:off x="10878840" y="361440"/>
            <a:ext cx="944640" cy="730080"/>
          </a:xfrm>
          <a:custGeom>
            <a:avLst/>
            <a:gdLst>
              <a:gd name="textAreaLeft" fmla="*/ 0 w 944640"/>
              <a:gd name="textAreaRight" fmla="*/ 341299800 w 944640"/>
              <a:gd name="textAreaTop" fmla="*/ 0 h 730080"/>
              <a:gd name="textAreaBottom" fmla="*/ 264033000 h 730080"/>
            </a:gdLst>
            <a:ahLst/>
            <a:cxnLst/>
            <a:rect l="textAreaLeft" t="textAreaTop" r="textAreaRight" b="textAreaBottom"/>
            <a:pathLst>
              <a:path w="948055" h="733425">
                <a:moveTo>
                  <a:pt x="619721" y="598726"/>
                </a:moveTo>
                <a:lnTo>
                  <a:pt x="708150" y="598726"/>
                </a:lnTo>
                <a:lnTo>
                  <a:pt x="708150" y="174"/>
                </a:lnTo>
                <a:lnTo>
                  <a:pt x="619721" y="174"/>
                </a:lnTo>
                <a:lnTo>
                  <a:pt x="619721" y="598726"/>
                </a:lnTo>
                <a:close/>
                <a:moveTo>
                  <a:pt x="811583" y="196858"/>
                </a:moveTo>
                <a:cubicBezTo>
                  <a:pt x="794961" y="196049"/>
                  <a:pt x="774271" y="196858"/>
                  <a:pt x="753582" y="199293"/>
                </a:cubicBezTo>
                <a:lnTo>
                  <a:pt x="753582" y="281173"/>
                </a:lnTo>
                <a:cubicBezTo>
                  <a:pt x="831456" y="281173"/>
                  <a:pt x="859851" y="292576"/>
                  <a:pt x="859851" y="364713"/>
                </a:cubicBezTo>
                <a:lnTo>
                  <a:pt x="859851" y="598726"/>
                </a:lnTo>
                <a:lnTo>
                  <a:pt x="948279" y="598726"/>
                </a:lnTo>
                <a:lnTo>
                  <a:pt x="948279" y="353792"/>
                </a:lnTo>
                <a:cubicBezTo>
                  <a:pt x="948279" y="263364"/>
                  <a:pt x="896768" y="200102"/>
                  <a:pt x="811583" y="196858"/>
                </a:cubicBezTo>
                <a:close/>
                <a:moveTo>
                  <a:pt x="208715" y="199693"/>
                </a:moveTo>
                <a:cubicBezTo>
                  <a:pt x="114600" y="204562"/>
                  <a:pt x="72827" y="267010"/>
                  <a:pt x="72827" y="366365"/>
                </a:cubicBezTo>
                <a:lnTo>
                  <a:pt x="72827" y="566720"/>
                </a:lnTo>
                <a:cubicBezTo>
                  <a:pt x="72827" y="625122"/>
                  <a:pt x="61054" y="650267"/>
                  <a:pt x="224" y="651483"/>
                </a:cubicBezTo>
                <a:lnTo>
                  <a:pt x="224" y="732542"/>
                </a:lnTo>
                <a:cubicBezTo>
                  <a:pt x="7522" y="733765"/>
                  <a:pt x="19282" y="733765"/>
                  <a:pt x="25368" y="733352"/>
                </a:cubicBezTo>
                <a:cubicBezTo>
                  <a:pt x="119871" y="727681"/>
                  <a:pt x="161249" y="664825"/>
                  <a:pt x="161249" y="566687"/>
                </a:cubicBezTo>
                <a:lnTo>
                  <a:pt x="161249" y="366332"/>
                </a:lnTo>
                <a:cubicBezTo>
                  <a:pt x="161249" y="307529"/>
                  <a:pt x="172206" y="282792"/>
                  <a:pt x="233451" y="281582"/>
                </a:cubicBezTo>
                <a:lnTo>
                  <a:pt x="233451" y="200102"/>
                </a:lnTo>
                <a:cubicBezTo>
                  <a:pt x="226555" y="199293"/>
                  <a:pt x="214795" y="199293"/>
                  <a:pt x="208715" y="199693"/>
                </a:cubicBezTo>
                <a:close/>
                <a:moveTo>
                  <a:pt x="480068" y="199693"/>
                </a:moveTo>
                <a:cubicBezTo>
                  <a:pt x="386368" y="204562"/>
                  <a:pt x="344181" y="267417"/>
                  <a:pt x="344181" y="366365"/>
                </a:cubicBezTo>
                <a:lnTo>
                  <a:pt x="344181" y="598726"/>
                </a:lnTo>
                <a:lnTo>
                  <a:pt x="432603" y="598726"/>
                </a:lnTo>
                <a:lnTo>
                  <a:pt x="432603" y="366332"/>
                </a:lnTo>
                <a:cubicBezTo>
                  <a:pt x="432603" y="307930"/>
                  <a:pt x="444375" y="282792"/>
                  <a:pt x="505212" y="281582"/>
                </a:cubicBezTo>
                <a:lnTo>
                  <a:pt x="505212" y="200102"/>
                </a:lnTo>
                <a:cubicBezTo>
                  <a:pt x="497907" y="199293"/>
                  <a:pt x="486148" y="199293"/>
                  <a:pt x="480068" y="199693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216000" lIns="0" tIns="361440" rIns="945000" bIns="1094760" anchor="ctr">
            <a:noAutofit/>
          </a:bodyPr>
          <a:p>
            <a:endParaRPr lang="de-DE" sz="1800" b="0" u="none" strike="noStrike">
              <a:solidFill>
                <a:schemeClr val="dk1"/>
              </a:solidFill>
              <a:effectLst/>
              <a:uFillTx/>
              <a:latin typeface="SRH"/>
            </a:endParaRPr>
          </a:p>
        </p:txBody>
      </p:sp>
      <p:sp>
        <p:nvSpPr>
          <p:cNvPr id="129" name="Logo-Fragment"/>
          <p:cNvSpPr/>
          <p:nvPr/>
        </p:nvSpPr>
        <p:spPr>
          <a:xfrm>
            <a:off x="8202960" y="2802240"/>
            <a:ext cx="3985920" cy="4052520"/>
          </a:xfrm>
          <a:custGeom>
            <a:avLst/>
            <a:gdLst>
              <a:gd name="textAreaLeft" fmla="*/ 0 w 3985920"/>
              <a:gd name="textAreaRight" fmla="*/ 1436065200 w 3985920"/>
              <a:gd name="textAreaTop" fmla="*/ 0 h 4052520"/>
              <a:gd name="textAreaBottom" fmla="*/ 1460068200 h 4052520"/>
            </a:gdLst>
            <a:ahLst/>
            <a:cxnLst/>
            <a:rect l="textAreaLeft" t="textAreaTop" r="textAreaRight" b="textAreaBottom"/>
            <a:pathLst>
              <a:path w="3989070" h="4055745">
                <a:moveTo>
                  <a:pt x="3989070" y="0"/>
                </a:moveTo>
                <a:lnTo>
                  <a:pt x="3989070" y="2389210"/>
                </a:lnTo>
                <a:lnTo>
                  <a:pt x="3858387" y="2411148"/>
                </a:lnTo>
                <a:cubicBezTo>
                  <a:pt x="2993291" y="2575305"/>
                  <a:pt x="2647844" y="3036008"/>
                  <a:pt x="2529189" y="3871779"/>
                </a:cubicBezTo>
                <a:lnTo>
                  <a:pt x="2507884" y="4055745"/>
                </a:lnTo>
                <a:lnTo>
                  <a:pt x="0" y="4055745"/>
                </a:lnTo>
                <a:lnTo>
                  <a:pt x="22941" y="3788838"/>
                </a:lnTo>
                <a:cubicBezTo>
                  <a:pt x="290726" y="1521853"/>
                  <a:pt x="1510279" y="126892"/>
                  <a:pt x="3884935" y="4661"/>
                </a:cubicBezTo>
                <a:cubicBezTo>
                  <a:pt x="3906842" y="3232"/>
                  <a:pt x="3931308" y="1982"/>
                  <a:pt x="3957741" y="932"/>
                </a:cubicBezTo>
                <a:close/>
              </a:path>
            </a:pathLst>
          </a:custGeom>
          <a:solidFill>
            <a:srgbClr val="EEED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216000" lIns="0" tIns="2802240" rIns="3986280" bIns="6858000" anchor="ctr">
            <a:noAutofit/>
          </a:bodyPr>
          <a:p>
            <a:endParaRPr lang="de-DE" sz="1800" b="0" u="none" strike="noStrike">
              <a:solidFill>
                <a:schemeClr val="dk1"/>
              </a:solidFill>
              <a:effectLst/>
              <a:uFillTx/>
              <a:latin typeface="SRH"/>
            </a:endParaRPr>
          </a:p>
        </p:txBody>
      </p:sp>
      <p:sp>
        <p:nvSpPr>
          <p:cNvPr id="130" name="PlaceHolder 1"/>
          <p:cNvSpPr>
            <a:spLocks noGrp="1"/>
          </p:cNvSpPr>
          <p:nvPr>
            <p:ph type="sldNum" idx="46"/>
          </p:nvPr>
        </p:nvSpPr>
        <p:spPr>
          <a:xfrm>
            <a:off x="11146680" y="6365160"/>
            <a:ext cx="67680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55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642CCB2-72B4-4EF6-958C-7E6D22061CA4}" type="slidenum">
              <a:rPr lang="de-DE" sz="155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3</a:t>
            </a:fld>
            <a:endParaRPr lang="en-US" sz="1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 type="ftr" idx="47"/>
          </p:nvPr>
        </p:nvSpPr>
        <p:spPr>
          <a:xfrm>
            <a:off x="1319400" y="6356520"/>
            <a:ext cx="649296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 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 type="dt" idx="48"/>
          </p:nvPr>
        </p:nvSpPr>
        <p:spPr>
          <a:xfrm>
            <a:off x="367560" y="6356520"/>
            <a:ext cx="87120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CA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CA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 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PlaceHolder 4"/>
          <p:cNvSpPr>
            <a:spLocks noGrp="1"/>
          </p:cNvSpPr>
          <p:nvPr>
            <p:ph type="body"/>
          </p:nvPr>
        </p:nvSpPr>
        <p:spPr>
          <a:xfrm>
            <a:off x="6773400" y="4853880"/>
            <a:ext cx="5050080" cy="69768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t">
            <a:noAutofit/>
          </a:bodyPr>
          <a:lstStyle>
            <a:lvl1pPr indent="0" algn="l" defTabSz="914400">
              <a:lnSpc>
                <a:spcPct val="94000"/>
              </a:lnSpc>
              <a:buNone/>
              <a:tabLst>
                <a:tab pos="0" algn="l"/>
              </a:tabLst>
              <a:defRPr lang="de-DE" sz="2000" b="1" u="none" strike="noStrike">
                <a:solidFill>
                  <a:schemeClr val="accent1"/>
                </a:solidFill>
                <a:effectLst/>
                <a:uFillTx/>
                <a:latin typeface="SRH Text"/>
                <a:ea typeface="SRH Text"/>
              </a:defRPr>
            </a:lvl1pPr>
            <a:lvl2pPr indent="0" algn="l" defTabSz="914400">
              <a:lnSpc>
                <a:spcPct val="94000"/>
              </a:lnSpc>
              <a:buNone/>
              <a:tabLst>
                <a:tab pos="0" algn="l"/>
              </a:tabLst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defRPr>
            </a:lvl2pPr>
          </a:lstStyle>
          <a:p>
            <a:pPr indent="0" algn="l" defTabSz="914400">
              <a:lnSpc>
                <a:spcPct val="94000"/>
              </a:lnSpc>
              <a:buNone/>
              <a:tabLst>
                <a:tab pos="0" algn="l"/>
              </a:tabLst>
            </a:pPr>
            <a:r>
              <a:rPr lang="de-DE" sz="2000" b="1" u="none" strike="noStrike">
                <a:solidFill>
                  <a:schemeClr val="accent1"/>
                </a:solidFill>
                <a:effectLst/>
                <a:uFillTx/>
                <a:latin typeface="SRH Text"/>
                <a:ea typeface="SRH Text"/>
              </a:rPr>
              <a:t>Thema</a:t>
            </a:r>
            <a:endParaRPr lang="de-DE" sz="2000" b="1" u="none" strike="noStrike">
              <a:solidFill>
                <a:schemeClr val="accent1"/>
              </a:solidFill>
              <a:effectLst/>
              <a:uFillTx/>
              <a:latin typeface="SRH Text"/>
            </a:endParaRPr>
          </a:p>
          <a:p>
            <a:pPr indent="0" algn="l" defTabSz="914400">
              <a:lnSpc>
                <a:spcPct val="94000"/>
              </a:lnSpc>
              <a:buNone/>
              <a:tabLst>
                <a:tab pos="0" algn="l"/>
              </a:tabLst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rPr>
              <a:t>Beschreibung</a:t>
            </a:r>
            <a:endParaRPr lang="de-DE" sz="2000" b="1" u="none" strike="noStrike">
              <a:solidFill>
                <a:schemeClr val="accent1"/>
              </a:solidFill>
              <a:effectLst/>
              <a:uFillTx/>
              <a:latin typeface="SRH Text"/>
            </a:endParaRPr>
          </a:p>
        </p:txBody>
      </p:sp>
      <p:sp>
        <p:nvSpPr>
          <p:cNvPr id="134" name="PlaceHolder 5"/>
          <p:cNvSpPr>
            <a:spLocks noGrp="1"/>
          </p:cNvSpPr>
          <p:nvPr>
            <p:ph type="body"/>
          </p:nvPr>
        </p:nvSpPr>
        <p:spPr>
          <a:xfrm>
            <a:off x="6275880" y="4853880"/>
            <a:ext cx="423000" cy="69768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t">
            <a:noAutofit/>
          </a:bodyPr>
          <a:lstStyle>
            <a:lvl1pPr indent="0" algn="l" defTabSz="914400">
              <a:lnSpc>
                <a:spcPct val="94000"/>
              </a:lnSpc>
              <a:buNone/>
              <a:tabLst>
                <a:tab pos="0" algn="l"/>
              </a:tabLst>
              <a:defRPr lang="de-DE" sz="2000" b="1" u="none" strike="noStrike">
                <a:solidFill>
                  <a:schemeClr val="accent1"/>
                </a:solidFill>
                <a:effectLst/>
                <a:uFillTx/>
                <a:latin typeface="SRH Text"/>
                <a:ea typeface="SRH Text"/>
              </a:defRPr>
            </a:lvl1pPr>
          </a:lstStyle>
          <a:p>
            <a:pPr indent="0" algn="l" defTabSz="914400">
              <a:lnSpc>
                <a:spcPct val="94000"/>
              </a:lnSpc>
              <a:buNone/>
              <a:tabLst>
                <a:tab pos="0" algn="l"/>
              </a:tabLst>
            </a:pPr>
            <a:r>
              <a:rPr lang="de-DE" sz="2000" b="1" u="none" strike="noStrike">
                <a:solidFill>
                  <a:schemeClr val="accent1"/>
                </a:solidFill>
                <a:effectLst/>
                <a:uFillTx/>
                <a:latin typeface="SRH Text"/>
                <a:ea typeface="SRH Text"/>
              </a:rPr>
              <a:t>00</a:t>
            </a:r>
            <a:endParaRPr lang="de-DE" sz="2000" b="1" u="none" strike="noStrike">
              <a:solidFill>
                <a:schemeClr val="accent1"/>
              </a:solidFill>
              <a:effectLst/>
              <a:uFillTx/>
              <a:latin typeface="SRH Text"/>
            </a:endParaRPr>
          </a:p>
        </p:txBody>
      </p:sp>
      <p:sp>
        <p:nvSpPr>
          <p:cNvPr id="135" name="PlaceHolder 6"/>
          <p:cNvSpPr>
            <a:spLocks noGrp="1"/>
          </p:cNvSpPr>
          <p:nvPr>
            <p:ph type="body"/>
          </p:nvPr>
        </p:nvSpPr>
        <p:spPr>
          <a:xfrm>
            <a:off x="6773400" y="4073040"/>
            <a:ext cx="5050080" cy="69732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t">
            <a:noAutofit/>
          </a:bodyPr>
          <a:lstStyle>
            <a:lvl1pPr indent="0" algn="l" defTabSz="914400">
              <a:lnSpc>
                <a:spcPct val="94000"/>
              </a:lnSpc>
              <a:buNone/>
              <a:tabLst>
                <a:tab pos="0" algn="l"/>
              </a:tabLst>
              <a:defRPr lang="de-DE" sz="2000" b="1" u="none" strike="noStrike">
                <a:solidFill>
                  <a:schemeClr val="accent1"/>
                </a:solidFill>
                <a:effectLst/>
                <a:uFillTx/>
                <a:latin typeface="SRH Text"/>
                <a:ea typeface="SRH Text"/>
              </a:defRPr>
            </a:lvl1pPr>
            <a:lvl2pPr indent="0" algn="l" defTabSz="914400">
              <a:lnSpc>
                <a:spcPct val="94000"/>
              </a:lnSpc>
              <a:buNone/>
              <a:tabLst>
                <a:tab pos="0" algn="l"/>
              </a:tabLst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defRPr>
            </a:lvl2pPr>
          </a:lstStyle>
          <a:p>
            <a:pPr indent="0" algn="l" defTabSz="914400">
              <a:lnSpc>
                <a:spcPct val="94000"/>
              </a:lnSpc>
              <a:buNone/>
              <a:tabLst>
                <a:tab pos="0" algn="l"/>
              </a:tabLst>
            </a:pPr>
            <a:r>
              <a:rPr lang="de-DE" sz="2000" b="1" u="none" strike="noStrike">
                <a:solidFill>
                  <a:schemeClr val="accent1"/>
                </a:solidFill>
                <a:effectLst/>
                <a:uFillTx/>
                <a:latin typeface="SRH Text"/>
                <a:ea typeface="SRH Text"/>
              </a:rPr>
              <a:t>Thema</a:t>
            </a:r>
            <a:endParaRPr lang="de-DE" sz="2000" b="1" u="none" strike="noStrike">
              <a:solidFill>
                <a:schemeClr val="accent1"/>
              </a:solidFill>
              <a:effectLst/>
              <a:uFillTx/>
              <a:latin typeface="SRH Text"/>
            </a:endParaRPr>
          </a:p>
          <a:p>
            <a:pPr indent="0" algn="l" defTabSz="914400">
              <a:lnSpc>
                <a:spcPct val="94000"/>
              </a:lnSpc>
              <a:buNone/>
              <a:tabLst>
                <a:tab pos="0" algn="l"/>
              </a:tabLst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rPr>
              <a:t>Beschreibung</a:t>
            </a:r>
            <a:endParaRPr lang="de-DE" sz="2000" b="1" u="none" strike="noStrike">
              <a:solidFill>
                <a:schemeClr val="accent1"/>
              </a:solidFill>
              <a:effectLst/>
              <a:uFillTx/>
              <a:latin typeface="SRH Text"/>
            </a:endParaRPr>
          </a:p>
        </p:txBody>
      </p:sp>
      <p:sp>
        <p:nvSpPr>
          <p:cNvPr id="136" name="PlaceHolder 7"/>
          <p:cNvSpPr>
            <a:spLocks noGrp="1"/>
          </p:cNvSpPr>
          <p:nvPr>
            <p:ph type="body"/>
          </p:nvPr>
        </p:nvSpPr>
        <p:spPr>
          <a:xfrm>
            <a:off x="6275880" y="4073040"/>
            <a:ext cx="423000" cy="69732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t">
            <a:noAutofit/>
          </a:bodyPr>
          <a:lstStyle>
            <a:lvl1pPr indent="0" algn="l" defTabSz="914400">
              <a:lnSpc>
                <a:spcPct val="94000"/>
              </a:lnSpc>
              <a:buNone/>
              <a:tabLst>
                <a:tab pos="0" algn="l"/>
              </a:tabLst>
              <a:defRPr lang="de-DE" sz="2000" b="1" u="none" strike="noStrike">
                <a:solidFill>
                  <a:schemeClr val="accent1"/>
                </a:solidFill>
                <a:effectLst/>
                <a:uFillTx/>
                <a:latin typeface="SRH Text"/>
                <a:ea typeface="SRH Text"/>
              </a:defRPr>
            </a:lvl1pPr>
          </a:lstStyle>
          <a:p>
            <a:pPr indent="0" algn="l" defTabSz="914400">
              <a:lnSpc>
                <a:spcPct val="94000"/>
              </a:lnSpc>
              <a:buNone/>
              <a:tabLst>
                <a:tab pos="0" algn="l"/>
              </a:tabLst>
            </a:pPr>
            <a:r>
              <a:rPr lang="de-DE" sz="2000" b="1" u="none" strike="noStrike">
                <a:solidFill>
                  <a:schemeClr val="accent1"/>
                </a:solidFill>
                <a:effectLst/>
                <a:uFillTx/>
                <a:latin typeface="SRH Text"/>
                <a:ea typeface="SRH Text"/>
              </a:rPr>
              <a:t>00</a:t>
            </a:r>
            <a:endParaRPr lang="de-DE" sz="2000" b="1" u="none" strike="noStrike">
              <a:solidFill>
                <a:schemeClr val="accent1"/>
              </a:solidFill>
              <a:effectLst/>
              <a:uFillTx/>
              <a:latin typeface="SRH Text"/>
            </a:endParaRPr>
          </a:p>
        </p:txBody>
      </p:sp>
      <p:sp>
        <p:nvSpPr>
          <p:cNvPr id="137" name="PlaceHolder 8"/>
          <p:cNvSpPr>
            <a:spLocks noGrp="1"/>
          </p:cNvSpPr>
          <p:nvPr>
            <p:ph type="body"/>
          </p:nvPr>
        </p:nvSpPr>
        <p:spPr>
          <a:xfrm>
            <a:off x="6773400" y="3291120"/>
            <a:ext cx="5050080" cy="69732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t">
            <a:noAutofit/>
          </a:bodyPr>
          <a:lstStyle>
            <a:lvl1pPr indent="0" algn="l" defTabSz="914400">
              <a:lnSpc>
                <a:spcPct val="94000"/>
              </a:lnSpc>
              <a:buNone/>
              <a:tabLst>
                <a:tab pos="0" algn="l"/>
              </a:tabLst>
              <a:defRPr lang="de-DE" sz="2000" b="1" u="none" strike="noStrike">
                <a:solidFill>
                  <a:schemeClr val="accent1"/>
                </a:solidFill>
                <a:effectLst/>
                <a:uFillTx/>
                <a:latin typeface="SRH Text"/>
                <a:ea typeface="SRH Text"/>
              </a:defRPr>
            </a:lvl1pPr>
            <a:lvl2pPr indent="0" algn="l" defTabSz="914400">
              <a:lnSpc>
                <a:spcPct val="94000"/>
              </a:lnSpc>
              <a:buNone/>
              <a:tabLst>
                <a:tab pos="0" algn="l"/>
              </a:tabLst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defRPr>
            </a:lvl2pPr>
          </a:lstStyle>
          <a:p>
            <a:pPr indent="0" algn="l" defTabSz="914400">
              <a:lnSpc>
                <a:spcPct val="94000"/>
              </a:lnSpc>
              <a:buNone/>
              <a:tabLst>
                <a:tab pos="0" algn="l"/>
              </a:tabLst>
            </a:pPr>
            <a:r>
              <a:rPr lang="de-DE" sz="2000" b="1" u="none" strike="noStrike">
                <a:solidFill>
                  <a:schemeClr val="accent1"/>
                </a:solidFill>
                <a:effectLst/>
                <a:uFillTx/>
                <a:latin typeface="SRH Text"/>
                <a:ea typeface="SRH Text"/>
              </a:rPr>
              <a:t>Thema</a:t>
            </a:r>
            <a:endParaRPr lang="de-DE" sz="2000" b="1" u="none" strike="noStrike">
              <a:solidFill>
                <a:schemeClr val="accent1"/>
              </a:solidFill>
              <a:effectLst/>
              <a:uFillTx/>
              <a:latin typeface="SRH Text"/>
            </a:endParaRPr>
          </a:p>
          <a:p>
            <a:pPr indent="0" algn="l" defTabSz="914400">
              <a:lnSpc>
                <a:spcPct val="94000"/>
              </a:lnSpc>
              <a:buNone/>
              <a:tabLst>
                <a:tab pos="0" algn="l"/>
              </a:tabLst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rPr>
              <a:t>Beschreibung</a:t>
            </a:r>
            <a:endParaRPr lang="de-DE" sz="2000" b="1" u="none" strike="noStrike">
              <a:solidFill>
                <a:schemeClr val="accent1"/>
              </a:solidFill>
              <a:effectLst/>
              <a:uFillTx/>
              <a:latin typeface="SRH Text"/>
            </a:endParaRPr>
          </a:p>
        </p:txBody>
      </p:sp>
      <p:sp>
        <p:nvSpPr>
          <p:cNvPr id="138" name="PlaceHolder 9"/>
          <p:cNvSpPr>
            <a:spLocks noGrp="1"/>
          </p:cNvSpPr>
          <p:nvPr>
            <p:ph type="body"/>
          </p:nvPr>
        </p:nvSpPr>
        <p:spPr>
          <a:xfrm>
            <a:off x="6275880" y="3291120"/>
            <a:ext cx="423000" cy="69732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t">
            <a:noAutofit/>
          </a:bodyPr>
          <a:lstStyle>
            <a:lvl1pPr indent="0" algn="l" defTabSz="914400">
              <a:lnSpc>
                <a:spcPct val="94000"/>
              </a:lnSpc>
              <a:buNone/>
              <a:tabLst>
                <a:tab pos="0" algn="l"/>
              </a:tabLst>
              <a:defRPr lang="de-DE" sz="2000" b="1" u="none" strike="noStrike">
                <a:solidFill>
                  <a:schemeClr val="accent1"/>
                </a:solidFill>
                <a:effectLst/>
                <a:uFillTx/>
                <a:latin typeface="SRH Text"/>
                <a:ea typeface="SRH Text"/>
              </a:defRPr>
            </a:lvl1pPr>
          </a:lstStyle>
          <a:p>
            <a:pPr indent="0" algn="l" defTabSz="914400">
              <a:lnSpc>
                <a:spcPct val="94000"/>
              </a:lnSpc>
              <a:buNone/>
              <a:tabLst>
                <a:tab pos="0" algn="l"/>
              </a:tabLst>
            </a:pPr>
            <a:r>
              <a:rPr lang="de-DE" sz="2000" b="1" u="none" strike="noStrike">
                <a:solidFill>
                  <a:schemeClr val="accent1"/>
                </a:solidFill>
                <a:effectLst/>
                <a:uFillTx/>
                <a:latin typeface="SRH Text"/>
                <a:ea typeface="SRH Text"/>
              </a:rPr>
              <a:t>00</a:t>
            </a:r>
            <a:endParaRPr lang="de-DE" sz="2000" b="1" u="none" strike="noStrike">
              <a:solidFill>
                <a:schemeClr val="accent1"/>
              </a:solidFill>
              <a:effectLst/>
              <a:uFillTx/>
              <a:latin typeface="SRH Text"/>
            </a:endParaRPr>
          </a:p>
        </p:txBody>
      </p:sp>
      <p:sp>
        <p:nvSpPr>
          <p:cNvPr id="139" name="PlaceHolder 10"/>
          <p:cNvSpPr>
            <a:spLocks noGrp="1"/>
          </p:cNvSpPr>
          <p:nvPr>
            <p:ph type="body"/>
          </p:nvPr>
        </p:nvSpPr>
        <p:spPr>
          <a:xfrm>
            <a:off x="6773400" y="2509560"/>
            <a:ext cx="5050080" cy="69732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t">
            <a:noAutofit/>
          </a:bodyPr>
          <a:lstStyle>
            <a:lvl1pPr indent="0" algn="l" defTabSz="914400">
              <a:lnSpc>
                <a:spcPct val="94000"/>
              </a:lnSpc>
              <a:buNone/>
              <a:tabLst>
                <a:tab pos="0" algn="l"/>
              </a:tabLst>
              <a:defRPr lang="de-DE" sz="2000" b="1" u="none" strike="noStrike">
                <a:solidFill>
                  <a:schemeClr val="accent1"/>
                </a:solidFill>
                <a:effectLst/>
                <a:uFillTx/>
                <a:latin typeface="SRH Text"/>
                <a:ea typeface="SRH Text"/>
              </a:defRPr>
            </a:lvl1pPr>
            <a:lvl2pPr indent="0" algn="l" defTabSz="914400">
              <a:lnSpc>
                <a:spcPct val="94000"/>
              </a:lnSpc>
              <a:buNone/>
              <a:tabLst>
                <a:tab pos="0" algn="l"/>
              </a:tabLst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defRPr>
            </a:lvl2pPr>
          </a:lstStyle>
          <a:p>
            <a:pPr indent="0" algn="l" defTabSz="914400">
              <a:lnSpc>
                <a:spcPct val="94000"/>
              </a:lnSpc>
              <a:buNone/>
              <a:tabLst>
                <a:tab pos="0" algn="l"/>
              </a:tabLst>
            </a:pPr>
            <a:r>
              <a:rPr lang="de-DE" sz="2000" b="1" u="none" strike="noStrike">
                <a:solidFill>
                  <a:schemeClr val="accent1"/>
                </a:solidFill>
                <a:effectLst/>
                <a:uFillTx/>
                <a:latin typeface="SRH Text"/>
                <a:ea typeface="SRH Text"/>
              </a:rPr>
              <a:t>Thema</a:t>
            </a:r>
            <a:endParaRPr lang="de-DE" sz="2000" b="1" u="none" strike="noStrike">
              <a:solidFill>
                <a:schemeClr val="accent1"/>
              </a:solidFill>
              <a:effectLst/>
              <a:uFillTx/>
              <a:latin typeface="SRH Text"/>
            </a:endParaRPr>
          </a:p>
          <a:p>
            <a:pPr indent="0" algn="l" defTabSz="914400">
              <a:lnSpc>
                <a:spcPct val="94000"/>
              </a:lnSpc>
              <a:buNone/>
              <a:tabLst>
                <a:tab pos="0" algn="l"/>
              </a:tabLst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rPr>
              <a:t>Beschreibung</a:t>
            </a:r>
            <a:endParaRPr lang="de-DE" sz="2000" b="1" u="none" strike="noStrike">
              <a:solidFill>
                <a:schemeClr val="accent1"/>
              </a:solidFill>
              <a:effectLst/>
              <a:uFillTx/>
              <a:latin typeface="SRH Text"/>
            </a:endParaRPr>
          </a:p>
        </p:txBody>
      </p:sp>
      <p:sp>
        <p:nvSpPr>
          <p:cNvPr id="140" name="PlaceHolder 11"/>
          <p:cNvSpPr>
            <a:spLocks noGrp="1"/>
          </p:cNvSpPr>
          <p:nvPr>
            <p:ph type="body"/>
          </p:nvPr>
        </p:nvSpPr>
        <p:spPr>
          <a:xfrm>
            <a:off x="6275880" y="2509560"/>
            <a:ext cx="423000" cy="69732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t">
            <a:noAutofit/>
          </a:bodyPr>
          <a:lstStyle>
            <a:lvl1pPr indent="0" algn="l" defTabSz="914400">
              <a:lnSpc>
                <a:spcPct val="94000"/>
              </a:lnSpc>
              <a:buNone/>
              <a:tabLst>
                <a:tab pos="0" algn="l"/>
              </a:tabLst>
              <a:defRPr lang="de-DE" sz="2000" b="1" u="none" strike="noStrike">
                <a:solidFill>
                  <a:schemeClr val="accent1"/>
                </a:solidFill>
                <a:effectLst/>
                <a:uFillTx/>
                <a:latin typeface="SRH Text"/>
                <a:ea typeface="SRH Text"/>
              </a:defRPr>
            </a:lvl1pPr>
          </a:lstStyle>
          <a:p>
            <a:pPr indent="0" algn="l" defTabSz="914400">
              <a:lnSpc>
                <a:spcPct val="94000"/>
              </a:lnSpc>
              <a:buNone/>
              <a:tabLst>
                <a:tab pos="0" algn="l"/>
              </a:tabLst>
            </a:pPr>
            <a:r>
              <a:rPr lang="de-DE" sz="2000" b="1" u="none" strike="noStrike">
                <a:solidFill>
                  <a:schemeClr val="accent1"/>
                </a:solidFill>
                <a:effectLst/>
                <a:uFillTx/>
                <a:latin typeface="SRH Text"/>
                <a:ea typeface="SRH Text"/>
              </a:rPr>
              <a:t>00</a:t>
            </a:r>
            <a:endParaRPr lang="de-DE" sz="2000" b="1" u="none" strike="noStrike">
              <a:solidFill>
                <a:schemeClr val="accent1"/>
              </a:solidFill>
              <a:effectLst/>
              <a:uFillTx/>
              <a:latin typeface="SRH Text"/>
            </a:endParaRPr>
          </a:p>
        </p:txBody>
      </p:sp>
      <p:sp>
        <p:nvSpPr>
          <p:cNvPr id="141" name="PlaceHolder 12"/>
          <p:cNvSpPr>
            <a:spLocks noGrp="1"/>
          </p:cNvSpPr>
          <p:nvPr>
            <p:ph type="body"/>
          </p:nvPr>
        </p:nvSpPr>
        <p:spPr>
          <a:xfrm>
            <a:off x="6773400" y="1728000"/>
            <a:ext cx="5050080" cy="69768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t">
            <a:noAutofit/>
          </a:bodyPr>
          <a:lstStyle>
            <a:lvl1pPr indent="0" algn="l" defTabSz="914400">
              <a:lnSpc>
                <a:spcPct val="94000"/>
              </a:lnSpc>
              <a:buNone/>
              <a:tabLst>
                <a:tab pos="0" algn="l"/>
              </a:tabLst>
              <a:defRPr lang="de-DE" sz="2000" b="1" u="none" strike="noStrike">
                <a:solidFill>
                  <a:schemeClr val="accent1"/>
                </a:solidFill>
                <a:effectLst/>
                <a:uFillTx/>
                <a:latin typeface="SRH Text"/>
                <a:ea typeface="SRH Text"/>
              </a:defRPr>
            </a:lvl1pPr>
            <a:lvl2pPr indent="0" algn="l" defTabSz="914400">
              <a:lnSpc>
                <a:spcPct val="94000"/>
              </a:lnSpc>
              <a:buNone/>
              <a:tabLst>
                <a:tab pos="0" algn="l"/>
              </a:tabLst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defRPr>
            </a:lvl2pPr>
          </a:lstStyle>
          <a:p>
            <a:pPr indent="0" algn="l" defTabSz="914400">
              <a:lnSpc>
                <a:spcPct val="94000"/>
              </a:lnSpc>
              <a:buNone/>
              <a:tabLst>
                <a:tab pos="0" algn="l"/>
              </a:tabLst>
            </a:pPr>
            <a:r>
              <a:rPr lang="de-DE" sz="2000" b="1" u="none" strike="noStrike">
                <a:solidFill>
                  <a:schemeClr val="accent1"/>
                </a:solidFill>
                <a:effectLst/>
                <a:uFillTx/>
                <a:latin typeface="SRH Text"/>
                <a:ea typeface="SRH Text"/>
              </a:rPr>
              <a:t>Thema</a:t>
            </a:r>
            <a:endParaRPr lang="de-DE" sz="2000" b="1" u="none" strike="noStrike">
              <a:solidFill>
                <a:schemeClr val="accent1"/>
              </a:solidFill>
              <a:effectLst/>
              <a:uFillTx/>
              <a:latin typeface="SRH Text"/>
            </a:endParaRPr>
          </a:p>
          <a:p>
            <a:pPr indent="0" algn="l" defTabSz="914400">
              <a:lnSpc>
                <a:spcPct val="94000"/>
              </a:lnSpc>
              <a:buNone/>
              <a:tabLst>
                <a:tab pos="0" algn="l"/>
              </a:tabLst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rPr>
              <a:t>Beschreibung</a:t>
            </a:r>
            <a:endParaRPr lang="de-DE" sz="2000" b="1" u="none" strike="noStrike">
              <a:solidFill>
                <a:schemeClr val="accent1"/>
              </a:solidFill>
              <a:effectLst/>
              <a:uFillTx/>
              <a:latin typeface="SRH Text"/>
            </a:endParaRPr>
          </a:p>
        </p:txBody>
      </p:sp>
      <p:sp>
        <p:nvSpPr>
          <p:cNvPr id="142" name="PlaceHolder 13"/>
          <p:cNvSpPr>
            <a:spLocks noGrp="1"/>
          </p:cNvSpPr>
          <p:nvPr>
            <p:ph type="body"/>
          </p:nvPr>
        </p:nvSpPr>
        <p:spPr>
          <a:xfrm>
            <a:off x="6275880" y="1728000"/>
            <a:ext cx="423000" cy="69768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t">
            <a:noAutofit/>
          </a:bodyPr>
          <a:lstStyle>
            <a:lvl1pPr indent="0" algn="l" defTabSz="914400">
              <a:lnSpc>
                <a:spcPct val="94000"/>
              </a:lnSpc>
              <a:buNone/>
              <a:tabLst>
                <a:tab pos="0" algn="l"/>
              </a:tabLst>
              <a:defRPr lang="de-DE" sz="2000" b="1" u="none" strike="noStrike">
                <a:solidFill>
                  <a:schemeClr val="accent1"/>
                </a:solidFill>
                <a:effectLst/>
                <a:uFillTx/>
                <a:latin typeface="SRH Text"/>
                <a:ea typeface="SRH Text"/>
              </a:defRPr>
            </a:lvl1pPr>
          </a:lstStyle>
          <a:p>
            <a:pPr indent="0" algn="l" defTabSz="914400">
              <a:lnSpc>
                <a:spcPct val="94000"/>
              </a:lnSpc>
              <a:buNone/>
              <a:tabLst>
                <a:tab pos="0" algn="l"/>
              </a:tabLst>
            </a:pPr>
            <a:r>
              <a:rPr lang="de-DE" sz="2000" b="1" u="none" strike="noStrike">
                <a:solidFill>
                  <a:schemeClr val="accent1"/>
                </a:solidFill>
                <a:effectLst/>
                <a:uFillTx/>
                <a:latin typeface="SRH Text"/>
                <a:ea typeface="SRH Text"/>
              </a:rPr>
              <a:t>00</a:t>
            </a:r>
            <a:endParaRPr lang="de-DE" sz="2000" b="1" u="none" strike="noStrike">
              <a:solidFill>
                <a:schemeClr val="accent1"/>
              </a:solidFill>
              <a:effectLst/>
              <a:uFillTx/>
              <a:latin typeface="SRH Text"/>
            </a:endParaRPr>
          </a:p>
        </p:txBody>
      </p:sp>
      <p:sp>
        <p:nvSpPr>
          <p:cNvPr id="143" name="PlaceHolder 14"/>
          <p:cNvSpPr>
            <a:spLocks noGrp="1"/>
          </p:cNvSpPr>
          <p:nvPr>
            <p:ph type="body"/>
          </p:nvPr>
        </p:nvSpPr>
        <p:spPr>
          <a:xfrm>
            <a:off x="862200" y="4853880"/>
            <a:ext cx="5050800" cy="69768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t">
            <a:noAutofit/>
          </a:bodyPr>
          <a:lstStyle>
            <a:lvl1pPr indent="0" algn="l" defTabSz="914400">
              <a:lnSpc>
                <a:spcPct val="94000"/>
              </a:lnSpc>
              <a:buNone/>
              <a:tabLst>
                <a:tab pos="0" algn="l"/>
              </a:tabLst>
              <a:defRPr lang="de-DE" sz="2000" b="1" u="none" strike="noStrike">
                <a:solidFill>
                  <a:schemeClr val="accent1"/>
                </a:solidFill>
                <a:effectLst/>
                <a:uFillTx/>
                <a:latin typeface="SRH Text"/>
                <a:ea typeface="SRH Text"/>
              </a:defRPr>
            </a:lvl1pPr>
            <a:lvl2pPr indent="0" algn="l" defTabSz="914400">
              <a:lnSpc>
                <a:spcPct val="94000"/>
              </a:lnSpc>
              <a:buNone/>
              <a:tabLst>
                <a:tab pos="0" algn="l"/>
              </a:tabLst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defRPr>
            </a:lvl2pPr>
          </a:lstStyle>
          <a:p>
            <a:pPr indent="0" algn="l" defTabSz="914400">
              <a:lnSpc>
                <a:spcPct val="94000"/>
              </a:lnSpc>
              <a:buNone/>
              <a:tabLst>
                <a:tab pos="0" algn="l"/>
              </a:tabLst>
            </a:pPr>
            <a:r>
              <a:rPr lang="de-DE" sz="2000" b="1" u="none" strike="noStrike">
                <a:solidFill>
                  <a:schemeClr val="accent1"/>
                </a:solidFill>
                <a:effectLst/>
                <a:uFillTx/>
                <a:latin typeface="SRH Text"/>
                <a:ea typeface="SRH Text"/>
              </a:rPr>
              <a:t>Thema</a:t>
            </a:r>
            <a:endParaRPr lang="de-DE" sz="2000" b="1" u="none" strike="noStrike">
              <a:solidFill>
                <a:schemeClr val="accent1"/>
              </a:solidFill>
              <a:effectLst/>
              <a:uFillTx/>
              <a:latin typeface="SRH Text"/>
            </a:endParaRPr>
          </a:p>
          <a:p>
            <a:pPr indent="0" algn="l" defTabSz="914400">
              <a:lnSpc>
                <a:spcPct val="94000"/>
              </a:lnSpc>
              <a:buNone/>
              <a:tabLst>
                <a:tab pos="0" algn="l"/>
              </a:tabLst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rPr>
              <a:t>Beschreibung</a:t>
            </a:r>
            <a:endParaRPr lang="de-DE" sz="2000" b="1" u="none" strike="noStrike">
              <a:solidFill>
                <a:schemeClr val="accent1"/>
              </a:solidFill>
              <a:effectLst/>
              <a:uFillTx/>
              <a:latin typeface="SRH Text"/>
            </a:endParaRPr>
          </a:p>
        </p:txBody>
      </p:sp>
      <p:sp>
        <p:nvSpPr>
          <p:cNvPr id="144" name="PlaceHolder 15"/>
          <p:cNvSpPr>
            <a:spLocks noGrp="1"/>
          </p:cNvSpPr>
          <p:nvPr>
            <p:ph type="body"/>
          </p:nvPr>
        </p:nvSpPr>
        <p:spPr>
          <a:xfrm>
            <a:off x="359280" y="4853880"/>
            <a:ext cx="422280" cy="69768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t">
            <a:noAutofit/>
          </a:bodyPr>
          <a:lstStyle>
            <a:lvl1pPr indent="0" algn="l" defTabSz="914400">
              <a:lnSpc>
                <a:spcPct val="94000"/>
              </a:lnSpc>
              <a:buNone/>
              <a:tabLst>
                <a:tab pos="0" algn="l"/>
              </a:tabLst>
              <a:defRPr lang="de-DE" sz="2000" b="1" u="none" strike="noStrike">
                <a:solidFill>
                  <a:schemeClr val="accent1"/>
                </a:solidFill>
                <a:effectLst/>
                <a:uFillTx/>
                <a:latin typeface="SRH Text"/>
                <a:ea typeface="SRH Text"/>
              </a:defRPr>
            </a:lvl1pPr>
          </a:lstStyle>
          <a:p>
            <a:pPr indent="0" algn="l" defTabSz="914400">
              <a:lnSpc>
                <a:spcPct val="94000"/>
              </a:lnSpc>
              <a:buNone/>
              <a:tabLst>
                <a:tab pos="0" algn="l"/>
              </a:tabLst>
            </a:pPr>
            <a:r>
              <a:rPr lang="de-DE" sz="2000" b="1" u="none" strike="noStrike">
                <a:solidFill>
                  <a:schemeClr val="accent1"/>
                </a:solidFill>
                <a:effectLst/>
                <a:uFillTx/>
                <a:latin typeface="SRH Text"/>
                <a:ea typeface="SRH Text"/>
              </a:rPr>
              <a:t>00</a:t>
            </a:r>
            <a:endParaRPr lang="de-DE" sz="2000" b="1" u="none" strike="noStrike">
              <a:solidFill>
                <a:schemeClr val="accent1"/>
              </a:solidFill>
              <a:effectLst/>
              <a:uFillTx/>
              <a:latin typeface="SRH Text"/>
            </a:endParaRPr>
          </a:p>
        </p:txBody>
      </p:sp>
      <p:sp>
        <p:nvSpPr>
          <p:cNvPr id="145" name="PlaceHolder 16"/>
          <p:cNvSpPr>
            <a:spLocks noGrp="1"/>
          </p:cNvSpPr>
          <p:nvPr>
            <p:ph type="body"/>
          </p:nvPr>
        </p:nvSpPr>
        <p:spPr>
          <a:xfrm>
            <a:off x="862200" y="4073040"/>
            <a:ext cx="5050800" cy="69732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t">
            <a:noAutofit/>
          </a:bodyPr>
          <a:lstStyle>
            <a:lvl1pPr indent="0" algn="l" defTabSz="914400">
              <a:lnSpc>
                <a:spcPct val="94000"/>
              </a:lnSpc>
              <a:buNone/>
              <a:tabLst>
                <a:tab pos="0" algn="l"/>
              </a:tabLst>
              <a:defRPr lang="de-DE" sz="2000" b="1" u="none" strike="noStrike">
                <a:solidFill>
                  <a:schemeClr val="accent1"/>
                </a:solidFill>
                <a:effectLst/>
                <a:uFillTx/>
                <a:latin typeface="SRH Text"/>
                <a:ea typeface="SRH Text"/>
              </a:defRPr>
            </a:lvl1pPr>
            <a:lvl2pPr indent="0" algn="l" defTabSz="914400">
              <a:lnSpc>
                <a:spcPct val="94000"/>
              </a:lnSpc>
              <a:buNone/>
              <a:tabLst>
                <a:tab pos="0" algn="l"/>
              </a:tabLst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defRPr>
            </a:lvl2pPr>
          </a:lstStyle>
          <a:p>
            <a:pPr indent="0" algn="l" defTabSz="914400">
              <a:lnSpc>
                <a:spcPct val="94000"/>
              </a:lnSpc>
              <a:buNone/>
              <a:tabLst>
                <a:tab pos="0" algn="l"/>
              </a:tabLst>
            </a:pPr>
            <a:r>
              <a:rPr lang="de-DE" sz="2000" b="1" u="none" strike="noStrike">
                <a:solidFill>
                  <a:schemeClr val="accent1"/>
                </a:solidFill>
                <a:effectLst/>
                <a:uFillTx/>
                <a:latin typeface="SRH Text"/>
                <a:ea typeface="SRH Text"/>
              </a:rPr>
              <a:t>Thema</a:t>
            </a:r>
            <a:endParaRPr lang="de-DE" sz="2000" b="1" u="none" strike="noStrike">
              <a:solidFill>
                <a:schemeClr val="accent1"/>
              </a:solidFill>
              <a:effectLst/>
              <a:uFillTx/>
              <a:latin typeface="SRH Text"/>
            </a:endParaRPr>
          </a:p>
          <a:p>
            <a:pPr indent="0" algn="l" defTabSz="914400">
              <a:lnSpc>
                <a:spcPct val="94000"/>
              </a:lnSpc>
              <a:buNone/>
              <a:tabLst>
                <a:tab pos="0" algn="l"/>
              </a:tabLst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rPr>
              <a:t>Beschreibung</a:t>
            </a:r>
            <a:endParaRPr lang="de-DE" sz="2000" b="1" u="none" strike="noStrike">
              <a:solidFill>
                <a:schemeClr val="accent1"/>
              </a:solidFill>
              <a:effectLst/>
              <a:uFillTx/>
              <a:latin typeface="SRH Text"/>
            </a:endParaRPr>
          </a:p>
        </p:txBody>
      </p:sp>
      <p:sp>
        <p:nvSpPr>
          <p:cNvPr id="146" name="PlaceHolder 17"/>
          <p:cNvSpPr>
            <a:spLocks noGrp="1"/>
          </p:cNvSpPr>
          <p:nvPr>
            <p:ph type="body"/>
          </p:nvPr>
        </p:nvSpPr>
        <p:spPr>
          <a:xfrm>
            <a:off x="359280" y="4073040"/>
            <a:ext cx="422280" cy="69732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t">
            <a:noAutofit/>
          </a:bodyPr>
          <a:lstStyle>
            <a:lvl1pPr indent="0" algn="l" defTabSz="914400">
              <a:lnSpc>
                <a:spcPct val="94000"/>
              </a:lnSpc>
              <a:buNone/>
              <a:tabLst>
                <a:tab pos="0" algn="l"/>
              </a:tabLst>
              <a:defRPr lang="de-DE" sz="2000" b="1" u="none" strike="noStrike">
                <a:solidFill>
                  <a:schemeClr val="accent1"/>
                </a:solidFill>
                <a:effectLst/>
                <a:uFillTx/>
                <a:latin typeface="SRH Text"/>
                <a:ea typeface="SRH Text"/>
              </a:defRPr>
            </a:lvl1pPr>
          </a:lstStyle>
          <a:p>
            <a:pPr indent="0" algn="l" defTabSz="914400">
              <a:lnSpc>
                <a:spcPct val="94000"/>
              </a:lnSpc>
              <a:buNone/>
              <a:tabLst>
                <a:tab pos="0" algn="l"/>
              </a:tabLst>
            </a:pPr>
            <a:r>
              <a:rPr lang="de-DE" sz="2000" b="1" u="none" strike="noStrike">
                <a:solidFill>
                  <a:schemeClr val="accent1"/>
                </a:solidFill>
                <a:effectLst/>
                <a:uFillTx/>
                <a:latin typeface="SRH Text"/>
                <a:ea typeface="SRH Text"/>
              </a:rPr>
              <a:t>00</a:t>
            </a:r>
            <a:endParaRPr lang="de-DE" sz="2000" b="1" u="none" strike="noStrike">
              <a:solidFill>
                <a:schemeClr val="accent1"/>
              </a:solidFill>
              <a:effectLst/>
              <a:uFillTx/>
              <a:latin typeface="SRH Text"/>
            </a:endParaRPr>
          </a:p>
        </p:txBody>
      </p:sp>
      <p:sp>
        <p:nvSpPr>
          <p:cNvPr id="147" name="PlaceHolder 18"/>
          <p:cNvSpPr>
            <a:spLocks noGrp="1"/>
          </p:cNvSpPr>
          <p:nvPr>
            <p:ph type="body"/>
          </p:nvPr>
        </p:nvSpPr>
        <p:spPr>
          <a:xfrm>
            <a:off x="862200" y="3291120"/>
            <a:ext cx="5050800" cy="69732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t">
            <a:noAutofit/>
          </a:bodyPr>
          <a:lstStyle>
            <a:lvl1pPr indent="0" algn="l" defTabSz="914400">
              <a:lnSpc>
                <a:spcPct val="94000"/>
              </a:lnSpc>
              <a:buNone/>
              <a:tabLst>
                <a:tab pos="0" algn="l"/>
              </a:tabLst>
              <a:defRPr lang="de-DE" sz="2000" b="1" u="none" strike="noStrike">
                <a:solidFill>
                  <a:schemeClr val="accent1"/>
                </a:solidFill>
                <a:effectLst/>
                <a:uFillTx/>
                <a:latin typeface="SRH Text"/>
                <a:ea typeface="SRH Text"/>
              </a:defRPr>
            </a:lvl1pPr>
            <a:lvl2pPr indent="0" algn="l" defTabSz="914400">
              <a:lnSpc>
                <a:spcPct val="94000"/>
              </a:lnSpc>
              <a:buNone/>
              <a:tabLst>
                <a:tab pos="0" algn="l"/>
              </a:tabLst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defRPr>
            </a:lvl2pPr>
          </a:lstStyle>
          <a:p>
            <a:pPr indent="0" algn="l" defTabSz="914400">
              <a:lnSpc>
                <a:spcPct val="94000"/>
              </a:lnSpc>
              <a:buNone/>
              <a:tabLst>
                <a:tab pos="0" algn="l"/>
              </a:tabLst>
            </a:pPr>
            <a:r>
              <a:rPr lang="de-DE" sz="2000" b="1" u="none" strike="noStrike">
                <a:solidFill>
                  <a:schemeClr val="accent1"/>
                </a:solidFill>
                <a:effectLst/>
                <a:uFillTx/>
                <a:latin typeface="SRH Text"/>
                <a:ea typeface="SRH Text"/>
              </a:rPr>
              <a:t>Thema</a:t>
            </a:r>
            <a:endParaRPr lang="de-DE" sz="2000" b="1" u="none" strike="noStrike">
              <a:solidFill>
                <a:schemeClr val="accent1"/>
              </a:solidFill>
              <a:effectLst/>
              <a:uFillTx/>
              <a:latin typeface="SRH Text"/>
            </a:endParaRPr>
          </a:p>
          <a:p>
            <a:pPr indent="0" algn="l" defTabSz="914400">
              <a:lnSpc>
                <a:spcPct val="94000"/>
              </a:lnSpc>
              <a:buNone/>
              <a:tabLst>
                <a:tab pos="0" algn="l"/>
              </a:tabLst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rPr>
              <a:t>Beschreibung</a:t>
            </a:r>
            <a:endParaRPr lang="de-DE" sz="2000" b="1" u="none" strike="noStrike">
              <a:solidFill>
                <a:schemeClr val="accent1"/>
              </a:solidFill>
              <a:effectLst/>
              <a:uFillTx/>
              <a:latin typeface="SRH Text"/>
            </a:endParaRPr>
          </a:p>
        </p:txBody>
      </p:sp>
      <p:sp>
        <p:nvSpPr>
          <p:cNvPr id="148" name="PlaceHolder 19"/>
          <p:cNvSpPr>
            <a:spLocks noGrp="1"/>
          </p:cNvSpPr>
          <p:nvPr>
            <p:ph type="body"/>
          </p:nvPr>
        </p:nvSpPr>
        <p:spPr>
          <a:xfrm>
            <a:off x="359280" y="3291120"/>
            <a:ext cx="422280" cy="69732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t">
            <a:noAutofit/>
          </a:bodyPr>
          <a:lstStyle>
            <a:lvl1pPr indent="0" algn="l" defTabSz="914400">
              <a:lnSpc>
                <a:spcPct val="94000"/>
              </a:lnSpc>
              <a:buNone/>
              <a:tabLst>
                <a:tab pos="0" algn="l"/>
              </a:tabLst>
              <a:defRPr lang="de-DE" sz="2000" b="1" u="none" strike="noStrike">
                <a:solidFill>
                  <a:schemeClr val="accent1"/>
                </a:solidFill>
                <a:effectLst/>
                <a:uFillTx/>
                <a:latin typeface="SRH Text"/>
                <a:ea typeface="SRH Text"/>
              </a:defRPr>
            </a:lvl1pPr>
          </a:lstStyle>
          <a:p>
            <a:pPr indent="0" algn="l" defTabSz="914400">
              <a:lnSpc>
                <a:spcPct val="94000"/>
              </a:lnSpc>
              <a:buNone/>
              <a:tabLst>
                <a:tab pos="0" algn="l"/>
              </a:tabLst>
            </a:pPr>
            <a:r>
              <a:rPr lang="de-DE" sz="2000" b="1" u="none" strike="noStrike">
                <a:solidFill>
                  <a:schemeClr val="accent1"/>
                </a:solidFill>
                <a:effectLst/>
                <a:uFillTx/>
                <a:latin typeface="SRH Text"/>
                <a:ea typeface="SRH Text"/>
              </a:rPr>
              <a:t>03</a:t>
            </a:r>
            <a:endParaRPr lang="de-DE" sz="2000" b="1" u="none" strike="noStrike">
              <a:solidFill>
                <a:schemeClr val="accent1"/>
              </a:solidFill>
              <a:effectLst/>
              <a:uFillTx/>
              <a:latin typeface="SRH Text"/>
            </a:endParaRPr>
          </a:p>
        </p:txBody>
      </p:sp>
      <p:sp>
        <p:nvSpPr>
          <p:cNvPr id="149" name="PlaceHolder 20"/>
          <p:cNvSpPr>
            <a:spLocks noGrp="1"/>
          </p:cNvSpPr>
          <p:nvPr>
            <p:ph type="body"/>
          </p:nvPr>
        </p:nvSpPr>
        <p:spPr>
          <a:xfrm>
            <a:off x="862200" y="2509560"/>
            <a:ext cx="5050800" cy="69732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t">
            <a:noAutofit/>
          </a:bodyPr>
          <a:lstStyle>
            <a:lvl1pPr indent="0" algn="l" defTabSz="914400">
              <a:lnSpc>
                <a:spcPct val="94000"/>
              </a:lnSpc>
              <a:buNone/>
              <a:tabLst>
                <a:tab pos="0" algn="l"/>
              </a:tabLst>
              <a:defRPr lang="de-DE" sz="2000" b="1" u="none" strike="noStrike">
                <a:solidFill>
                  <a:schemeClr val="accent1"/>
                </a:solidFill>
                <a:effectLst/>
                <a:uFillTx/>
                <a:latin typeface="SRH Text"/>
                <a:ea typeface="SRH Text"/>
              </a:defRPr>
            </a:lvl1pPr>
            <a:lvl2pPr indent="0" algn="l" defTabSz="914400">
              <a:lnSpc>
                <a:spcPct val="94000"/>
              </a:lnSpc>
              <a:buNone/>
              <a:tabLst>
                <a:tab pos="0" algn="l"/>
              </a:tabLst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defRPr>
            </a:lvl2pPr>
          </a:lstStyle>
          <a:p>
            <a:pPr indent="0" algn="l" defTabSz="914400">
              <a:lnSpc>
                <a:spcPct val="94000"/>
              </a:lnSpc>
              <a:buNone/>
              <a:tabLst>
                <a:tab pos="0" algn="l"/>
              </a:tabLst>
            </a:pPr>
            <a:r>
              <a:rPr lang="de-DE" sz="2000" b="1" u="none" strike="noStrike">
                <a:solidFill>
                  <a:schemeClr val="accent1"/>
                </a:solidFill>
                <a:effectLst/>
                <a:uFillTx/>
                <a:latin typeface="SRH Text"/>
                <a:ea typeface="SRH Text"/>
              </a:rPr>
              <a:t>Thema</a:t>
            </a:r>
            <a:endParaRPr lang="de-DE" sz="2000" b="1" u="none" strike="noStrike">
              <a:solidFill>
                <a:schemeClr val="accent1"/>
              </a:solidFill>
              <a:effectLst/>
              <a:uFillTx/>
              <a:latin typeface="SRH Text"/>
            </a:endParaRPr>
          </a:p>
          <a:p>
            <a:pPr indent="0" algn="l" defTabSz="914400">
              <a:lnSpc>
                <a:spcPct val="94000"/>
              </a:lnSpc>
              <a:buNone/>
              <a:tabLst>
                <a:tab pos="0" algn="l"/>
              </a:tabLst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rPr>
              <a:t>Beschreibung</a:t>
            </a:r>
            <a:endParaRPr lang="de-DE" sz="2000" b="1" u="none" strike="noStrike">
              <a:solidFill>
                <a:schemeClr val="accent1"/>
              </a:solidFill>
              <a:effectLst/>
              <a:uFillTx/>
              <a:latin typeface="SRH Text"/>
            </a:endParaRPr>
          </a:p>
        </p:txBody>
      </p:sp>
      <p:sp>
        <p:nvSpPr>
          <p:cNvPr id="150" name="PlaceHolder 21"/>
          <p:cNvSpPr>
            <a:spLocks noGrp="1"/>
          </p:cNvSpPr>
          <p:nvPr>
            <p:ph type="body"/>
          </p:nvPr>
        </p:nvSpPr>
        <p:spPr>
          <a:xfrm>
            <a:off x="359280" y="2509560"/>
            <a:ext cx="422280" cy="69732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t">
            <a:noAutofit/>
          </a:bodyPr>
          <a:lstStyle>
            <a:lvl1pPr indent="0" algn="l" defTabSz="914400">
              <a:lnSpc>
                <a:spcPct val="94000"/>
              </a:lnSpc>
              <a:buNone/>
              <a:tabLst>
                <a:tab pos="0" algn="l"/>
              </a:tabLst>
              <a:defRPr lang="de-DE" sz="2000" b="1" u="none" strike="noStrike">
                <a:solidFill>
                  <a:schemeClr val="accent1"/>
                </a:solidFill>
                <a:effectLst/>
                <a:uFillTx/>
                <a:latin typeface="SRH Text"/>
                <a:ea typeface="SRH Text"/>
              </a:defRPr>
            </a:lvl1pPr>
          </a:lstStyle>
          <a:p>
            <a:pPr indent="0" algn="l" defTabSz="914400">
              <a:lnSpc>
                <a:spcPct val="94000"/>
              </a:lnSpc>
              <a:buNone/>
              <a:tabLst>
                <a:tab pos="0" algn="l"/>
              </a:tabLst>
            </a:pPr>
            <a:r>
              <a:rPr lang="de-DE" sz="2000" b="1" u="none" strike="noStrike">
                <a:solidFill>
                  <a:schemeClr val="accent1"/>
                </a:solidFill>
                <a:effectLst/>
                <a:uFillTx/>
                <a:latin typeface="SRH Text"/>
                <a:ea typeface="SRH Text"/>
              </a:rPr>
              <a:t>02</a:t>
            </a:r>
            <a:endParaRPr lang="de-DE" sz="2000" b="1" u="none" strike="noStrike">
              <a:solidFill>
                <a:schemeClr val="accent1"/>
              </a:solidFill>
              <a:effectLst/>
              <a:uFillTx/>
              <a:latin typeface="SRH Text"/>
            </a:endParaRPr>
          </a:p>
        </p:txBody>
      </p:sp>
      <p:sp>
        <p:nvSpPr>
          <p:cNvPr id="151" name="PlaceHolder 22"/>
          <p:cNvSpPr>
            <a:spLocks noGrp="1"/>
          </p:cNvSpPr>
          <p:nvPr>
            <p:ph type="body"/>
          </p:nvPr>
        </p:nvSpPr>
        <p:spPr>
          <a:xfrm>
            <a:off x="862200" y="1728000"/>
            <a:ext cx="5050800" cy="69768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t">
            <a:noAutofit/>
          </a:bodyPr>
          <a:lstStyle>
            <a:lvl1pPr indent="0" algn="l" defTabSz="914400">
              <a:lnSpc>
                <a:spcPct val="94000"/>
              </a:lnSpc>
              <a:buNone/>
              <a:tabLst>
                <a:tab pos="0" algn="l"/>
              </a:tabLst>
              <a:defRPr lang="de-DE" sz="2000" b="1" u="none" strike="noStrike">
                <a:solidFill>
                  <a:schemeClr val="accent1"/>
                </a:solidFill>
                <a:effectLst/>
                <a:uFillTx/>
                <a:latin typeface="SRH Text"/>
                <a:ea typeface="SRH Text"/>
              </a:defRPr>
            </a:lvl1pPr>
            <a:lvl2pPr indent="0" algn="l" defTabSz="914400">
              <a:lnSpc>
                <a:spcPct val="94000"/>
              </a:lnSpc>
              <a:buNone/>
              <a:tabLst>
                <a:tab pos="0" algn="l"/>
              </a:tabLst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defRPr>
            </a:lvl2pPr>
          </a:lstStyle>
          <a:p>
            <a:pPr indent="0" algn="l" defTabSz="914400">
              <a:lnSpc>
                <a:spcPct val="94000"/>
              </a:lnSpc>
              <a:buNone/>
              <a:tabLst>
                <a:tab pos="0" algn="l"/>
              </a:tabLst>
            </a:pPr>
            <a:r>
              <a:rPr lang="de-DE" sz="2000" b="1" u="none" strike="noStrike">
                <a:solidFill>
                  <a:schemeClr val="accent1"/>
                </a:solidFill>
                <a:effectLst/>
                <a:uFillTx/>
                <a:latin typeface="SRH Text"/>
                <a:ea typeface="SRH Text"/>
              </a:rPr>
              <a:t>Thema</a:t>
            </a:r>
            <a:endParaRPr lang="de-DE" sz="2000" b="1" u="none" strike="noStrike">
              <a:solidFill>
                <a:schemeClr val="accent1"/>
              </a:solidFill>
              <a:effectLst/>
              <a:uFillTx/>
              <a:latin typeface="SRH Text"/>
            </a:endParaRPr>
          </a:p>
          <a:p>
            <a:pPr indent="0" algn="l" defTabSz="914400">
              <a:lnSpc>
                <a:spcPct val="94000"/>
              </a:lnSpc>
              <a:buNone/>
              <a:tabLst>
                <a:tab pos="0" algn="l"/>
              </a:tabLst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rPr>
              <a:t>Beschreibung</a:t>
            </a:r>
            <a:endParaRPr lang="de-DE" sz="2000" b="1" u="none" strike="noStrike">
              <a:solidFill>
                <a:schemeClr val="accent1"/>
              </a:solidFill>
              <a:effectLst/>
              <a:uFillTx/>
              <a:latin typeface="SRH Text"/>
            </a:endParaRPr>
          </a:p>
        </p:txBody>
      </p:sp>
      <p:sp>
        <p:nvSpPr>
          <p:cNvPr id="152" name="PlaceHolder 23"/>
          <p:cNvSpPr>
            <a:spLocks noGrp="1"/>
          </p:cNvSpPr>
          <p:nvPr>
            <p:ph type="body"/>
          </p:nvPr>
        </p:nvSpPr>
        <p:spPr>
          <a:xfrm>
            <a:off x="359280" y="1728000"/>
            <a:ext cx="422280" cy="69768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t">
            <a:noAutofit/>
          </a:bodyPr>
          <a:lstStyle>
            <a:lvl1pPr indent="0" algn="l" defTabSz="914400">
              <a:lnSpc>
                <a:spcPct val="94000"/>
              </a:lnSpc>
              <a:buNone/>
              <a:tabLst>
                <a:tab pos="0" algn="l"/>
              </a:tabLst>
              <a:defRPr lang="de-DE" sz="2000" b="1" u="none" strike="noStrike">
                <a:solidFill>
                  <a:schemeClr val="accent1"/>
                </a:solidFill>
                <a:effectLst/>
                <a:uFillTx/>
                <a:latin typeface="SRH Text"/>
                <a:ea typeface="SRH Text"/>
              </a:defRPr>
            </a:lvl1pPr>
          </a:lstStyle>
          <a:p>
            <a:pPr indent="0" algn="l" defTabSz="914400">
              <a:lnSpc>
                <a:spcPct val="94000"/>
              </a:lnSpc>
              <a:buNone/>
              <a:tabLst>
                <a:tab pos="0" algn="l"/>
              </a:tabLst>
            </a:pPr>
            <a:r>
              <a:rPr lang="de-DE" sz="2000" b="1" u="none" strike="noStrike">
                <a:solidFill>
                  <a:schemeClr val="accent1"/>
                </a:solidFill>
                <a:effectLst/>
                <a:uFillTx/>
                <a:latin typeface="SRH Text"/>
                <a:ea typeface="SRH Text"/>
              </a:rPr>
              <a:t>01</a:t>
            </a:r>
            <a:endParaRPr lang="de-DE" sz="2000" b="1" u="none" strike="noStrike">
              <a:solidFill>
                <a:schemeClr val="accent1"/>
              </a:solidFill>
              <a:effectLst/>
              <a:uFillTx/>
              <a:latin typeface="SRH Text"/>
            </a:endParaRPr>
          </a:p>
        </p:txBody>
      </p:sp>
      <p:sp>
        <p:nvSpPr>
          <p:cNvPr id="153" name="PlaceHolder 24"/>
          <p:cNvSpPr>
            <a:spLocks noGrp="1"/>
          </p:cNvSpPr>
          <p:nvPr>
            <p:ph type="title"/>
          </p:nvPr>
        </p:nvSpPr>
        <p:spPr>
          <a:xfrm>
            <a:off x="360000" y="358920"/>
            <a:ext cx="9154080" cy="83196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3000" b="1" u="none" strike="noStrike">
                <a:solidFill>
                  <a:schemeClr val="dk1"/>
                </a:solidFill>
                <a:effectLst/>
                <a:uFillTx/>
                <a:latin typeface="SRH Headline"/>
                <a:ea typeface="SRH Headline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3000" b="1" u="none" strike="noStrike">
                <a:solidFill>
                  <a:schemeClr val="dk1"/>
                </a:solidFill>
                <a:effectLst/>
                <a:uFillTx/>
                <a:latin typeface="SRH Headline"/>
                <a:ea typeface="SRH Headline"/>
              </a:rPr>
              <a:t>Gliederung</a:t>
            </a:r>
            <a:endParaRPr lang="de-DE" sz="3000" b="1" u="none" strike="noStrike">
              <a:solidFill>
                <a:schemeClr val="dk1"/>
              </a:solidFill>
              <a:effectLst/>
              <a:uFillTx/>
              <a:latin typeface="SRH Headline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Freihandform: Form 11"/>
          <p:cNvSpPr/>
          <p:nvPr/>
        </p:nvSpPr>
        <p:spPr>
          <a:xfrm>
            <a:off x="10878840" y="361440"/>
            <a:ext cx="944640" cy="730080"/>
          </a:xfrm>
          <a:custGeom>
            <a:avLst/>
            <a:gdLst>
              <a:gd name="textAreaLeft" fmla="*/ 0 w 944640"/>
              <a:gd name="textAreaRight" fmla="*/ 341299800 w 944640"/>
              <a:gd name="textAreaTop" fmla="*/ 0 h 730080"/>
              <a:gd name="textAreaBottom" fmla="*/ 264033000 h 730080"/>
            </a:gdLst>
            <a:ahLst/>
            <a:cxnLst/>
            <a:rect l="textAreaLeft" t="textAreaTop" r="textAreaRight" b="textAreaBottom"/>
            <a:pathLst>
              <a:path w="948055" h="733425">
                <a:moveTo>
                  <a:pt x="619721" y="598726"/>
                </a:moveTo>
                <a:lnTo>
                  <a:pt x="708150" y="598726"/>
                </a:lnTo>
                <a:lnTo>
                  <a:pt x="708150" y="174"/>
                </a:lnTo>
                <a:lnTo>
                  <a:pt x="619721" y="174"/>
                </a:lnTo>
                <a:lnTo>
                  <a:pt x="619721" y="598726"/>
                </a:lnTo>
                <a:close/>
                <a:moveTo>
                  <a:pt x="811583" y="196858"/>
                </a:moveTo>
                <a:cubicBezTo>
                  <a:pt x="794961" y="196049"/>
                  <a:pt x="774271" y="196858"/>
                  <a:pt x="753582" y="199293"/>
                </a:cubicBezTo>
                <a:lnTo>
                  <a:pt x="753582" y="281173"/>
                </a:lnTo>
                <a:cubicBezTo>
                  <a:pt x="831456" y="281173"/>
                  <a:pt x="859851" y="292576"/>
                  <a:pt x="859851" y="364713"/>
                </a:cubicBezTo>
                <a:lnTo>
                  <a:pt x="859851" y="598726"/>
                </a:lnTo>
                <a:lnTo>
                  <a:pt x="948279" y="598726"/>
                </a:lnTo>
                <a:lnTo>
                  <a:pt x="948279" y="353792"/>
                </a:lnTo>
                <a:cubicBezTo>
                  <a:pt x="948279" y="263364"/>
                  <a:pt x="896768" y="200102"/>
                  <a:pt x="811583" y="196858"/>
                </a:cubicBezTo>
                <a:close/>
                <a:moveTo>
                  <a:pt x="208715" y="199693"/>
                </a:moveTo>
                <a:cubicBezTo>
                  <a:pt x="114600" y="204562"/>
                  <a:pt x="72827" y="267010"/>
                  <a:pt x="72827" y="366365"/>
                </a:cubicBezTo>
                <a:lnTo>
                  <a:pt x="72827" y="566720"/>
                </a:lnTo>
                <a:cubicBezTo>
                  <a:pt x="72827" y="625122"/>
                  <a:pt x="61054" y="650267"/>
                  <a:pt x="224" y="651483"/>
                </a:cubicBezTo>
                <a:lnTo>
                  <a:pt x="224" y="732542"/>
                </a:lnTo>
                <a:cubicBezTo>
                  <a:pt x="7522" y="733765"/>
                  <a:pt x="19282" y="733765"/>
                  <a:pt x="25368" y="733352"/>
                </a:cubicBezTo>
                <a:cubicBezTo>
                  <a:pt x="119871" y="727681"/>
                  <a:pt x="161249" y="664825"/>
                  <a:pt x="161249" y="566687"/>
                </a:cubicBezTo>
                <a:lnTo>
                  <a:pt x="161249" y="366332"/>
                </a:lnTo>
                <a:cubicBezTo>
                  <a:pt x="161249" y="307529"/>
                  <a:pt x="172206" y="282792"/>
                  <a:pt x="233451" y="281582"/>
                </a:cubicBezTo>
                <a:lnTo>
                  <a:pt x="233451" y="200102"/>
                </a:lnTo>
                <a:cubicBezTo>
                  <a:pt x="226555" y="199293"/>
                  <a:pt x="214795" y="199293"/>
                  <a:pt x="208715" y="199693"/>
                </a:cubicBezTo>
                <a:close/>
                <a:moveTo>
                  <a:pt x="480068" y="199693"/>
                </a:moveTo>
                <a:cubicBezTo>
                  <a:pt x="386368" y="204562"/>
                  <a:pt x="344181" y="267417"/>
                  <a:pt x="344181" y="366365"/>
                </a:cubicBezTo>
                <a:lnTo>
                  <a:pt x="344181" y="598726"/>
                </a:lnTo>
                <a:lnTo>
                  <a:pt x="432603" y="598726"/>
                </a:lnTo>
                <a:lnTo>
                  <a:pt x="432603" y="366332"/>
                </a:lnTo>
                <a:cubicBezTo>
                  <a:pt x="432603" y="307930"/>
                  <a:pt x="444375" y="282792"/>
                  <a:pt x="505212" y="281582"/>
                </a:cubicBezTo>
                <a:lnTo>
                  <a:pt x="505212" y="200102"/>
                </a:lnTo>
                <a:cubicBezTo>
                  <a:pt x="497907" y="199293"/>
                  <a:pt x="486148" y="199293"/>
                  <a:pt x="480068" y="199693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216000" lIns="0" tIns="361440" rIns="945000" bIns="1094760" anchor="ctr">
            <a:noAutofit/>
          </a:bodyPr>
          <a:p>
            <a:endParaRPr lang="de-DE" sz="1800" b="0" u="none" strike="noStrike">
              <a:solidFill>
                <a:schemeClr val="dk1"/>
              </a:solidFill>
              <a:effectLst/>
              <a:uFillTx/>
              <a:latin typeface="SRH"/>
            </a:endParaRPr>
          </a:p>
        </p:txBody>
      </p:sp>
      <p:sp>
        <p:nvSpPr>
          <p:cNvPr id="155" name="Logo-Fragment"/>
          <p:cNvSpPr/>
          <p:nvPr/>
        </p:nvSpPr>
        <p:spPr>
          <a:xfrm>
            <a:off x="8202960" y="2802240"/>
            <a:ext cx="3985920" cy="4052520"/>
          </a:xfrm>
          <a:custGeom>
            <a:avLst/>
            <a:gdLst>
              <a:gd name="textAreaLeft" fmla="*/ 0 w 3985920"/>
              <a:gd name="textAreaRight" fmla="*/ 1436065200 w 3985920"/>
              <a:gd name="textAreaTop" fmla="*/ 0 h 4052520"/>
              <a:gd name="textAreaBottom" fmla="*/ 1460068200 h 4052520"/>
            </a:gdLst>
            <a:ahLst/>
            <a:cxnLst/>
            <a:rect l="textAreaLeft" t="textAreaTop" r="textAreaRight" b="textAreaBottom"/>
            <a:pathLst>
              <a:path w="3989070" h="4055745">
                <a:moveTo>
                  <a:pt x="3989070" y="0"/>
                </a:moveTo>
                <a:lnTo>
                  <a:pt x="3989070" y="2389210"/>
                </a:lnTo>
                <a:lnTo>
                  <a:pt x="3858387" y="2411148"/>
                </a:lnTo>
                <a:cubicBezTo>
                  <a:pt x="2993291" y="2575305"/>
                  <a:pt x="2647844" y="3036008"/>
                  <a:pt x="2529189" y="3871779"/>
                </a:cubicBezTo>
                <a:lnTo>
                  <a:pt x="2507884" y="4055745"/>
                </a:lnTo>
                <a:lnTo>
                  <a:pt x="0" y="4055745"/>
                </a:lnTo>
                <a:lnTo>
                  <a:pt x="22941" y="3788838"/>
                </a:lnTo>
                <a:cubicBezTo>
                  <a:pt x="290726" y="1521853"/>
                  <a:pt x="1510279" y="126892"/>
                  <a:pt x="3884935" y="4661"/>
                </a:cubicBezTo>
                <a:cubicBezTo>
                  <a:pt x="3906842" y="3232"/>
                  <a:pt x="3931308" y="1982"/>
                  <a:pt x="3957741" y="932"/>
                </a:cubicBezTo>
                <a:close/>
              </a:path>
            </a:pathLst>
          </a:custGeom>
          <a:solidFill>
            <a:srgbClr val="EEED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216000" lIns="0" tIns="2802240" rIns="3986280" bIns="6858000" anchor="ctr">
            <a:noAutofit/>
          </a:bodyPr>
          <a:p>
            <a:endParaRPr lang="de-DE" sz="1800" b="0" u="none" strike="noStrike">
              <a:solidFill>
                <a:schemeClr val="dk1"/>
              </a:solidFill>
              <a:effectLst/>
              <a:uFillTx/>
              <a:latin typeface="SRH"/>
            </a:endParaRPr>
          </a:p>
        </p:txBody>
      </p:sp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360000" y="358920"/>
            <a:ext cx="9154080" cy="83196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3000" b="1" u="none" strike="noStrike">
                <a:solidFill>
                  <a:schemeClr val="dk1"/>
                </a:solidFill>
                <a:effectLst/>
                <a:uFillTx/>
                <a:latin typeface="SRH Headline"/>
                <a:ea typeface="SRH Headline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3000" b="1" u="none" strike="noStrike">
                <a:solidFill>
                  <a:schemeClr val="dk1"/>
                </a:solidFill>
                <a:effectLst/>
                <a:uFillTx/>
                <a:latin typeface="SRH Headline"/>
                <a:ea typeface="SRH Headline"/>
              </a:rPr>
              <a:t>Mastertitelformat bearbeiten</a:t>
            </a:r>
            <a:endParaRPr lang="de-DE" sz="3000" b="1" u="none" strike="noStrike">
              <a:solidFill>
                <a:schemeClr val="dk1"/>
              </a:solidFill>
              <a:effectLst/>
              <a:uFillTx/>
              <a:latin typeface="SRH Headline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359280" y="1728000"/>
            <a:ext cx="9155520" cy="422712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t">
            <a:noAutofit/>
          </a:bodyPr>
          <a:lstStyle>
            <a:lvl1pPr indent="0" algn="l" defTabSz="914400">
              <a:lnSpc>
                <a:spcPct val="110000"/>
              </a:lnSpc>
              <a:spcBef>
                <a:spcPts val="1199"/>
              </a:spcBef>
              <a:buNone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defRPr>
            </a:lvl1pPr>
            <a:lvl2pPr lvl="1" algn="l" defTabSz="914400">
              <a:lnSpc>
                <a:spcPct val="110000"/>
              </a:lnSpc>
              <a:spcBef>
                <a:spcPts val="1199"/>
              </a:spcBef>
              <a:buClr>
                <a:srgbClr val="DF4807"/>
              </a:buClr>
              <a:buFont typeface="SRH"/>
              <a:buChar char="—"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defRPr>
            </a:lvl2pPr>
            <a:lvl3pPr lvl="2" algn="l" defTabSz="914400">
              <a:lnSpc>
                <a:spcPct val="110000"/>
              </a:lnSpc>
              <a:buClr>
                <a:srgbClr val="DF4807"/>
              </a:buClr>
              <a:buFont typeface="SRH"/>
              <a:buChar char="—"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defRPr>
            </a:lvl3pPr>
            <a:lvl4pPr indent="0" algn="l" defTabSz="914400">
              <a:lnSpc>
                <a:spcPct val="110000"/>
              </a:lnSpc>
              <a:spcBef>
                <a:spcPts val="2401"/>
              </a:spcBef>
              <a:buNone/>
              <a:tabLst>
                <a:tab pos="0" algn="l"/>
              </a:tabLst>
              <a:defRPr lang="de-DE" sz="2000" b="1" u="none" strike="noStrike">
                <a:solidFill>
                  <a:schemeClr val="accent1"/>
                </a:solidFill>
                <a:effectLst/>
                <a:uFillTx/>
                <a:latin typeface="SRH Text"/>
                <a:ea typeface="SRH Text"/>
              </a:defRPr>
            </a:lvl4pPr>
            <a:lvl5pPr indent="0" algn="l" defTabSz="914400">
              <a:lnSpc>
                <a:spcPct val="110000"/>
              </a:lnSpc>
              <a:spcBef>
                <a:spcPts val="1199"/>
              </a:spcBef>
              <a:buNone/>
              <a:tabLst>
                <a:tab pos="0" algn="l"/>
              </a:tabLst>
              <a:defRPr lang="de-DE" sz="2000" b="1" u="none" strike="noStrike">
                <a:solidFill>
                  <a:schemeClr val="dk1"/>
                </a:solidFill>
                <a:effectLst/>
                <a:uFillTx/>
                <a:latin typeface="SRH Headline"/>
                <a:ea typeface="SRH Headline"/>
              </a:defRPr>
            </a:lvl5pPr>
          </a:lstStyle>
          <a:p>
            <a:pPr indent="0" algn="l" defTabSz="914400">
              <a:lnSpc>
                <a:spcPct val="110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rPr>
              <a:t>Mastertextformat bearbeiten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360000" lvl="1" indent="-360000" algn="l" defTabSz="914400">
              <a:lnSpc>
                <a:spcPct val="110000"/>
              </a:lnSpc>
              <a:spcBef>
                <a:spcPts val="1199"/>
              </a:spcBef>
              <a:buClr>
                <a:srgbClr val="DF4807"/>
              </a:buClr>
              <a:buFont typeface="SRH"/>
              <a:buChar char="—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rPr>
              <a:t>Zweite Ebene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720000" lvl="2" indent="-360000" algn="l" defTabSz="914400">
              <a:lnSpc>
                <a:spcPct val="110000"/>
              </a:lnSpc>
              <a:buClr>
                <a:srgbClr val="DF4807"/>
              </a:buClr>
              <a:buFont typeface="SRH"/>
              <a:buChar char="—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rPr>
              <a:t>Dritte Ebene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indent="0" algn="l" defTabSz="914400">
              <a:lnSpc>
                <a:spcPct val="110000"/>
              </a:lnSpc>
              <a:spcBef>
                <a:spcPts val="2401"/>
              </a:spcBef>
              <a:buNone/>
              <a:tabLst>
                <a:tab pos="0" algn="l"/>
              </a:tabLst>
            </a:pPr>
            <a:r>
              <a:rPr lang="de-DE" sz="2000" b="1" u="none" strike="noStrike">
                <a:solidFill>
                  <a:schemeClr val="accent1"/>
                </a:solidFill>
                <a:effectLst/>
                <a:uFillTx/>
                <a:latin typeface="SRH Text"/>
                <a:ea typeface="SRH Text"/>
              </a:rPr>
              <a:t>Vierte 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indent="0" algn="l" defTabSz="914400">
              <a:lnSpc>
                <a:spcPct val="110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de-DE" sz="2000" b="1" u="none" strike="noStrike">
                <a:solidFill>
                  <a:schemeClr val="dk1"/>
                </a:solidFill>
                <a:effectLst/>
                <a:uFillTx/>
                <a:latin typeface="SRH Headline"/>
                <a:ea typeface="SRH Headline"/>
              </a:rPr>
              <a:t>Fünfte 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dt" idx="49"/>
          </p:nvPr>
        </p:nvSpPr>
        <p:spPr>
          <a:xfrm>
            <a:off x="367560" y="6356520"/>
            <a:ext cx="87120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CA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CA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 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PlaceHolder 4"/>
          <p:cNvSpPr>
            <a:spLocks noGrp="1"/>
          </p:cNvSpPr>
          <p:nvPr>
            <p:ph type="ftr" idx="50"/>
          </p:nvPr>
        </p:nvSpPr>
        <p:spPr>
          <a:xfrm>
            <a:off x="1319400" y="6356520"/>
            <a:ext cx="649296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 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PlaceHolder 5"/>
          <p:cNvSpPr>
            <a:spLocks noGrp="1"/>
          </p:cNvSpPr>
          <p:nvPr>
            <p:ph type="sldNum" idx="51"/>
          </p:nvPr>
        </p:nvSpPr>
        <p:spPr>
          <a:xfrm>
            <a:off x="11146680" y="6365160"/>
            <a:ext cx="67680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55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468EE6B-A326-4F16-8462-743148B8F8F5}" type="slidenum">
              <a:rPr lang="de-DE" sz="155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3</a:t>
            </a:fld>
            <a:endParaRPr lang="en-US" sz="1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folie Logo weiß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Freihandform: Form 11" hidden="1"/>
          <p:cNvSpPr/>
          <p:nvPr/>
        </p:nvSpPr>
        <p:spPr>
          <a:xfrm>
            <a:off x="10878840" y="361440"/>
            <a:ext cx="944640" cy="730080"/>
          </a:xfrm>
          <a:custGeom>
            <a:avLst/>
            <a:gdLst>
              <a:gd name="textAreaLeft" fmla="*/ 0 w 944640"/>
              <a:gd name="textAreaRight" fmla="*/ 341299800 w 944640"/>
              <a:gd name="textAreaTop" fmla="*/ 0 h 730080"/>
              <a:gd name="textAreaBottom" fmla="*/ 264033000 h 730080"/>
            </a:gdLst>
            <a:ahLst/>
            <a:cxnLst/>
            <a:rect l="textAreaLeft" t="textAreaTop" r="textAreaRight" b="textAreaBottom"/>
            <a:pathLst>
              <a:path w="948055" h="733425">
                <a:moveTo>
                  <a:pt x="619721" y="598726"/>
                </a:moveTo>
                <a:lnTo>
                  <a:pt x="708150" y="598726"/>
                </a:lnTo>
                <a:lnTo>
                  <a:pt x="708150" y="174"/>
                </a:lnTo>
                <a:lnTo>
                  <a:pt x="619721" y="174"/>
                </a:lnTo>
                <a:lnTo>
                  <a:pt x="619721" y="598726"/>
                </a:lnTo>
                <a:close/>
                <a:moveTo>
                  <a:pt x="811583" y="196858"/>
                </a:moveTo>
                <a:cubicBezTo>
                  <a:pt x="794961" y="196049"/>
                  <a:pt x="774271" y="196858"/>
                  <a:pt x="753582" y="199293"/>
                </a:cubicBezTo>
                <a:lnTo>
                  <a:pt x="753582" y="281173"/>
                </a:lnTo>
                <a:cubicBezTo>
                  <a:pt x="831456" y="281173"/>
                  <a:pt x="859851" y="292576"/>
                  <a:pt x="859851" y="364713"/>
                </a:cubicBezTo>
                <a:lnTo>
                  <a:pt x="859851" y="598726"/>
                </a:lnTo>
                <a:lnTo>
                  <a:pt x="948279" y="598726"/>
                </a:lnTo>
                <a:lnTo>
                  <a:pt x="948279" y="353792"/>
                </a:lnTo>
                <a:cubicBezTo>
                  <a:pt x="948279" y="263364"/>
                  <a:pt x="896768" y="200102"/>
                  <a:pt x="811583" y="196858"/>
                </a:cubicBezTo>
                <a:close/>
                <a:moveTo>
                  <a:pt x="208715" y="199693"/>
                </a:moveTo>
                <a:cubicBezTo>
                  <a:pt x="114600" y="204562"/>
                  <a:pt x="72827" y="267010"/>
                  <a:pt x="72827" y="366365"/>
                </a:cubicBezTo>
                <a:lnTo>
                  <a:pt x="72827" y="566720"/>
                </a:lnTo>
                <a:cubicBezTo>
                  <a:pt x="72827" y="625122"/>
                  <a:pt x="61054" y="650267"/>
                  <a:pt x="224" y="651483"/>
                </a:cubicBezTo>
                <a:lnTo>
                  <a:pt x="224" y="732542"/>
                </a:lnTo>
                <a:cubicBezTo>
                  <a:pt x="7522" y="733765"/>
                  <a:pt x="19282" y="733765"/>
                  <a:pt x="25368" y="733352"/>
                </a:cubicBezTo>
                <a:cubicBezTo>
                  <a:pt x="119871" y="727681"/>
                  <a:pt x="161249" y="664825"/>
                  <a:pt x="161249" y="566687"/>
                </a:cubicBezTo>
                <a:lnTo>
                  <a:pt x="161249" y="366332"/>
                </a:lnTo>
                <a:cubicBezTo>
                  <a:pt x="161249" y="307529"/>
                  <a:pt x="172206" y="282792"/>
                  <a:pt x="233451" y="281582"/>
                </a:cubicBezTo>
                <a:lnTo>
                  <a:pt x="233451" y="200102"/>
                </a:lnTo>
                <a:cubicBezTo>
                  <a:pt x="226555" y="199293"/>
                  <a:pt x="214795" y="199293"/>
                  <a:pt x="208715" y="199693"/>
                </a:cubicBezTo>
                <a:close/>
                <a:moveTo>
                  <a:pt x="480068" y="199693"/>
                </a:moveTo>
                <a:cubicBezTo>
                  <a:pt x="386368" y="204562"/>
                  <a:pt x="344181" y="267417"/>
                  <a:pt x="344181" y="366365"/>
                </a:cubicBezTo>
                <a:lnTo>
                  <a:pt x="344181" y="598726"/>
                </a:lnTo>
                <a:lnTo>
                  <a:pt x="432603" y="598726"/>
                </a:lnTo>
                <a:lnTo>
                  <a:pt x="432603" y="366332"/>
                </a:lnTo>
                <a:cubicBezTo>
                  <a:pt x="432603" y="307930"/>
                  <a:pt x="444375" y="282792"/>
                  <a:pt x="505212" y="281582"/>
                </a:cubicBezTo>
                <a:lnTo>
                  <a:pt x="505212" y="200102"/>
                </a:lnTo>
                <a:cubicBezTo>
                  <a:pt x="497907" y="199293"/>
                  <a:pt x="486148" y="199293"/>
                  <a:pt x="480068" y="199693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216000" lIns="0" tIns="361440" rIns="945000" bIns="1094760" anchor="ctr">
            <a:noAutofit/>
          </a:bodyPr>
          <a:p>
            <a:endParaRPr lang="de-DE" sz="1800" b="0" u="none" strike="noStrike">
              <a:solidFill>
                <a:schemeClr val="dk1"/>
              </a:solidFill>
              <a:effectLst/>
              <a:uFillTx/>
              <a:latin typeface="SRH"/>
            </a:endParaRPr>
          </a:p>
        </p:txBody>
      </p:sp>
      <p:sp>
        <p:nvSpPr>
          <p:cNvPr id="162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12188880" cy="6854760"/>
          </a:xfrm>
          <a:prstGeom prst="rect">
            <a:avLst/>
          </a:prstGeom>
          <a:solidFill>
            <a:srgbClr val="FED9C9"/>
          </a:solidFill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4000"/>
              </a:lnSpc>
              <a:buNone/>
              <a:tabLst>
                <a:tab pos="0" algn="l"/>
              </a:tabLst>
              <a:defRPr lang="de-DE" sz="1800" b="1" u="none" strike="noStrike">
                <a:solidFill>
                  <a:schemeClr val="lt1"/>
                </a:solidFill>
                <a:effectLst/>
                <a:uFillTx/>
                <a:latin typeface="SRH Text"/>
              </a:defRPr>
            </a:lvl1pPr>
            <a:lvl2pPr lvl="1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</a:defRPr>
            </a:lvl2pPr>
            <a:lvl3pPr lvl="2" algn="l" defTabSz="914400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</a:defRPr>
            </a:lvl3pPr>
            <a:lvl4pPr lvl="3" algn="l" defTabSz="914400">
              <a:lnSpc>
                <a:spcPct val="110000"/>
              </a:lnSpc>
              <a:spcBef>
                <a:spcPts val="240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de-DE" sz="1800" b="1" u="none" strike="noStrike">
                <a:solidFill>
                  <a:schemeClr val="accent1"/>
                </a:solidFill>
                <a:effectLst/>
                <a:uFillTx/>
                <a:latin typeface="SRH Text"/>
              </a:defRPr>
            </a:lvl4pPr>
            <a:lvl5pPr lvl="4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800" b="1" u="none" strike="noStrike">
                <a:solidFill>
                  <a:schemeClr val="dk1"/>
                </a:solidFill>
                <a:effectLst/>
                <a:uFillTx/>
                <a:latin typeface="SRH Headline"/>
              </a:defRPr>
            </a:lvl5pPr>
            <a:lvl6pPr lvl="5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SRH Headline"/>
              </a:defRPr>
            </a:lvl6pPr>
            <a:lvl7pPr lvl="6" algn="l" defTabSz="914400">
              <a:lnSpc>
                <a:spcPct val="98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800" b="1" u="none" strike="noStrike">
                <a:solidFill>
                  <a:schemeClr val="accent1"/>
                </a:solidFill>
                <a:effectLst/>
                <a:uFillTx/>
                <a:latin typeface="SRH Headline"/>
              </a:defRPr>
            </a:lvl7pPr>
          </a:lstStyle>
          <a:p>
            <a:pPr indent="0" algn="l" defTabSz="914400">
              <a:lnSpc>
                <a:spcPct val="94000"/>
              </a:lnSpc>
              <a:buNone/>
              <a:tabLst>
                <a:tab pos="0" algn="l"/>
              </a:tabLst>
            </a:pPr>
            <a:r>
              <a:rPr lang="de-DE" sz="1800" b="1" u="none" strike="noStrike">
                <a:solidFill>
                  <a:schemeClr val="lt1"/>
                </a:solidFill>
                <a:effectLst/>
                <a:uFillTx/>
                <a:latin typeface="SRH Text"/>
              </a:rPr>
              <a:t>Click to edit the outline text format</a:t>
            </a:r>
            <a:endParaRPr lang="de-DE" sz="1800" b="1" u="none" strike="noStrike">
              <a:solidFill>
                <a:schemeClr val="lt1"/>
              </a:solidFill>
              <a:effectLst/>
              <a:uFillTx/>
              <a:latin typeface="SRH Text"/>
            </a:endParaRPr>
          </a:p>
          <a:p>
            <a:pPr marL="457200" lvl="1" indent="-324000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</a:rPr>
              <a:t>Second Outline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914400" lvl="2" indent="-288000" algn="l" defTabSz="914400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SRH Text"/>
              </a:rPr>
              <a:t>Third Outline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1371600" lvl="3" indent="-216000" algn="l" defTabSz="914400">
              <a:lnSpc>
                <a:spcPct val="110000"/>
              </a:lnSpc>
              <a:spcBef>
                <a:spcPts val="240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1800" b="1" u="none" strike="noStrike">
                <a:solidFill>
                  <a:schemeClr val="accent1"/>
                </a:solidFill>
                <a:effectLst/>
                <a:uFillTx/>
                <a:latin typeface="SRH Text"/>
              </a:rPr>
              <a:t>Fourth Outline Level</a:t>
            </a:r>
            <a:endParaRPr lang="de-DE" sz="1800" b="1" u="none" strike="noStrike">
              <a:solidFill>
                <a:schemeClr val="accent1"/>
              </a:solidFill>
              <a:effectLst/>
              <a:uFillTx/>
              <a:latin typeface="SRH Text"/>
            </a:endParaRPr>
          </a:p>
          <a:p>
            <a:pPr marL="1828800" lvl="4" indent="-216000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800" b="1" u="none" strike="noStrike">
                <a:solidFill>
                  <a:schemeClr val="dk1"/>
                </a:solidFill>
                <a:effectLst/>
                <a:uFillTx/>
                <a:latin typeface="SRH Headline"/>
              </a:rPr>
              <a:t>Fifth Outline Level</a:t>
            </a:r>
            <a:endParaRPr lang="de-DE" sz="1800" b="1" u="none" strike="noStrike">
              <a:solidFill>
                <a:schemeClr val="dk1"/>
              </a:solidFill>
              <a:effectLst/>
              <a:uFillTx/>
              <a:latin typeface="SRH Headline"/>
            </a:endParaRPr>
          </a:p>
          <a:p>
            <a:pPr marL="2286000" lvl="5" indent="-216000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SRH Headline"/>
              </a:rPr>
              <a:t>Sixth Outline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SRH Headline"/>
            </a:endParaRPr>
          </a:p>
          <a:p>
            <a:pPr marL="2743200" lvl="6" indent="-216000" algn="l" defTabSz="914400">
              <a:lnSpc>
                <a:spcPct val="98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800" b="1" u="none" strike="noStrike">
                <a:solidFill>
                  <a:schemeClr val="accent1"/>
                </a:solidFill>
                <a:effectLst/>
                <a:uFillTx/>
                <a:latin typeface="SRH Headline"/>
              </a:rPr>
              <a:t>Seventh Outline Level</a:t>
            </a:r>
            <a:endParaRPr lang="de-DE" sz="1800" b="1" u="none" strike="noStrike">
              <a:solidFill>
                <a:schemeClr val="accent1"/>
              </a:solidFill>
              <a:effectLst/>
              <a:uFillTx/>
              <a:latin typeface="SRH Headline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 type="title"/>
          </p:nvPr>
        </p:nvSpPr>
        <p:spPr>
          <a:xfrm>
            <a:off x="630000" y="1079640"/>
            <a:ext cx="7398360" cy="30150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4000" b="1" u="none" strike="noStrike">
                <a:solidFill>
                  <a:schemeClr val="lt1"/>
                </a:solidFill>
                <a:effectLst/>
                <a:uFillTx/>
                <a:latin typeface="SRH Headline"/>
                <a:ea typeface="SRH Headline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4000" b="1" u="none" strike="noStrike">
                <a:solidFill>
                  <a:schemeClr val="lt1"/>
                </a:solidFill>
                <a:effectLst/>
                <a:uFillTx/>
                <a:latin typeface="SRH Headline"/>
                <a:ea typeface="SRH Headline"/>
              </a:rPr>
              <a:t>Mastertitelformat bearbeiten</a:t>
            </a:r>
            <a:endParaRPr lang="de-DE" sz="4000" b="1" u="none" strike="noStrike">
              <a:solidFill>
                <a:schemeClr val="lt1"/>
              </a:solidFill>
              <a:effectLst/>
              <a:uFillTx/>
              <a:latin typeface="SRH Headline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 type="body"/>
          </p:nvPr>
        </p:nvSpPr>
        <p:spPr>
          <a:xfrm>
            <a:off x="9652680" y="622440"/>
            <a:ext cx="1982880" cy="54972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t">
            <a:noAutofit/>
          </a:bodyPr>
          <a:lstStyle>
            <a:lvl1pPr indent="0" algn="l" defTabSz="914400">
              <a:lnSpc>
                <a:spcPct val="94000"/>
              </a:lnSpc>
              <a:buNone/>
              <a:tabLst>
                <a:tab pos="0" algn="l"/>
              </a:tabLst>
              <a:defRPr lang="de-DE" sz="1550" b="1" u="none" strike="noStrike">
                <a:solidFill>
                  <a:schemeClr val="lt1"/>
                </a:solidFill>
                <a:effectLst/>
                <a:uFillTx/>
                <a:latin typeface="SRH Text"/>
                <a:ea typeface="SRH Text"/>
              </a:defRPr>
            </a:lvl1pPr>
          </a:lstStyle>
          <a:p>
            <a:pPr indent="0" algn="l" defTabSz="914400">
              <a:lnSpc>
                <a:spcPct val="94000"/>
              </a:lnSpc>
              <a:buNone/>
              <a:tabLst>
                <a:tab pos="0" algn="l"/>
              </a:tabLst>
            </a:pPr>
            <a:r>
              <a:rPr lang="de-DE" sz="1550" b="1" u="none" strike="noStrike">
                <a:solidFill>
                  <a:schemeClr val="lt1"/>
                </a:solidFill>
                <a:effectLst/>
                <a:uFillTx/>
                <a:latin typeface="SRH Text"/>
                <a:ea typeface="SRH Text"/>
              </a:rPr>
              <a:t>Mastertextformat bearbeiten</a:t>
            </a:r>
            <a:endParaRPr lang="de-DE" sz="1550" b="1" u="none" strike="noStrike">
              <a:solidFill>
                <a:schemeClr val="lt1"/>
              </a:solidFill>
              <a:effectLst/>
              <a:uFillTx/>
              <a:latin typeface="SRH Text"/>
            </a:endParaRPr>
          </a:p>
        </p:txBody>
      </p:sp>
      <p:sp>
        <p:nvSpPr>
          <p:cNvPr id="165" name="PlaceHolder 4"/>
          <p:cNvSpPr>
            <a:spLocks noGrp="1"/>
          </p:cNvSpPr>
          <p:nvPr>
            <p:ph type="body"/>
          </p:nvPr>
        </p:nvSpPr>
        <p:spPr>
          <a:xfrm>
            <a:off x="630000" y="457920"/>
            <a:ext cx="945360" cy="730800"/>
          </a:xfrm>
          <a:prstGeom prst="rect">
            <a:avLst/>
          </a:prstGeom>
          <a:blipFill rotWithShape="0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/>
          </a:blipFill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94000"/>
              </a:lnSpc>
              <a:buNone/>
              <a:tabLst>
                <a:tab pos="0" algn="l"/>
              </a:tabLst>
              <a:defRPr lang="de-DE" sz="100" b="1" u="none" strike="noStrike">
                <a:solidFill>
                  <a:schemeClr val="lt1"/>
                </a:solidFill>
                <a:effectLst/>
                <a:uFillTx/>
                <a:latin typeface="SRH Text"/>
              </a:defRPr>
            </a:lvl1pPr>
            <a:lvl2pPr lvl="1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de-DE" sz="100" b="0" u="none" strike="noStrike">
                <a:solidFill>
                  <a:schemeClr val="dk1"/>
                </a:solidFill>
                <a:effectLst/>
                <a:uFillTx/>
                <a:latin typeface="SRH Text"/>
              </a:defRPr>
            </a:lvl2pPr>
            <a:lvl3pPr lvl="2" algn="l" defTabSz="914400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00" b="0" u="none" strike="noStrike">
                <a:solidFill>
                  <a:schemeClr val="dk1"/>
                </a:solidFill>
                <a:effectLst/>
                <a:uFillTx/>
                <a:latin typeface="SRH Text"/>
              </a:defRPr>
            </a:lvl3pPr>
            <a:lvl4pPr lvl="3" algn="l" defTabSz="914400">
              <a:lnSpc>
                <a:spcPct val="110000"/>
              </a:lnSpc>
              <a:spcBef>
                <a:spcPts val="240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de-DE" sz="100" b="1" u="none" strike="noStrike">
                <a:solidFill>
                  <a:schemeClr val="accent1"/>
                </a:solidFill>
                <a:effectLst/>
                <a:uFillTx/>
                <a:latin typeface="SRH Text"/>
              </a:defRPr>
            </a:lvl4pPr>
            <a:lvl5pPr lvl="4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00" b="1" u="none" strike="noStrike">
                <a:solidFill>
                  <a:schemeClr val="dk1"/>
                </a:solidFill>
                <a:effectLst/>
                <a:uFillTx/>
                <a:latin typeface="SRH Headline"/>
              </a:defRPr>
            </a:lvl5pPr>
            <a:lvl6pPr lvl="5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00" b="0" u="none" strike="noStrike">
                <a:solidFill>
                  <a:schemeClr val="dk1"/>
                </a:solidFill>
                <a:effectLst/>
                <a:uFillTx/>
                <a:latin typeface="SRH Headline"/>
              </a:defRPr>
            </a:lvl6pPr>
            <a:lvl7pPr lvl="6" algn="l" defTabSz="914400">
              <a:lnSpc>
                <a:spcPct val="98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00" b="1" u="none" strike="noStrike">
                <a:solidFill>
                  <a:schemeClr val="accent1"/>
                </a:solidFill>
                <a:effectLst/>
                <a:uFillTx/>
                <a:latin typeface="SRH Headline"/>
              </a:defRPr>
            </a:lvl7pPr>
          </a:lstStyle>
          <a:p>
            <a:pPr indent="0" algn="l" defTabSz="914400">
              <a:lnSpc>
                <a:spcPct val="94000"/>
              </a:lnSpc>
              <a:buNone/>
              <a:tabLst>
                <a:tab pos="0" algn="l"/>
              </a:tabLst>
            </a:pPr>
            <a:r>
              <a:rPr lang="de-DE" sz="100" b="1" u="none" strike="noStrike">
                <a:solidFill>
                  <a:schemeClr val="lt1"/>
                </a:solidFill>
                <a:effectLst/>
                <a:uFillTx/>
                <a:latin typeface="SRH Text"/>
              </a:rPr>
              <a:t>Click to edit the outline text format</a:t>
            </a:r>
            <a:endParaRPr lang="de-DE" sz="100" b="1" u="none" strike="noStrike">
              <a:solidFill>
                <a:schemeClr val="lt1"/>
              </a:solidFill>
              <a:effectLst/>
              <a:uFillTx/>
              <a:latin typeface="SRH Text"/>
            </a:endParaRPr>
          </a:p>
          <a:p>
            <a:pPr marL="457200" lvl="1" indent="-324000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100" b="0" u="none" strike="noStrike">
                <a:solidFill>
                  <a:schemeClr val="dk1"/>
                </a:solidFill>
                <a:effectLst/>
                <a:uFillTx/>
                <a:latin typeface="SRH Text"/>
              </a:rPr>
              <a:t>Second Outline Level</a:t>
            </a:r>
            <a:endParaRPr lang="de-DE" sz="1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914400" lvl="2" indent="-288000" algn="l" defTabSz="914400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00" b="0" u="none" strike="noStrike">
                <a:solidFill>
                  <a:schemeClr val="dk1"/>
                </a:solidFill>
                <a:effectLst/>
                <a:uFillTx/>
                <a:latin typeface="SRH Text"/>
              </a:rPr>
              <a:t>Third Outline Level</a:t>
            </a:r>
            <a:endParaRPr lang="de-DE" sz="1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1371600" lvl="3" indent="-216000" algn="l" defTabSz="914400">
              <a:lnSpc>
                <a:spcPct val="110000"/>
              </a:lnSpc>
              <a:spcBef>
                <a:spcPts val="240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100" b="1" u="none" strike="noStrike">
                <a:solidFill>
                  <a:schemeClr val="accent1"/>
                </a:solidFill>
                <a:effectLst/>
                <a:uFillTx/>
                <a:latin typeface="SRH Text"/>
              </a:rPr>
              <a:t>Fourth Outline Level</a:t>
            </a:r>
            <a:endParaRPr lang="de-DE" sz="100" b="1" u="none" strike="noStrike">
              <a:solidFill>
                <a:schemeClr val="accent1"/>
              </a:solidFill>
              <a:effectLst/>
              <a:uFillTx/>
              <a:latin typeface="SRH Text"/>
            </a:endParaRPr>
          </a:p>
          <a:p>
            <a:pPr marL="1828800" lvl="4" indent="-216000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00" b="1" u="none" strike="noStrike">
                <a:solidFill>
                  <a:schemeClr val="dk1"/>
                </a:solidFill>
                <a:effectLst/>
                <a:uFillTx/>
                <a:latin typeface="SRH Headline"/>
              </a:rPr>
              <a:t>Fifth Outline Level</a:t>
            </a:r>
            <a:endParaRPr lang="de-DE" sz="100" b="1" u="none" strike="noStrike">
              <a:solidFill>
                <a:schemeClr val="dk1"/>
              </a:solidFill>
              <a:effectLst/>
              <a:uFillTx/>
              <a:latin typeface="SRH Headline"/>
            </a:endParaRPr>
          </a:p>
          <a:p>
            <a:pPr marL="2286000" lvl="5" indent="-216000" algn="l" defTabSz="914400">
              <a:lnSpc>
                <a:spcPct val="110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00" b="0" u="none" strike="noStrike">
                <a:solidFill>
                  <a:schemeClr val="dk1"/>
                </a:solidFill>
                <a:effectLst/>
                <a:uFillTx/>
                <a:latin typeface="SRH Headline"/>
              </a:rPr>
              <a:t>Sixth Outline Level</a:t>
            </a:r>
            <a:endParaRPr lang="de-DE" sz="100" b="0" u="none" strike="noStrike">
              <a:solidFill>
                <a:schemeClr val="dk1"/>
              </a:solidFill>
              <a:effectLst/>
              <a:uFillTx/>
              <a:latin typeface="SRH Headline"/>
            </a:endParaRPr>
          </a:p>
          <a:p>
            <a:pPr marL="2743200" lvl="6" indent="-216000" algn="l" defTabSz="914400">
              <a:lnSpc>
                <a:spcPct val="98000"/>
              </a:lnSpc>
              <a:spcBef>
                <a:spcPts val="11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00" b="1" u="none" strike="noStrike">
                <a:solidFill>
                  <a:schemeClr val="accent1"/>
                </a:solidFill>
                <a:effectLst/>
                <a:uFillTx/>
                <a:latin typeface="SRH Headline"/>
              </a:rPr>
              <a:t>Seventh Outline Level</a:t>
            </a:r>
            <a:endParaRPr lang="de-DE" sz="100" b="1" u="none" strike="noStrike">
              <a:solidFill>
                <a:schemeClr val="accent1"/>
              </a:solidFill>
              <a:effectLst/>
              <a:uFillTx/>
              <a:latin typeface="SRH Headline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Nur Titel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Freihandform: Form 11"/>
          <p:cNvSpPr/>
          <p:nvPr/>
        </p:nvSpPr>
        <p:spPr>
          <a:xfrm>
            <a:off x="10878840" y="361440"/>
            <a:ext cx="944640" cy="730080"/>
          </a:xfrm>
          <a:custGeom>
            <a:avLst/>
            <a:gdLst>
              <a:gd name="textAreaLeft" fmla="*/ 0 w 944640"/>
              <a:gd name="textAreaRight" fmla="*/ 341299800 w 944640"/>
              <a:gd name="textAreaTop" fmla="*/ 0 h 730080"/>
              <a:gd name="textAreaBottom" fmla="*/ 264033000 h 730080"/>
            </a:gdLst>
            <a:ahLst/>
            <a:cxnLst/>
            <a:rect l="textAreaLeft" t="textAreaTop" r="textAreaRight" b="textAreaBottom"/>
            <a:pathLst>
              <a:path w="948055" h="733425">
                <a:moveTo>
                  <a:pt x="619721" y="598726"/>
                </a:moveTo>
                <a:lnTo>
                  <a:pt x="708150" y="598726"/>
                </a:lnTo>
                <a:lnTo>
                  <a:pt x="708150" y="174"/>
                </a:lnTo>
                <a:lnTo>
                  <a:pt x="619721" y="174"/>
                </a:lnTo>
                <a:lnTo>
                  <a:pt x="619721" y="598726"/>
                </a:lnTo>
                <a:close/>
                <a:moveTo>
                  <a:pt x="811583" y="196858"/>
                </a:moveTo>
                <a:cubicBezTo>
                  <a:pt x="794961" y="196049"/>
                  <a:pt x="774271" y="196858"/>
                  <a:pt x="753582" y="199293"/>
                </a:cubicBezTo>
                <a:lnTo>
                  <a:pt x="753582" y="281173"/>
                </a:lnTo>
                <a:cubicBezTo>
                  <a:pt x="831456" y="281173"/>
                  <a:pt x="859851" y="292576"/>
                  <a:pt x="859851" y="364713"/>
                </a:cubicBezTo>
                <a:lnTo>
                  <a:pt x="859851" y="598726"/>
                </a:lnTo>
                <a:lnTo>
                  <a:pt x="948279" y="598726"/>
                </a:lnTo>
                <a:lnTo>
                  <a:pt x="948279" y="353792"/>
                </a:lnTo>
                <a:cubicBezTo>
                  <a:pt x="948279" y="263364"/>
                  <a:pt x="896768" y="200102"/>
                  <a:pt x="811583" y="196858"/>
                </a:cubicBezTo>
                <a:close/>
                <a:moveTo>
                  <a:pt x="208715" y="199693"/>
                </a:moveTo>
                <a:cubicBezTo>
                  <a:pt x="114600" y="204562"/>
                  <a:pt x="72827" y="267010"/>
                  <a:pt x="72827" y="366365"/>
                </a:cubicBezTo>
                <a:lnTo>
                  <a:pt x="72827" y="566720"/>
                </a:lnTo>
                <a:cubicBezTo>
                  <a:pt x="72827" y="625122"/>
                  <a:pt x="61054" y="650267"/>
                  <a:pt x="224" y="651483"/>
                </a:cubicBezTo>
                <a:lnTo>
                  <a:pt x="224" y="732542"/>
                </a:lnTo>
                <a:cubicBezTo>
                  <a:pt x="7522" y="733765"/>
                  <a:pt x="19282" y="733765"/>
                  <a:pt x="25368" y="733352"/>
                </a:cubicBezTo>
                <a:cubicBezTo>
                  <a:pt x="119871" y="727681"/>
                  <a:pt x="161249" y="664825"/>
                  <a:pt x="161249" y="566687"/>
                </a:cubicBezTo>
                <a:lnTo>
                  <a:pt x="161249" y="366332"/>
                </a:lnTo>
                <a:cubicBezTo>
                  <a:pt x="161249" y="307529"/>
                  <a:pt x="172206" y="282792"/>
                  <a:pt x="233451" y="281582"/>
                </a:cubicBezTo>
                <a:lnTo>
                  <a:pt x="233451" y="200102"/>
                </a:lnTo>
                <a:cubicBezTo>
                  <a:pt x="226555" y="199293"/>
                  <a:pt x="214795" y="199293"/>
                  <a:pt x="208715" y="199693"/>
                </a:cubicBezTo>
                <a:close/>
                <a:moveTo>
                  <a:pt x="480068" y="199693"/>
                </a:moveTo>
                <a:cubicBezTo>
                  <a:pt x="386368" y="204562"/>
                  <a:pt x="344181" y="267417"/>
                  <a:pt x="344181" y="366365"/>
                </a:cubicBezTo>
                <a:lnTo>
                  <a:pt x="344181" y="598726"/>
                </a:lnTo>
                <a:lnTo>
                  <a:pt x="432603" y="598726"/>
                </a:lnTo>
                <a:lnTo>
                  <a:pt x="432603" y="366332"/>
                </a:lnTo>
                <a:cubicBezTo>
                  <a:pt x="432603" y="307930"/>
                  <a:pt x="444375" y="282792"/>
                  <a:pt x="505212" y="281582"/>
                </a:cubicBezTo>
                <a:lnTo>
                  <a:pt x="505212" y="200102"/>
                </a:lnTo>
                <a:cubicBezTo>
                  <a:pt x="497907" y="199293"/>
                  <a:pt x="486148" y="199293"/>
                  <a:pt x="480068" y="199693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216000" lIns="0" tIns="361440" rIns="945000" bIns="1094760" anchor="ctr">
            <a:noAutofit/>
          </a:bodyPr>
          <a:p>
            <a:endParaRPr lang="de-DE" sz="1800" b="0" u="none" strike="noStrike">
              <a:solidFill>
                <a:schemeClr val="dk1"/>
              </a:solidFill>
              <a:effectLst/>
              <a:uFillTx/>
              <a:latin typeface="SRH"/>
            </a:endParaRPr>
          </a:p>
        </p:txBody>
      </p:sp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360000" y="358920"/>
            <a:ext cx="9154080" cy="83196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3000" b="1" u="none" strike="noStrike">
                <a:solidFill>
                  <a:schemeClr val="dk1"/>
                </a:solidFill>
                <a:effectLst/>
                <a:uFillTx/>
                <a:latin typeface="SRH Headline"/>
                <a:ea typeface="SRH Headline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3000" b="1" u="none" strike="noStrike">
                <a:solidFill>
                  <a:schemeClr val="dk1"/>
                </a:solidFill>
                <a:effectLst/>
                <a:uFillTx/>
                <a:latin typeface="SRH Headline"/>
                <a:ea typeface="SRH Headline"/>
              </a:rPr>
              <a:t>Mastertitelformat bearbeiten</a:t>
            </a:r>
            <a:endParaRPr lang="de-DE" sz="3000" b="1" u="none" strike="noStrike">
              <a:solidFill>
                <a:schemeClr val="dk1"/>
              </a:solidFill>
              <a:effectLst/>
              <a:uFillTx/>
              <a:latin typeface="SRH Headline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 type="dt" idx="52"/>
          </p:nvPr>
        </p:nvSpPr>
        <p:spPr>
          <a:xfrm>
            <a:off x="367560" y="6356520"/>
            <a:ext cx="87120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CA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CA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 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 type="ftr" idx="53"/>
          </p:nvPr>
        </p:nvSpPr>
        <p:spPr>
          <a:xfrm>
            <a:off x="1319400" y="6356520"/>
            <a:ext cx="649296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 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PlaceHolder 4"/>
          <p:cNvSpPr>
            <a:spLocks noGrp="1"/>
          </p:cNvSpPr>
          <p:nvPr>
            <p:ph type="sldNum" idx="54"/>
          </p:nvPr>
        </p:nvSpPr>
        <p:spPr>
          <a:xfrm>
            <a:off x="11146680" y="6365160"/>
            <a:ext cx="67680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55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79F7F2C-F34B-466D-B771-FA6AAB91EECF}" type="slidenum">
              <a:rPr lang="de-DE" sz="155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3</a:t>
            </a:fld>
            <a:endParaRPr lang="en-US" sz="1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e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Freihandform: Form 11"/>
          <p:cNvSpPr/>
          <p:nvPr/>
        </p:nvSpPr>
        <p:spPr>
          <a:xfrm>
            <a:off x="10878840" y="361440"/>
            <a:ext cx="944640" cy="730080"/>
          </a:xfrm>
          <a:custGeom>
            <a:avLst/>
            <a:gdLst>
              <a:gd name="textAreaLeft" fmla="*/ 0 w 944640"/>
              <a:gd name="textAreaRight" fmla="*/ 341299800 w 944640"/>
              <a:gd name="textAreaTop" fmla="*/ 0 h 730080"/>
              <a:gd name="textAreaBottom" fmla="*/ 264033000 h 730080"/>
            </a:gdLst>
            <a:ahLst/>
            <a:cxnLst/>
            <a:rect l="textAreaLeft" t="textAreaTop" r="textAreaRight" b="textAreaBottom"/>
            <a:pathLst>
              <a:path w="948055" h="733425">
                <a:moveTo>
                  <a:pt x="619721" y="598726"/>
                </a:moveTo>
                <a:lnTo>
                  <a:pt x="708150" y="598726"/>
                </a:lnTo>
                <a:lnTo>
                  <a:pt x="708150" y="174"/>
                </a:lnTo>
                <a:lnTo>
                  <a:pt x="619721" y="174"/>
                </a:lnTo>
                <a:lnTo>
                  <a:pt x="619721" y="598726"/>
                </a:lnTo>
                <a:close/>
                <a:moveTo>
                  <a:pt x="811583" y="196858"/>
                </a:moveTo>
                <a:cubicBezTo>
                  <a:pt x="794961" y="196049"/>
                  <a:pt x="774271" y="196858"/>
                  <a:pt x="753582" y="199293"/>
                </a:cubicBezTo>
                <a:lnTo>
                  <a:pt x="753582" y="281173"/>
                </a:lnTo>
                <a:cubicBezTo>
                  <a:pt x="831456" y="281173"/>
                  <a:pt x="859851" y="292576"/>
                  <a:pt x="859851" y="364713"/>
                </a:cubicBezTo>
                <a:lnTo>
                  <a:pt x="859851" y="598726"/>
                </a:lnTo>
                <a:lnTo>
                  <a:pt x="948279" y="598726"/>
                </a:lnTo>
                <a:lnTo>
                  <a:pt x="948279" y="353792"/>
                </a:lnTo>
                <a:cubicBezTo>
                  <a:pt x="948279" y="263364"/>
                  <a:pt x="896768" y="200102"/>
                  <a:pt x="811583" y="196858"/>
                </a:cubicBezTo>
                <a:close/>
                <a:moveTo>
                  <a:pt x="208715" y="199693"/>
                </a:moveTo>
                <a:cubicBezTo>
                  <a:pt x="114600" y="204562"/>
                  <a:pt x="72827" y="267010"/>
                  <a:pt x="72827" y="366365"/>
                </a:cubicBezTo>
                <a:lnTo>
                  <a:pt x="72827" y="566720"/>
                </a:lnTo>
                <a:cubicBezTo>
                  <a:pt x="72827" y="625122"/>
                  <a:pt x="61054" y="650267"/>
                  <a:pt x="224" y="651483"/>
                </a:cubicBezTo>
                <a:lnTo>
                  <a:pt x="224" y="732542"/>
                </a:lnTo>
                <a:cubicBezTo>
                  <a:pt x="7522" y="733765"/>
                  <a:pt x="19282" y="733765"/>
                  <a:pt x="25368" y="733352"/>
                </a:cubicBezTo>
                <a:cubicBezTo>
                  <a:pt x="119871" y="727681"/>
                  <a:pt x="161249" y="664825"/>
                  <a:pt x="161249" y="566687"/>
                </a:cubicBezTo>
                <a:lnTo>
                  <a:pt x="161249" y="366332"/>
                </a:lnTo>
                <a:cubicBezTo>
                  <a:pt x="161249" y="307529"/>
                  <a:pt x="172206" y="282792"/>
                  <a:pt x="233451" y="281582"/>
                </a:cubicBezTo>
                <a:lnTo>
                  <a:pt x="233451" y="200102"/>
                </a:lnTo>
                <a:cubicBezTo>
                  <a:pt x="226555" y="199293"/>
                  <a:pt x="214795" y="199293"/>
                  <a:pt x="208715" y="199693"/>
                </a:cubicBezTo>
                <a:close/>
                <a:moveTo>
                  <a:pt x="480068" y="199693"/>
                </a:moveTo>
                <a:cubicBezTo>
                  <a:pt x="386368" y="204562"/>
                  <a:pt x="344181" y="267417"/>
                  <a:pt x="344181" y="366365"/>
                </a:cubicBezTo>
                <a:lnTo>
                  <a:pt x="344181" y="598726"/>
                </a:lnTo>
                <a:lnTo>
                  <a:pt x="432603" y="598726"/>
                </a:lnTo>
                <a:lnTo>
                  <a:pt x="432603" y="366332"/>
                </a:lnTo>
                <a:cubicBezTo>
                  <a:pt x="432603" y="307930"/>
                  <a:pt x="444375" y="282792"/>
                  <a:pt x="505212" y="281582"/>
                </a:cubicBezTo>
                <a:lnTo>
                  <a:pt x="505212" y="200102"/>
                </a:lnTo>
                <a:cubicBezTo>
                  <a:pt x="497907" y="199293"/>
                  <a:pt x="486148" y="199293"/>
                  <a:pt x="480068" y="199693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216000" lIns="0" tIns="361440" rIns="945000" bIns="1094760" anchor="ctr">
            <a:noAutofit/>
          </a:bodyPr>
          <a:p>
            <a:endParaRPr lang="de-DE" sz="1800" b="0" u="none" strike="noStrike">
              <a:solidFill>
                <a:schemeClr val="dk1"/>
              </a:solidFill>
              <a:effectLst/>
              <a:uFillTx/>
              <a:latin typeface="SRH"/>
            </a:endParaRPr>
          </a:p>
        </p:txBody>
      </p:sp>
      <p:sp>
        <p:nvSpPr>
          <p:cNvPr id="172" name="PlaceHolder 1"/>
          <p:cNvSpPr>
            <a:spLocks noGrp="1"/>
          </p:cNvSpPr>
          <p:nvPr>
            <p:ph type="dt" idx="55"/>
          </p:nvPr>
        </p:nvSpPr>
        <p:spPr>
          <a:xfrm>
            <a:off x="367560" y="6356520"/>
            <a:ext cx="87120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CA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CA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 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 type="ftr" idx="56"/>
          </p:nvPr>
        </p:nvSpPr>
        <p:spPr>
          <a:xfrm>
            <a:off x="1319400" y="6356520"/>
            <a:ext cx="649296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 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 type="sldNum" idx="57"/>
          </p:nvPr>
        </p:nvSpPr>
        <p:spPr>
          <a:xfrm>
            <a:off x="11146680" y="6365160"/>
            <a:ext cx="67680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55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428AFBB-152C-47F7-857A-D23E1E35D29A}" type="slidenum">
              <a:rPr lang="de-DE" sz="155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3</a:t>
            </a:fld>
            <a:endParaRPr lang="en-US" sz="1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Kontakt weiß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Freihandform: Form 11"/>
          <p:cNvSpPr/>
          <p:nvPr/>
        </p:nvSpPr>
        <p:spPr>
          <a:xfrm>
            <a:off x="10878840" y="361440"/>
            <a:ext cx="944640" cy="730080"/>
          </a:xfrm>
          <a:custGeom>
            <a:avLst/>
            <a:gdLst>
              <a:gd name="textAreaLeft" fmla="*/ 0 w 944640"/>
              <a:gd name="textAreaRight" fmla="*/ 341299800 w 944640"/>
              <a:gd name="textAreaTop" fmla="*/ 0 h 730080"/>
              <a:gd name="textAreaBottom" fmla="*/ 264033000 h 730080"/>
            </a:gdLst>
            <a:ahLst/>
            <a:cxnLst/>
            <a:rect l="textAreaLeft" t="textAreaTop" r="textAreaRight" b="textAreaBottom"/>
            <a:pathLst>
              <a:path w="948055" h="733425">
                <a:moveTo>
                  <a:pt x="619721" y="598726"/>
                </a:moveTo>
                <a:lnTo>
                  <a:pt x="708150" y="598726"/>
                </a:lnTo>
                <a:lnTo>
                  <a:pt x="708150" y="174"/>
                </a:lnTo>
                <a:lnTo>
                  <a:pt x="619721" y="174"/>
                </a:lnTo>
                <a:lnTo>
                  <a:pt x="619721" y="598726"/>
                </a:lnTo>
                <a:close/>
                <a:moveTo>
                  <a:pt x="811583" y="196858"/>
                </a:moveTo>
                <a:cubicBezTo>
                  <a:pt x="794961" y="196049"/>
                  <a:pt x="774271" y="196858"/>
                  <a:pt x="753582" y="199293"/>
                </a:cubicBezTo>
                <a:lnTo>
                  <a:pt x="753582" y="281173"/>
                </a:lnTo>
                <a:cubicBezTo>
                  <a:pt x="831456" y="281173"/>
                  <a:pt x="859851" y="292576"/>
                  <a:pt x="859851" y="364713"/>
                </a:cubicBezTo>
                <a:lnTo>
                  <a:pt x="859851" y="598726"/>
                </a:lnTo>
                <a:lnTo>
                  <a:pt x="948279" y="598726"/>
                </a:lnTo>
                <a:lnTo>
                  <a:pt x="948279" y="353792"/>
                </a:lnTo>
                <a:cubicBezTo>
                  <a:pt x="948279" y="263364"/>
                  <a:pt x="896768" y="200102"/>
                  <a:pt x="811583" y="196858"/>
                </a:cubicBezTo>
                <a:close/>
                <a:moveTo>
                  <a:pt x="208715" y="199693"/>
                </a:moveTo>
                <a:cubicBezTo>
                  <a:pt x="114600" y="204562"/>
                  <a:pt x="72827" y="267010"/>
                  <a:pt x="72827" y="366365"/>
                </a:cubicBezTo>
                <a:lnTo>
                  <a:pt x="72827" y="566720"/>
                </a:lnTo>
                <a:cubicBezTo>
                  <a:pt x="72827" y="625122"/>
                  <a:pt x="61054" y="650267"/>
                  <a:pt x="224" y="651483"/>
                </a:cubicBezTo>
                <a:lnTo>
                  <a:pt x="224" y="732542"/>
                </a:lnTo>
                <a:cubicBezTo>
                  <a:pt x="7522" y="733765"/>
                  <a:pt x="19282" y="733765"/>
                  <a:pt x="25368" y="733352"/>
                </a:cubicBezTo>
                <a:cubicBezTo>
                  <a:pt x="119871" y="727681"/>
                  <a:pt x="161249" y="664825"/>
                  <a:pt x="161249" y="566687"/>
                </a:cubicBezTo>
                <a:lnTo>
                  <a:pt x="161249" y="366332"/>
                </a:lnTo>
                <a:cubicBezTo>
                  <a:pt x="161249" y="307529"/>
                  <a:pt x="172206" y="282792"/>
                  <a:pt x="233451" y="281582"/>
                </a:cubicBezTo>
                <a:lnTo>
                  <a:pt x="233451" y="200102"/>
                </a:lnTo>
                <a:cubicBezTo>
                  <a:pt x="226555" y="199293"/>
                  <a:pt x="214795" y="199293"/>
                  <a:pt x="208715" y="199693"/>
                </a:cubicBezTo>
                <a:close/>
                <a:moveTo>
                  <a:pt x="480068" y="199693"/>
                </a:moveTo>
                <a:cubicBezTo>
                  <a:pt x="386368" y="204562"/>
                  <a:pt x="344181" y="267417"/>
                  <a:pt x="344181" y="366365"/>
                </a:cubicBezTo>
                <a:lnTo>
                  <a:pt x="344181" y="598726"/>
                </a:lnTo>
                <a:lnTo>
                  <a:pt x="432603" y="598726"/>
                </a:lnTo>
                <a:lnTo>
                  <a:pt x="432603" y="366332"/>
                </a:lnTo>
                <a:cubicBezTo>
                  <a:pt x="432603" y="307930"/>
                  <a:pt x="444375" y="282792"/>
                  <a:pt x="505212" y="281582"/>
                </a:cubicBezTo>
                <a:lnTo>
                  <a:pt x="505212" y="200102"/>
                </a:lnTo>
                <a:cubicBezTo>
                  <a:pt x="497907" y="199293"/>
                  <a:pt x="486148" y="199293"/>
                  <a:pt x="480068" y="199693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216000" lIns="0" tIns="361440" rIns="945000" bIns="1094760" anchor="ctr">
            <a:noAutofit/>
          </a:bodyPr>
          <a:p>
            <a:endParaRPr lang="de-DE" sz="1800" b="0" u="none" strike="noStrike">
              <a:solidFill>
                <a:schemeClr val="dk1"/>
              </a:solidFill>
              <a:effectLst/>
              <a:uFillTx/>
              <a:latin typeface="SRH"/>
            </a:endParaRPr>
          </a:p>
        </p:txBody>
      </p:sp>
      <p:sp>
        <p:nvSpPr>
          <p:cNvPr id="176" name="Freihandform: Form 10"/>
          <p:cNvSpPr/>
          <p:nvPr/>
        </p:nvSpPr>
        <p:spPr>
          <a:xfrm>
            <a:off x="8202960" y="2802240"/>
            <a:ext cx="3985920" cy="4052520"/>
          </a:xfrm>
          <a:custGeom>
            <a:avLst/>
            <a:gdLst>
              <a:gd name="textAreaLeft" fmla="*/ 0 w 3985920"/>
              <a:gd name="textAreaRight" fmla="*/ 1436065200 w 3985920"/>
              <a:gd name="textAreaTop" fmla="*/ 0 h 4052520"/>
              <a:gd name="textAreaBottom" fmla="*/ 1460068200 h 4052520"/>
            </a:gdLst>
            <a:ahLst/>
            <a:cxnLst/>
            <a:rect l="textAreaLeft" t="textAreaTop" r="textAreaRight" b="textAreaBottom"/>
            <a:pathLst>
              <a:path w="3989070" h="4055745">
                <a:moveTo>
                  <a:pt x="3989070" y="0"/>
                </a:moveTo>
                <a:lnTo>
                  <a:pt x="3989070" y="2389210"/>
                </a:lnTo>
                <a:lnTo>
                  <a:pt x="3858387" y="2411148"/>
                </a:lnTo>
                <a:cubicBezTo>
                  <a:pt x="2993291" y="2575305"/>
                  <a:pt x="2647844" y="3036008"/>
                  <a:pt x="2529189" y="3871779"/>
                </a:cubicBezTo>
                <a:lnTo>
                  <a:pt x="2507884" y="4055745"/>
                </a:lnTo>
                <a:lnTo>
                  <a:pt x="0" y="4055745"/>
                </a:lnTo>
                <a:lnTo>
                  <a:pt x="22941" y="3788838"/>
                </a:lnTo>
                <a:cubicBezTo>
                  <a:pt x="290726" y="1521853"/>
                  <a:pt x="1510279" y="126892"/>
                  <a:pt x="3884935" y="4661"/>
                </a:cubicBezTo>
                <a:cubicBezTo>
                  <a:pt x="3906842" y="3232"/>
                  <a:pt x="3931308" y="1982"/>
                  <a:pt x="3957741" y="932"/>
                </a:cubicBezTo>
                <a:close/>
              </a:path>
            </a:pathLst>
          </a:custGeom>
          <a:solidFill>
            <a:srgbClr val="EEED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216000" lIns="0" tIns="2802240" rIns="3986280" bIns="6858000" anchor="ctr">
            <a:noAutofit/>
          </a:bodyPr>
          <a:p>
            <a:endParaRPr lang="de-DE" sz="1800" b="0" u="none" strike="noStrike">
              <a:solidFill>
                <a:schemeClr val="dk1"/>
              </a:solidFill>
              <a:effectLst/>
              <a:uFillTx/>
              <a:latin typeface="SRH"/>
            </a:endParaRPr>
          </a:p>
        </p:txBody>
      </p:sp>
      <p:sp>
        <p:nvSpPr>
          <p:cNvPr id="177" name="Textfeld 11"/>
          <p:cNvSpPr/>
          <p:nvPr/>
        </p:nvSpPr>
        <p:spPr>
          <a:xfrm>
            <a:off x="360000" y="1891800"/>
            <a:ext cx="7452360" cy="20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216000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4800" b="1" u="none" strike="noStrike">
                <a:solidFill>
                  <a:schemeClr val="dk1"/>
                </a:solidFill>
                <a:effectLst/>
                <a:uFillTx/>
                <a:latin typeface="SRH Headline"/>
                <a:ea typeface="SRH Headline"/>
              </a:rPr>
              <a:t>Vielen Dank für Ihre </a:t>
            </a:r>
            <a:br>
              <a:rPr sz="1800"/>
            </a:br>
            <a:r>
              <a:rPr lang="de-DE" sz="4800" b="1" u="none" strike="noStrike">
                <a:solidFill>
                  <a:schemeClr val="dk1"/>
                </a:solidFill>
                <a:effectLst/>
                <a:uFillTx/>
                <a:latin typeface="SRH Headline"/>
                <a:ea typeface="SRH Headline"/>
              </a:rPr>
              <a:t>Aufmerksamkeit!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PlaceHolder 1"/>
          <p:cNvSpPr>
            <a:spLocks noGrp="1"/>
          </p:cNvSpPr>
          <p:nvPr>
            <p:ph type="body"/>
          </p:nvPr>
        </p:nvSpPr>
        <p:spPr>
          <a:xfrm>
            <a:off x="360000" y="4881240"/>
            <a:ext cx="4627800" cy="126864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t">
            <a:noAutofit/>
          </a:bodyPr>
          <a:lstStyle>
            <a:lvl1pPr indent="0" algn="l" defTabSz="914400">
              <a:lnSpc>
                <a:spcPct val="110000"/>
              </a:lnSpc>
              <a:buNone/>
              <a:tabLst>
                <a:tab pos="0" algn="l"/>
              </a:tabLst>
              <a:defRPr lang="de-DE" sz="1200" b="1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defRPr>
            </a:lvl1pPr>
          </a:lstStyle>
          <a:p>
            <a:pPr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de-DE" sz="1200" b="1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rPr>
              <a:t>Mastertextformat bearbeiten</a:t>
            </a:r>
            <a:endParaRPr lang="de-DE" sz="1200" b="1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Kontakt Farbe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Freihandform: Form 11" hidden="1"/>
          <p:cNvSpPr/>
          <p:nvPr/>
        </p:nvSpPr>
        <p:spPr>
          <a:xfrm>
            <a:off x="10878840" y="361440"/>
            <a:ext cx="944640" cy="730080"/>
          </a:xfrm>
          <a:custGeom>
            <a:avLst/>
            <a:gdLst>
              <a:gd name="textAreaLeft" fmla="*/ 0 w 944640"/>
              <a:gd name="textAreaRight" fmla="*/ 341299800 w 944640"/>
              <a:gd name="textAreaTop" fmla="*/ 0 h 730080"/>
              <a:gd name="textAreaBottom" fmla="*/ 264033000 h 730080"/>
            </a:gdLst>
            <a:ahLst/>
            <a:cxnLst/>
            <a:rect l="textAreaLeft" t="textAreaTop" r="textAreaRight" b="textAreaBottom"/>
            <a:pathLst>
              <a:path w="948055" h="733425">
                <a:moveTo>
                  <a:pt x="619721" y="598726"/>
                </a:moveTo>
                <a:lnTo>
                  <a:pt x="708150" y="598726"/>
                </a:lnTo>
                <a:lnTo>
                  <a:pt x="708150" y="174"/>
                </a:lnTo>
                <a:lnTo>
                  <a:pt x="619721" y="174"/>
                </a:lnTo>
                <a:lnTo>
                  <a:pt x="619721" y="598726"/>
                </a:lnTo>
                <a:close/>
                <a:moveTo>
                  <a:pt x="811583" y="196858"/>
                </a:moveTo>
                <a:cubicBezTo>
                  <a:pt x="794961" y="196049"/>
                  <a:pt x="774271" y="196858"/>
                  <a:pt x="753582" y="199293"/>
                </a:cubicBezTo>
                <a:lnTo>
                  <a:pt x="753582" y="281173"/>
                </a:lnTo>
                <a:cubicBezTo>
                  <a:pt x="831456" y="281173"/>
                  <a:pt x="859851" y="292576"/>
                  <a:pt x="859851" y="364713"/>
                </a:cubicBezTo>
                <a:lnTo>
                  <a:pt x="859851" y="598726"/>
                </a:lnTo>
                <a:lnTo>
                  <a:pt x="948279" y="598726"/>
                </a:lnTo>
                <a:lnTo>
                  <a:pt x="948279" y="353792"/>
                </a:lnTo>
                <a:cubicBezTo>
                  <a:pt x="948279" y="263364"/>
                  <a:pt x="896768" y="200102"/>
                  <a:pt x="811583" y="196858"/>
                </a:cubicBezTo>
                <a:close/>
                <a:moveTo>
                  <a:pt x="208715" y="199693"/>
                </a:moveTo>
                <a:cubicBezTo>
                  <a:pt x="114600" y="204562"/>
                  <a:pt x="72827" y="267010"/>
                  <a:pt x="72827" y="366365"/>
                </a:cubicBezTo>
                <a:lnTo>
                  <a:pt x="72827" y="566720"/>
                </a:lnTo>
                <a:cubicBezTo>
                  <a:pt x="72827" y="625122"/>
                  <a:pt x="61054" y="650267"/>
                  <a:pt x="224" y="651483"/>
                </a:cubicBezTo>
                <a:lnTo>
                  <a:pt x="224" y="732542"/>
                </a:lnTo>
                <a:cubicBezTo>
                  <a:pt x="7522" y="733765"/>
                  <a:pt x="19282" y="733765"/>
                  <a:pt x="25368" y="733352"/>
                </a:cubicBezTo>
                <a:cubicBezTo>
                  <a:pt x="119871" y="727681"/>
                  <a:pt x="161249" y="664825"/>
                  <a:pt x="161249" y="566687"/>
                </a:cubicBezTo>
                <a:lnTo>
                  <a:pt x="161249" y="366332"/>
                </a:lnTo>
                <a:cubicBezTo>
                  <a:pt x="161249" y="307529"/>
                  <a:pt x="172206" y="282792"/>
                  <a:pt x="233451" y="281582"/>
                </a:cubicBezTo>
                <a:lnTo>
                  <a:pt x="233451" y="200102"/>
                </a:lnTo>
                <a:cubicBezTo>
                  <a:pt x="226555" y="199293"/>
                  <a:pt x="214795" y="199293"/>
                  <a:pt x="208715" y="199693"/>
                </a:cubicBezTo>
                <a:close/>
                <a:moveTo>
                  <a:pt x="480068" y="199693"/>
                </a:moveTo>
                <a:cubicBezTo>
                  <a:pt x="386368" y="204562"/>
                  <a:pt x="344181" y="267417"/>
                  <a:pt x="344181" y="366365"/>
                </a:cubicBezTo>
                <a:lnTo>
                  <a:pt x="344181" y="598726"/>
                </a:lnTo>
                <a:lnTo>
                  <a:pt x="432603" y="598726"/>
                </a:lnTo>
                <a:lnTo>
                  <a:pt x="432603" y="366332"/>
                </a:lnTo>
                <a:cubicBezTo>
                  <a:pt x="432603" y="307930"/>
                  <a:pt x="444375" y="282792"/>
                  <a:pt x="505212" y="281582"/>
                </a:cubicBezTo>
                <a:lnTo>
                  <a:pt x="505212" y="200102"/>
                </a:lnTo>
                <a:cubicBezTo>
                  <a:pt x="497907" y="199293"/>
                  <a:pt x="486148" y="199293"/>
                  <a:pt x="480068" y="199693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216000" lIns="0" tIns="361440" rIns="945000" bIns="1094760" anchor="ctr">
            <a:noAutofit/>
          </a:bodyPr>
          <a:p>
            <a:endParaRPr lang="de-DE" sz="1800" b="0" u="none" strike="noStrike">
              <a:solidFill>
                <a:schemeClr val="dk1"/>
              </a:solidFill>
              <a:effectLst/>
              <a:uFillTx/>
              <a:latin typeface="SRH"/>
            </a:endParaRPr>
          </a:p>
        </p:txBody>
      </p:sp>
      <p:sp>
        <p:nvSpPr>
          <p:cNvPr id="180" name="Textfeld 11"/>
          <p:cNvSpPr/>
          <p:nvPr/>
        </p:nvSpPr>
        <p:spPr>
          <a:xfrm>
            <a:off x="360000" y="1891800"/>
            <a:ext cx="7452360" cy="20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216000"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4800" b="1" u="none" strike="noStrike">
                <a:solidFill>
                  <a:schemeClr val="lt1"/>
                </a:solidFill>
                <a:effectLst/>
                <a:uFillTx/>
                <a:latin typeface="SRH Headline"/>
                <a:ea typeface="SRH Headline"/>
              </a:rPr>
              <a:t>Vielen Dank für deine</a:t>
            </a:r>
            <a:br>
              <a:rPr sz="1800"/>
            </a:br>
            <a:r>
              <a:rPr lang="de-DE" sz="4800" b="1" u="none" strike="noStrike">
                <a:solidFill>
                  <a:schemeClr val="lt1"/>
                </a:solidFill>
                <a:effectLst/>
                <a:uFillTx/>
                <a:latin typeface="SRH Headline"/>
                <a:ea typeface="SRH Headline"/>
              </a:rPr>
              <a:t>Aufmerksamkeit!</a:t>
            </a:r>
            <a:endParaRPr lang="en-US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PlaceHolder 1"/>
          <p:cNvSpPr>
            <a:spLocks noGrp="1"/>
          </p:cNvSpPr>
          <p:nvPr>
            <p:ph type="body"/>
          </p:nvPr>
        </p:nvSpPr>
        <p:spPr>
          <a:xfrm>
            <a:off x="360000" y="4881240"/>
            <a:ext cx="4627800" cy="126792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t">
            <a:noAutofit/>
          </a:bodyPr>
          <a:lstStyle>
            <a:lvl1pPr indent="0" algn="l" defTabSz="914400">
              <a:lnSpc>
                <a:spcPct val="110000"/>
              </a:lnSpc>
              <a:buNone/>
              <a:tabLst>
                <a:tab pos="0" algn="l"/>
              </a:tabLst>
              <a:defRPr lang="de-DE" sz="1200" b="1" u="none" strike="noStrike">
                <a:solidFill>
                  <a:schemeClr val="lt1"/>
                </a:solidFill>
                <a:effectLst/>
                <a:uFillTx/>
                <a:latin typeface="SRH Text"/>
                <a:ea typeface="SRH Text"/>
              </a:defRPr>
            </a:lvl1pPr>
          </a:lstStyle>
          <a:p>
            <a:pPr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de-DE" sz="1200" b="1" u="none" strike="noStrike">
                <a:solidFill>
                  <a:schemeClr val="lt1"/>
                </a:solidFill>
                <a:effectLst/>
                <a:uFillTx/>
                <a:latin typeface="SRH Text"/>
                <a:ea typeface="SRH Text"/>
              </a:rPr>
              <a:t>Mastertextformat bearbeiten</a:t>
            </a:r>
            <a:endParaRPr lang="de-DE" sz="1200" b="1" u="none" strike="noStrike">
              <a:solidFill>
                <a:schemeClr val="lt1"/>
              </a:solidFill>
              <a:effectLst/>
              <a:uFillTx/>
              <a:latin typeface="SRH Text"/>
            </a:endParaRPr>
          </a:p>
        </p:txBody>
      </p:sp>
      <p:sp>
        <p:nvSpPr>
          <p:cNvPr id="182" name="Freihandform: Form 5"/>
          <p:cNvSpPr/>
          <p:nvPr/>
        </p:nvSpPr>
        <p:spPr>
          <a:xfrm>
            <a:off x="8211960" y="2802240"/>
            <a:ext cx="3986640" cy="4052520"/>
          </a:xfrm>
          <a:custGeom>
            <a:avLst/>
            <a:gdLst>
              <a:gd name="textAreaLeft" fmla="*/ 0 w 3986640"/>
              <a:gd name="textAreaRight" fmla="*/ 1436293800 w 3986640"/>
              <a:gd name="textAreaTop" fmla="*/ 0 h 4052520"/>
              <a:gd name="textAreaBottom" fmla="*/ 1460068200 h 4052520"/>
            </a:gdLst>
            <a:ahLst/>
            <a:cxnLst/>
            <a:rect l="textAreaLeft" t="textAreaTop" r="textAreaRight" b="textAreaBottom"/>
            <a:pathLst>
              <a:path w="3989705" h="4055745">
                <a:moveTo>
                  <a:pt x="3989705" y="0"/>
                </a:moveTo>
                <a:lnTo>
                  <a:pt x="3989705" y="2389210"/>
                </a:lnTo>
                <a:lnTo>
                  <a:pt x="3859000" y="2411148"/>
                </a:lnTo>
                <a:cubicBezTo>
                  <a:pt x="2993767" y="2575305"/>
                  <a:pt x="2648265" y="3036008"/>
                  <a:pt x="2529591" y="3871779"/>
                </a:cubicBezTo>
                <a:lnTo>
                  <a:pt x="2508283" y="4055745"/>
                </a:lnTo>
                <a:lnTo>
                  <a:pt x="0" y="4055745"/>
                </a:lnTo>
                <a:lnTo>
                  <a:pt x="22944" y="3788838"/>
                </a:lnTo>
                <a:cubicBezTo>
                  <a:pt x="290771" y="1521853"/>
                  <a:pt x="1510519" y="126892"/>
                  <a:pt x="3885553" y="4661"/>
                </a:cubicBezTo>
                <a:cubicBezTo>
                  <a:pt x="3907463" y="3232"/>
                  <a:pt x="3931933" y="1982"/>
                  <a:pt x="3958371" y="932"/>
                </a:cubicBezTo>
                <a:close/>
              </a:path>
            </a:pathLst>
          </a:custGeom>
          <a:solidFill>
            <a:srgbClr val="EEEDEC">
              <a:alpha val="19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216000" lIns="0" tIns="2802240" rIns="3987000" bIns="6858000" anchor="ctr">
            <a:noAutofit/>
          </a:bodyPr>
          <a:p>
            <a:endParaRPr lang="de-DE" sz="1800" b="0" u="none" strike="noStrike">
              <a:solidFill>
                <a:schemeClr val="dk1"/>
              </a:solidFill>
              <a:effectLst/>
              <a:uFillTx/>
              <a:latin typeface="SRH"/>
            </a:endParaRPr>
          </a:p>
        </p:txBody>
      </p:sp>
      <p:pic>
        <p:nvPicPr>
          <p:cNvPr id="183" name="Grafik 6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877400" y="358920"/>
            <a:ext cx="947520" cy="73404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8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8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8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8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8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8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8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18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8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8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8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8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18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18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1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26.png"/><Relationship Id="rId3" Type="http://schemas.openxmlformats.org/officeDocument/2006/relationships/slideLayout" Target="../slideLayouts/slideLayout18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27.emf"/><Relationship Id="rId2" Type="http://schemas.openxmlformats.org/officeDocument/2006/relationships/image" Target="../media/image28.emf"/><Relationship Id="rId3" Type="http://schemas.openxmlformats.org/officeDocument/2006/relationships/slideLayout" Target="../slideLayouts/slideLayout2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299880" y="1143000"/>
            <a:ext cx="11253240" cy="170172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t">
            <a:noAutofit/>
          </a:bodyPr>
          <a:p>
            <a:pPr indent="0" algn="ctr" defTabSz="914400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de-DE" sz="4000" b="1" u="none" strike="noStrike">
                <a:solidFill>
                  <a:schemeClr val="lt1"/>
                </a:solidFill>
                <a:effectLst/>
                <a:uFillTx/>
                <a:latin typeface="SRH Headline"/>
                <a:ea typeface="SRH Headline"/>
              </a:rPr>
              <a:t>A Reliability-Aware Decision Framework for Cost-Sensitive Selective Prediction in Credit Risk under Distribution Shift </a:t>
            </a:r>
            <a:br>
              <a:rPr sz="4000"/>
            </a:br>
            <a:endParaRPr lang="de-DE" sz="4000" b="1" u="none" strike="noStrike">
              <a:solidFill>
                <a:schemeClr val="lt1"/>
              </a:solidFill>
              <a:effectLst/>
              <a:uFillTx/>
              <a:latin typeface="SRH Headline"/>
            </a:endParaRPr>
          </a:p>
        </p:txBody>
      </p:sp>
      <p:sp>
        <p:nvSpPr>
          <p:cNvPr id="185" name="object 12"/>
          <p:cNvSpPr/>
          <p:nvPr/>
        </p:nvSpPr>
        <p:spPr>
          <a:xfrm rot="21561000">
            <a:off x="468360" y="3887640"/>
            <a:ext cx="6417000" cy="20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216000" lIns="0" tIns="12600" rIns="0" bIns="0" anchor="t">
            <a:noAutofit/>
          </a:bodyPr>
          <a:p>
            <a:pPr marL="12600" defTabSz="914400">
              <a:lnSpc>
                <a:spcPct val="100000"/>
              </a:lnSpc>
              <a:spcBef>
                <a:spcPts val="3345"/>
              </a:spcBef>
              <a:tabLst>
                <a:tab pos="0" algn="l"/>
              </a:tabLst>
            </a:pP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SRH Headline"/>
                <a:ea typeface="SRH Headline"/>
              </a:rPr>
              <a:t>Amin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SRH"/>
                <a:ea typeface="SRH"/>
              </a:rPr>
              <a:t> </a:t>
            </a: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SRH Headline"/>
                <a:ea typeface="SRH Headline"/>
              </a:rPr>
              <a:t>Feli (11038701) 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600" defTabSz="914400">
              <a:lnSpc>
                <a:spcPct val="100000"/>
              </a:lnSpc>
              <a:spcBef>
                <a:spcPts val="3345"/>
              </a:spcBef>
              <a:tabLst>
                <a:tab pos="0" algn="l"/>
              </a:tabLst>
            </a:pP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SRH Headline"/>
                <a:ea typeface="SRH Headline"/>
              </a:rPr>
              <a:t>Supervisors: Prof. Dr. Mehrdad Jalali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15000"/>
              </a:lnSpc>
              <a:tabLst>
                <a:tab pos="2614320" algn="ctr"/>
                <a:tab pos="5228640" algn="r"/>
              </a:tabLst>
            </a:pP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SRH Headline"/>
                <a:ea typeface="SRH Headline"/>
              </a:rPr>
              <a:t>       Prof. Dr. Binh Vu</a:t>
            </a:r>
            <a:endParaRPr lang="en-IN" sz="2400" b="1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  <a:p>
            <a:pPr marL="12600" defTabSz="914400">
              <a:lnSpc>
                <a:spcPct val="100000"/>
              </a:lnSpc>
              <a:spcBef>
                <a:spcPts val="3345"/>
              </a:spcBef>
              <a:tabLst>
                <a:tab pos="0" algn="l"/>
              </a:tabLst>
            </a:pP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SRH Headline"/>
                <a:ea typeface="SRH Headline"/>
              </a:rPr>
              <a:t>SRH Hochschule Heidelberg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600" defTabSz="914400">
              <a:lnSpc>
                <a:spcPct val="150000"/>
              </a:lnSpc>
              <a:spcBef>
                <a:spcPts val="3345"/>
              </a:spcBef>
              <a:tabLst>
                <a:tab pos="0" algn="l"/>
              </a:tabLst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PlaceHolder 2"/>
          <p:cNvSpPr>
            <a:spLocks noGrp="1"/>
          </p:cNvSpPr>
          <p:nvPr>
            <p:ph type="dt" idx="58"/>
          </p:nvPr>
        </p:nvSpPr>
        <p:spPr>
          <a:xfrm>
            <a:off x="172080" y="6231960"/>
            <a:ext cx="87192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CA" sz="900" b="1" u="none" strike="noStrike">
                <a:solidFill>
                  <a:schemeClr val="lt1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3447CD20-B940-4BEB-ACC6-D58E291F716B}" type="datetime1">
              <a:rPr lang="en-CA" sz="900" b="1" u="none" strike="noStrike">
                <a:solidFill>
                  <a:schemeClr val="lt1"/>
                </a:solidFill>
                <a:effectLst/>
                <a:uFillTx/>
                <a:latin typeface="SRH Text"/>
                <a:ea typeface="SRH"/>
              </a:rPr>
              <a:t>2026-09-12</a:t>
            </a:fld>
            <a:endParaRPr lang="en-US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 type="ftr" idx="59"/>
          </p:nvPr>
        </p:nvSpPr>
        <p:spPr>
          <a:xfrm>
            <a:off x="1133640" y="6285240"/>
            <a:ext cx="649224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1" u="none" strike="noStrike">
                <a:solidFill>
                  <a:schemeClr val="lt1"/>
                </a:solidFill>
                <a:effectLst/>
                <a:uFillTx/>
                <a:latin typeface="SRH Text"/>
                <a:ea typeface="SRH"/>
              </a:rPr>
              <a:t>SRH Hochschule Heidelberg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PlaceHolder 4"/>
          <p:cNvSpPr>
            <a:spLocks noGrp="1"/>
          </p:cNvSpPr>
          <p:nvPr>
            <p:ph type="sldNum" idx="60"/>
          </p:nvPr>
        </p:nvSpPr>
        <p:spPr>
          <a:xfrm>
            <a:off x="11058480" y="6311160"/>
            <a:ext cx="67680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550" b="1" u="none" strike="noStrike">
                <a:solidFill>
                  <a:schemeClr val="lt1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1696167-BA00-4771-9CB4-9EEF55764986}" type="slidenum">
              <a:rPr lang="de-DE" sz="1550" b="1" u="none" strike="noStrike">
                <a:solidFill>
                  <a:schemeClr val="lt1"/>
                </a:solidFill>
                <a:effectLst/>
                <a:uFillTx/>
                <a:latin typeface="SRH Text"/>
                <a:ea typeface="SRH"/>
              </a:rPr>
              <a:t>3</a:t>
            </a:fld>
            <a:endParaRPr lang="en-US" sz="155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191880" y="-147600"/>
            <a:ext cx="9154800" cy="83196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b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rgbClr val="DF4807"/>
                </a:solidFill>
                <a:effectLst/>
                <a:uFillTx/>
                <a:latin typeface="SRH Headline"/>
                <a:ea typeface="SRH Headline"/>
              </a:rPr>
              <a:t>Introduction</a:t>
            </a:r>
            <a:endParaRPr lang="de-DE" sz="2600" b="1" u="none" strike="noStrike">
              <a:solidFill>
                <a:schemeClr val="dk1"/>
              </a:solidFill>
              <a:effectLst/>
              <a:uFillTx/>
              <a:latin typeface="SRH Headline"/>
            </a:endParaRPr>
          </a:p>
        </p:txBody>
      </p:sp>
      <p:sp>
        <p:nvSpPr>
          <p:cNvPr id="190" name="PlaceHolder 2"/>
          <p:cNvSpPr>
            <a:spLocks noGrp="1"/>
          </p:cNvSpPr>
          <p:nvPr>
            <p:ph/>
          </p:nvPr>
        </p:nvSpPr>
        <p:spPr>
          <a:xfrm>
            <a:off x="276840" y="914400"/>
            <a:ext cx="10802520" cy="570276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t">
            <a:noAutofit/>
          </a:bodyPr>
          <a:p>
            <a:pPr marL="285840" indent="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rgbClr val="FF4000"/>
                </a:solidFill>
                <a:effectLst/>
                <a:uFillTx/>
                <a:latin typeface="SRH Text"/>
                <a:ea typeface="SRH Text"/>
              </a:rPr>
              <a:t>What is Credit Risk?</a:t>
            </a:r>
            <a:endParaRPr lang="de-DE" sz="15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Credit risk is a fundamental task in finance and banking, designed to </a:t>
            </a:r>
            <a:r>
              <a:rPr lang="en-US" sz="1300" b="1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estimate the likelihood that a borrower</a:t>
            </a:r>
            <a:r>
              <a:rPr lang="en-US" sz="13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 </a:t>
            </a:r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SRH Text"/>
                <a:ea typeface="SRH Text"/>
              </a:rPr>
              <a:t>will default on a loan</a:t>
            </a:r>
            <a:r>
              <a:rPr lang="en-US" sz="13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 or fail to meet contractual debt obligations.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rgbClr val="FF4000"/>
                </a:solidFill>
                <a:effectLst/>
                <a:uFillTx/>
                <a:latin typeface="SRH Text"/>
                <a:ea typeface="SRH Text"/>
              </a:rPr>
              <a:t>Why is Credit Risk Prediction Important?</a:t>
            </a:r>
            <a:endParaRPr lang="de-DE" sz="15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Banks make decisions based on information about applicants, such as their occupation_status , credit history, and credit_score . </a:t>
            </a:r>
            <a:r>
              <a:rPr lang="en-US" sz="1300" b="1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Machine Learning (ML) models can learn patterns from historical data and estimate the probability that an applicant will default</a:t>
            </a:r>
            <a:r>
              <a:rPr lang="en-US" sz="13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. refine it in the simple way.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indent="0" algn="l" defTabSz="914400">
              <a:lnSpc>
                <a:spcPct val="110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     A reliable prediction system can help to: 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-28584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575756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3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Reduce losses from unpaid loans. 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-28584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575756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3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Make better lending decisions. 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-28584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575756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3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Manage money and capital more efficiently.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 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 type="dt" idx="61"/>
          </p:nvPr>
        </p:nvSpPr>
        <p:spPr>
          <a:xfrm>
            <a:off x="367560" y="6356520"/>
            <a:ext cx="87120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CA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AD74663A-DA19-4417-9F87-6F11DCD7E9B0}" type="datetime1">
              <a:rPr lang="en-CA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2026-09-12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PlaceHolder 4"/>
          <p:cNvSpPr>
            <a:spLocks noGrp="1"/>
          </p:cNvSpPr>
          <p:nvPr>
            <p:ph type="ftr" idx="62"/>
          </p:nvPr>
        </p:nvSpPr>
        <p:spPr>
          <a:xfrm>
            <a:off x="1242000" y="6366600"/>
            <a:ext cx="649296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nl-NL" sz="900" b="1" u="none" spc="-6" strike="noStrike">
                <a:solidFill>
                  <a:schemeClr val="dk1"/>
                </a:solidFill>
                <a:effectLst/>
                <a:uFillTx/>
                <a:latin typeface="Arial MT"/>
                <a:ea typeface="SRH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nl-NL" sz="900" b="1" u="none" spc="-6" strike="noStrike">
                <a:solidFill>
                  <a:schemeClr val="dk1"/>
                </a:solidFill>
                <a:effectLst/>
                <a:uFillTx/>
                <a:latin typeface="Arial MT"/>
                <a:ea typeface="SRH"/>
              </a:rPr>
              <a:t>SRH Hochschule Heidelberg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PlaceHolder 5"/>
          <p:cNvSpPr>
            <a:spLocks noGrp="1"/>
          </p:cNvSpPr>
          <p:nvPr>
            <p:ph type="sldNum" idx="63"/>
          </p:nvPr>
        </p:nvSpPr>
        <p:spPr>
          <a:xfrm>
            <a:off x="11146680" y="6365160"/>
            <a:ext cx="67680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55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3B0990A-FDD7-4D8A-9090-E1AEFCDBDEF2}" type="slidenum">
              <a:rPr lang="de-DE" sz="155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3</a:t>
            </a:fld>
            <a:endParaRPr lang="en-US" sz="1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191880" y="90720"/>
            <a:ext cx="9154800" cy="60948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b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rgbClr val="DF4807"/>
                </a:solidFill>
                <a:effectLst/>
                <a:uFillTx/>
                <a:latin typeface="SRH Headline"/>
                <a:ea typeface="SRH Headline"/>
              </a:rPr>
              <a:t>Problem Statement:</a:t>
            </a:r>
            <a:endParaRPr lang="de-DE" sz="2600" b="1" u="none" strike="noStrike">
              <a:solidFill>
                <a:schemeClr val="dk1"/>
              </a:solidFill>
              <a:effectLst/>
              <a:uFillTx/>
              <a:latin typeface="SRH Headline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/>
          </p:nvPr>
        </p:nvSpPr>
        <p:spPr>
          <a:xfrm>
            <a:off x="276840" y="741600"/>
            <a:ext cx="11608920" cy="594864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t">
            <a:noAutofit/>
          </a:bodyPr>
          <a:p>
            <a:pPr indent="0" algn="l" defTabSz="914400">
              <a:lnSpc>
                <a:spcPct val="150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de-DE" sz="1300" b="1" u="none" strike="noStrike">
                <a:solidFill>
                  <a:srgbClr val="FF4000"/>
                </a:solidFill>
                <a:effectLst/>
                <a:uFillTx/>
                <a:latin typeface="SRH Text"/>
                <a:ea typeface="Times New Roman"/>
              </a:rPr>
              <a:t>Static decision thresholds:</a:t>
            </a:r>
            <a:r>
              <a:rPr lang="de-DE" sz="1300" b="0" u="none" strike="noStrike">
                <a:solidFill>
                  <a:srgbClr val="000000"/>
                </a:solidFill>
                <a:effectLst/>
                <a:uFillTx/>
                <a:latin typeface="SRH Text"/>
                <a:ea typeface="Times New Roman"/>
              </a:rPr>
              <a:t> </a:t>
            </a:r>
            <a:r>
              <a:rPr lang="de-DE" sz="13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Times New Roman"/>
              </a:rPr>
              <a:t>many systems </a:t>
            </a:r>
            <a:r>
              <a:rPr lang="de-DE" sz="1300" b="1" u="none" strike="noStrike">
                <a:solidFill>
                  <a:srgbClr val="1C1C1C"/>
                </a:solidFill>
                <a:effectLst/>
                <a:uFillTx/>
                <a:latin typeface="SRH Text"/>
                <a:ea typeface="Times New Roman"/>
              </a:rPr>
              <a:t>rely on a fixed decision threshold</a:t>
            </a:r>
            <a:r>
              <a:rPr lang="de-DE" sz="13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Times New Roman"/>
              </a:rPr>
              <a:t>, commonly 0.5, which does not adequately reflect the changing financial </a:t>
            </a:r>
            <a:r>
              <a:rPr lang="de-DE" sz="1300" b="1" u="none" strike="noStrike">
                <a:solidFill>
                  <a:srgbClr val="1C1C1C"/>
                </a:solidFill>
                <a:effectLst/>
                <a:uFillTx/>
                <a:latin typeface="SRH Text"/>
                <a:ea typeface="Times New Roman"/>
              </a:rPr>
              <a:t>trade-offs between false positives and false negatives</a:t>
            </a:r>
            <a:r>
              <a:rPr lang="de-DE" sz="13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Times New Roman"/>
              </a:rPr>
              <a:t>. 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indent="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de-DE" sz="1300" b="1" u="none" strike="noStrike">
                <a:solidFill>
                  <a:srgbClr val="FF4000"/>
                </a:solidFill>
                <a:effectLst/>
                <a:uFillTx/>
                <a:latin typeface="SRH Text"/>
                <a:ea typeface="Times New Roman"/>
              </a:rPr>
              <a:t>Fixed cost-sensitive learning:</a:t>
            </a:r>
            <a:r>
              <a:rPr lang="de-DE" sz="1300" b="0" u="none" strike="noStrike">
                <a:solidFill>
                  <a:srgbClr val="000000"/>
                </a:solidFill>
                <a:effectLst/>
                <a:uFillTx/>
                <a:latin typeface="SRH Text"/>
                <a:ea typeface="Times New Roman"/>
              </a:rPr>
              <a:t> </a:t>
            </a:r>
            <a:r>
              <a:rPr lang="de-DE" sz="13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Times New Roman"/>
              </a:rPr>
              <a:t>Although cost-sensitive learning is widely used to account for the unequal consequences of classification errors, </a:t>
            </a:r>
            <a:r>
              <a:rPr lang="de-DE" sz="1300" b="1" u="none" strike="noStrike">
                <a:solidFill>
                  <a:srgbClr val="1C1C1C"/>
                </a:solidFill>
                <a:effectLst/>
                <a:uFillTx/>
                <a:latin typeface="SRH Text"/>
                <a:ea typeface="Times New Roman"/>
              </a:rPr>
              <a:t>penalty</a:t>
            </a:r>
            <a:r>
              <a:rPr lang="de-DE" sz="13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Times New Roman"/>
              </a:rPr>
              <a:t> </a:t>
            </a:r>
            <a:r>
              <a:rPr lang="de-DE" sz="1300" b="1" u="none" strike="noStrike">
                <a:solidFill>
                  <a:srgbClr val="1C1C1C"/>
                </a:solidFill>
                <a:effectLst/>
                <a:uFillTx/>
                <a:latin typeface="SRH Text"/>
                <a:ea typeface="Times New Roman"/>
              </a:rPr>
              <a:t>structures are generally predefined and fixed</a:t>
            </a:r>
            <a:r>
              <a:rPr lang="de-DE" sz="13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Times New Roman"/>
              </a:rPr>
              <a:t>.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indent="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de-DE" sz="1300" b="1" u="none" strike="noStrike">
                <a:solidFill>
                  <a:srgbClr val="FF4000"/>
                </a:solidFill>
                <a:effectLst/>
                <a:uFillTx/>
                <a:latin typeface="SRH Text"/>
                <a:ea typeface="Times New Roman"/>
              </a:rPr>
              <a:t>Lack of selective prediction:</a:t>
            </a:r>
            <a:r>
              <a:rPr lang="de-DE" sz="1300" b="0" u="none" strike="noStrike">
                <a:solidFill>
                  <a:srgbClr val="000000"/>
                </a:solidFill>
                <a:effectLst/>
                <a:uFillTx/>
                <a:latin typeface="SRH Text"/>
                <a:ea typeface="Times New Roman"/>
              </a:rPr>
              <a:t> </a:t>
            </a:r>
            <a:r>
              <a:rPr lang="de-DE" sz="13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Times New Roman"/>
              </a:rPr>
              <a:t>Conventional credit risk models typically provide deterministic </a:t>
            </a:r>
            <a:r>
              <a:rPr lang="de-DE" sz="1300" b="1" u="none" strike="noStrike">
                <a:solidFill>
                  <a:srgbClr val="1C1C1C"/>
                </a:solidFill>
                <a:effectLst/>
                <a:uFillTx/>
                <a:latin typeface="SRH Text"/>
                <a:ea typeface="Times New Roman"/>
              </a:rPr>
              <a:t>binary predictions</a:t>
            </a:r>
            <a:r>
              <a:rPr lang="de-DE" sz="13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Times New Roman"/>
              </a:rPr>
              <a:t> without explicitly quantifying prediction uncertainty. Consequently, they may automatically make decisions for </a:t>
            </a:r>
            <a:r>
              <a:rPr lang="de-DE" sz="1300" b="1" u="none" strike="noStrike">
                <a:solidFill>
                  <a:srgbClr val="1C1C1C"/>
                </a:solidFill>
                <a:effectLst/>
                <a:uFillTx/>
                <a:latin typeface="SRH Text"/>
                <a:ea typeface="Times New Roman"/>
              </a:rPr>
              <a:t>ambiguous cases</a:t>
            </a:r>
            <a:r>
              <a:rPr lang="de-DE" sz="13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Times New Roman"/>
              </a:rPr>
              <a:t> where the model is insufficiently confident and human intervention would be more appropriate.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indent="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de-DE" sz="1300" b="1" u="none" strike="noStrike">
                <a:solidFill>
                  <a:srgbClr val="FF4000"/>
                </a:solidFill>
                <a:effectLst/>
                <a:uFillTx/>
                <a:latin typeface="SRH Text"/>
                <a:ea typeface="Times New Roman"/>
              </a:rPr>
              <a:t>distribution shift:</a:t>
            </a:r>
            <a:r>
              <a:rPr lang="de-DE" sz="1300" b="0" u="none" strike="noStrike">
                <a:solidFill>
                  <a:srgbClr val="FF4000"/>
                </a:solidFill>
                <a:effectLst/>
                <a:uFillTx/>
                <a:latin typeface="SRH Text"/>
                <a:ea typeface="Times New Roman"/>
              </a:rPr>
              <a:t> </a:t>
            </a:r>
            <a:r>
              <a:rPr lang="de-DE" sz="13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Times New Roman"/>
              </a:rPr>
              <a:t>Most credit risk models are developed and evaluated under the </a:t>
            </a:r>
            <a:r>
              <a:rPr lang="de-DE" sz="1300" b="1" u="none" strike="noStrike">
                <a:solidFill>
                  <a:srgbClr val="1C1C1C"/>
                </a:solidFill>
                <a:effectLst/>
                <a:uFillTx/>
                <a:latin typeface="SRH Text"/>
                <a:ea typeface="Times New Roman"/>
              </a:rPr>
              <a:t>assumption</a:t>
            </a:r>
            <a:r>
              <a:rPr lang="de-DE" sz="13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Times New Roman"/>
              </a:rPr>
              <a:t> that the underlying data distribution remains relatively </a:t>
            </a:r>
            <a:r>
              <a:rPr lang="de-DE" sz="1300" b="1" u="none" strike="noStrike">
                <a:solidFill>
                  <a:srgbClr val="1C1C1C"/>
                </a:solidFill>
                <a:effectLst/>
                <a:uFillTx/>
                <a:latin typeface="SRH Text"/>
                <a:ea typeface="Times New Roman"/>
              </a:rPr>
              <a:t>stable</a:t>
            </a:r>
            <a:r>
              <a:rPr lang="de-DE" sz="13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Times New Roman"/>
              </a:rPr>
              <a:t>.</a:t>
            </a:r>
            <a:r>
              <a:rPr lang="de-DE" sz="1300" b="0" u="none" strike="noStrike">
                <a:solidFill>
                  <a:srgbClr val="000000"/>
                </a:solidFill>
                <a:effectLst/>
                <a:uFillTx/>
                <a:latin typeface="SRH Text"/>
                <a:ea typeface="Times New Roman"/>
              </a:rPr>
              <a:t> In real </a:t>
            </a:r>
            <a:r>
              <a:rPr lang="de-DE" sz="13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Times New Roman"/>
              </a:rPr>
              <a:t>banking environments, however,</a:t>
            </a:r>
            <a:r>
              <a:rPr lang="de-DE" sz="1300" b="1" u="none" strike="noStrike">
                <a:solidFill>
                  <a:srgbClr val="1C1C1C"/>
                </a:solidFill>
                <a:effectLst/>
                <a:uFillTx/>
                <a:latin typeface="SRH Text"/>
                <a:ea typeface="Times New Roman"/>
              </a:rPr>
              <a:t> economic conditions</a:t>
            </a:r>
            <a:r>
              <a:rPr lang="de-DE" sz="13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Times New Roman"/>
              </a:rPr>
              <a:t>, </a:t>
            </a:r>
            <a:r>
              <a:rPr lang="de-DE" sz="1300" b="1" u="none" strike="noStrike">
                <a:solidFill>
                  <a:srgbClr val="1C1C1C"/>
                </a:solidFill>
                <a:effectLst/>
                <a:uFillTx/>
                <a:latin typeface="SRH Text"/>
                <a:ea typeface="Times New Roman"/>
              </a:rPr>
              <a:t>customer behavior</a:t>
            </a:r>
            <a:r>
              <a:rPr lang="de-DE" sz="13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Times New Roman"/>
              </a:rPr>
              <a:t>, and credit patterns continuously change, resulting in data distribution shifts that can reduce model performance and reliability over time.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indent="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de-DE" sz="1300" b="1" u="none" strike="noStrike">
                <a:solidFill>
                  <a:srgbClr val="FF4000"/>
                </a:solidFill>
                <a:effectLst/>
                <a:uFillTx/>
                <a:latin typeface="SRH Text"/>
                <a:ea typeface="Times New Roman"/>
              </a:rPr>
              <a:t>Lack of continuous reliability monitoring:</a:t>
            </a:r>
            <a:r>
              <a:rPr lang="de-DE" sz="1300" b="0" u="none" strike="noStrike">
                <a:solidFill>
                  <a:srgbClr val="FF4000"/>
                </a:solidFill>
                <a:effectLst/>
                <a:uFillTx/>
                <a:latin typeface="SRH Text"/>
                <a:ea typeface="Times New Roman"/>
              </a:rPr>
              <a:t> </a:t>
            </a:r>
            <a:r>
              <a:rPr lang="de-DE" sz="13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Times New Roman"/>
              </a:rPr>
              <a:t>Existing approaches often </a:t>
            </a:r>
            <a:r>
              <a:rPr lang="de-DE" sz="1300" b="1" u="none" strike="noStrike">
                <a:solidFill>
                  <a:srgbClr val="1C1C1C"/>
                </a:solidFill>
                <a:effectLst/>
                <a:uFillTx/>
                <a:latin typeface="SRH Text"/>
                <a:ea typeface="Times New Roman"/>
              </a:rPr>
              <a:t>evaluate model performance</a:t>
            </a:r>
            <a:r>
              <a:rPr lang="de-DE" sz="13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Times New Roman"/>
              </a:rPr>
              <a:t> periodically rather than </a:t>
            </a:r>
            <a:r>
              <a:rPr lang="de-DE" sz="1300" b="1" u="none" strike="noStrike">
                <a:solidFill>
                  <a:srgbClr val="1C1C1C"/>
                </a:solidFill>
                <a:effectLst/>
                <a:uFillTx/>
                <a:latin typeface="SRH Text"/>
                <a:ea typeface="Times New Roman"/>
              </a:rPr>
              <a:t>continuously after deployment</a:t>
            </a:r>
            <a:r>
              <a:rPr lang="de-DE" sz="13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Times New Roman"/>
              </a:rPr>
              <a:t>.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indent="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de-DE" sz="11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dt" idx="64"/>
          </p:nvPr>
        </p:nvSpPr>
        <p:spPr>
          <a:xfrm>
            <a:off x="367560" y="6356520"/>
            <a:ext cx="87120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CA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E5F42607-7DA9-402D-B0E9-15C5F826BE78}" type="datetime1">
              <a:rPr lang="en-CA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2026-09-12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PlaceHolder 4"/>
          <p:cNvSpPr>
            <a:spLocks noGrp="1"/>
          </p:cNvSpPr>
          <p:nvPr>
            <p:ph type="ftr" idx="65"/>
          </p:nvPr>
        </p:nvSpPr>
        <p:spPr>
          <a:xfrm>
            <a:off x="1242000" y="6366600"/>
            <a:ext cx="649296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nl-NL" sz="900" b="1" u="none" spc="-6" strike="noStrike">
                <a:solidFill>
                  <a:schemeClr val="dk1"/>
                </a:solidFill>
                <a:effectLst/>
                <a:uFillTx/>
                <a:latin typeface="Arial MT"/>
                <a:ea typeface="SRH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nl-NL" sz="900" b="1" u="none" spc="-6" strike="noStrike">
                <a:solidFill>
                  <a:schemeClr val="dk1"/>
                </a:solidFill>
                <a:effectLst/>
                <a:uFillTx/>
                <a:latin typeface="Arial MT"/>
                <a:ea typeface="SRH"/>
              </a:rPr>
              <a:t>SRH Hochschule Heidelberg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PlaceHolder 5"/>
          <p:cNvSpPr>
            <a:spLocks noGrp="1"/>
          </p:cNvSpPr>
          <p:nvPr>
            <p:ph type="sldNum" idx="66"/>
          </p:nvPr>
        </p:nvSpPr>
        <p:spPr>
          <a:xfrm>
            <a:off x="11146680" y="6365160"/>
            <a:ext cx="67680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55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C3E77D0-EE45-49FE-9B4F-F8DFD397BE3F}" type="slidenum">
              <a:rPr lang="de-DE" sz="155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3</a:t>
            </a:fld>
            <a:endParaRPr lang="en-US" sz="1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191880" y="90720"/>
            <a:ext cx="9154800" cy="83196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b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rgbClr val="DF4807"/>
                </a:solidFill>
                <a:effectLst/>
                <a:uFillTx/>
                <a:latin typeface="SRH Headline"/>
                <a:ea typeface="SRH Headline"/>
              </a:rPr>
              <a:t>Table of Content</a:t>
            </a:r>
            <a:endParaRPr lang="de-DE" sz="2600" b="1" u="none" strike="noStrike">
              <a:solidFill>
                <a:schemeClr val="dk1"/>
              </a:solidFill>
              <a:effectLst/>
              <a:uFillTx/>
              <a:latin typeface="SRH Headline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/>
          </p:nvPr>
        </p:nvSpPr>
        <p:spPr>
          <a:xfrm>
            <a:off x="276840" y="987480"/>
            <a:ext cx="10802520" cy="570276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t">
            <a:noAutofit/>
          </a:bodyPr>
          <a:p>
            <a:pPr marL="360000" lvl="1" indent="-360000" algn="l" defTabSz="914400">
              <a:lnSpc>
                <a:spcPct val="150000"/>
              </a:lnSpc>
              <a:spcBef>
                <a:spcPts val="1199"/>
              </a:spcBef>
              <a:buClr>
                <a:srgbClr val="DF4807"/>
              </a:buClr>
              <a:buFont typeface="SRH"/>
              <a:buChar char="—"/>
              <a:tabLst>
                <a:tab pos="0" algn="l"/>
              </a:tabLst>
            </a:pPr>
            <a:r>
              <a:rPr lang="en-US" sz="1800" b="1" u="none" strike="noStrike">
                <a:solidFill>
                  <a:srgbClr val="333333"/>
                </a:solidFill>
                <a:effectLst/>
                <a:uFillTx/>
                <a:latin typeface="SRH Text"/>
                <a:ea typeface="SRH Text"/>
              </a:rPr>
              <a:t>Introduction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360000" lvl="1" indent="-36000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DF4807"/>
              </a:buClr>
              <a:buFont typeface="SRH"/>
              <a:buChar char="—"/>
              <a:tabLst>
                <a:tab pos="0" algn="l"/>
              </a:tabLst>
            </a:pPr>
            <a:r>
              <a:rPr lang="en-US" sz="1800" b="1" u="none" strike="noStrike">
                <a:solidFill>
                  <a:srgbClr val="333333"/>
                </a:solidFill>
                <a:effectLst/>
                <a:uFillTx/>
                <a:latin typeface="SRH Text"/>
                <a:ea typeface="SRH Text"/>
              </a:rPr>
              <a:t>Problem Statement 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360000" lvl="1" indent="-36000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DF4807"/>
              </a:buClr>
              <a:buFont typeface="SRH"/>
              <a:buChar char="—"/>
              <a:tabLst>
                <a:tab pos="0" algn="l"/>
              </a:tabLst>
            </a:pPr>
            <a:r>
              <a:rPr lang="en-US" sz="1800" b="1" u="none" strike="noStrike">
                <a:solidFill>
                  <a:srgbClr val="333333"/>
                </a:solidFill>
                <a:effectLst/>
                <a:uFillTx/>
                <a:latin typeface="SRH Text"/>
                <a:ea typeface="SRH Text"/>
              </a:rPr>
              <a:t>Methodology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360000" lvl="1" indent="-36000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DF4807"/>
              </a:buClr>
              <a:buFont typeface="SRH"/>
              <a:buChar char="—"/>
              <a:tabLst>
                <a:tab pos="0" algn="l"/>
              </a:tabLst>
            </a:pPr>
            <a:r>
              <a:rPr lang="en-US" sz="1800" b="1" u="none" strike="noStrike">
                <a:solidFill>
                  <a:srgbClr val="333333"/>
                </a:solidFill>
                <a:effectLst/>
                <a:uFillTx/>
                <a:latin typeface="SRH Text"/>
                <a:ea typeface="SRH Text"/>
              </a:rPr>
              <a:t>Data Preprocessing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360000" lvl="1" indent="-360000" algn="l" defTabSz="914400">
              <a:lnSpc>
                <a:spcPct val="150000"/>
              </a:lnSpc>
              <a:spcBef>
                <a:spcPts val="1199"/>
              </a:spcBef>
              <a:buClr>
                <a:srgbClr val="DF4807"/>
              </a:buClr>
              <a:buFont typeface="SRH"/>
              <a:buChar char="—"/>
              <a:tabLst>
                <a:tab pos="0" algn="l"/>
              </a:tabLst>
            </a:pPr>
            <a:r>
              <a:rPr lang="en-US" sz="1800" b="1" u="none" strike="noStrike">
                <a:solidFill>
                  <a:srgbClr val="333333"/>
                </a:solidFill>
                <a:effectLst/>
                <a:uFillTx/>
                <a:latin typeface="SRH Text"/>
                <a:ea typeface="SRH Text"/>
              </a:rPr>
              <a:t>Exploratory Data Analysis (EDA)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360000" lvl="1" indent="-36000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DF4807"/>
              </a:buClr>
              <a:buFont typeface="SRH"/>
              <a:buChar char="—"/>
              <a:tabLst>
                <a:tab pos="0" algn="l"/>
              </a:tabLst>
            </a:pPr>
            <a:r>
              <a:rPr lang="en-US" sz="1800" b="1" u="none" strike="noStrike">
                <a:solidFill>
                  <a:srgbClr val="333333"/>
                </a:solidFill>
                <a:effectLst/>
                <a:uFillTx/>
                <a:latin typeface="SRH Text"/>
                <a:ea typeface="SRH Text"/>
              </a:rPr>
              <a:t>Model Explainability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360000" lvl="1" indent="-36000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DF4807"/>
              </a:buClr>
              <a:buFont typeface="SRH"/>
              <a:buChar char="—"/>
              <a:tabLst>
                <a:tab pos="0" algn="l"/>
              </a:tabLst>
            </a:pPr>
            <a:r>
              <a:rPr lang="en-US" sz="1800" b="1" u="none" strike="noStrike">
                <a:solidFill>
                  <a:srgbClr val="333333"/>
                </a:solidFill>
                <a:effectLst/>
                <a:uFillTx/>
                <a:latin typeface="SRH Text"/>
                <a:ea typeface="SRH Text"/>
              </a:rPr>
              <a:t>Selective Prediction / Risk-Based Decision System 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360000" lvl="1" indent="-36000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DF4807"/>
              </a:buClr>
              <a:buFont typeface="SRH"/>
              <a:buChar char="—"/>
              <a:tabLst>
                <a:tab pos="0" algn="l"/>
              </a:tabLst>
            </a:pPr>
            <a:r>
              <a:rPr lang="en-US" sz="1800" b="1" u="none" strike="noStrike">
                <a:solidFill>
                  <a:srgbClr val="333333"/>
                </a:solidFill>
                <a:effectLst/>
                <a:uFillTx/>
                <a:latin typeface="SRH Text"/>
                <a:ea typeface="SRH Text"/>
              </a:rPr>
              <a:t>Model Monitoring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360000" lvl="1" indent="-36000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DF4807"/>
              </a:buClr>
              <a:buFont typeface="SRH"/>
              <a:buChar char="—"/>
              <a:tabLst>
                <a:tab pos="0" algn="l"/>
              </a:tabLst>
            </a:pPr>
            <a:r>
              <a:rPr lang="en-US" sz="1800" b="1" u="none" strike="noStrike">
                <a:solidFill>
                  <a:srgbClr val="333333"/>
                </a:solidFill>
                <a:effectLst/>
                <a:uFillTx/>
                <a:latin typeface="SRH Text"/>
                <a:ea typeface="SRH Text"/>
              </a:rPr>
              <a:t>Results &amp; Key Findings 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 type="dt" idx="67"/>
          </p:nvPr>
        </p:nvSpPr>
        <p:spPr>
          <a:xfrm>
            <a:off x="367560" y="6356520"/>
            <a:ext cx="87120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CA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28CDF966-3A6D-4DB0-97AC-391F1C34C473}" type="datetime1">
              <a:rPr lang="en-CA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2026-09-12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PlaceHolder 4"/>
          <p:cNvSpPr>
            <a:spLocks noGrp="1"/>
          </p:cNvSpPr>
          <p:nvPr>
            <p:ph type="ftr" idx="68"/>
          </p:nvPr>
        </p:nvSpPr>
        <p:spPr>
          <a:xfrm>
            <a:off x="1242000" y="6366600"/>
            <a:ext cx="649296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nl-NL" sz="900" b="1" u="none" spc="-6" strike="noStrike">
                <a:solidFill>
                  <a:schemeClr val="dk1"/>
                </a:solidFill>
                <a:effectLst/>
                <a:uFillTx/>
                <a:latin typeface="Arial MT"/>
                <a:ea typeface="SRH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nl-NL" sz="900" b="1" u="none" spc="-6" strike="noStrike">
                <a:solidFill>
                  <a:schemeClr val="dk1"/>
                </a:solidFill>
                <a:effectLst/>
                <a:uFillTx/>
                <a:latin typeface="Arial MT"/>
                <a:ea typeface="SRH"/>
              </a:rPr>
              <a:t>SRH Hochschule Heidelberg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PlaceHolder 5"/>
          <p:cNvSpPr>
            <a:spLocks noGrp="1"/>
          </p:cNvSpPr>
          <p:nvPr>
            <p:ph type="sldNum" idx="69"/>
          </p:nvPr>
        </p:nvSpPr>
        <p:spPr>
          <a:xfrm>
            <a:off x="11146680" y="6365160"/>
            <a:ext cx="67680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55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3447DCD-6D57-4591-92FD-A40F6EE12497}" type="slidenum">
              <a:rPr lang="de-DE" sz="155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3</a:t>
            </a:fld>
            <a:endParaRPr lang="en-US" sz="1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191880" y="90720"/>
            <a:ext cx="9154800" cy="83196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b">
            <a:noAutofit/>
          </a:bodyPr>
          <a:p>
            <a:pPr indent="0" algn="l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rgbClr val="FF4000"/>
                </a:solidFill>
                <a:effectLst/>
                <a:uFillTx/>
                <a:latin typeface="SRH Headline"/>
                <a:ea typeface="SRH Headline"/>
              </a:rPr>
              <a:t>Dataset &amp; Data Description </a:t>
            </a:r>
            <a:endParaRPr lang="de-DE" sz="2600" b="1" u="none" strike="noStrike">
              <a:solidFill>
                <a:schemeClr val="dk1"/>
              </a:solidFill>
              <a:effectLst/>
              <a:uFillTx/>
              <a:latin typeface="SRH Headline"/>
            </a:endParaRPr>
          </a:p>
        </p:txBody>
      </p:sp>
      <p:sp>
        <p:nvSpPr>
          <p:cNvPr id="205" name="PlaceHolder 2"/>
          <p:cNvSpPr>
            <a:spLocks noGrp="1"/>
          </p:cNvSpPr>
          <p:nvPr>
            <p:ph/>
          </p:nvPr>
        </p:nvSpPr>
        <p:spPr>
          <a:xfrm>
            <a:off x="276840" y="1143000"/>
            <a:ext cx="10802520" cy="554724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t">
            <a:noAutofit/>
          </a:bodyPr>
          <a:p>
            <a:pPr marL="360000" indent="0" algn="just" defTabSz="9144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600" b="1" u="none" strike="noStrike">
                <a:solidFill>
                  <a:srgbClr val="FF4000"/>
                </a:solidFill>
                <a:effectLst/>
                <a:uFillTx/>
                <a:latin typeface="SRH Text"/>
                <a:ea typeface="SRH Text"/>
              </a:rPr>
              <a:t>Dataset Overview 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360000" indent="0" algn="l" defTabSz="9144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333333"/>
                </a:solidFill>
                <a:effectLst/>
                <a:uFillTx/>
                <a:latin typeface="SRH Text"/>
                <a:ea typeface="SRH Text"/>
              </a:rPr>
              <a:t>This dataset contains </a:t>
            </a:r>
            <a:r>
              <a:rPr lang="en-US" sz="1600" b="1" u="none" strike="noStrike">
                <a:solidFill>
                  <a:srgbClr val="333333"/>
                </a:solidFill>
                <a:effectLst/>
                <a:uFillTx/>
                <a:latin typeface="SRH Text"/>
                <a:ea typeface="SRH Text"/>
              </a:rPr>
              <a:t>50,000 loan application records </a:t>
            </a:r>
            <a:r>
              <a:rPr lang="en-US" sz="1600" b="0" u="none" strike="noStrike">
                <a:solidFill>
                  <a:srgbClr val="333333"/>
                </a:solidFill>
                <a:effectLst/>
                <a:uFillTx/>
                <a:latin typeface="SRH Text"/>
                <a:ea typeface="SRH Text"/>
              </a:rPr>
              <a:t>with </a:t>
            </a:r>
            <a:r>
              <a:rPr lang="en-US" sz="1600" b="1" u="none" strike="noStrike">
                <a:solidFill>
                  <a:srgbClr val="333333"/>
                </a:solidFill>
                <a:effectLst/>
                <a:uFillTx/>
                <a:latin typeface="SRH Text"/>
                <a:ea typeface="SRH Text"/>
              </a:rPr>
              <a:t>20 features</a:t>
            </a:r>
            <a:r>
              <a:rPr lang="en-US" sz="1600" b="0" u="none" strike="noStrike">
                <a:solidFill>
                  <a:srgbClr val="333333"/>
                </a:solidFill>
                <a:effectLst/>
                <a:uFillTx/>
                <a:latin typeface="SRH Text"/>
                <a:ea typeface="SRH Text"/>
              </a:rPr>
              <a:t> describing applicants' demographic characteristics, employment and financial status, credit history, and loan information. It is designed for credit risk assessment and loan outcome prediction using machine learning methods.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360000" indent="0" algn="l" defTabSz="9144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333333"/>
                </a:solidFill>
                <a:effectLst/>
                <a:uFillTx/>
                <a:latin typeface="SRH Text"/>
                <a:ea typeface="SRH Text"/>
              </a:rPr>
              <a:t>The dataset includes information such as age, occupation status, employment history, annual income, credit score, savings, debt, previous defaults, delinquencies, loan amount, interest rate, and several financial ratios.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360000" indent="0" algn="l" defTabSz="9144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333333"/>
                </a:solidFill>
                <a:effectLst/>
                <a:uFillTx/>
                <a:latin typeface="SRH Text"/>
                <a:ea typeface="SRH Text"/>
              </a:rPr>
              <a:t>The dataset also contains categorical variables describing the applicant's employment status, product type, and loan intent, together with numerical variables representing the applicant's financial and credit characteristics.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360000" indent="0" algn="l" defTabSz="9144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333333"/>
                </a:solidFill>
                <a:effectLst/>
                <a:uFillTx/>
                <a:latin typeface="SRH Text"/>
                <a:ea typeface="SRH Text"/>
              </a:rPr>
              <a:t>The target variable, </a:t>
            </a:r>
            <a:r>
              <a:rPr lang="en-US" sz="1600" b="1" u="none" strike="noStrike">
                <a:solidFill>
                  <a:srgbClr val="333333"/>
                </a:solidFill>
                <a:effectLst/>
                <a:uFillTx/>
                <a:latin typeface="SRH Text"/>
                <a:ea typeface="SRH Text"/>
              </a:rPr>
              <a:t>loan_status</a:t>
            </a:r>
            <a:r>
              <a:rPr lang="en-US" sz="1600" b="0" u="none" strike="noStrike">
                <a:solidFill>
                  <a:srgbClr val="333333"/>
                </a:solidFill>
                <a:effectLst/>
                <a:uFillTx/>
                <a:latin typeface="SRH Text"/>
                <a:ea typeface="SRH Text"/>
              </a:rPr>
              <a:t>, represents the loan outcome: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360000" indent="0" algn="l" defTabSz="9144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333333"/>
                </a:solidFill>
                <a:effectLst/>
                <a:uFillTx/>
                <a:latin typeface="SRH Text"/>
                <a:ea typeface="SRH Text"/>
              </a:rPr>
              <a:t>0 = Rejected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360000" indent="0" algn="l" defTabSz="9144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rgbClr val="333333"/>
                </a:solidFill>
                <a:effectLst/>
                <a:uFillTx/>
                <a:latin typeface="SRH Text"/>
                <a:ea typeface="SRH Text"/>
              </a:rPr>
              <a:t>1 = Approved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360000" indent="0" algn="l" defTabSz="9144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 type="dt" idx="70"/>
          </p:nvPr>
        </p:nvSpPr>
        <p:spPr>
          <a:xfrm>
            <a:off x="367560" y="6356520"/>
            <a:ext cx="87120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CA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BCF63B19-A09C-479F-BDDA-D4E0114625A0}" type="datetime1">
              <a:rPr lang="en-CA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2026-09-12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PlaceHolder 4"/>
          <p:cNvSpPr>
            <a:spLocks noGrp="1"/>
          </p:cNvSpPr>
          <p:nvPr>
            <p:ph type="ftr" idx="71"/>
          </p:nvPr>
        </p:nvSpPr>
        <p:spPr>
          <a:xfrm>
            <a:off x="1242000" y="6366600"/>
            <a:ext cx="649296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nl-NL" sz="900" b="1" u="none" spc="-6" strike="noStrike">
                <a:solidFill>
                  <a:schemeClr val="dk1"/>
                </a:solidFill>
                <a:effectLst/>
                <a:uFillTx/>
                <a:latin typeface="Arial MT"/>
                <a:ea typeface="SRH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nl-NL" sz="900" b="1" u="none" spc="-6" strike="noStrike">
                <a:solidFill>
                  <a:schemeClr val="dk1"/>
                </a:solidFill>
                <a:effectLst/>
                <a:uFillTx/>
                <a:latin typeface="Arial MT"/>
                <a:ea typeface="SRH"/>
              </a:rPr>
              <a:t>SRH Hochschule Heidelberg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PlaceHolder 5"/>
          <p:cNvSpPr>
            <a:spLocks noGrp="1"/>
          </p:cNvSpPr>
          <p:nvPr>
            <p:ph type="sldNum" idx="72"/>
          </p:nvPr>
        </p:nvSpPr>
        <p:spPr>
          <a:xfrm>
            <a:off x="11146680" y="6365160"/>
            <a:ext cx="67680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55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B64B349-FCE2-42AB-819A-D3002895EB77}" type="slidenum">
              <a:rPr lang="de-DE" sz="155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3</a:t>
            </a:fld>
            <a:endParaRPr lang="en-US" sz="1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191880" y="-147600"/>
            <a:ext cx="9154800" cy="83196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b">
            <a:noAutofit/>
          </a:bodyPr>
          <a:p>
            <a:pPr marL="285840" indent="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rgbClr val="FF4000"/>
                </a:solidFill>
                <a:effectLst/>
                <a:uFillTx/>
                <a:latin typeface="SRH Text"/>
                <a:ea typeface="SRH Text"/>
              </a:rPr>
              <a:t>Data Processing</a:t>
            </a:r>
            <a:endParaRPr lang="de-DE" sz="2600" b="1" u="none" strike="noStrike">
              <a:solidFill>
                <a:schemeClr val="dk1"/>
              </a:solidFill>
              <a:effectLst/>
              <a:uFillTx/>
              <a:latin typeface="SRH Headline"/>
            </a:endParaRPr>
          </a:p>
        </p:txBody>
      </p:sp>
      <p:sp>
        <p:nvSpPr>
          <p:cNvPr id="210" name="PlaceHolder 2"/>
          <p:cNvSpPr>
            <a:spLocks noGrp="1"/>
          </p:cNvSpPr>
          <p:nvPr>
            <p:ph/>
          </p:nvPr>
        </p:nvSpPr>
        <p:spPr>
          <a:xfrm>
            <a:off x="228600" y="914400"/>
            <a:ext cx="10802520" cy="548496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t">
            <a:noAutofit/>
          </a:bodyPr>
          <a:p>
            <a:pPr marL="285840" indent="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500" b="1" u="none" strike="noStrike">
                <a:solidFill>
                  <a:srgbClr val="FF4000"/>
                </a:solidFill>
                <a:effectLst/>
                <a:uFillTx/>
                <a:latin typeface="SRH Text"/>
                <a:ea typeface="SRH Text"/>
              </a:rPr>
              <a:t>Checking Corrupted Rows</a:t>
            </a:r>
            <a:endParaRPr lang="de-DE" sz="15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SRH Text"/>
                <a:ea typeface="SRH Text"/>
              </a:rPr>
              <a:t>The purpose of this step was to identify invalid, corrupted, or logically inconsistent records before applying machine learning models.</a:t>
            </a:r>
            <a:endParaRPr lang="de-DE" sz="15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SRH Text"/>
                <a:ea typeface="SRH Text"/>
              </a:rPr>
              <a:t>The code performed the following validation processes:</a:t>
            </a:r>
            <a:endParaRPr lang="de-DE" sz="15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-28584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575756"/>
              </a:buClr>
              <a:buFont typeface="Symbol" charset="2"/>
              <a:buChar char=""/>
              <a:tabLst>
                <a:tab pos="0" algn="l"/>
              </a:tabLst>
            </a:pPr>
            <a:r>
              <a:rPr lang="en-US" sz="1500" b="0" u="none" strike="noStrike">
                <a:solidFill>
                  <a:srgbClr val="FF4000"/>
                </a:solidFill>
                <a:effectLst/>
                <a:uFillTx/>
                <a:latin typeface="SRH Text"/>
                <a:ea typeface="SRH Text"/>
              </a:rPr>
              <a:t>Range Validation:</a:t>
            </a:r>
            <a:r>
              <a:rPr lang="en-US" sz="1500" b="1" u="none" strike="noStrike">
                <a:solidFill>
                  <a:srgbClr val="000000"/>
                </a:solidFill>
                <a:effectLst/>
                <a:uFillTx/>
                <a:latin typeface="SRH Text"/>
                <a:ea typeface="SRH Text"/>
              </a:rPr>
              <a:t>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SRH Text"/>
                <a:ea typeface="SRH Text"/>
              </a:rPr>
              <a:t>Checked realistic ranges for age, credit score, employment, and credit history. </a:t>
            </a:r>
            <a:endParaRPr lang="de-DE" sz="15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-28584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575756"/>
              </a:buClr>
              <a:buFont typeface="Symbol" charset="2"/>
              <a:buChar char=""/>
              <a:tabLst>
                <a:tab pos="0" algn="l"/>
              </a:tabLst>
            </a:pPr>
            <a:r>
              <a:rPr lang="en-US" sz="1500" b="0" u="none" strike="noStrike">
                <a:solidFill>
                  <a:srgbClr val="FF4000"/>
                </a:solidFill>
                <a:effectLst/>
                <a:uFillTx/>
                <a:latin typeface="SRH Text"/>
                <a:ea typeface="SRH Text"/>
              </a:rPr>
              <a:t>Negative Values: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SRH Text"/>
                <a:ea typeface="SRH Text"/>
              </a:rPr>
              <a:t> Detected invalid negative values in financial and credit variables. </a:t>
            </a:r>
            <a:endParaRPr lang="de-DE" sz="15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-28584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575756"/>
              </a:buClr>
              <a:buFont typeface="Symbol" charset="2"/>
              <a:buChar char=""/>
              <a:tabLst>
                <a:tab pos="0" algn="l"/>
              </a:tabLst>
            </a:pPr>
            <a:r>
              <a:rPr lang="en-US" sz="1500" b="0" u="none" strike="noStrike">
                <a:solidFill>
                  <a:srgbClr val="FF4000"/>
                </a:solidFill>
                <a:effectLst/>
                <a:uFillTx/>
                <a:latin typeface="SRH Text"/>
                <a:ea typeface="SRH Text"/>
              </a:rPr>
              <a:t>Ratio Validation: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SRH Text"/>
                <a:ea typeface="SRH Text"/>
              </a:rPr>
              <a:t> Verified Debt-to-Income Ratio, Loan-to-Income Ratio, and payment-to-income ratios. </a:t>
            </a:r>
            <a:endParaRPr lang="de-DE" sz="15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-28584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575756"/>
              </a:buClr>
              <a:buFont typeface="Symbol" charset="2"/>
              <a:buChar char=""/>
              <a:tabLst>
                <a:tab pos="0" algn="l"/>
              </a:tabLst>
            </a:pPr>
            <a:r>
              <a:rPr lang="en-US" sz="1500" b="0" u="none" strike="noStrike">
                <a:solidFill>
                  <a:srgbClr val="FF4000"/>
                </a:solidFill>
                <a:effectLst/>
                <a:uFillTx/>
                <a:latin typeface="SRH Text"/>
                <a:ea typeface="SRH Text"/>
              </a:rPr>
              <a:t>Text Validation: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SRH Text"/>
                <a:ea typeface="SRH Text"/>
              </a:rPr>
              <a:t> Used Regex to identify malformed categorical values and validated loan_status. </a:t>
            </a:r>
            <a:endParaRPr lang="de-DE" sz="15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dt" idx="73"/>
          </p:nvPr>
        </p:nvSpPr>
        <p:spPr>
          <a:xfrm>
            <a:off x="367560" y="6356520"/>
            <a:ext cx="87120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CA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4DC0308D-21BD-494F-AC0C-9EBCEE33E71F}" type="datetime1">
              <a:rPr lang="en-CA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2026-09-12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PlaceHolder 4"/>
          <p:cNvSpPr>
            <a:spLocks noGrp="1"/>
          </p:cNvSpPr>
          <p:nvPr>
            <p:ph type="ftr" idx="74"/>
          </p:nvPr>
        </p:nvSpPr>
        <p:spPr>
          <a:xfrm>
            <a:off x="1242000" y="6366600"/>
            <a:ext cx="649296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nl-NL" sz="900" b="1" u="none" spc="-6" strike="noStrike">
                <a:solidFill>
                  <a:schemeClr val="dk1"/>
                </a:solidFill>
                <a:effectLst/>
                <a:uFillTx/>
                <a:latin typeface="Arial MT"/>
                <a:ea typeface="SRH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nl-NL" sz="900" b="1" u="none" spc="-6" strike="noStrike">
                <a:solidFill>
                  <a:schemeClr val="dk1"/>
                </a:solidFill>
                <a:effectLst/>
                <a:uFillTx/>
                <a:latin typeface="Arial MT"/>
                <a:ea typeface="SRH"/>
              </a:rPr>
              <a:t>SRH Hochschule Heidelberg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PlaceHolder 5"/>
          <p:cNvSpPr>
            <a:spLocks noGrp="1"/>
          </p:cNvSpPr>
          <p:nvPr>
            <p:ph type="sldNum" idx="75"/>
          </p:nvPr>
        </p:nvSpPr>
        <p:spPr>
          <a:xfrm>
            <a:off x="11146680" y="6365160"/>
            <a:ext cx="67680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55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14D4AC9-32C0-4F65-9098-25167F037679}" type="slidenum">
              <a:rPr lang="de-DE" sz="155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3</a:t>
            </a:fld>
            <a:endParaRPr lang="en-US" sz="1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191880" y="-147600"/>
            <a:ext cx="9154800" cy="83196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b">
            <a:noAutofit/>
          </a:bodyPr>
          <a:p>
            <a:pPr indent="0" algn="l" defTabSz="914400">
              <a:buNone/>
              <a:tabLst>
                <a:tab pos="0" algn="l"/>
              </a:tabLst>
            </a:pPr>
            <a:endParaRPr lang="de-DE" sz="3000" b="1" u="none" strike="noStrike">
              <a:solidFill>
                <a:schemeClr val="dk1"/>
              </a:solidFill>
              <a:effectLst/>
              <a:uFillTx/>
              <a:latin typeface="SRH Headline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/>
          </p:nvPr>
        </p:nvSpPr>
        <p:spPr>
          <a:xfrm>
            <a:off x="228600" y="457200"/>
            <a:ext cx="10802520" cy="594216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t">
            <a:noAutofit/>
          </a:bodyPr>
          <a:p>
            <a:pPr marL="285840" indent="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500" b="1" u="none" strike="noStrike">
                <a:solidFill>
                  <a:srgbClr val="FF4000"/>
                </a:solidFill>
                <a:effectLst/>
                <a:uFillTx/>
                <a:latin typeface="SRH Text"/>
                <a:ea typeface="SRH Text"/>
              </a:rPr>
              <a:t>Data Type Standardization</a:t>
            </a:r>
            <a:endParaRPr lang="de-DE" sz="15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rgbClr val="333333"/>
                </a:solidFill>
                <a:effectLst/>
                <a:uFillTx/>
                <a:latin typeface="SRH Text"/>
                <a:ea typeface="SRH Text"/>
              </a:rPr>
              <a:t>Ensured all key numerical variables use consistent data types. 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500" b="1" u="none" strike="noStrike">
                <a:solidFill>
                  <a:srgbClr val="FF4000"/>
                </a:solidFill>
                <a:effectLst/>
                <a:uFillTx/>
                <a:latin typeface="SRH Text"/>
                <a:ea typeface="SRH Text"/>
              </a:rPr>
              <a:t>Missing Value Analysis</a:t>
            </a:r>
            <a:endParaRPr lang="de-DE" sz="15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rgbClr val="333333"/>
                </a:solidFill>
                <a:effectLst/>
                <a:uFillTx/>
                <a:latin typeface="SRH Text"/>
                <a:ea typeface="SRH Text"/>
              </a:rPr>
              <a:t>Identified missing values that could affect model performance. 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500" b="1" u="none" strike="noStrike">
                <a:solidFill>
                  <a:srgbClr val="FF4000"/>
                </a:solidFill>
                <a:effectLst/>
                <a:uFillTx/>
                <a:latin typeface="SRH Text"/>
                <a:ea typeface="SRH Text"/>
              </a:rPr>
              <a:t>Categorical Data Consistency</a:t>
            </a:r>
            <a:endParaRPr lang="de-DE" sz="15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rgbClr val="333333"/>
                </a:solidFill>
                <a:effectLst/>
                <a:uFillTx/>
                <a:latin typeface="SRH Text"/>
                <a:ea typeface="SRH Text"/>
              </a:rPr>
              <a:t>Examined categorical variables for inconsistent labels. 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rgbClr val="333333"/>
                </a:solidFill>
                <a:effectLst/>
                <a:uFillTx/>
                <a:latin typeface="SRH Text"/>
                <a:ea typeface="SRH Text"/>
              </a:rPr>
              <a:t>Identified potential duplicates such as “Male” and “male.” 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500" b="1" u="none" strike="noStrike">
                <a:solidFill>
                  <a:srgbClr val="FF4000"/>
                </a:solidFill>
                <a:effectLst/>
                <a:uFillTx/>
                <a:latin typeface="SRH Text"/>
                <a:ea typeface="SRH Text"/>
              </a:rPr>
              <a:t>Duplicate Records</a:t>
            </a:r>
            <a:endParaRPr lang="de-DE" sz="15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rgbClr val="333333"/>
                </a:solidFill>
                <a:effectLst/>
                <a:uFillTx/>
                <a:latin typeface="SRH Text"/>
                <a:ea typeface="SRH Text"/>
              </a:rPr>
              <a:t>The dataset was checked for duplicated observations.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 type="dt" idx="76"/>
          </p:nvPr>
        </p:nvSpPr>
        <p:spPr>
          <a:xfrm>
            <a:off x="367560" y="6356520"/>
            <a:ext cx="87120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CA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DE56155C-F8DB-422D-B447-9001C5540906}" type="datetime1">
              <a:rPr lang="en-CA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2026-09-12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PlaceHolder 4"/>
          <p:cNvSpPr>
            <a:spLocks noGrp="1"/>
          </p:cNvSpPr>
          <p:nvPr>
            <p:ph type="ftr" idx="77"/>
          </p:nvPr>
        </p:nvSpPr>
        <p:spPr>
          <a:xfrm>
            <a:off x="1242000" y="6366600"/>
            <a:ext cx="649296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nl-NL" sz="900" b="1" u="none" spc="-6" strike="noStrike">
                <a:solidFill>
                  <a:schemeClr val="dk1"/>
                </a:solidFill>
                <a:effectLst/>
                <a:uFillTx/>
                <a:latin typeface="Arial MT"/>
                <a:ea typeface="SRH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nl-NL" sz="900" b="1" u="none" spc="-6" strike="noStrike">
                <a:solidFill>
                  <a:schemeClr val="dk1"/>
                </a:solidFill>
                <a:effectLst/>
                <a:uFillTx/>
                <a:latin typeface="Arial MT"/>
                <a:ea typeface="SRH"/>
              </a:rPr>
              <a:t>SRH Hochschule Heidelberg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PlaceHolder 5"/>
          <p:cNvSpPr>
            <a:spLocks noGrp="1"/>
          </p:cNvSpPr>
          <p:nvPr>
            <p:ph type="sldNum" idx="78"/>
          </p:nvPr>
        </p:nvSpPr>
        <p:spPr>
          <a:xfrm>
            <a:off x="11146680" y="6365160"/>
            <a:ext cx="67680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55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8A8149F-D7BA-48ED-91F9-73A9C68A1F8E}" type="slidenum">
              <a:rPr lang="de-DE" sz="155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3</a:t>
            </a:fld>
            <a:endParaRPr lang="en-US" sz="1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Picture 1"/>
          <p:cNvPicPr/>
          <p:nvPr/>
        </p:nvPicPr>
        <p:blipFill>
          <a:blip r:embed="rId1"/>
          <a:stretch/>
        </p:blipFill>
        <p:spPr>
          <a:xfrm>
            <a:off x="1706760" y="1076760"/>
            <a:ext cx="8568720" cy="5174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191880" y="-147600"/>
            <a:ext cx="9154800" cy="83196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b">
            <a:noAutofit/>
          </a:bodyPr>
          <a:p>
            <a:pPr indent="0" algn="l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rgbClr val="FF4000"/>
                </a:solidFill>
                <a:effectLst/>
                <a:uFillTx/>
                <a:latin typeface="SRH Headline"/>
                <a:ea typeface="SRH Headline"/>
              </a:rPr>
              <a:t>Exploratory Data Analysis (EDA) </a:t>
            </a:r>
            <a:endParaRPr lang="de-DE" sz="2600" b="1" u="none" strike="noStrike">
              <a:solidFill>
                <a:schemeClr val="dk1"/>
              </a:solidFill>
              <a:effectLst/>
              <a:uFillTx/>
              <a:latin typeface="SRH Headline"/>
            </a:endParaRPr>
          </a:p>
        </p:txBody>
      </p:sp>
      <p:sp>
        <p:nvSpPr>
          <p:cNvPr id="221" name="PlaceHolder 2"/>
          <p:cNvSpPr>
            <a:spLocks noGrp="1"/>
          </p:cNvSpPr>
          <p:nvPr>
            <p:ph/>
          </p:nvPr>
        </p:nvSpPr>
        <p:spPr>
          <a:xfrm>
            <a:off x="228600" y="696600"/>
            <a:ext cx="5256360" cy="570276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t">
            <a:noAutofit/>
          </a:bodyPr>
          <a:p>
            <a:pPr marL="285840" indent="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rgbClr val="FF4000"/>
                </a:solidFill>
                <a:effectLst/>
                <a:uFillTx/>
                <a:latin typeface="SRH Text"/>
                <a:ea typeface="SRH Text"/>
              </a:rPr>
              <a:t>Statistical Overview</a:t>
            </a:r>
            <a:endParaRPr lang="de-DE" sz="15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-28584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575756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300" b="0" u="none" strike="noStrike">
                <a:solidFill>
                  <a:srgbClr val="333333"/>
                </a:solidFill>
                <a:effectLst/>
                <a:uFillTx/>
                <a:latin typeface="SRH Text"/>
                <a:ea typeface="SRH Text"/>
              </a:rPr>
              <a:t>The study uses a real-world dataset containing loan application records. This includes: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-28584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575756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300" b="0" u="none" strike="noStrike">
                <a:solidFill>
                  <a:srgbClr val="333333"/>
                </a:solidFill>
                <a:effectLst/>
                <a:uFillTx/>
                <a:latin typeface="SRH Text"/>
                <a:ea typeface="SRH Text"/>
              </a:rPr>
              <a:t>👤 Applicant Characteristics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-28584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575756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300" b="0" u="none" strike="noStrike">
                <a:solidFill>
                  <a:srgbClr val="333333"/>
                </a:solidFill>
                <a:effectLst/>
                <a:uFillTx/>
                <a:latin typeface="SRH Text"/>
                <a:ea typeface="SRH Text"/>
              </a:rPr>
              <a:t>Age: 18–70 years, with a mean of 35.0 years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-28584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575756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300" b="0" u="none" strike="noStrike">
                <a:solidFill>
                  <a:srgbClr val="333333"/>
                </a:solidFill>
                <a:effectLst/>
                <a:uFillTx/>
                <a:latin typeface="SRH Text"/>
                <a:ea typeface="SRH Text"/>
              </a:rPr>
              <a:t>Years employed: 0–39.9 years, with a mean of 7.45 years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-28584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575756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300" b="0" u="none" strike="noStrike">
                <a:solidFill>
                  <a:srgbClr val="333333"/>
                </a:solidFill>
                <a:effectLst/>
                <a:uFillTx/>
                <a:latin typeface="SRH Text"/>
                <a:ea typeface="SRH Text"/>
              </a:rPr>
              <a:t>Annual income: €15,000–€250,000, with a mean of approximately €50,063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-28584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575756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300" b="0" u="none" strike="noStrike">
                <a:solidFill>
                  <a:srgbClr val="333333"/>
                </a:solidFill>
                <a:effectLst/>
                <a:uFillTx/>
                <a:latin typeface="SRH Text"/>
                <a:ea typeface="SRH Text"/>
              </a:rPr>
              <a:t>Credit score: 348–850, with a mean of 643.6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 type="dt" idx="79"/>
          </p:nvPr>
        </p:nvSpPr>
        <p:spPr>
          <a:xfrm>
            <a:off x="367560" y="6356520"/>
            <a:ext cx="87120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CA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49F00950-6867-4A95-BBCD-CD9536BB0108}" type="datetime1">
              <a:rPr lang="en-CA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2026-09-12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PlaceHolder 4"/>
          <p:cNvSpPr>
            <a:spLocks noGrp="1"/>
          </p:cNvSpPr>
          <p:nvPr>
            <p:ph type="ftr" idx="80"/>
          </p:nvPr>
        </p:nvSpPr>
        <p:spPr>
          <a:xfrm>
            <a:off x="1242000" y="6366600"/>
            <a:ext cx="649296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nl-NL" sz="900" b="1" u="none" spc="-6" strike="noStrike">
                <a:solidFill>
                  <a:schemeClr val="dk1"/>
                </a:solidFill>
                <a:effectLst/>
                <a:uFillTx/>
                <a:latin typeface="Arial MT"/>
                <a:ea typeface="SRH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nl-NL" sz="900" b="1" u="none" spc="-6" strike="noStrike">
                <a:solidFill>
                  <a:schemeClr val="dk1"/>
                </a:solidFill>
                <a:effectLst/>
                <a:uFillTx/>
                <a:latin typeface="Arial MT"/>
                <a:ea typeface="SRH"/>
              </a:rPr>
              <a:t>SRH Hochschule Heidelberg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PlaceHolder 5"/>
          <p:cNvSpPr>
            <a:spLocks noGrp="1"/>
          </p:cNvSpPr>
          <p:nvPr>
            <p:ph type="sldNum" idx="81"/>
          </p:nvPr>
        </p:nvSpPr>
        <p:spPr>
          <a:xfrm>
            <a:off x="11146680" y="6365160"/>
            <a:ext cx="67680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55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0EAAE6E-7CF3-4DCA-83A8-0BA7C1EEC1A4}" type="slidenum">
              <a:rPr lang="de-DE" sz="155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3</a:t>
            </a:fld>
            <a:endParaRPr lang="en-US" sz="1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PlaceHolder 151"/>
          <p:cNvSpPr/>
          <p:nvPr/>
        </p:nvSpPr>
        <p:spPr>
          <a:xfrm>
            <a:off x="6348960" y="1272960"/>
            <a:ext cx="5256360" cy="535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216000" lIns="0" tIns="0" rIns="0" bIns="0" anchor="t">
            <a:noAutofit/>
          </a:bodyPr>
          <a:p>
            <a:pPr marL="285840" indent="-285840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575756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300" b="0" u="none" strike="noStrike">
                <a:solidFill>
                  <a:srgbClr val="333333"/>
                </a:solidFill>
                <a:effectLst/>
                <a:uFillTx/>
                <a:latin typeface="SRH Text"/>
                <a:ea typeface="SRH Text"/>
              </a:rPr>
              <a:t>Key features: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575756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300" b="0" u="none" strike="noStrike">
                <a:solidFill>
                  <a:srgbClr val="333333"/>
                </a:solidFill>
                <a:effectLst/>
                <a:uFillTx/>
                <a:latin typeface="SRH Text"/>
                <a:ea typeface="SRH Text"/>
              </a:rPr>
              <a:t>Numerical: income, debt-to-income ratio, credit history length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575756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300" b="0" u="none" strike="noStrike">
                <a:solidFill>
                  <a:srgbClr val="333333"/>
                </a:solidFill>
                <a:effectLst/>
                <a:uFillTx/>
                <a:latin typeface="SRH Text"/>
                <a:ea typeface="SRH Text"/>
              </a:rPr>
              <a:t>Categorical: job type, education, residence status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575756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300" b="0" u="none" strike="noStrike">
                <a:solidFill>
                  <a:srgbClr val="333333"/>
                </a:solidFill>
                <a:effectLst/>
                <a:uFillTx/>
                <a:latin typeface="SRH Text"/>
                <a:ea typeface="SRH Text"/>
              </a:rPr>
              <a:t>Derived: risk score, monthly debt obligations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title"/>
          </p:nvPr>
        </p:nvSpPr>
        <p:spPr>
          <a:xfrm>
            <a:off x="191880" y="-147600"/>
            <a:ext cx="9154800" cy="83196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b">
            <a:noAutofit/>
          </a:bodyPr>
          <a:p>
            <a:pPr indent="0" algn="l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rgbClr val="FF4000"/>
                </a:solidFill>
                <a:effectLst/>
                <a:uFillTx/>
                <a:latin typeface="SRH Headline"/>
                <a:ea typeface="SRH Headline"/>
              </a:rPr>
              <a:t>Outlier Analysis </a:t>
            </a:r>
            <a:endParaRPr lang="de-DE" sz="2600" b="1" u="none" strike="noStrike">
              <a:solidFill>
                <a:schemeClr val="dk1"/>
              </a:solidFill>
              <a:effectLst/>
              <a:uFillTx/>
              <a:latin typeface="SRH Headline"/>
            </a:endParaRPr>
          </a:p>
        </p:txBody>
      </p:sp>
      <p:sp>
        <p:nvSpPr>
          <p:cNvPr id="227" name="PlaceHolder 2"/>
          <p:cNvSpPr>
            <a:spLocks noGrp="1"/>
          </p:cNvSpPr>
          <p:nvPr>
            <p:ph/>
          </p:nvPr>
        </p:nvSpPr>
        <p:spPr>
          <a:xfrm>
            <a:off x="228600" y="696600"/>
            <a:ext cx="10802520" cy="570276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t">
            <a:noAutofit/>
          </a:bodyPr>
          <a:p>
            <a:pPr marL="285840" indent="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rgbClr val="333333"/>
                </a:solidFill>
                <a:effectLst/>
                <a:uFillTx/>
                <a:latin typeface="SRH Text"/>
                <a:ea typeface="SRH Text"/>
              </a:rPr>
              <a:t>Most variables contained normal-range observations with some outliers. 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rgbClr val="333333"/>
                </a:solidFill>
                <a:effectLst/>
                <a:uFillTx/>
                <a:latin typeface="SRH Text"/>
                <a:ea typeface="SRH Text"/>
              </a:rPr>
              <a:t>The highest number of </a:t>
            </a:r>
            <a:r>
              <a:rPr lang="en-US" sz="1300" b="1" u="none" strike="noStrike">
                <a:solidFill>
                  <a:srgbClr val="333333"/>
                </a:solidFill>
                <a:effectLst/>
                <a:uFillTx/>
                <a:latin typeface="SRH Text"/>
                <a:ea typeface="SRH Text"/>
              </a:rPr>
              <a:t>normal outliers</a:t>
            </a:r>
            <a:r>
              <a:rPr lang="en-US" sz="1300" b="0" u="none" strike="noStrike">
                <a:solidFill>
                  <a:srgbClr val="333333"/>
                </a:solidFill>
                <a:effectLst/>
                <a:uFillTx/>
                <a:latin typeface="SRH Text"/>
                <a:ea typeface="SRH Text"/>
              </a:rPr>
              <a:t> was found in: 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-28584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575756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300" b="0" u="none" strike="noStrike">
                <a:solidFill>
                  <a:srgbClr val="333333"/>
                </a:solidFill>
                <a:effectLst/>
                <a:uFillTx/>
                <a:latin typeface="SRH Text"/>
                <a:ea typeface="SRH Text"/>
              </a:rPr>
              <a:t>Savings assets: 6,508 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-28584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575756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300" b="0" u="none" strike="noStrike">
                <a:solidFill>
                  <a:srgbClr val="333333"/>
                </a:solidFill>
                <a:effectLst/>
                <a:uFillTx/>
                <a:latin typeface="SRH Text"/>
                <a:ea typeface="SRH Text"/>
              </a:rPr>
              <a:t>Current debt: 2,932 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-28584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575756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300" b="0" u="none" strike="noStrike">
                <a:solidFill>
                  <a:srgbClr val="333333"/>
                </a:solidFill>
                <a:effectLst/>
                <a:uFillTx/>
                <a:latin typeface="SRH Text"/>
                <a:ea typeface="SRH Text"/>
              </a:rPr>
              <a:t>Annual income: 2,355 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-28584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575756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300" b="0" u="none" strike="noStrike">
                <a:solidFill>
                  <a:srgbClr val="333333"/>
                </a:solidFill>
                <a:effectLst/>
                <a:uFillTx/>
                <a:latin typeface="SRH Text"/>
                <a:ea typeface="SRH Text"/>
              </a:rPr>
              <a:t>Years employed: 1,373 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300" b="1" u="none" strike="noStrike">
                <a:solidFill>
                  <a:srgbClr val="333333"/>
                </a:solidFill>
                <a:effectLst/>
                <a:uFillTx/>
                <a:latin typeface="SRH Text"/>
                <a:ea typeface="SRH Text"/>
              </a:rPr>
              <a:t>Extreme outliers</a:t>
            </a:r>
            <a:r>
              <a:rPr lang="en-US" sz="1300" b="0" u="none" strike="noStrike">
                <a:solidFill>
                  <a:srgbClr val="333333"/>
                </a:solidFill>
                <a:effectLst/>
                <a:uFillTx/>
                <a:latin typeface="SRH Text"/>
                <a:ea typeface="SRH Text"/>
              </a:rPr>
              <a:t> were mainly observed in: 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-28584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575756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300" b="0" u="none" strike="noStrike">
                <a:solidFill>
                  <a:srgbClr val="333333"/>
                </a:solidFill>
                <a:effectLst/>
                <a:uFillTx/>
                <a:latin typeface="SRH Text"/>
                <a:ea typeface="SRH Text"/>
              </a:rPr>
              <a:t>Savings assets: 4,353 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-28584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575756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300" b="0" u="none" strike="noStrike">
                <a:solidFill>
                  <a:srgbClr val="333333"/>
                </a:solidFill>
                <a:effectLst/>
                <a:uFillTx/>
                <a:latin typeface="SRH Text"/>
                <a:ea typeface="SRH Text"/>
              </a:rPr>
              <a:t>Current debt: 859 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-28584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575756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300" b="0" u="none" strike="noStrike">
                <a:solidFill>
                  <a:srgbClr val="333333"/>
                </a:solidFill>
                <a:effectLst/>
                <a:uFillTx/>
                <a:latin typeface="SRH Text"/>
                <a:ea typeface="SRH Text"/>
              </a:rPr>
              <a:t>Annual income: 515 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rgbClr val="333333"/>
                </a:solidFill>
                <a:effectLst/>
                <a:uFillTx/>
                <a:latin typeface="SRH Text"/>
                <a:ea typeface="SRH Text"/>
              </a:rPr>
              <a:t>No extreme outliers were detected in age, credit score, loan amount, interest rate, or the ratio variables.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 type="dt" idx="82"/>
          </p:nvPr>
        </p:nvSpPr>
        <p:spPr>
          <a:xfrm>
            <a:off x="367560" y="6356520"/>
            <a:ext cx="87120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CA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05765D68-3C58-4D87-93D3-67797B4FD223}" type="datetime1">
              <a:rPr lang="en-CA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2026-09-12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PlaceHolder 4"/>
          <p:cNvSpPr>
            <a:spLocks noGrp="1"/>
          </p:cNvSpPr>
          <p:nvPr>
            <p:ph type="ftr" idx="83"/>
          </p:nvPr>
        </p:nvSpPr>
        <p:spPr>
          <a:xfrm>
            <a:off x="1242000" y="6366600"/>
            <a:ext cx="649296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nl-NL" sz="900" b="1" u="none" spc="-6" strike="noStrike">
                <a:solidFill>
                  <a:schemeClr val="dk1"/>
                </a:solidFill>
                <a:effectLst/>
                <a:uFillTx/>
                <a:latin typeface="Arial MT"/>
                <a:ea typeface="SRH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nl-NL" sz="900" b="1" u="none" spc="-6" strike="noStrike">
                <a:solidFill>
                  <a:schemeClr val="dk1"/>
                </a:solidFill>
                <a:effectLst/>
                <a:uFillTx/>
                <a:latin typeface="Arial MT"/>
                <a:ea typeface="SRH"/>
              </a:rPr>
              <a:t>SRH Hochschule Heidelberg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PlaceHolder 5"/>
          <p:cNvSpPr>
            <a:spLocks noGrp="1"/>
          </p:cNvSpPr>
          <p:nvPr>
            <p:ph type="sldNum" idx="84"/>
          </p:nvPr>
        </p:nvSpPr>
        <p:spPr>
          <a:xfrm>
            <a:off x="11146680" y="6365160"/>
            <a:ext cx="67680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55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6EFAAB6-4621-4364-8311-FE70850DA6BD}" type="slidenum">
              <a:rPr lang="de-DE" sz="155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3</a:t>
            </a:fld>
            <a:endParaRPr lang="en-US" sz="1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31" name=""/>
          <p:cNvPicPr/>
          <p:nvPr/>
        </p:nvPicPr>
        <p:blipFill>
          <a:blip r:embed="rId1"/>
          <a:stretch/>
        </p:blipFill>
        <p:spPr>
          <a:xfrm>
            <a:off x="4800600" y="1828800"/>
            <a:ext cx="7037280" cy="4341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191880" y="-147600"/>
            <a:ext cx="9154800" cy="83196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b">
            <a:noAutofit/>
          </a:bodyPr>
          <a:p>
            <a:pPr indent="0" algn="l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rgbClr val="FF4000"/>
                </a:solidFill>
                <a:effectLst/>
                <a:uFillTx/>
                <a:latin typeface="SRH Headline"/>
                <a:ea typeface="SRH Headline"/>
              </a:rPr>
              <a:t>Distribution &amp; Skewness</a:t>
            </a:r>
            <a:endParaRPr lang="de-DE" sz="2600" b="1" u="none" strike="noStrike">
              <a:solidFill>
                <a:schemeClr val="dk1"/>
              </a:solidFill>
              <a:effectLst/>
              <a:uFillTx/>
              <a:latin typeface="SRH Headline"/>
            </a:endParaRPr>
          </a:p>
        </p:txBody>
      </p:sp>
      <p:sp>
        <p:nvSpPr>
          <p:cNvPr id="233" name="PlaceHolder 2"/>
          <p:cNvSpPr>
            <a:spLocks noGrp="1"/>
          </p:cNvSpPr>
          <p:nvPr>
            <p:ph/>
          </p:nvPr>
        </p:nvSpPr>
        <p:spPr>
          <a:xfrm>
            <a:off x="228600" y="914400"/>
            <a:ext cx="10802520" cy="548496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t">
            <a:noAutofit/>
          </a:bodyPr>
          <a:p>
            <a:pPr marL="285840" indent="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500" b="1" u="none" strike="noStrike">
                <a:solidFill>
                  <a:srgbClr val="FF4000"/>
                </a:solidFill>
                <a:effectLst/>
                <a:uFillTx/>
                <a:latin typeface="SRH Text"/>
                <a:ea typeface="SRH Text"/>
              </a:rPr>
              <a:t>Transformation Strategy</a:t>
            </a:r>
            <a:endParaRPr lang="de-DE" sz="15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300" b="1" u="none" strike="noStrike">
                <a:solidFill>
                  <a:srgbClr val="333333"/>
                </a:solidFill>
                <a:effectLst/>
                <a:uFillTx/>
                <a:latin typeface="SRH Text"/>
                <a:ea typeface="SRH Text"/>
              </a:rPr>
              <a:t>Highly Skewed Features → Log Transformation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-28584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575756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300" b="0" u="none" strike="noStrike">
                <a:solidFill>
                  <a:srgbClr val="333333"/>
                </a:solidFill>
                <a:effectLst/>
                <a:uFillTx/>
                <a:latin typeface="SRH Text"/>
                <a:ea typeface="SRH Text"/>
              </a:rPr>
              <a:t>Compresses extreme values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-28584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575756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300" b="0" u="none" strike="noStrike">
                <a:solidFill>
                  <a:srgbClr val="333333"/>
                </a:solidFill>
                <a:effectLst/>
                <a:uFillTx/>
                <a:latin typeface="SRH Text"/>
                <a:ea typeface="SRH Text"/>
              </a:rPr>
              <a:t>Reduces right-skewness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-28584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575756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300" b="0" u="none" strike="noStrike">
                <a:solidFill>
                  <a:srgbClr val="333333"/>
                </a:solidFill>
                <a:effectLst/>
                <a:uFillTx/>
                <a:latin typeface="SRH Text"/>
                <a:ea typeface="SRH Text"/>
              </a:rPr>
              <a:t>Produces more stable distributions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300" b="1" u="none" strike="noStrike">
                <a:solidFill>
                  <a:srgbClr val="333333"/>
                </a:solidFill>
                <a:effectLst/>
                <a:uFillTx/>
                <a:latin typeface="SRH Text"/>
                <a:ea typeface="SRH Text"/>
              </a:rPr>
              <a:t>Continuous Features → StandardScaler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-28584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575756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300" b="0" u="none" strike="noStrike">
                <a:solidFill>
                  <a:srgbClr val="333333"/>
                </a:solidFill>
                <a:effectLst/>
                <a:uFillTx/>
                <a:latin typeface="SRH Text"/>
                <a:ea typeface="SRH Text"/>
              </a:rPr>
              <a:t>Centers features around zero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-28584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575756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300" b="0" u="none" strike="noStrike">
                <a:solidFill>
                  <a:srgbClr val="333333"/>
                </a:solidFill>
                <a:effectLst/>
                <a:uFillTx/>
                <a:latin typeface="SRH Text"/>
                <a:ea typeface="SRH Text"/>
              </a:rPr>
              <a:t>Normalizes the scale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-28584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575756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300" b="0" u="none" strike="noStrike">
                <a:solidFill>
                  <a:srgbClr val="333333"/>
                </a:solidFill>
                <a:effectLst/>
                <a:uFillTx/>
                <a:latin typeface="SRH Text"/>
                <a:ea typeface="SRH Text"/>
              </a:rPr>
              <a:t>Prevents large-scale variables from dominating model training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de-DE" sz="11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 type="dt" idx="85"/>
          </p:nvPr>
        </p:nvSpPr>
        <p:spPr>
          <a:xfrm>
            <a:off x="367560" y="6356520"/>
            <a:ext cx="87120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CA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CF040D89-E91D-416A-9D6F-35E49D5CBC93}" type="datetime1">
              <a:rPr lang="en-CA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2026-09-12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PlaceHolder 4"/>
          <p:cNvSpPr>
            <a:spLocks noGrp="1"/>
          </p:cNvSpPr>
          <p:nvPr>
            <p:ph type="ftr" idx="86"/>
          </p:nvPr>
        </p:nvSpPr>
        <p:spPr>
          <a:xfrm>
            <a:off x="1242000" y="6366600"/>
            <a:ext cx="649296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nl-NL" sz="900" b="1" u="none" spc="-6" strike="noStrike">
                <a:solidFill>
                  <a:schemeClr val="dk1"/>
                </a:solidFill>
                <a:effectLst/>
                <a:uFillTx/>
                <a:latin typeface="Arial MT"/>
                <a:ea typeface="SRH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nl-NL" sz="900" b="1" u="none" spc="-6" strike="noStrike">
                <a:solidFill>
                  <a:schemeClr val="dk1"/>
                </a:solidFill>
                <a:effectLst/>
                <a:uFillTx/>
                <a:latin typeface="Arial MT"/>
                <a:ea typeface="SRH"/>
              </a:rPr>
              <a:t>SRH Hochschule Heidelberg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PlaceHolder 5"/>
          <p:cNvSpPr>
            <a:spLocks noGrp="1"/>
          </p:cNvSpPr>
          <p:nvPr>
            <p:ph type="sldNum" idx="87"/>
          </p:nvPr>
        </p:nvSpPr>
        <p:spPr>
          <a:xfrm>
            <a:off x="11146680" y="6365160"/>
            <a:ext cx="67680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55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12A5D26-58EC-4143-9A0B-18B8F3D3A962}" type="slidenum">
              <a:rPr lang="de-DE" sz="155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3</a:t>
            </a:fld>
            <a:endParaRPr lang="en-US" sz="1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37" name=""/>
          <p:cNvPicPr/>
          <p:nvPr/>
        </p:nvPicPr>
        <p:blipFill>
          <a:blip r:embed="rId1"/>
          <a:stretch/>
        </p:blipFill>
        <p:spPr>
          <a:xfrm>
            <a:off x="6478560" y="914400"/>
            <a:ext cx="3808440" cy="3243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8" name=""/>
          <p:cNvPicPr/>
          <p:nvPr/>
        </p:nvPicPr>
        <p:blipFill>
          <a:blip r:embed="rId2"/>
          <a:stretch/>
        </p:blipFill>
        <p:spPr>
          <a:xfrm>
            <a:off x="6022080" y="4572000"/>
            <a:ext cx="5407920" cy="1600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191880" y="-147600"/>
            <a:ext cx="9154800" cy="83196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b">
            <a:noAutofit/>
          </a:bodyPr>
          <a:p>
            <a:pPr indent="0" algn="l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rgbClr val="FF4000"/>
                </a:solidFill>
                <a:effectLst/>
                <a:uFillTx/>
                <a:latin typeface="SRH Headline"/>
                <a:ea typeface="SRH Headline"/>
              </a:rPr>
              <a:t>Correlation Analysis</a:t>
            </a:r>
            <a:endParaRPr lang="de-DE" sz="2600" b="1" u="none" strike="noStrike">
              <a:solidFill>
                <a:schemeClr val="dk1"/>
              </a:solidFill>
              <a:effectLst/>
              <a:uFillTx/>
              <a:latin typeface="SRH Headline"/>
            </a:endParaRPr>
          </a:p>
        </p:txBody>
      </p:sp>
      <p:sp>
        <p:nvSpPr>
          <p:cNvPr id="240" name="PlaceHolder 2"/>
          <p:cNvSpPr>
            <a:spLocks noGrp="1"/>
          </p:cNvSpPr>
          <p:nvPr>
            <p:ph/>
          </p:nvPr>
        </p:nvSpPr>
        <p:spPr>
          <a:xfrm>
            <a:off x="228600" y="914400"/>
            <a:ext cx="10802520" cy="548496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t">
            <a:noAutofit/>
          </a:bodyPr>
          <a:p>
            <a:pPr marL="285840" indent="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300" b="1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Spearman rank correlation</a:t>
            </a:r>
            <a:r>
              <a:rPr lang="en-US" sz="13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 (ρ) was used to examine relationships between the engineered numerical features and the target variable. 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-28584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575756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3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Important Feature Relationships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-28584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575756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3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Some predictors also show relatively strong correlations with each other: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-28584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575756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3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Loan-to-Income ↔ Payment-to-Income: ρ = 0.815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-28584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575756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3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Loan Amount ↔ Loan-to-Income: ρ = 0.755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-28584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575756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3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Current Debt ↔ Debt-to-Income: ρ = 0.716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-28584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575756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3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Age ↔ Credit History: ρ = 0.664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-28584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575756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3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Annual Income ↔ Current Debt: ρ = 0.657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de-DE" sz="11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dt" idx="88"/>
          </p:nvPr>
        </p:nvSpPr>
        <p:spPr>
          <a:xfrm>
            <a:off x="367560" y="6356520"/>
            <a:ext cx="87120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CA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792D83DC-4CA9-4E50-B1C0-205822920D27}" type="datetime1">
              <a:rPr lang="en-CA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2026-09-12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PlaceHolder 4"/>
          <p:cNvSpPr>
            <a:spLocks noGrp="1"/>
          </p:cNvSpPr>
          <p:nvPr>
            <p:ph type="ftr" idx="89"/>
          </p:nvPr>
        </p:nvSpPr>
        <p:spPr>
          <a:xfrm>
            <a:off x="1242000" y="6366600"/>
            <a:ext cx="649296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nl-NL" sz="900" b="1" u="none" spc="-6" strike="noStrike">
                <a:solidFill>
                  <a:schemeClr val="dk1"/>
                </a:solidFill>
                <a:effectLst/>
                <a:uFillTx/>
                <a:latin typeface="Arial MT"/>
                <a:ea typeface="SRH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nl-NL" sz="900" b="1" u="none" spc="-6" strike="noStrike">
                <a:solidFill>
                  <a:schemeClr val="dk1"/>
                </a:solidFill>
                <a:effectLst/>
                <a:uFillTx/>
                <a:latin typeface="Arial MT"/>
                <a:ea typeface="SRH"/>
              </a:rPr>
              <a:t>SRH Hochschule Heidelberg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PlaceHolder 5"/>
          <p:cNvSpPr>
            <a:spLocks noGrp="1"/>
          </p:cNvSpPr>
          <p:nvPr>
            <p:ph type="sldNum" idx="90"/>
          </p:nvPr>
        </p:nvSpPr>
        <p:spPr>
          <a:xfrm>
            <a:off x="11146680" y="6365160"/>
            <a:ext cx="67680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55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5AD6B1A-47C4-418A-99F4-0BA063A2BDB3}" type="slidenum">
              <a:rPr lang="de-DE" sz="155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3</a:t>
            </a:fld>
            <a:endParaRPr lang="en-US" sz="1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44" name=""/>
          <p:cNvPicPr/>
          <p:nvPr/>
        </p:nvPicPr>
        <p:blipFill>
          <a:blip r:embed="rId1"/>
          <a:stretch/>
        </p:blipFill>
        <p:spPr>
          <a:xfrm>
            <a:off x="6071400" y="1600200"/>
            <a:ext cx="6074640" cy="4764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title"/>
          </p:nvPr>
        </p:nvSpPr>
        <p:spPr>
          <a:xfrm>
            <a:off x="191880" y="-147600"/>
            <a:ext cx="9154800" cy="83196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b">
            <a:noAutofit/>
          </a:bodyPr>
          <a:p>
            <a:pPr indent="0" algn="l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rgbClr val="FF4000"/>
                </a:solidFill>
                <a:effectLst/>
                <a:uFillTx/>
                <a:latin typeface="SRH Headline"/>
                <a:ea typeface="SRH Headline"/>
              </a:rPr>
              <a:t>Correlation Analysis</a:t>
            </a:r>
            <a:endParaRPr lang="de-DE" sz="2600" b="1" u="none" strike="noStrike">
              <a:solidFill>
                <a:schemeClr val="dk1"/>
              </a:solidFill>
              <a:effectLst/>
              <a:uFillTx/>
              <a:latin typeface="SRH Headline"/>
            </a:endParaRPr>
          </a:p>
        </p:txBody>
      </p:sp>
      <p:pic>
        <p:nvPicPr>
          <p:cNvPr id="246" name=""/>
          <p:cNvPicPr/>
          <p:nvPr/>
        </p:nvPicPr>
        <p:blipFill>
          <a:blip r:embed="rId1"/>
          <a:stretch/>
        </p:blipFill>
        <p:spPr>
          <a:xfrm>
            <a:off x="1600200" y="914400"/>
            <a:ext cx="8456760" cy="5702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7" name="PlaceHolder 2"/>
          <p:cNvSpPr>
            <a:spLocks noGrp="1"/>
          </p:cNvSpPr>
          <p:nvPr>
            <p:ph type="dt" idx="91"/>
          </p:nvPr>
        </p:nvSpPr>
        <p:spPr>
          <a:xfrm>
            <a:off x="367560" y="6356520"/>
            <a:ext cx="87120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CA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BCC2585B-1887-434E-9290-DACF486EFF62}" type="datetime1">
              <a:rPr lang="en-CA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2026-09-12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 type="ftr" idx="92"/>
          </p:nvPr>
        </p:nvSpPr>
        <p:spPr>
          <a:xfrm>
            <a:off x="1242000" y="6366600"/>
            <a:ext cx="649296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nl-NL" sz="900" b="1" u="none" spc="-6" strike="noStrike">
                <a:solidFill>
                  <a:schemeClr val="dk1"/>
                </a:solidFill>
                <a:effectLst/>
                <a:uFillTx/>
                <a:latin typeface="Arial MT"/>
                <a:ea typeface="SRH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nl-NL" sz="900" b="1" u="none" spc="-6" strike="noStrike">
                <a:solidFill>
                  <a:schemeClr val="dk1"/>
                </a:solidFill>
                <a:effectLst/>
                <a:uFillTx/>
                <a:latin typeface="Arial MT"/>
                <a:ea typeface="SRH"/>
              </a:rPr>
              <a:t>SRH Hochschule Heidelberg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PlaceHolder 4"/>
          <p:cNvSpPr>
            <a:spLocks noGrp="1"/>
          </p:cNvSpPr>
          <p:nvPr>
            <p:ph type="sldNum" idx="93"/>
          </p:nvPr>
        </p:nvSpPr>
        <p:spPr>
          <a:xfrm>
            <a:off x="11146680" y="6365160"/>
            <a:ext cx="67680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55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E4B9ACB-AD4D-41C1-A115-543F596EB062}" type="slidenum">
              <a:rPr lang="de-DE" sz="155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3</a:t>
            </a:fld>
            <a:endParaRPr lang="en-US" sz="1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title"/>
          </p:nvPr>
        </p:nvSpPr>
        <p:spPr>
          <a:xfrm>
            <a:off x="191880" y="-147600"/>
            <a:ext cx="9154800" cy="83196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b">
            <a:noAutofit/>
          </a:bodyPr>
          <a:p>
            <a:pPr indent="0" algn="l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rgbClr val="FF4000"/>
                </a:solidFill>
                <a:effectLst/>
                <a:uFillTx/>
                <a:latin typeface="SRH Headline"/>
                <a:ea typeface="SRH Headline"/>
              </a:rPr>
              <a:t>Feature Importance</a:t>
            </a:r>
            <a:r>
              <a:rPr lang="de-DE" sz="2600" b="1" u="none" strike="noStrike">
                <a:solidFill>
                  <a:srgbClr val="FF4000"/>
                </a:solidFill>
                <a:effectLst/>
                <a:uFillTx/>
                <a:latin typeface="SRH Headline"/>
                <a:ea typeface="SRH Headline"/>
              </a:rPr>
              <a:t> — XGBoost </a:t>
            </a:r>
            <a:endParaRPr lang="de-DE" sz="2600" b="1" u="none" strike="noStrike">
              <a:solidFill>
                <a:schemeClr val="dk1"/>
              </a:solidFill>
              <a:effectLst/>
              <a:uFillTx/>
              <a:latin typeface="SRH Headline"/>
            </a:endParaRPr>
          </a:p>
        </p:txBody>
      </p:sp>
      <p:sp>
        <p:nvSpPr>
          <p:cNvPr id="251" name="PlaceHolder 2"/>
          <p:cNvSpPr>
            <a:spLocks noGrp="1"/>
          </p:cNvSpPr>
          <p:nvPr>
            <p:ph/>
          </p:nvPr>
        </p:nvSpPr>
        <p:spPr>
          <a:xfrm>
            <a:off x="228600" y="914400"/>
            <a:ext cx="4799160" cy="548496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t">
            <a:noAutofit/>
          </a:bodyPr>
          <a:p>
            <a:pPr marL="285840" indent="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XGBoost was used to identify the most influential features for credit-risk prediction. 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The most important features were: 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-28584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575756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4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Credit score: 22.8% 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-28584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575756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4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Delinquencies: 14.9% 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-28584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575756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4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Debt-to-income ratio: 14.2% 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No features had importance below 0.02, 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so no feature was removed based on this criterion.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dt" idx="94"/>
          </p:nvPr>
        </p:nvSpPr>
        <p:spPr>
          <a:xfrm>
            <a:off x="367560" y="6356520"/>
            <a:ext cx="87120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CA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AEC2FC74-DF8A-4E2C-9BCA-4F650A3D5A15}" type="datetime1">
              <a:rPr lang="en-CA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2026-09-12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PlaceHolder 4"/>
          <p:cNvSpPr>
            <a:spLocks noGrp="1"/>
          </p:cNvSpPr>
          <p:nvPr>
            <p:ph type="ftr" idx="95"/>
          </p:nvPr>
        </p:nvSpPr>
        <p:spPr>
          <a:xfrm>
            <a:off x="1242000" y="6366600"/>
            <a:ext cx="649296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nl-NL" sz="900" b="1" u="none" spc="-6" strike="noStrike">
                <a:solidFill>
                  <a:schemeClr val="dk1"/>
                </a:solidFill>
                <a:effectLst/>
                <a:uFillTx/>
                <a:latin typeface="Arial MT"/>
                <a:ea typeface="SRH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nl-NL" sz="900" b="1" u="none" spc="-6" strike="noStrike">
                <a:solidFill>
                  <a:schemeClr val="dk1"/>
                </a:solidFill>
                <a:effectLst/>
                <a:uFillTx/>
                <a:latin typeface="Arial MT"/>
                <a:ea typeface="SRH"/>
              </a:rPr>
              <a:t>SRH Hochschule Heidelberg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PlaceHolder 5"/>
          <p:cNvSpPr>
            <a:spLocks noGrp="1"/>
          </p:cNvSpPr>
          <p:nvPr>
            <p:ph type="sldNum" idx="96"/>
          </p:nvPr>
        </p:nvSpPr>
        <p:spPr>
          <a:xfrm>
            <a:off x="11146680" y="6365160"/>
            <a:ext cx="67680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55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0D56A7C-FEF3-416E-9FE3-AF805758B64E}" type="slidenum">
              <a:rPr lang="de-DE" sz="155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3</a:t>
            </a:fld>
            <a:endParaRPr lang="en-US" sz="1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55" name=""/>
          <p:cNvPicPr/>
          <p:nvPr/>
        </p:nvPicPr>
        <p:blipFill>
          <a:blip r:embed="rId1"/>
          <a:stretch/>
        </p:blipFill>
        <p:spPr>
          <a:xfrm>
            <a:off x="4755240" y="1600200"/>
            <a:ext cx="7168680" cy="3884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title"/>
          </p:nvPr>
        </p:nvSpPr>
        <p:spPr>
          <a:xfrm>
            <a:off x="191880" y="-147600"/>
            <a:ext cx="9154800" cy="83196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b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rgbClr val="FF4000"/>
                </a:solidFill>
                <a:effectLst/>
                <a:uFillTx/>
                <a:latin typeface="SRH Headline"/>
                <a:ea typeface="SRH Headline"/>
              </a:rPr>
              <a:t>Permutation Feature Importance</a:t>
            </a:r>
            <a:endParaRPr lang="de-DE" sz="2600" b="1" u="none" strike="noStrike">
              <a:solidFill>
                <a:schemeClr val="dk1"/>
              </a:solidFill>
              <a:effectLst/>
              <a:uFillTx/>
              <a:latin typeface="SRH Headline"/>
            </a:endParaRPr>
          </a:p>
        </p:txBody>
      </p:sp>
      <p:sp>
        <p:nvSpPr>
          <p:cNvPr id="257" name="PlaceHolder 2"/>
          <p:cNvSpPr>
            <a:spLocks noGrp="1"/>
          </p:cNvSpPr>
          <p:nvPr>
            <p:ph/>
          </p:nvPr>
        </p:nvSpPr>
        <p:spPr>
          <a:xfrm>
            <a:off x="228600" y="914400"/>
            <a:ext cx="10514160" cy="548496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t">
            <a:noAutofit/>
          </a:bodyPr>
          <a:p>
            <a:pPr marL="285840" indent="-285840" algn="l" defTabSz="914400">
              <a:lnSpc>
                <a:spcPct val="110000"/>
              </a:lnSpc>
              <a:spcBef>
                <a:spcPts val="1199"/>
              </a:spcBef>
              <a:buClr>
                <a:srgbClr val="575756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rPr>
              <a:t>A method to measure the importance of each feature in a machine learning model.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-285840" algn="l" defTabSz="914400">
              <a:lnSpc>
                <a:spcPct val="110000"/>
              </a:lnSpc>
              <a:spcBef>
                <a:spcPts val="1199"/>
              </a:spcBef>
              <a:buClr>
                <a:srgbClr val="575756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rPr>
              <a:t>Idea: Randomly shuffle a feature’s values and see how the model performance changes.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-285840" algn="l" defTabSz="914400">
              <a:lnSpc>
                <a:spcPct val="110000"/>
              </a:lnSpc>
              <a:spcBef>
                <a:spcPts val="1199"/>
              </a:spcBef>
              <a:buClr>
                <a:srgbClr val="575756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300" b="1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rPr>
              <a:t>How it works: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-285840" algn="l" defTabSz="914400">
              <a:lnSpc>
                <a:spcPct val="110000"/>
              </a:lnSpc>
              <a:spcBef>
                <a:spcPts val="1199"/>
              </a:spcBef>
              <a:buClr>
                <a:srgbClr val="575756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rPr>
              <a:t>Train the model on the data and calculate </a:t>
            </a:r>
            <a:r>
              <a:rPr lang="en-US" sz="1300" b="1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rPr>
              <a:t>baseline performance</a:t>
            </a: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rPr>
              <a:t> (e.g., accuracy, R²).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-285840" algn="l" defTabSz="914400">
              <a:lnSpc>
                <a:spcPct val="110000"/>
              </a:lnSpc>
              <a:spcBef>
                <a:spcPts val="1199"/>
              </a:spcBef>
              <a:buClr>
                <a:srgbClr val="575756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rPr>
              <a:t>For each feature: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360000" lvl="1" indent="-360000" algn="l" defTabSz="914400">
              <a:lnSpc>
                <a:spcPct val="110000"/>
              </a:lnSpc>
              <a:spcBef>
                <a:spcPts val="1199"/>
              </a:spcBef>
              <a:buClr>
                <a:srgbClr val="DF4807"/>
              </a:buClr>
              <a:buFont typeface="SRH"/>
              <a:buChar char="—"/>
              <a:tabLst>
                <a:tab pos="0" algn="l"/>
              </a:tabLst>
            </a:pP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rPr>
              <a:t>Shuffle its values randomly.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360000" lvl="1" indent="-360000" algn="l" defTabSz="914400">
              <a:lnSpc>
                <a:spcPct val="110000"/>
              </a:lnSpc>
              <a:spcBef>
                <a:spcPts val="1199"/>
              </a:spcBef>
              <a:buClr>
                <a:srgbClr val="DF4807"/>
              </a:buClr>
              <a:buFont typeface="SRH"/>
              <a:buChar char="—"/>
              <a:tabLst>
                <a:tab pos="0" algn="l"/>
              </a:tabLst>
            </a:pP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rPr>
              <a:t>Re-evaluate the model performance.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-285840" algn="l" defTabSz="914400">
              <a:lnSpc>
                <a:spcPct val="110000"/>
              </a:lnSpc>
              <a:spcBef>
                <a:spcPts val="1199"/>
              </a:spcBef>
              <a:buClr>
                <a:srgbClr val="575756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rPr>
              <a:t>Compare performance: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360000" lvl="1" indent="-360000" algn="l" defTabSz="914400">
              <a:lnSpc>
                <a:spcPct val="110000"/>
              </a:lnSpc>
              <a:spcBef>
                <a:spcPts val="1199"/>
              </a:spcBef>
              <a:buClr>
                <a:srgbClr val="DF4807"/>
              </a:buClr>
              <a:buFont typeface="SRH"/>
              <a:buChar char="—"/>
              <a:tabLst>
                <a:tab pos="0" algn="l"/>
              </a:tabLst>
            </a:pPr>
            <a:r>
              <a:rPr lang="en-US" sz="1300" b="1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rPr>
              <a:t>Big drop in performance → feature is very important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360000" lvl="1" indent="-360000" algn="l" defTabSz="914400">
              <a:lnSpc>
                <a:spcPct val="110000"/>
              </a:lnSpc>
              <a:spcBef>
                <a:spcPts val="1199"/>
              </a:spcBef>
              <a:buClr>
                <a:srgbClr val="DF4807"/>
              </a:buClr>
              <a:buFont typeface="SRH"/>
              <a:buChar char="—"/>
              <a:tabLst>
                <a:tab pos="0" algn="l"/>
              </a:tabLst>
            </a:pPr>
            <a:r>
              <a:rPr lang="en-US" sz="1300" b="1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rPr>
              <a:t>Little or no change → feature is less important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0" algn="l" defTabSz="914400">
              <a:lnSpc>
                <a:spcPct val="110000"/>
              </a:lnSpc>
              <a:spcBef>
                <a:spcPts val="1199"/>
              </a:spcBef>
              <a:buNone/>
              <a:tabLst>
                <a:tab pos="0" algn="l"/>
              </a:tabLst>
            </a:pP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</p:txBody>
      </p:sp>
      <p:sp>
        <p:nvSpPr>
          <p:cNvPr id="258" name="PlaceHolder 3"/>
          <p:cNvSpPr>
            <a:spLocks noGrp="1"/>
          </p:cNvSpPr>
          <p:nvPr>
            <p:ph type="dt" idx="97"/>
          </p:nvPr>
        </p:nvSpPr>
        <p:spPr>
          <a:xfrm>
            <a:off x="367560" y="6356520"/>
            <a:ext cx="87120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CA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93D98809-8439-4302-B356-403559DE05ED}" type="datetime1">
              <a:rPr lang="en-CA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2026-09-12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PlaceHolder 4"/>
          <p:cNvSpPr>
            <a:spLocks noGrp="1"/>
          </p:cNvSpPr>
          <p:nvPr>
            <p:ph type="ftr" idx="98"/>
          </p:nvPr>
        </p:nvSpPr>
        <p:spPr>
          <a:xfrm>
            <a:off x="1242000" y="6366600"/>
            <a:ext cx="649296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nl-NL" sz="900" b="1" u="none" spc="-6" strike="noStrike">
                <a:solidFill>
                  <a:schemeClr val="dk1"/>
                </a:solidFill>
                <a:effectLst/>
                <a:uFillTx/>
                <a:latin typeface="Arial MT"/>
                <a:ea typeface="SRH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nl-NL" sz="900" b="1" u="none" spc="-6" strike="noStrike">
                <a:solidFill>
                  <a:schemeClr val="dk1"/>
                </a:solidFill>
                <a:effectLst/>
                <a:uFillTx/>
                <a:latin typeface="Arial MT"/>
                <a:ea typeface="SRH"/>
              </a:rPr>
              <a:t>SRH Hochschule Heidelberg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PlaceHolder 5"/>
          <p:cNvSpPr>
            <a:spLocks noGrp="1"/>
          </p:cNvSpPr>
          <p:nvPr>
            <p:ph type="sldNum" idx="99"/>
          </p:nvPr>
        </p:nvSpPr>
        <p:spPr>
          <a:xfrm>
            <a:off x="11146680" y="6365160"/>
            <a:ext cx="67680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55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DE5393C-95DB-4FB8-9A97-E0FD25315EFF}" type="slidenum">
              <a:rPr lang="de-DE" sz="155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3</a:t>
            </a:fld>
            <a:endParaRPr lang="en-US" sz="1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title"/>
          </p:nvPr>
        </p:nvSpPr>
        <p:spPr>
          <a:xfrm>
            <a:off x="191880" y="-147600"/>
            <a:ext cx="9154800" cy="83196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b">
            <a:noAutofit/>
          </a:bodyPr>
          <a:p>
            <a:pPr indent="0" algn="l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de-DE" sz="2600" b="1" u="none" strike="noStrike">
                <a:solidFill>
                  <a:srgbClr val="FF4000"/>
                </a:solidFill>
                <a:effectLst/>
                <a:uFillTx/>
                <a:latin typeface="SRH Headline"/>
                <a:ea typeface="SRH Headline"/>
              </a:rPr>
              <a:t>Permutation Importance Analysis</a:t>
            </a:r>
            <a:endParaRPr lang="de-DE" sz="2600" b="1" u="none" strike="noStrike">
              <a:solidFill>
                <a:schemeClr val="dk1"/>
              </a:solidFill>
              <a:effectLst/>
              <a:uFillTx/>
              <a:latin typeface="SRH Headline"/>
            </a:endParaRPr>
          </a:p>
        </p:txBody>
      </p:sp>
      <p:sp>
        <p:nvSpPr>
          <p:cNvPr id="262" name="PlaceHolder 2"/>
          <p:cNvSpPr>
            <a:spLocks noGrp="1"/>
          </p:cNvSpPr>
          <p:nvPr>
            <p:ph/>
          </p:nvPr>
        </p:nvSpPr>
        <p:spPr>
          <a:xfrm>
            <a:off x="228600" y="914400"/>
            <a:ext cx="6170760" cy="548496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t">
            <a:noAutofit/>
          </a:bodyPr>
          <a:p>
            <a:pPr marL="285840" indent="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Permutation importance was used to measure the actual impact of each feature on model performance. 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The most influential features were: 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-28584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575756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3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Credit score: 0.177 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-28584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575756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3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Debt-to-income ratio: 0.112 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-28584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575756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3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Loan-to-income ratio: 0.033 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-28584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575756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3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Features such as annual income and savings assets showed almost no impact. 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-28584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575756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3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Negative or near-zero importance indicates that shuffling these features did not improve or slightly improved—model performance.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</p:txBody>
      </p:sp>
      <p:sp>
        <p:nvSpPr>
          <p:cNvPr id="263" name="PlaceHolder 3"/>
          <p:cNvSpPr>
            <a:spLocks noGrp="1"/>
          </p:cNvSpPr>
          <p:nvPr>
            <p:ph type="dt" idx="100"/>
          </p:nvPr>
        </p:nvSpPr>
        <p:spPr>
          <a:xfrm>
            <a:off x="367560" y="6356520"/>
            <a:ext cx="87120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CA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B2405A51-01AD-445B-89EF-9C54648C76CA}" type="datetime1">
              <a:rPr lang="en-CA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2026-09-12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PlaceHolder 4"/>
          <p:cNvSpPr>
            <a:spLocks noGrp="1"/>
          </p:cNvSpPr>
          <p:nvPr>
            <p:ph type="ftr" idx="101"/>
          </p:nvPr>
        </p:nvSpPr>
        <p:spPr>
          <a:xfrm>
            <a:off x="1242000" y="6366600"/>
            <a:ext cx="649296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nl-NL" sz="900" b="1" u="none" spc="-6" strike="noStrike">
                <a:solidFill>
                  <a:schemeClr val="dk1"/>
                </a:solidFill>
                <a:effectLst/>
                <a:uFillTx/>
                <a:latin typeface="Arial MT"/>
                <a:ea typeface="SRH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nl-NL" sz="900" b="1" u="none" spc="-6" strike="noStrike">
                <a:solidFill>
                  <a:schemeClr val="dk1"/>
                </a:solidFill>
                <a:effectLst/>
                <a:uFillTx/>
                <a:latin typeface="Arial MT"/>
                <a:ea typeface="SRH"/>
              </a:rPr>
              <a:t>SRH Hochschule Heidelberg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PlaceHolder 5"/>
          <p:cNvSpPr>
            <a:spLocks noGrp="1"/>
          </p:cNvSpPr>
          <p:nvPr>
            <p:ph type="sldNum" idx="102"/>
          </p:nvPr>
        </p:nvSpPr>
        <p:spPr>
          <a:xfrm>
            <a:off x="11146680" y="6365160"/>
            <a:ext cx="67680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55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A4229DD-414B-4E7A-8252-1EDDF4DC5557}" type="slidenum">
              <a:rPr lang="de-DE" sz="155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3</a:t>
            </a:fld>
            <a:endParaRPr lang="en-US" sz="1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66" name=""/>
          <p:cNvPicPr/>
          <p:nvPr/>
        </p:nvPicPr>
        <p:blipFill>
          <a:blip r:embed="rId1"/>
          <a:stretch/>
        </p:blipFill>
        <p:spPr>
          <a:xfrm>
            <a:off x="6406920" y="2044800"/>
            <a:ext cx="5412240" cy="2741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/>
          </p:cNvSpPr>
          <p:nvPr>
            <p:ph type="title"/>
          </p:nvPr>
        </p:nvSpPr>
        <p:spPr>
          <a:xfrm>
            <a:off x="191880" y="-147600"/>
            <a:ext cx="9154800" cy="83196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b">
            <a:noAutofit/>
          </a:bodyPr>
          <a:p>
            <a:pPr indent="0" algn="l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de-DE" sz="2600" b="1" u="none" strike="noStrike">
                <a:solidFill>
                  <a:srgbClr val="FF4000"/>
                </a:solidFill>
                <a:effectLst/>
                <a:uFillTx/>
                <a:latin typeface="SRH Headline"/>
                <a:ea typeface="SRH Headline"/>
              </a:rPr>
              <a:t>SHAP-Based Feature Importance </a:t>
            </a:r>
            <a:endParaRPr lang="de-DE" sz="2600" b="1" u="none" strike="noStrike">
              <a:solidFill>
                <a:schemeClr val="dk1"/>
              </a:solidFill>
              <a:effectLst/>
              <a:uFillTx/>
              <a:latin typeface="SRH Headline"/>
            </a:endParaRPr>
          </a:p>
        </p:txBody>
      </p:sp>
      <p:sp>
        <p:nvSpPr>
          <p:cNvPr id="268" name="PlaceHolder 2"/>
          <p:cNvSpPr>
            <a:spLocks noGrp="1"/>
          </p:cNvSpPr>
          <p:nvPr>
            <p:ph/>
          </p:nvPr>
        </p:nvSpPr>
        <p:spPr>
          <a:xfrm>
            <a:off x="228600" y="696600"/>
            <a:ext cx="6170760" cy="570276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t">
            <a:noAutofit/>
          </a:bodyPr>
          <a:p>
            <a:pPr marL="285840" indent="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SHAP was used to measure how strongly each feature contributes to the model's predictions. 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The most influential features were: 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-28584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575756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3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Credit score: 1.477 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-28584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575756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3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Debt-to-income ratio: 1.294 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-28584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575756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3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Credit history: 0.676 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-28584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575756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3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Loan-to-income ratio: 0.566 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-28584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575756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3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Delinquencies: 0.557 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Savings assets, payment-to-income ratio, and current debt had relatively low contributions. 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Based on the SHAP results, low-impact features were considered for removal to simplify the model.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</p:txBody>
      </p:sp>
      <p:sp>
        <p:nvSpPr>
          <p:cNvPr id="269" name="PlaceHolder 3"/>
          <p:cNvSpPr>
            <a:spLocks noGrp="1"/>
          </p:cNvSpPr>
          <p:nvPr>
            <p:ph type="dt" idx="103"/>
          </p:nvPr>
        </p:nvSpPr>
        <p:spPr>
          <a:xfrm>
            <a:off x="367560" y="6356520"/>
            <a:ext cx="87120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CA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F40ECD85-437B-4DBB-8139-1675C617B97E}" type="datetime1">
              <a:rPr lang="en-CA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2026-09-12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PlaceHolder 4"/>
          <p:cNvSpPr>
            <a:spLocks noGrp="1"/>
          </p:cNvSpPr>
          <p:nvPr>
            <p:ph type="ftr" idx="104"/>
          </p:nvPr>
        </p:nvSpPr>
        <p:spPr>
          <a:xfrm>
            <a:off x="1242000" y="6366600"/>
            <a:ext cx="649296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nl-NL" sz="900" b="1" u="none" spc="-6" strike="noStrike">
                <a:solidFill>
                  <a:schemeClr val="dk1"/>
                </a:solidFill>
                <a:effectLst/>
                <a:uFillTx/>
                <a:latin typeface="Arial MT"/>
                <a:ea typeface="SRH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nl-NL" sz="900" b="1" u="none" spc="-6" strike="noStrike">
                <a:solidFill>
                  <a:schemeClr val="dk1"/>
                </a:solidFill>
                <a:effectLst/>
                <a:uFillTx/>
                <a:latin typeface="Arial MT"/>
                <a:ea typeface="SRH"/>
              </a:rPr>
              <a:t>SRH Hochschule Heidelberg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PlaceHolder 5"/>
          <p:cNvSpPr>
            <a:spLocks noGrp="1"/>
          </p:cNvSpPr>
          <p:nvPr>
            <p:ph type="sldNum" idx="105"/>
          </p:nvPr>
        </p:nvSpPr>
        <p:spPr>
          <a:xfrm>
            <a:off x="11146680" y="6365160"/>
            <a:ext cx="67680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55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E6693E8-F6B3-48EB-8344-FC84239D8BD2}" type="slidenum">
              <a:rPr lang="de-DE" sz="155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3</a:t>
            </a:fld>
            <a:endParaRPr lang="en-US" sz="1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72" name=""/>
          <p:cNvPicPr/>
          <p:nvPr/>
        </p:nvPicPr>
        <p:blipFill>
          <a:blip r:embed="rId1"/>
          <a:stretch/>
        </p:blipFill>
        <p:spPr>
          <a:xfrm>
            <a:off x="7086600" y="914400"/>
            <a:ext cx="4402800" cy="5484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aceHolder 1"/>
          <p:cNvSpPr>
            <a:spLocks noGrp="1"/>
          </p:cNvSpPr>
          <p:nvPr>
            <p:ph type="title"/>
          </p:nvPr>
        </p:nvSpPr>
        <p:spPr>
          <a:xfrm>
            <a:off x="191880" y="-147600"/>
            <a:ext cx="9154800" cy="83196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b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rgbClr val="DF4807"/>
                </a:solidFill>
                <a:effectLst/>
                <a:uFillTx/>
                <a:latin typeface="SRH Headline"/>
                <a:ea typeface="SRH Headline"/>
              </a:rPr>
              <a:t>Related Articles</a:t>
            </a:r>
            <a:endParaRPr lang="de-DE" sz="3000" b="1" u="none" strike="noStrike">
              <a:solidFill>
                <a:schemeClr val="dk1"/>
              </a:solidFill>
              <a:effectLst/>
              <a:uFillTx/>
              <a:latin typeface="SRH Headline"/>
            </a:endParaRPr>
          </a:p>
        </p:txBody>
      </p:sp>
      <p:pic>
        <p:nvPicPr>
          <p:cNvPr id="274" name=""/>
          <p:cNvPicPr/>
          <p:nvPr/>
        </p:nvPicPr>
        <p:blipFill>
          <a:blip r:embed="rId1"/>
          <a:stretch/>
        </p:blipFill>
        <p:spPr>
          <a:xfrm>
            <a:off x="3200400" y="3344400"/>
            <a:ext cx="5485320" cy="3210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5" name="PlaceHolder 2"/>
          <p:cNvSpPr>
            <a:spLocks noGrp="1"/>
          </p:cNvSpPr>
          <p:nvPr>
            <p:ph type="dt" idx="106"/>
          </p:nvPr>
        </p:nvSpPr>
        <p:spPr>
          <a:xfrm>
            <a:off x="367560" y="6356520"/>
            <a:ext cx="87120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CA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31E66597-5CD1-4A93-AE4B-CCF2009F7611}" type="datetime1">
              <a:rPr lang="en-CA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2026-09-12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PlaceHolder 3"/>
          <p:cNvSpPr>
            <a:spLocks noGrp="1"/>
          </p:cNvSpPr>
          <p:nvPr>
            <p:ph type="ftr" idx="107"/>
          </p:nvPr>
        </p:nvSpPr>
        <p:spPr>
          <a:xfrm>
            <a:off x="1242000" y="6366600"/>
            <a:ext cx="649296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nl-NL" sz="900" b="1" u="none" spc="-6" strike="noStrike">
                <a:solidFill>
                  <a:schemeClr val="dk1"/>
                </a:solidFill>
                <a:effectLst/>
                <a:uFillTx/>
                <a:latin typeface="Arial MT"/>
                <a:ea typeface="SRH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nl-NL" sz="900" b="1" u="none" spc="-6" strike="noStrike">
                <a:solidFill>
                  <a:schemeClr val="dk1"/>
                </a:solidFill>
                <a:effectLst/>
                <a:uFillTx/>
                <a:latin typeface="Arial MT"/>
                <a:ea typeface="SRH"/>
              </a:rPr>
              <a:t>SRH Hochschule Heidelberg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PlaceHolder 4"/>
          <p:cNvSpPr>
            <a:spLocks noGrp="1"/>
          </p:cNvSpPr>
          <p:nvPr>
            <p:ph type="sldNum" idx="108"/>
          </p:nvPr>
        </p:nvSpPr>
        <p:spPr>
          <a:xfrm>
            <a:off x="11146680" y="6365160"/>
            <a:ext cx="67680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55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6DFD19A-EB56-45F2-96FE-DF409EC1672A}" type="slidenum">
              <a:rPr lang="de-DE" sz="155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3</a:t>
            </a:fld>
            <a:endParaRPr lang="en-US" sz="1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78" name=""/>
          <p:cNvPicPr/>
          <p:nvPr/>
        </p:nvPicPr>
        <p:blipFill>
          <a:blip r:embed="rId2"/>
          <a:stretch/>
        </p:blipFill>
        <p:spPr>
          <a:xfrm>
            <a:off x="3200400" y="829800"/>
            <a:ext cx="5485320" cy="2424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title"/>
          </p:nvPr>
        </p:nvSpPr>
        <p:spPr>
          <a:xfrm>
            <a:off x="191880" y="538560"/>
            <a:ext cx="9154800" cy="60336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b">
            <a:noAutofit/>
          </a:bodyPr>
          <a:p>
            <a:pPr indent="0" algn="l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br>
              <a:rPr sz="2600"/>
            </a:br>
            <a:r>
              <a:rPr lang="en-US" sz="2600" b="1" u="none" strike="noStrike">
                <a:solidFill>
                  <a:srgbClr val="FF4000"/>
                </a:solidFill>
                <a:effectLst/>
                <a:uFillTx/>
                <a:latin typeface="SRH Headline"/>
                <a:ea typeface="SRH Headline"/>
              </a:rPr>
              <a:t> </a:t>
            </a:r>
            <a:br>
              <a:rPr sz="2600"/>
            </a:br>
            <a:r>
              <a:rPr lang="en-US" sz="2600" b="1" u="none" strike="noStrike">
                <a:solidFill>
                  <a:srgbClr val="FF4000"/>
                </a:solidFill>
                <a:effectLst/>
                <a:uFillTx/>
                <a:latin typeface="SRH Headline"/>
                <a:ea typeface="SRH Headline"/>
              </a:rPr>
              <a:t>   Class Imbalance</a:t>
            </a:r>
            <a:endParaRPr lang="de-DE" sz="2600" b="1" u="none" strike="noStrike">
              <a:solidFill>
                <a:schemeClr val="dk1"/>
              </a:solidFill>
              <a:effectLst/>
              <a:uFillTx/>
              <a:latin typeface="SRH Headline"/>
            </a:endParaRPr>
          </a:p>
        </p:txBody>
      </p:sp>
      <p:sp>
        <p:nvSpPr>
          <p:cNvPr id="280" name="PlaceHolder 2"/>
          <p:cNvSpPr>
            <a:spLocks noGrp="1"/>
          </p:cNvSpPr>
          <p:nvPr>
            <p:ph/>
          </p:nvPr>
        </p:nvSpPr>
        <p:spPr>
          <a:xfrm>
            <a:off x="228600" y="1333800"/>
            <a:ext cx="10802520" cy="506556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t">
            <a:noAutofit/>
          </a:bodyPr>
          <a:p>
            <a:pPr marL="285840" indent="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The distribution of the target variable was examined to determine whether the dataset contains a significant class imbalance and whether imbalance-handling techniques are required.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</p:txBody>
      </p:sp>
      <p:sp>
        <p:nvSpPr>
          <p:cNvPr id="281" name="PlaceHolder 3"/>
          <p:cNvSpPr>
            <a:spLocks noGrp="1"/>
          </p:cNvSpPr>
          <p:nvPr>
            <p:ph type="dt" idx="109"/>
          </p:nvPr>
        </p:nvSpPr>
        <p:spPr>
          <a:xfrm>
            <a:off x="367560" y="6356520"/>
            <a:ext cx="87120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CA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74F2ED6E-356F-4C15-A1CE-801DC38E9739}" type="datetime1">
              <a:rPr lang="en-CA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2026-09-12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PlaceHolder 4"/>
          <p:cNvSpPr>
            <a:spLocks noGrp="1"/>
          </p:cNvSpPr>
          <p:nvPr>
            <p:ph type="ftr" idx="110"/>
          </p:nvPr>
        </p:nvSpPr>
        <p:spPr>
          <a:xfrm>
            <a:off x="1242000" y="6366600"/>
            <a:ext cx="649296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nl-NL" sz="900" b="1" u="none" spc="-6" strike="noStrike">
                <a:solidFill>
                  <a:schemeClr val="dk1"/>
                </a:solidFill>
                <a:effectLst/>
                <a:uFillTx/>
                <a:latin typeface="Arial MT"/>
                <a:ea typeface="SRH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nl-NL" sz="900" b="1" u="none" spc="-6" strike="noStrike">
                <a:solidFill>
                  <a:schemeClr val="dk1"/>
                </a:solidFill>
                <a:effectLst/>
                <a:uFillTx/>
                <a:latin typeface="Arial MT"/>
                <a:ea typeface="SRH"/>
              </a:rPr>
              <a:t>SRH Hochschule Heidelberg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PlaceHolder 5"/>
          <p:cNvSpPr>
            <a:spLocks noGrp="1"/>
          </p:cNvSpPr>
          <p:nvPr>
            <p:ph type="sldNum" idx="111"/>
          </p:nvPr>
        </p:nvSpPr>
        <p:spPr>
          <a:xfrm>
            <a:off x="11146680" y="6365160"/>
            <a:ext cx="67680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55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83FBB9A-63CA-48D7-8018-CF2CF485C010}" type="slidenum">
              <a:rPr lang="de-DE" sz="155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3</a:t>
            </a:fld>
            <a:endParaRPr lang="en-US" sz="1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84" name=""/>
          <p:cNvPicPr/>
          <p:nvPr/>
        </p:nvPicPr>
        <p:blipFill>
          <a:blip r:embed="rId1"/>
          <a:stretch/>
        </p:blipFill>
        <p:spPr>
          <a:xfrm>
            <a:off x="8229960" y="1600560"/>
            <a:ext cx="2970720" cy="4570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5" name=""/>
          <p:cNvPicPr/>
          <p:nvPr/>
        </p:nvPicPr>
        <p:blipFill>
          <a:blip r:embed="rId2"/>
          <a:stretch/>
        </p:blipFill>
        <p:spPr>
          <a:xfrm>
            <a:off x="99720" y="2020320"/>
            <a:ext cx="6757560" cy="2322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/>
          </p:cNvSpPr>
          <p:nvPr>
            <p:ph type="title"/>
          </p:nvPr>
        </p:nvSpPr>
        <p:spPr>
          <a:xfrm>
            <a:off x="191880" y="228600"/>
            <a:ext cx="9154800" cy="68472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b">
            <a:noAutofit/>
          </a:bodyPr>
          <a:p>
            <a:pPr indent="0" algn="l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de-DE" sz="1800" b="1" u="none" strike="noStrike">
                <a:solidFill>
                  <a:srgbClr val="FF0000"/>
                </a:solidFill>
                <a:effectLst/>
                <a:uFillTx/>
                <a:latin typeface="SRH Headline"/>
                <a:ea typeface="SRH Headline"/>
              </a:rPr>
              <a:t>Methods for Handling Class Imbalance</a:t>
            </a:r>
            <a:br>
              <a:rPr sz="1800"/>
            </a:br>
            <a:endParaRPr lang="de-DE" sz="1800" b="1" u="none" strike="noStrike">
              <a:solidFill>
                <a:schemeClr val="dk1"/>
              </a:solidFill>
              <a:effectLst/>
              <a:uFillTx/>
              <a:latin typeface="SRH Headline"/>
            </a:endParaRPr>
          </a:p>
        </p:txBody>
      </p:sp>
      <p:sp>
        <p:nvSpPr>
          <p:cNvPr id="287" name="PlaceHolder 2"/>
          <p:cNvSpPr>
            <a:spLocks noGrp="1"/>
          </p:cNvSpPr>
          <p:nvPr>
            <p:ph/>
          </p:nvPr>
        </p:nvSpPr>
        <p:spPr>
          <a:xfrm>
            <a:off x="228600" y="914400"/>
            <a:ext cx="11199960" cy="685656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t">
            <a:noAutofit/>
          </a:bodyPr>
          <a:p>
            <a:pPr marL="28584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1C1C1C"/>
              </a:buClr>
              <a:buFont typeface="Symbol" charset="2"/>
              <a:buChar char=""/>
              <a:tabLst>
                <a:tab pos="0" algn="l"/>
              </a:tabLst>
            </a:pPr>
            <a:r>
              <a:rPr lang="en-US" sz="1400" b="1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Random Oversampling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Duplicates minority-class samples to increase their representation. 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1C1C1C"/>
              </a:buClr>
              <a:buFont typeface="Symbol" charset="2"/>
              <a:buChar char=""/>
              <a:tabLst>
                <a:tab pos="0" algn="l"/>
              </a:tabLst>
            </a:pPr>
            <a:r>
              <a:rPr lang="en-US" sz="1400" b="1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SMOTE 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Generates synthetic minority-class samples instead of simply duplicating them. 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1C1C1C"/>
              </a:buClr>
              <a:buFont typeface="Symbol" charset="2"/>
              <a:buChar char=""/>
              <a:tabLst>
                <a:tab pos="0" algn="l"/>
              </a:tabLst>
            </a:pPr>
            <a:r>
              <a:rPr lang="en-US" sz="1400" b="1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Cost-Sensitive Learning (CSL) 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Assigns higher importance/cost to minority-class errors during model training. 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</p:txBody>
      </p:sp>
      <p:sp>
        <p:nvSpPr>
          <p:cNvPr id="288" name="PlaceHolder 3"/>
          <p:cNvSpPr>
            <a:spLocks noGrp="1"/>
          </p:cNvSpPr>
          <p:nvPr>
            <p:ph type="dt" idx="112"/>
          </p:nvPr>
        </p:nvSpPr>
        <p:spPr>
          <a:xfrm>
            <a:off x="367560" y="6356520"/>
            <a:ext cx="87120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CA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6612D863-D57B-4019-816F-6F24948AC2ED}" type="datetime1">
              <a:rPr lang="en-CA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2026-09-12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PlaceHolder 4"/>
          <p:cNvSpPr>
            <a:spLocks noGrp="1"/>
          </p:cNvSpPr>
          <p:nvPr>
            <p:ph type="ftr" idx="113"/>
          </p:nvPr>
        </p:nvSpPr>
        <p:spPr>
          <a:xfrm>
            <a:off x="1242000" y="6366600"/>
            <a:ext cx="649296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nl-NL" sz="900" b="1" u="none" spc="-6" strike="noStrike">
                <a:solidFill>
                  <a:schemeClr val="dk1"/>
                </a:solidFill>
                <a:effectLst/>
                <a:uFillTx/>
                <a:latin typeface="Arial MT"/>
                <a:ea typeface="SRH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nl-NL" sz="900" b="1" u="none" spc="-6" strike="noStrike">
                <a:solidFill>
                  <a:schemeClr val="dk1"/>
                </a:solidFill>
                <a:effectLst/>
                <a:uFillTx/>
                <a:latin typeface="Arial MT"/>
                <a:ea typeface="SRH"/>
              </a:rPr>
              <a:t>SRH Hochschule Heidelberg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PlaceHolder 5"/>
          <p:cNvSpPr>
            <a:spLocks noGrp="1"/>
          </p:cNvSpPr>
          <p:nvPr>
            <p:ph type="sldNum" idx="114"/>
          </p:nvPr>
        </p:nvSpPr>
        <p:spPr>
          <a:xfrm>
            <a:off x="11146680" y="6365160"/>
            <a:ext cx="67680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55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F38105A-AB5F-4A2A-AB6A-2DE02D17802B}" type="slidenum">
              <a:rPr lang="de-DE" sz="155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3</a:t>
            </a:fld>
            <a:endParaRPr lang="en-US" sz="1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91" name=""/>
          <p:cNvPicPr/>
          <p:nvPr/>
        </p:nvPicPr>
        <p:blipFill>
          <a:blip r:embed="rId1"/>
          <a:stretch/>
        </p:blipFill>
        <p:spPr>
          <a:xfrm>
            <a:off x="914400" y="4572000"/>
            <a:ext cx="2864880" cy="456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title"/>
          </p:nvPr>
        </p:nvSpPr>
        <p:spPr>
          <a:xfrm>
            <a:off x="191880" y="228600"/>
            <a:ext cx="9154800" cy="68472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b">
            <a:noAutofit/>
          </a:bodyPr>
          <a:p>
            <a:pPr indent="0" algn="l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br>
              <a:rPr sz="1800"/>
            </a:br>
            <a:r>
              <a:rPr lang="de-DE" sz="1800" b="1" u="none" strike="noStrike">
                <a:solidFill>
                  <a:srgbClr val="FF4000"/>
                </a:solidFill>
                <a:effectLst/>
                <a:uFillTx/>
                <a:latin typeface="SRH Headline"/>
                <a:ea typeface="SRH Headline"/>
              </a:rPr>
              <a:t>Machine Learning Model Development </a:t>
            </a:r>
            <a:br>
              <a:rPr sz="1800"/>
            </a:br>
            <a:endParaRPr lang="de-DE" sz="1800" b="1" u="none" strike="noStrike">
              <a:solidFill>
                <a:schemeClr val="dk1"/>
              </a:solidFill>
              <a:effectLst/>
              <a:uFillTx/>
              <a:latin typeface="SRH Headline"/>
            </a:endParaRPr>
          </a:p>
        </p:txBody>
      </p:sp>
      <p:sp>
        <p:nvSpPr>
          <p:cNvPr id="293" name="PlaceHolder 2"/>
          <p:cNvSpPr>
            <a:spLocks noGrp="1"/>
          </p:cNvSpPr>
          <p:nvPr>
            <p:ph/>
          </p:nvPr>
        </p:nvSpPr>
        <p:spPr>
          <a:xfrm>
            <a:off x="228600" y="914400"/>
            <a:ext cx="11199960" cy="685656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t">
            <a:noAutofit/>
          </a:bodyPr>
          <a:p>
            <a:pPr marL="285840" indent="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Algorithm: XGBoost (Extreme Gradient Boosting) 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-28584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575756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4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Data Split: </a:t>
            </a:r>
            <a:r>
              <a:rPr lang="en-US" sz="1400" b="1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80% Training | 10% Validation | 10% Test 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-28584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575756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4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Class Imbalance: Class weights applied during training 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-28584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575756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4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Hyperparameter Optimization: Grid Search 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-28584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575756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4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n_estimators: [200, 300, 400, 500,600,700] 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-28584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575756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4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learning_rate: [0.03, 0.05, 0.07, 0.1 ,0.2, 0.3] 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-28584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575756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4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max_depth: [3, 4, 5, 6,7,8] 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-28584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575756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4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min_child_weight: [1, 3, 5, 7, 9] 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Total: 1080 XGBoost configurations evaluated 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</p:txBody>
      </p:sp>
      <p:sp>
        <p:nvSpPr>
          <p:cNvPr id="294" name="PlaceHolder 3"/>
          <p:cNvSpPr>
            <a:spLocks noGrp="1"/>
          </p:cNvSpPr>
          <p:nvPr>
            <p:ph type="dt" idx="115"/>
          </p:nvPr>
        </p:nvSpPr>
        <p:spPr>
          <a:xfrm>
            <a:off x="367560" y="6356520"/>
            <a:ext cx="87120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CA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45275A73-2A94-4EB8-A4C0-734CD5FBE803}" type="datetime1">
              <a:rPr lang="en-CA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2026-09-12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PlaceHolder 4"/>
          <p:cNvSpPr>
            <a:spLocks noGrp="1"/>
          </p:cNvSpPr>
          <p:nvPr>
            <p:ph type="ftr" idx="116"/>
          </p:nvPr>
        </p:nvSpPr>
        <p:spPr>
          <a:xfrm>
            <a:off x="1242000" y="6366600"/>
            <a:ext cx="649296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nl-NL" sz="900" b="1" u="none" spc="-6" strike="noStrike">
                <a:solidFill>
                  <a:schemeClr val="dk1"/>
                </a:solidFill>
                <a:effectLst/>
                <a:uFillTx/>
                <a:latin typeface="Arial MT"/>
                <a:ea typeface="SRH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nl-NL" sz="900" b="1" u="none" spc="-6" strike="noStrike">
                <a:solidFill>
                  <a:schemeClr val="dk1"/>
                </a:solidFill>
                <a:effectLst/>
                <a:uFillTx/>
                <a:latin typeface="Arial MT"/>
                <a:ea typeface="SRH"/>
              </a:rPr>
              <a:t>SRH Hochschule Heidelberg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PlaceHolder 5"/>
          <p:cNvSpPr>
            <a:spLocks noGrp="1"/>
          </p:cNvSpPr>
          <p:nvPr>
            <p:ph type="sldNum" idx="117"/>
          </p:nvPr>
        </p:nvSpPr>
        <p:spPr>
          <a:xfrm>
            <a:off x="11146680" y="6365160"/>
            <a:ext cx="67680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55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131A2FC-E28B-443F-B9BC-E76FDC411BDE}" type="slidenum">
              <a:rPr lang="de-DE" sz="155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3</a:t>
            </a:fld>
            <a:endParaRPr lang="en-US" sz="1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title"/>
          </p:nvPr>
        </p:nvSpPr>
        <p:spPr>
          <a:xfrm>
            <a:off x="191880" y="-147600"/>
            <a:ext cx="9154800" cy="83196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b">
            <a:noAutofit/>
          </a:bodyPr>
          <a:p>
            <a:pPr indent="0" algn="l" defTabSz="914400">
              <a:buNone/>
              <a:tabLst>
                <a:tab pos="0" algn="l"/>
              </a:tabLst>
            </a:pPr>
            <a:endParaRPr lang="de-DE" sz="3000" b="1" u="none" strike="noStrike">
              <a:solidFill>
                <a:schemeClr val="dk1"/>
              </a:solidFill>
              <a:effectLst/>
              <a:uFillTx/>
              <a:latin typeface="SRH Headline"/>
            </a:endParaRPr>
          </a:p>
        </p:txBody>
      </p:sp>
      <p:sp>
        <p:nvSpPr>
          <p:cNvPr id="298" name="PlaceHolder 2"/>
          <p:cNvSpPr>
            <a:spLocks noGrp="1"/>
          </p:cNvSpPr>
          <p:nvPr>
            <p:ph/>
          </p:nvPr>
        </p:nvSpPr>
        <p:spPr>
          <a:xfrm>
            <a:off x="228600" y="696600"/>
            <a:ext cx="4570560" cy="547452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t">
            <a:noAutofit/>
          </a:bodyPr>
          <a:p>
            <a:pPr marL="285840" indent="-28584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575756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500" b="1" u="none" strike="noStrike">
                <a:solidFill>
                  <a:srgbClr val="FF4000"/>
                </a:solidFill>
                <a:effectLst/>
                <a:uFillTx/>
                <a:latin typeface="SRH Text"/>
                <a:ea typeface="SRH Text"/>
              </a:rPr>
              <a:t>Find optimal threshold:</a:t>
            </a:r>
            <a:endParaRPr lang="de-DE" sz="15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-28584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575756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SRH Text"/>
                <a:ea typeface="SRH Text"/>
              </a:rPr>
              <a:t>Standard approach → Fixed threshold = 0.50 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-28584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575756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SRH Text"/>
                <a:ea typeface="SRH Text"/>
              </a:rPr>
              <a:t>Proposed approach → Optimize the decision threshold 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-28584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575756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SRH Text"/>
                <a:ea typeface="SRH Text"/>
              </a:rPr>
              <a:t>Tested thresholds: (0.15, 0.6, 0.01)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-28584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575756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SRH Text"/>
                <a:ea typeface="SRH Text"/>
              </a:rPr>
              <a:t>Business cost function: prioritize low FN, penalize FP 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-28584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575756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SRH Text"/>
                <a:ea typeface="SRH Text"/>
              </a:rPr>
              <a:t>Cost = 2.5 × FN + FP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-28584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575756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SRH Text"/>
                <a:ea typeface="SRH Text"/>
              </a:rPr>
              <a:t>p(default)&lt; 0.50-→ Approved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-28584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575756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SRH Text"/>
                <a:ea typeface="SRH Text"/>
              </a:rPr>
              <a:t>p(default)&gt; 0.50-→ Rejected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de-DE" sz="11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</p:txBody>
      </p:sp>
      <p:sp>
        <p:nvSpPr>
          <p:cNvPr id="299" name="PlaceHolder 3"/>
          <p:cNvSpPr>
            <a:spLocks noGrp="1"/>
          </p:cNvSpPr>
          <p:nvPr>
            <p:ph type="dt" idx="118"/>
          </p:nvPr>
        </p:nvSpPr>
        <p:spPr>
          <a:xfrm>
            <a:off x="367560" y="6356520"/>
            <a:ext cx="87120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CA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3D39E6A1-F8B8-4ACA-A150-C96C7F85E57A}" type="datetime1">
              <a:rPr lang="en-CA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2026-09-12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PlaceHolder 4"/>
          <p:cNvSpPr>
            <a:spLocks noGrp="1"/>
          </p:cNvSpPr>
          <p:nvPr>
            <p:ph type="ftr" idx="119"/>
          </p:nvPr>
        </p:nvSpPr>
        <p:spPr>
          <a:xfrm>
            <a:off x="1242000" y="6366600"/>
            <a:ext cx="649296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nl-NL" sz="900" b="1" u="none" spc="-6" strike="noStrike">
                <a:solidFill>
                  <a:schemeClr val="dk1"/>
                </a:solidFill>
                <a:effectLst/>
                <a:uFillTx/>
                <a:latin typeface="Arial MT"/>
                <a:ea typeface="SRH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nl-NL" sz="900" b="1" u="none" spc="-6" strike="noStrike">
                <a:solidFill>
                  <a:schemeClr val="dk1"/>
                </a:solidFill>
                <a:effectLst/>
                <a:uFillTx/>
                <a:latin typeface="Arial MT"/>
                <a:ea typeface="SRH"/>
              </a:rPr>
              <a:t>SRH Hochschule Heidelberg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PlaceHolder 5"/>
          <p:cNvSpPr>
            <a:spLocks noGrp="1"/>
          </p:cNvSpPr>
          <p:nvPr>
            <p:ph type="sldNum" idx="120"/>
          </p:nvPr>
        </p:nvSpPr>
        <p:spPr>
          <a:xfrm>
            <a:off x="11146680" y="6365160"/>
            <a:ext cx="67680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55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A5D57CE-2C33-4CB3-8D8E-060545A778C1}" type="slidenum">
              <a:rPr lang="de-DE" sz="155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3</a:t>
            </a:fld>
            <a:endParaRPr lang="en-US" sz="1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02" name=""/>
          <p:cNvPicPr/>
          <p:nvPr/>
        </p:nvPicPr>
        <p:blipFill>
          <a:blip r:embed="rId1"/>
          <a:stretch/>
        </p:blipFill>
        <p:spPr>
          <a:xfrm>
            <a:off x="8458200" y="1334160"/>
            <a:ext cx="3015720" cy="3465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3" name="PlaceHolder 6"/>
          <p:cNvSpPr/>
          <p:nvPr/>
        </p:nvSpPr>
        <p:spPr>
          <a:xfrm>
            <a:off x="4764960" y="624960"/>
            <a:ext cx="3463560" cy="48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216000" lIns="0" tIns="0" rIns="0" bIns="0" anchor="t">
            <a:noAutofit/>
          </a:bodyPr>
          <a:p>
            <a:pPr marL="285840" indent="-285840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575756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3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Each model was evaluated using: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575756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3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AUC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575756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3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False Negatives (FN)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575756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3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False Positives (FP)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575756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3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Error balance:FP/FN Ratio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575756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3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Minimum Business Cost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/>
          </p:cNvSpPr>
          <p:nvPr>
            <p:ph type="title"/>
          </p:nvPr>
        </p:nvSpPr>
        <p:spPr>
          <a:xfrm>
            <a:off x="191880" y="-147600"/>
            <a:ext cx="9154800" cy="83196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b">
            <a:noAutofit/>
          </a:bodyPr>
          <a:p>
            <a:pPr indent="0" algn="l" defTabSz="914400">
              <a:buNone/>
              <a:tabLst>
                <a:tab pos="0" algn="l"/>
              </a:tabLst>
            </a:pPr>
            <a:endParaRPr lang="de-DE" sz="3000" b="1" u="none" strike="noStrike">
              <a:solidFill>
                <a:schemeClr val="dk1"/>
              </a:solidFill>
              <a:effectLst/>
              <a:uFillTx/>
              <a:latin typeface="SRH Headline"/>
            </a:endParaRPr>
          </a:p>
        </p:txBody>
      </p:sp>
      <p:pic>
        <p:nvPicPr>
          <p:cNvPr id="305" name=""/>
          <p:cNvPicPr/>
          <p:nvPr/>
        </p:nvPicPr>
        <p:blipFill>
          <a:blip r:embed="rId1"/>
          <a:stretch/>
        </p:blipFill>
        <p:spPr>
          <a:xfrm>
            <a:off x="1618200" y="696240"/>
            <a:ext cx="7524360" cy="5504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6" name="PlaceHolder 2"/>
          <p:cNvSpPr>
            <a:spLocks noGrp="1"/>
          </p:cNvSpPr>
          <p:nvPr>
            <p:ph type="dt" idx="121"/>
          </p:nvPr>
        </p:nvSpPr>
        <p:spPr>
          <a:xfrm>
            <a:off x="367560" y="6356520"/>
            <a:ext cx="87120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CA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4624A0D4-2FA4-4DF2-AF06-150100CDF2EC}" type="datetime1">
              <a:rPr lang="en-CA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2026-09-12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 type="ftr" idx="122"/>
          </p:nvPr>
        </p:nvSpPr>
        <p:spPr>
          <a:xfrm>
            <a:off x="1242000" y="6366600"/>
            <a:ext cx="649296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nl-NL" sz="900" b="1" u="none" spc="-6" strike="noStrike">
                <a:solidFill>
                  <a:schemeClr val="dk1"/>
                </a:solidFill>
                <a:effectLst/>
                <a:uFillTx/>
                <a:latin typeface="Arial MT"/>
                <a:ea typeface="SRH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nl-NL" sz="900" b="1" u="none" spc="-6" strike="noStrike">
                <a:solidFill>
                  <a:schemeClr val="dk1"/>
                </a:solidFill>
                <a:effectLst/>
                <a:uFillTx/>
                <a:latin typeface="Arial MT"/>
                <a:ea typeface="SRH"/>
              </a:rPr>
              <a:t>SRH Hochschule Heidelberg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PlaceHolder 4"/>
          <p:cNvSpPr>
            <a:spLocks noGrp="1"/>
          </p:cNvSpPr>
          <p:nvPr>
            <p:ph type="sldNum" idx="123"/>
          </p:nvPr>
        </p:nvSpPr>
        <p:spPr>
          <a:xfrm>
            <a:off x="11146680" y="6365160"/>
            <a:ext cx="67680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55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4F0C308-A1CC-4D92-8DA5-043E4517AC6B}" type="slidenum">
              <a:rPr lang="de-DE" sz="155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3</a:t>
            </a:fld>
            <a:endParaRPr lang="en-US" sz="1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laceHolder 1"/>
          <p:cNvSpPr>
            <a:spLocks noGrp="1"/>
          </p:cNvSpPr>
          <p:nvPr>
            <p:ph type="title"/>
          </p:nvPr>
        </p:nvSpPr>
        <p:spPr>
          <a:xfrm>
            <a:off x="191880" y="-147600"/>
            <a:ext cx="9154800" cy="83196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b">
            <a:noAutofit/>
          </a:bodyPr>
          <a:p>
            <a:pPr indent="0" algn="l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de-DE" sz="2000" b="1" u="none" strike="noStrike">
                <a:solidFill>
                  <a:srgbClr val="FF4000"/>
                </a:solidFill>
                <a:effectLst/>
                <a:uFillTx/>
                <a:latin typeface="SRH Headline"/>
                <a:ea typeface="SRH Headline"/>
              </a:rPr>
              <a:t>Explainable AI: SHAP-Based Model Interpretation</a:t>
            </a:r>
            <a:endParaRPr lang="de-DE" sz="2000" b="1" u="none" strike="noStrike">
              <a:solidFill>
                <a:schemeClr val="dk1"/>
              </a:solidFill>
              <a:effectLst/>
              <a:uFillTx/>
              <a:latin typeface="SRH Headline"/>
            </a:endParaRPr>
          </a:p>
        </p:txBody>
      </p:sp>
      <p:sp>
        <p:nvSpPr>
          <p:cNvPr id="310" name="PlaceHolder 2"/>
          <p:cNvSpPr>
            <a:spLocks noGrp="1"/>
          </p:cNvSpPr>
          <p:nvPr>
            <p:ph/>
          </p:nvPr>
        </p:nvSpPr>
        <p:spPr>
          <a:xfrm>
            <a:off x="228600" y="1143000"/>
            <a:ext cx="5713920" cy="495612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t">
            <a:noAutofit/>
          </a:bodyPr>
          <a:p>
            <a:pPr indent="0" algn="l" defTabSz="9144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de-DE" sz="1300" b="1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rPr>
              <a:t>Objective: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indent="0" algn="l" defTabSz="9144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de-DE" sz="13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rPr>
              <a:t>Interpret how the XGBoost model makes credit-risk predictions and identify the features that drive its decisions.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indent="0" algn="l" defTabSz="9144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de-DE" sz="1300" b="1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rPr>
              <a:t>SHAP Framework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indent="0" algn="l" defTabSz="9144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de-DE" sz="13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rPr>
              <a:t>TreeExplainer applied to the final XGBoost model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indent="0" algn="l" defTabSz="9144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de-DE" sz="13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rPr>
              <a:t>2,000 test observations analyzed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indent="0" algn="l" defTabSz="9144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de-DE" sz="13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rPr>
              <a:t>Global feature importance based on mean |SHAP value|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indent="0" algn="l" defTabSz="9144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de-DE" sz="13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rPr>
              <a:t>SHAP dependence plots used to examine feature effects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indent="0" algn="l" defTabSz="9144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indent="0" algn="l" defTabSz="9144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de-DE" sz="13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rPr>
              <a:t> 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</p:txBody>
      </p:sp>
      <p:sp>
        <p:nvSpPr>
          <p:cNvPr id="311" name="PlaceHolder 3"/>
          <p:cNvSpPr>
            <a:spLocks noGrp="1"/>
          </p:cNvSpPr>
          <p:nvPr>
            <p:ph type="dt" idx="124"/>
          </p:nvPr>
        </p:nvSpPr>
        <p:spPr>
          <a:xfrm>
            <a:off x="367560" y="6356520"/>
            <a:ext cx="87120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CA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79D06416-9131-4EAC-ADDB-831ABBE16D2C}" type="datetime1">
              <a:rPr lang="en-CA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2026-09-12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PlaceHolder 4"/>
          <p:cNvSpPr>
            <a:spLocks noGrp="1"/>
          </p:cNvSpPr>
          <p:nvPr>
            <p:ph type="ftr" idx="125"/>
          </p:nvPr>
        </p:nvSpPr>
        <p:spPr>
          <a:xfrm>
            <a:off x="1242000" y="6366600"/>
            <a:ext cx="649296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nl-NL" sz="900" b="1" u="none" spc="-6" strike="noStrike">
                <a:solidFill>
                  <a:schemeClr val="dk1"/>
                </a:solidFill>
                <a:effectLst/>
                <a:uFillTx/>
                <a:latin typeface="Arial MT"/>
                <a:ea typeface="SRH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nl-NL" sz="900" b="1" u="none" spc="-6" strike="noStrike">
                <a:solidFill>
                  <a:schemeClr val="dk1"/>
                </a:solidFill>
                <a:effectLst/>
                <a:uFillTx/>
                <a:latin typeface="Arial MT"/>
                <a:ea typeface="SRH"/>
              </a:rPr>
              <a:t>SRH Hochschule Heidelberg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PlaceHolder 5"/>
          <p:cNvSpPr>
            <a:spLocks noGrp="1"/>
          </p:cNvSpPr>
          <p:nvPr>
            <p:ph type="sldNum" idx="126"/>
          </p:nvPr>
        </p:nvSpPr>
        <p:spPr>
          <a:xfrm>
            <a:off x="11146680" y="6365160"/>
            <a:ext cx="67680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55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630A8CD-BD36-4936-80D2-2FF694E67E51}" type="slidenum">
              <a:rPr lang="de-DE" sz="155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3</a:t>
            </a:fld>
            <a:endParaRPr lang="en-US" sz="1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PlaceHolder 7"/>
          <p:cNvSpPr/>
          <p:nvPr/>
        </p:nvSpPr>
        <p:spPr>
          <a:xfrm>
            <a:off x="5988960" y="1143000"/>
            <a:ext cx="4982760" cy="525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216000" lIns="0" tIns="0" rIns="0" bIns="0" anchor="t">
            <a:noAutofit/>
          </a:bodyPr>
          <a:p>
            <a:pPr defTabSz="9144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de-DE" sz="1300" b="1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rPr>
              <a:t>Key Findings: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de-DE" sz="13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rPr>
              <a:t>Credit Score: 19.42% of total SHAP importance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de-DE" sz="13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rPr>
              <a:t>Debt-to-Income Ratio: 15.95%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de-DE" sz="13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rPr>
              <a:t>Credit History: 9.65%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de-DE" sz="13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rPr>
              <a:t>Loan-to-Income Ratio: 8.42%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de-DE" sz="13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rPr>
              <a:t>Education Loan Intent: 8.15%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PlaceHolder 1"/>
          <p:cNvSpPr>
            <a:spLocks noGrp="1"/>
          </p:cNvSpPr>
          <p:nvPr>
            <p:ph type="title"/>
          </p:nvPr>
        </p:nvSpPr>
        <p:spPr>
          <a:xfrm>
            <a:off x="191880" y="-147600"/>
            <a:ext cx="9154800" cy="83196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b">
            <a:noAutofit/>
          </a:bodyPr>
          <a:p>
            <a:pPr indent="0" algn="l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de-DE" sz="2600" b="1" u="none" strike="noStrike">
                <a:solidFill>
                  <a:srgbClr val="FF4000"/>
                </a:solidFill>
                <a:effectLst/>
                <a:uFillTx/>
                <a:latin typeface="SRH Headline"/>
                <a:ea typeface="SRH Headline"/>
              </a:rPr>
              <a:t>Explainable AI: SHAP-Based Model Interpretation</a:t>
            </a:r>
            <a:endParaRPr lang="de-DE" sz="2600" b="1" u="none" strike="noStrike">
              <a:solidFill>
                <a:schemeClr val="dk1"/>
              </a:solidFill>
              <a:effectLst/>
              <a:uFillTx/>
              <a:latin typeface="SRH Headline"/>
            </a:endParaRPr>
          </a:p>
        </p:txBody>
      </p:sp>
      <p:sp>
        <p:nvSpPr>
          <p:cNvPr id="316" name="PlaceHolder 2"/>
          <p:cNvSpPr>
            <a:spLocks noGrp="1"/>
          </p:cNvSpPr>
          <p:nvPr>
            <p:ph/>
          </p:nvPr>
        </p:nvSpPr>
        <p:spPr>
          <a:xfrm>
            <a:off x="228600" y="1371600"/>
            <a:ext cx="4799520" cy="479952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t">
            <a:noAutofit/>
          </a:bodyPr>
          <a:p>
            <a:pPr indent="0" algn="l" defTabSz="914400">
              <a:lnSpc>
                <a:spcPct val="110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333333"/>
                </a:solidFill>
                <a:effectLst/>
                <a:uFillTx/>
                <a:latin typeface="SRH Text"/>
                <a:ea typeface="SRH Text"/>
              </a:rPr>
              <a:t>Cumulative importance of top 10 features: 84.39% 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indent="0" algn="l" defTabSz="914400">
              <a:lnSpc>
                <a:spcPct val="110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333333"/>
                </a:solidFill>
                <a:effectLst/>
                <a:uFillTx/>
                <a:latin typeface="SRH Text"/>
                <a:ea typeface="SRH Text"/>
              </a:rPr>
              <a:t>Cumulative importance of top 20 features: 98.83% 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</p:txBody>
      </p:sp>
      <p:sp>
        <p:nvSpPr>
          <p:cNvPr id="317" name="PlaceHolder 3"/>
          <p:cNvSpPr>
            <a:spLocks noGrp="1"/>
          </p:cNvSpPr>
          <p:nvPr>
            <p:ph type="dt" idx="127"/>
          </p:nvPr>
        </p:nvSpPr>
        <p:spPr>
          <a:xfrm>
            <a:off x="367560" y="6356520"/>
            <a:ext cx="87120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CA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90297355-3672-42F8-8749-8137D31818A9}" type="datetime1">
              <a:rPr lang="en-CA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2026-09-12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PlaceHolder 4"/>
          <p:cNvSpPr>
            <a:spLocks noGrp="1"/>
          </p:cNvSpPr>
          <p:nvPr>
            <p:ph type="ftr" idx="128"/>
          </p:nvPr>
        </p:nvSpPr>
        <p:spPr>
          <a:xfrm>
            <a:off x="1242000" y="6366600"/>
            <a:ext cx="649296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nl-NL" sz="900" b="1" u="none" spc="-6" strike="noStrike">
                <a:solidFill>
                  <a:schemeClr val="dk1"/>
                </a:solidFill>
                <a:effectLst/>
                <a:uFillTx/>
                <a:latin typeface="Arial MT"/>
                <a:ea typeface="SRH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nl-NL" sz="900" b="1" u="none" spc="-6" strike="noStrike">
                <a:solidFill>
                  <a:schemeClr val="dk1"/>
                </a:solidFill>
                <a:effectLst/>
                <a:uFillTx/>
                <a:latin typeface="Arial MT"/>
                <a:ea typeface="SRH"/>
              </a:rPr>
              <a:t>SRH Hochschule Heidelberg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PlaceHolder 5"/>
          <p:cNvSpPr>
            <a:spLocks noGrp="1"/>
          </p:cNvSpPr>
          <p:nvPr>
            <p:ph type="sldNum" idx="129"/>
          </p:nvPr>
        </p:nvSpPr>
        <p:spPr>
          <a:xfrm>
            <a:off x="11146680" y="6365160"/>
            <a:ext cx="67680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55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1C29628-ABB2-45E2-B42F-0E8821A214AC}" type="slidenum">
              <a:rPr lang="de-DE" sz="155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&lt;number&gt;</a:t>
            </a:fld>
            <a:endParaRPr lang="en-US" sz="1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20" name=""/>
          <p:cNvPicPr/>
          <p:nvPr/>
        </p:nvPicPr>
        <p:blipFill>
          <a:blip r:embed="rId1"/>
          <a:stretch/>
        </p:blipFill>
        <p:spPr>
          <a:xfrm>
            <a:off x="5729400" y="1009800"/>
            <a:ext cx="4941360" cy="5713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PlaceHolder 1"/>
          <p:cNvSpPr>
            <a:spLocks noGrp="1"/>
          </p:cNvSpPr>
          <p:nvPr>
            <p:ph type="title"/>
          </p:nvPr>
        </p:nvSpPr>
        <p:spPr>
          <a:xfrm>
            <a:off x="191880" y="-147600"/>
            <a:ext cx="9154800" cy="83196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b">
            <a:noAutofit/>
          </a:bodyPr>
          <a:p>
            <a:pPr indent="0" algn="l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de-DE" sz="2600" b="1" u="none" strike="noStrike">
                <a:solidFill>
                  <a:srgbClr val="FF4000"/>
                </a:solidFill>
                <a:effectLst/>
                <a:uFillTx/>
                <a:latin typeface="SRH Headline"/>
                <a:ea typeface="SRH Headline"/>
              </a:rPr>
              <a:t>Selective Prediction Framework</a:t>
            </a:r>
            <a:endParaRPr lang="de-DE" sz="2600" b="1" u="none" strike="noStrike">
              <a:solidFill>
                <a:schemeClr val="dk1"/>
              </a:solidFill>
              <a:effectLst/>
              <a:uFillTx/>
              <a:latin typeface="SRH Headline"/>
            </a:endParaRPr>
          </a:p>
        </p:txBody>
      </p:sp>
      <p:sp>
        <p:nvSpPr>
          <p:cNvPr id="322" name="PlaceHolder 2"/>
          <p:cNvSpPr>
            <a:spLocks noGrp="1"/>
          </p:cNvSpPr>
          <p:nvPr>
            <p:ph/>
          </p:nvPr>
        </p:nvSpPr>
        <p:spPr>
          <a:xfrm>
            <a:off x="228600" y="914400"/>
            <a:ext cx="11199960" cy="58140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t">
            <a:noAutofit/>
          </a:bodyPr>
          <a:p>
            <a:pPr marL="285840" indent="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Traditional classification forces an automatic decision for every applicant.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My approach: allow the model to abstain from uncertain cases and refer them to human loan officers.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Two-Threshold Decision Policy: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 </a:t>
            </a:r>
            <a:r>
              <a:rPr lang="en-US" sz="1300" b="1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Probability of Default &lt; thresholds t₁     </a:t>
            </a:r>
            <a:r>
              <a:rPr lang="en-US" sz="13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🟢 AUTO APPROVE</a:t>
            </a:r>
            <a:r>
              <a:rPr lang="en-US" sz="1300" b="1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  (  low-risk  )                                </a:t>
            </a:r>
            <a:r>
              <a:rPr lang="en-US" sz="1300" b="1" u="none" strike="noStrike">
                <a:solidFill>
                  <a:srgbClr val="FF4000"/>
                </a:solidFill>
                <a:effectLst/>
                <a:uFillTx/>
                <a:latin typeface="SRH Text"/>
                <a:ea typeface="SRH Text"/>
              </a:rPr>
              <a:t>                                                                                                                                                   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300" b="1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thresholds t₁ ≤ Probability of Default ≤ thresholds t₂</a:t>
            </a:r>
            <a:r>
              <a:rPr lang="en-US" sz="1300" b="1" u="none" strike="noStrike">
                <a:solidFill>
                  <a:srgbClr val="FF4000"/>
                </a:solidFill>
                <a:effectLst/>
                <a:uFillTx/>
                <a:latin typeface="SRH Text"/>
                <a:ea typeface="SRH Text"/>
              </a:rPr>
              <a:t>     </a:t>
            </a:r>
            <a:r>
              <a:rPr lang="en-US" sz="13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🟠 MANUAL REVIEW </a:t>
            </a:r>
            <a:r>
              <a:rPr lang="en-US" sz="1300" b="1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(  uncertain )</a:t>
            </a:r>
            <a:r>
              <a:rPr lang="en-US" sz="1300" b="1" u="none" strike="noStrike">
                <a:solidFill>
                  <a:srgbClr val="FF4000"/>
                </a:solidFill>
                <a:effectLst/>
                <a:uFillTx/>
                <a:latin typeface="SRH Text"/>
                <a:ea typeface="SRH Text"/>
              </a:rPr>
              <a:t>                                                                                                                                                                     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 </a:t>
            </a:r>
            <a:r>
              <a:rPr lang="en-US" sz="1300" b="1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Probability of Default &gt; thresholds t₂     </a:t>
            </a:r>
            <a:r>
              <a:rPr lang="en-US" sz="13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🔴 AUTO REJECT</a:t>
            </a:r>
            <a:r>
              <a:rPr lang="en-US" sz="1300" b="1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(  high-risk  )                                  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</p:txBody>
      </p:sp>
      <p:sp>
        <p:nvSpPr>
          <p:cNvPr id="323" name="PlaceHolder 3"/>
          <p:cNvSpPr>
            <a:spLocks noGrp="1"/>
          </p:cNvSpPr>
          <p:nvPr>
            <p:ph type="dt" idx="130"/>
          </p:nvPr>
        </p:nvSpPr>
        <p:spPr>
          <a:xfrm>
            <a:off x="367560" y="6356520"/>
            <a:ext cx="87120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CA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3763AA1D-86CB-487E-A7C2-1D29F9C5CBDE}" type="datetime1">
              <a:rPr lang="en-CA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2026-09-12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PlaceHolder 4"/>
          <p:cNvSpPr>
            <a:spLocks noGrp="1"/>
          </p:cNvSpPr>
          <p:nvPr>
            <p:ph type="ftr" idx="131"/>
          </p:nvPr>
        </p:nvSpPr>
        <p:spPr>
          <a:xfrm>
            <a:off x="1242000" y="6366600"/>
            <a:ext cx="649296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nl-NL" sz="900" b="1" u="none" spc="-6" strike="noStrike">
                <a:solidFill>
                  <a:schemeClr val="dk1"/>
                </a:solidFill>
                <a:effectLst/>
                <a:uFillTx/>
                <a:latin typeface="Arial MT"/>
                <a:ea typeface="SRH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nl-NL" sz="900" b="1" u="none" spc="-6" strike="noStrike">
                <a:solidFill>
                  <a:schemeClr val="dk1"/>
                </a:solidFill>
                <a:effectLst/>
                <a:uFillTx/>
                <a:latin typeface="Arial MT"/>
                <a:ea typeface="SRH"/>
              </a:rPr>
              <a:t>SRH Hochschule Heidelberg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PlaceHolder 5"/>
          <p:cNvSpPr>
            <a:spLocks noGrp="1"/>
          </p:cNvSpPr>
          <p:nvPr>
            <p:ph type="sldNum" idx="132"/>
          </p:nvPr>
        </p:nvSpPr>
        <p:spPr>
          <a:xfrm>
            <a:off x="11146680" y="6365160"/>
            <a:ext cx="67680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55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FCD4098-6CB1-41BB-97A3-D57F993BE9AF}" type="slidenum">
              <a:rPr lang="de-DE" sz="155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&lt;number&gt;</a:t>
            </a:fld>
            <a:endParaRPr lang="en-US" sz="1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26" name=""/>
          <p:cNvPicPr/>
          <p:nvPr/>
        </p:nvPicPr>
        <p:blipFill>
          <a:blip r:embed="rId1"/>
          <a:stretch/>
        </p:blipFill>
        <p:spPr>
          <a:xfrm>
            <a:off x="2857680" y="5014440"/>
            <a:ext cx="4914360" cy="1386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PlaceHolder 1"/>
          <p:cNvSpPr>
            <a:spLocks noGrp="1"/>
          </p:cNvSpPr>
          <p:nvPr>
            <p:ph type="title"/>
          </p:nvPr>
        </p:nvSpPr>
        <p:spPr>
          <a:xfrm>
            <a:off x="191880" y="-147600"/>
            <a:ext cx="9154800" cy="83196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b">
            <a:noAutofit/>
          </a:bodyPr>
          <a:p>
            <a:pPr marL="285840" indent="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rgbClr val="FF4000"/>
                </a:solidFill>
                <a:effectLst/>
                <a:uFillTx/>
                <a:latin typeface="SRH Text"/>
                <a:ea typeface="SRH Text"/>
              </a:rPr>
              <a:t>Selective Prediction — Test Set Results </a:t>
            </a:r>
            <a:endParaRPr lang="de-DE" sz="2600" b="1" u="none" strike="noStrike">
              <a:solidFill>
                <a:schemeClr val="dk1"/>
              </a:solidFill>
              <a:effectLst/>
              <a:uFillTx/>
              <a:latin typeface="SRH Headline"/>
            </a:endParaRPr>
          </a:p>
        </p:txBody>
      </p:sp>
      <p:sp>
        <p:nvSpPr>
          <p:cNvPr id="328" name="PlaceHolder 2"/>
          <p:cNvSpPr>
            <a:spLocks noGrp="1"/>
          </p:cNvSpPr>
          <p:nvPr>
            <p:ph/>
          </p:nvPr>
        </p:nvSpPr>
        <p:spPr>
          <a:xfrm>
            <a:off x="228600" y="696600"/>
            <a:ext cx="3656160" cy="524556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t">
            <a:noAutofit/>
          </a:bodyPr>
          <a:p>
            <a:pPr indent="0" algn="l" defTabSz="914400">
              <a:lnSpc>
                <a:spcPct val="110000"/>
              </a:lnSpc>
              <a:spcBef>
                <a:spcPts val="1199"/>
              </a:spcBef>
              <a:buNone/>
              <a:tabLst>
                <a:tab pos="0" algn="l"/>
              </a:tabLst>
            </a:pP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indent="0" algn="l" defTabSz="9144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de-DE" sz="1300" b="1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rPr>
              <a:t>Test-Set Decision Distribution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indent="0" algn="l" defTabSz="9144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de-DE" sz="13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rPr>
              <a:t>Auto Accept: 1,780 (35.60%)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indent="0" algn="l" defTabSz="9144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de-DE" sz="13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rPr>
              <a:t>Auto Reject: 2,604 (52.08%)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indent="0" algn="l" defTabSz="9144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de-DE" sz="13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rPr>
              <a:t>Manual Review: 616 (12.32%)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indent="0" algn="l" defTabSz="914400">
              <a:lnSpc>
                <a:spcPct val="110000"/>
              </a:lnSpc>
              <a:spcBef>
                <a:spcPts val="1199"/>
              </a:spcBef>
              <a:buNone/>
              <a:tabLst>
                <a:tab pos="0" algn="l"/>
              </a:tabLst>
            </a:pP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indent="0" algn="l" defTabSz="914400">
              <a:lnSpc>
                <a:spcPct val="110000"/>
              </a:lnSpc>
              <a:spcBef>
                <a:spcPts val="1199"/>
              </a:spcBef>
              <a:buNone/>
              <a:tabLst>
                <a:tab pos="0" algn="l"/>
              </a:tabLst>
            </a:pP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indent="0" algn="l" defTabSz="914400">
              <a:lnSpc>
                <a:spcPct val="110000"/>
              </a:lnSpc>
              <a:spcBef>
                <a:spcPts val="1199"/>
              </a:spcBef>
              <a:buNone/>
              <a:tabLst>
                <a:tab pos="0" algn="l"/>
              </a:tabLst>
            </a:pP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indent="0" algn="l" defTabSz="914400">
              <a:lnSpc>
                <a:spcPct val="110000"/>
              </a:lnSpc>
              <a:spcBef>
                <a:spcPts val="1199"/>
              </a:spcBef>
              <a:buNone/>
              <a:tabLst>
                <a:tab pos="0" algn="l"/>
              </a:tabLst>
            </a:pP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indent="0" algn="l" defTabSz="914400">
              <a:lnSpc>
                <a:spcPct val="110000"/>
              </a:lnSpc>
              <a:spcBef>
                <a:spcPts val="1199"/>
              </a:spcBef>
              <a:buNone/>
              <a:tabLst>
                <a:tab pos="0" algn="l"/>
              </a:tabLst>
            </a:pP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indent="0" algn="l" defTabSz="914400">
              <a:lnSpc>
                <a:spcPct val="110000"/>
              </a:lnSpc>
              <a:spcBef>
                <a:spcPts val="1199"/>
              </a:spcBef>
              <a:buNone/>
              <a:tabLst>
                <a:tab pos="0" algn="l"/>
              </a:tabLst>
            </a:pP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indent="0" algn="l" defTabSz="9144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indent="0" algn="l" defTabSz="9144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indent="0" algn="l" defTabSz="9144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</p:txBody>
      </p:sp>
      <p:sp>
        <p:nvSpPr>
          <p:cNvPr id="329" name="PlaceHolder 3"/>
          <p:cNvSpPr>
            <a:spLocks noGrp="1"/>
          </p:cNvSpPr>
          <p:nvPr>
            <p:ph type="dt" idx="133"/>
          </p:nvPr>
        </p:nvSpPr>
        <p:spPr>
          <a:xfrm>
            <a:off x="367560" y="6356520"/>
            <a:ext cx="87120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CA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FF75DCAB-4708-4CB1-9F8E-21FBEA85F866}" type="datetime1">
              <a:rPr lang="en-CA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2026-09-12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PlaceHolder 4"/>
          <p:cNvSpPr>
            <a:spLocks noGrp="1"/>
          </p:cNvSpPr>
          <p:nvPr>
            <p:ph type="ftr" idx="134"/>
          </p:nvPr>
        </p:nvSpPr>
        <p:spPr>
          <a:xfrm>
            <a:off x="1242000" y="6366600"/>
            <a:ext cx="649296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nl-NL" sz="900" b="1" u="none" spc="-6" strike="noStrike">
                <a:solidFill>
                  <a:schemeClr val="dk1"/>
                </a:solidFill>
                <a:effectLst/>
                <a:uFillTx/>
                <a:latin typeface="Arial MT"/>
                <a:ea typeface="SRH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nl-NL" sz="900" b="1" u="none" spc="-6" strike="noStrike">
                <a:solidFill>
                  <a:schemeClr val="dk1"/>
                </a:solidFill>
                <a:effectLst/>
                <a:uFillTx/>
                <a:latin typeface="Arial MT"/>
                <a:ea typeface="SRH"/>
              </a:rPr>
              <a:t>SRH Hochschule Heidelberg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PlaceHolder 5"/>
          <p:cNvSpPr>
            <a:spLocks noGrp="1"/>
          </p:cNvSpPr>
          <p:nvPr>
            <p:ph type="sldNum" idx="135"/>
          </p:nvPr>
        </p:nvSpPr>
        <p:spPr>
          <a:xfrm>
            <a:off x="11146680" y="6365160"/>
            <a:ext cx="67680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55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FA23F72-F9D5-49F6-85DA-82CDD77E2CFE}" type="slidenum">
              <a:rPr lang="de-DE" sz="155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&lt;number&gt;</a:t>
            </a:fld>
            <a:endParaRPr lang="en-US" sz="1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32" name=""/>
          <p:cNvPicPr/>
          <p:nvPr/>
        </p:nvPicPr>
        <p:blipFill>
          <a:blip r:embed="rId1"/>
          <a:stretch/>
        </p:blipFill>
        <p:spPr>
          <a:xfrm>
            <a:off x="4212000" y="1143000"/>
            <a:ext cx="6685560" cy="5028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title"/>
          </p:nvPr>
        </p:nvSpPr>
        <p:spPr>
          <a:xfrm>
            <a:off x="191880" y="-147600"/>
            <a:ext cx="9154800" cy="83196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b">
            <a:noAutofit/>
          </a:bodyPr>
          <a:p>
            <a:pPr marL="285840" indent="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rgbClr val="FF4000"/>
                </a:solidFill>
                <a:effectLst/>
                <a:uFillTx/>
                <a:latin typeface="SRH Text"/>
                <a:ea typeface="SRH Text"/>
              </a:rPr>
              <a:t>Selective Prediction — Test Set Results </a:t>
            </a:r>
            <a:endParaRPr lang="de-DE" sz="2600" b="1" u="none" strike="noStrike">
              <a:solidFill>
                <a:schemeClr val="dk1"/>
              </a:solidFill>
              <a:effectLst/>
              <a:uFillTx/>
              <a:latin typeface="SRH Headline"/>
            </a:endParaRPr>
          </a:p>
        </p:txBody>
      </p:sp>
      <p:sp>
        <p:nvSpPr>
          <p:cNvPr id="334" name="PlaceHolder 2"/>
          <p:cNvSpPr>
            <a:spLocks noGrp="1"/>
          </p:cNvSpPr>
          <p:nvPr>
            <p:ph type="dt" idx="136"/>
          </p:nvPr>
        </p:nvSpPr>
        <p:spPr>
          <a:xfrm>
            <a:off x="367560" y="6356520"/>
            <a:ext cx="87120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CA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70D0D414-FDF2-4D2E-9E46-726FF00A36A2}" type="datetime1">
              <a:rPr lang="en-CA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2026-09-12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PlaceHolder 3"/>
          <p:cNvSpPr>
            <a:spLocks noGrp="1"/>
          </p:cNvSpPr>
          <p:nvPr>
            <p:ph type="ftr" idx="137"/>
          </p:nvPr>
        </p:nvSpPr>
        <p:spPr>
          <a:xfrm>
            <a:off x="1242000" y="6366600"/>
            <a:ext cx="649296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nl-NL" sz="900" b="1" u="none" spc="-6" strike="noStrike">
                <a:solidFill>
                  <a:schemeClr val="dk1"/>
                </a:solidFill>
                <a:effectLst/>
                <a:uFillTx/>
                <a:latin typeface="Arial MT"/>
                <a:ea typeface="SRH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nl-NL" sz="900" b="1" u="none" spc="-6" strike="noStrike">
                <a:solidFill>
                  <a:schemeClr val="dk1"/>
                </a:solidFill>
                <a:effectLst/>
                <a:uFillTx/>
                <a:latin typeface="Arial MT"/>
                <a:ea typeface="SRH"/>
              </a:rPr>
              <a:t>SRH Hochschule Heidelberg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PlaceHolder 4"/>
          <p:cNvSpPr>
            <a:spLocks noGrp="1"/>
          </p:cNvSpPr>
          <p:nvPr>
            <p:ph type="sldNum" idx="138"/>
          </p:nvPr>
        </p:nvSpPr>
        <p:spPr>
          <a:xfrm>
            <a:off x="11146680" y="6365160"/>
            <a:ext cx="67680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55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556A3B8-0BC8-4A96-B5A9-EEBF1168D01A}" type="slidenum">
              <a:rPr lang="de-DE" sz="155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&lt;number&gt;</a:t>
            </a:fld>
            <a:endParaRPr lang="en-US" sz="1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37" name=""/>
          <p:cNvPicPr/>
          <p:nvPr/>
        </p:nvPicPr>
        <p:blipFill>
          <a:blip r:embed="rId1"/>
          <a:stretch/>
        </p:blipFill>
        <p:spPr>
          <a:xfrm>
            <a:off x="479520" y="1242360"/>
            <a:ext cx="10720440" cy="4471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title"/>
          </p:nvPr>
        </p:nvSpPr>
        <p:spPr>
          <a:xfrm>
            <a:off x="191880" y="-147600"/>
            <a:ext cx="9154800" cy="83196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b">
            <a:noAutofit/>
          </a:bodyPr>
          <a:p>
            <a:pPr indent="0" algn="l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de-DE" sz="2600" b="1" u="none" strike="noStrike">
                <a:solidFill>
                  <a:srgbClr val="FF4000"/>
                </a:solidFill>
                <a:effectLst/>
                <a:uFillTx/>
                <a:latin typeface="SRH Headline"/>
                <a:ea typeface="SRH Headline"/>
              </a:rPr>
              <a:t>Reliability Monitoring Framework</a:t>
            </a:r>
            <a:endParaRPr lang="de-DE" sz="2600" b="1" u="none" strike="noStrike">
              <a:solidFill>
                <a:schemeClr val="dk1"/>
              </a:solidFill>
              <a:effectLst/>
              <a:uFillTx/>
              <a:latin typeface="SRH Headline"/>
            </a:endParaRPr>
          </a:p>
        </p:txBody>
      </p:sp>
      <p:sp>
        <p:nvSpPr>
          <p:cNvPr id="339" name="PlaceHolder 2"/>
          <p:cNvSpPr>
            <a:spLocks noGrp="1"/>
          </p:cNvSpPr>
          <p:nvPr>
            <p:ph/>
          </p:nvPr>
        </p:nvSpPr>
        <p:spPr>
          <a:xfrm>
            <a:off x="228600" y="696600"/>
            <a:ext cx="5256360" cy="603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t">
            <a:noAutofit/>
          </a:bodyPr>
          <a:p>
            <a:pPr marL="285840" indent="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Ensure that the credit-risk model remains reliable after deployment when customer populations and data distributions change.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Automated Monitoring Pipeline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300" b="1" u="none" strike="noStrike">
                <a:solidFill>
                  <a:srgbClr val="FF4000"/>
                </a:solidFill>
                <a:effectLst/>
                <a:uFillTx/>
                <a:latin typeface="SRH Text"/>
                <a:ea typeface="SRH Text"/>
              </a:rPr>
              <a:t>1. DATA DRIFT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Monitor changes in customer characteristics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PSI → measures changes in feature distributions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3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PSI Interpretation: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 type="dt" idx="139"/>
          </p:nvPr>
        </p:nvSpPr>
        <p:spPr>
          <a:xfrm>
            <a:off x="367560" y="6356520"/>
            <a:ext cx="87120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CA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9549ABA1-44B1-485B-8901-2980350756F4}" type="datetime1">
              <a:rPr lang="en-CA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2026-09-12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PlaceHolder 4"/>
          <p:cNvSpPr>
            <a:spLocks noGrp="1"/>
          </p:cNvSpPr>
          <p:nvPr>
            <p:ph type="ftr" idx="140"/>
          </p:nvPr>
        </p:nvSpPr>
        <p:spPr>
          <a:xfrm>
            <a:off x="1242000" y="6366600"/>
            <a:ext cx="649296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nl-NL" sz="900" b="1" u="none" spc="-6" strike="noStrike">
                <a:solidFill>
                  <a:schemeClr val="dk1"/>
                </a:solidFill>
                <a:effectLst/>
                <a:uFillTx/>
                <a:latin typeface="Arial MT"/>
                <a:ea typeface="SRH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nl-NL" sz="900" b="1" u="none" spc="-6" strike="noStrike">
                <a:solidFill>
                  <a:schemeClr val="dk1"/>
                </a:solidFill>
                <a:effectLst/>
                <a:uFillTx/>
                <a:latin typeface="Arial MT"/>
                <a:ea typeface="SRH"/>
              </a:rPr>
              <a:t>SRH Hochschule Heidelberg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PlaceHolder 5"/>
          <p:cNvSpPr>
            <a:spLocks noGrp="1"/>
          </p:cNvSpPr>
          <p:nvPr>
            <p:ph type="sldNum" idx="141"/>
          </p:nvPr>
        </p:nvSpPr>
        <p:spPr>
          <a:xfrm>
            <a:off x="11146680" y="6365160"/>
            <a:ext cx="67680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55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5A8A019-0482-432F-BB94-CE0DE713125E}" type="slidenum">
              <a:rPr lang="de-DE" sz="155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&lt;number&gt;</a:t>
            </a:fld>
            <a:endParaRPr lang="en-US" sz="1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PlaceHolder 114"/>
          <p:cNvSpPr/>
          <p:nvPr/>
        </p:nvSpPr>
        <p:spPr>
          <a:xfrm>
            <a:off x="6172200" y="685800"/>
            <a:ext cx="5256360" cy="603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216000" lIns="0" tIns="0" rIns="0" bIns="0" anchor="t">
            <a:noAutofit/>
          </a:bodyPr>
          <a:p>
            <a:pPr marL="285840" indent="-285840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575756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3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KS Test → compares reference and new distributions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575756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3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KS Interpretation: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575756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300" b="1" u="none" strike="noStrike">
                <a:solidFill>
                  <a:srgbClr val="FF4000"/>
                </a:solidFill>
                <a:effectLst/>
                <a:uFillTx/>
                <a:latin typeface="SRH Text"/>
                <a:ea typeface="SRH Text"/>
              </a:rPr>
              <a:t>2. PREDICTION / MODEL MONITORING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575756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3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Monitor changes in model behavior and performance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575756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3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AUC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575756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3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Accuracy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575756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3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False Negatives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575756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3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False Positives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4" name=""/>
          <p:cNvPicPr/>
          <p:nvPr/>
        </p:nvPicPr>
        <p:blipFill>
          <a:blip r:embed="rId1"/>
          <a:stretch/>
        </p:blipFill>
        <p:spPr>
          <a:xfrm>
            <a:off x="228600" y="4343400"/>
            <a:ext cx="5247360" cy="1142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5" name=""/>
          <p:cNvPicPr/>
          <p:nvPr/>
        </p:nvPicPr>
        <p:blipFill>
          <a:blip r:embed="rId2"/>
          <a:stretch/>
        </p:blipFill>
        <p:spPr>
          <a:xfrm>
            <a:off x="6400800" y="1828800"/>
            <a:ext cx="5007960" cy="1004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title"/>
          </p:nvPr>
        </p:nvSpPr>
        <p:spPr>
          <a:xfrm>
            <a:off x="191880" y="-147600"/>
            <a:ext cx="9154800" cy="83196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b">
            <a:noAutofit/>
          </a:bodyPr>
          <a:p>
            <a:pPr indent="0" algn="l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de-DE" sz="2600" b="1" u="none" strike="noStrike">
                <a:solidFill>
                  <a:srgbClr val="FF4000"/>
                </a:solidFill>
                <a:effectLst/>
                <a:uFillTx/>
                <a:latin typeface="SRH Headline"/>
                <a:ea typeface="SRH Headline"/>
              </a:rPr>
              <a:t>Reliability Monitoring Framework</a:t>
            </a:r>
            <a:endParaRPr lang="de-DE" sz="2600" b="1" u="none" strike="noStrike">
              <a:solidFill>
                <a:schemeClr val="dk1"/>
              </a:solidFill>
              <a:effectLst/>
              <a:uFillTx/>
              <a:latin typeface="SRH Headline"/>
            </a:endParaRPr>
          </a:p>
        </p:txBody>
      </p:sp>
      <p:sp>
        <p:nvSpPr>
          <p:cNvPr id="347" name="PlaceHolder 2"/>
          <p:cNvSpPr>
            <a:spLocks noGrp="1"/>
          </p:cNvSpPr>
          <p:nvPr>
            <p:ph/>
          </p:nvPr>
        </p:nvSpPr>
        <p:spPr>
          <a:xfrm>
            <a:off x="228600" y="914400"/>
            <a:ext cx="5713920" cy="545076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t">
            <a:noAutofit/>
          </a:bodyPr>
          <a:p>
            <a:pPr marL="285840" indent="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300" b="1" u="none" strike="noStrike">
                <a:solidFill>
                  <a:srgbClr val="FF4000"/>
                </a:solidFill>
                <a:effectLst/>
                <a:uFillTx/>
                <a:latin typeface="SRH Text"/>
                <a:ea typeface="SRH Text"/>
              </a:rPr>
              <a:t>3. RELIABILITY ACTION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Detect degradation → Generate alert → Investigate / Retrain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Drift Classification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-28584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575756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4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🟢 Stable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-28584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575756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4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🟠 Moderate Drift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-28584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575756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4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🔴 Significant Drift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285840" indent="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</p:txBody>
      </p:sp>
      <p:sp>
        <p:nvSpPr>
          <p:cNvPr id="348" name="PlaceHolder 3"/>
          <p:cNvSpPr>
            <a:spLocks noGrp="1"/>
          </p:cNvSpPr>
          <p:nvPr>
            <p:ph type="dt" idx="142"/>
          </p:nvPr>
        </p:nvSpPr>
        <p:spPr>
          <a:xfrm>
            <a:off x="367560" y="6356520"/>
            <a:ext cx="87120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CA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DFC98679-F64D-439A-A23A-E8296D007E43}" type="datetime1">
              <a:rPr lang="en-CA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2026-09-12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PlaceHolder 4"/>
          <p:cNvSpPr>
            <a:spLocks noGrp="1"/>
          </p:cNvSpPr>
          <p:nvPr>
            <p:ph type="ftr" idx="143"/>
          </p:nvPr>
        </p:nvSpPr>
        <p:spPr>
          <a:xfrm>
            <a:off x="1242000" y="6366600"/>
            <a:ext cx="649296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nl-NL" sz="900" b="1" u="none" spc="-6" strike="noStrike">
                <a:solidFill>
                  <a:schemeClr val="dk1"/>
                </a:solidFill>
                <a:effectLst/>
                <a:uFillTx/>
                <a:latin typeface="Arial MT"/>
                <a:ea typeface="SRH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nl-NL" sz="900" b="1" u="none" spc="-6" strike="noStrike">
                <a:solidFill>
                  <a:schemeClr val="dk1"/>
                </a:solidFill>
                <a:effectLst/>
                <a:uFillTx/>
                <a:latin typeface="Arial MT"/>
                <a:ea typeface="SRH"/>
              </a:rPr>
              <a:t>SRH Hochschule Heidelberg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PlaceHolder 5"/>
          <p:cNvSpPr>
            <a:spLocks noGrp="1"/>
          </p:cNvSpPr>
          <p:nvPr>
            <p:ph type="sldNum" idx="144"/>
          </p:nvPr>
        </p:nvSpPr>
        <p:spPr>
          <a:xfrm>
            <a:off x="11146680" y="6365160"/>
            <a:ext cx="67680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55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DA99CA4-63A1-41F9-AE00-9D222A4DE5FB}" type="slidenum">
              <a:rPr lang="de-DE" sz="155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&lt;number&gt;</a:t>
            </a:fld>
            <a:endParaRPr lang="en-US" sz="1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PlaceHolder 152"/>
          <p:cNvSpPr/>
          <p:nvPr/>
        </p:nvSpPr>
        <p:spPr>
          <a:xfrm>
            <a:off x="6168960" y="914400"/>
            <a:ext cx="5945400" cy="548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216000" lIns="0" tIns="0" rIns="0" bIns="0" anchor="t">
            <a:noAutofit/>
          </a:bodyPr>
          <a:p>
            <a:pPr marL="285840" indent="-285840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575756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300" b="1" u="none" strike="noStrike">
                <a:solidFill>
                  <a:srgbClr val="FF4000"/>
                </a:solidFill>
                <a:effectLst/>
                <a:uFillTx/>
                <a:latin typeface="SRH Text"/>
                <a:ea typeface="SRH Text"/>
              </a:rPr>
              <a:t>Reference Population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575756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4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The validation dataset was used as the baseline because it represents unseen customers.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575756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4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Key Contribution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575756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4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The model is not treated as a static predictor.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575756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1400" b="0" u="none" strike="noStrike">
                <a:solidFill>
                  <a:srgbClr val="1C1C1C"/>
                </a:solidFill>
                <a:effectLst/>
                <a:uFillTx/>
                <a:latin typeface="SRH Text"/>
                <a:ea typeface="SRH Text"/>
              </a:rPr>
              <a:t>Reliability is continuously monitored under distribution shift.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/>
          </p:cNvSpPr>
          <p:nvPr>
            <p:ph type="title"/>
          </p:nvPr>
        </p:nvSpPr>
        <p:spPr>
          <a:xfrm>
            <a:off x="191880" y="-147600"/>
            <a:ext cx="9154800" cy="83196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b">
            <a:noAutofit/>
          </a:bodyPr>
          <a:p>
            <a:pPr marL="285840" indent="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rgbClr val="FF4000"/>
                </a:solidFill>
                <a:effectLst/>
                <a:uFillTx/>
                <a:latin typeface="SRH Text"/>
                <a:ea typeface="SRH Text"/>
              </a:rPr>
              <a:t>Nightly Automated Model Monitoring</a:t>
            </a:r>
            <a:endParaRPr lang="de-DE" sz="2600" b="1" u="none" strike="noStrike">
              <a:solidFill>
                <a:schemeClr val="dk1"/>
              </a:solidFill>
              <a:effectLst/>
              <a:uFillTx/>
              <a:latin typeface="SRH Headline"/>
            </a:endParaRPr>
          </a:p>
        </p:txBody>
      </p:sp>
      <p:sp>
        <p:nvSpPr>
          <p:cNvPr id="353" name="PlaceHolder 2"/>
          <p:cNvSpPr>
            <a:spLocks noGrp="1"/>
          </p:cNvSpPr>
          <p:nvPr>
            <p:ph/>
          </p:nvPr>
        </p:nvSpPr>
        <p:spPr>
          <a:xfrm>
            <a:off x="228600" y="914400"/>
            <a:ext cx="5942160" cy="545076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t">
            <a:noAutofit/>
          </a:bodyPr>
          <a:p>
            <a:pPr indent="0" algn="l" defTabSz="9144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de-DE" sz="13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rPr>
              <a:t>Purpose: Continuously monitor the deployed credit-risk model for data and prediction changes.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indent="0" algn="l" defTabSz="9144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de-DE" sz="13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rPr>
              <a:t>Monitoring Pipeline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indent="0" algn="l" defTabSz="9144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de-DE" sz="13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rPr>
              <a:t>Collect new data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indent="0" algn="l" defTabSz="9144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de-DE" sz="13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rPr>
              <a:t>→ Latest scored loan applications 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indent="0" algn="l" defTabSz="9144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de-DE" sz="13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rPr>
              <a:t>Data Drift Detection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indent="0" algn="l" defTabSz="9144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de-DE" sz="13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rPr>
              <a:t>→ Compare current features with reference data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indent="0" algn="l" defTabSz="9144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de-DE" sz="13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rPr>
              <a:t>→ Identify MODERATE / SEVERE drift 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indent="0" algn="l" defTabSz="9144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de-DE" sz="13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rPr>
              <a:t>Prediction Drift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indent="0" algn="l" defTabSz="9144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de-DE" sz="13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rPr>
              <a:t>→ Monitor predicted probabilities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indent="0" algn="l" defTabSz="9144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de-DE" sz="13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rPr>
              <a:t>→ Calculate Population Stability Index (PSI) 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indent="0" algn="l" defTabSz="9144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de-DE" sz="13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rPr>
              <a:t> </a:t>
            </a:r>
            <a:endParaRPr lang="de-DE" sz="13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</p:txBody>
      </p:sp>
      <p:sp>
        <p:nvSpPr>
          <p:cNvPr id="354" name="PlaceHolder 3"/>
          <p:cNvSpPr>
            <a:spLocks noGrp="1"/>
          </p:cNvSpPr>
          <p:nvPr>
            <p:ph type="dt" idx="145"/>
          </p:nvPr>
        </p:nvSpPr>
        <p:spPr>
          <a:xfrm>
            <a:off x="367560" y="6356520"/>
            <a:ext cx="87120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CA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9F7FD30E-9DBD-4AD7-AE16-E99EDDB7DCF2}" type="datetime1">
              <a:rPr lang="en-CA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2026-09-12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PlaceHolder 4"/>
          <p:cNvSpPr>
            <a:spLocks noGrp="1"/>
          </p:cNvSpPr>
          <p:nvPr>
            <p:ph type="ftr" idx="146"/>
          </p:nvPr>
        </p:nvSpPr>
        <p:spPr>
          <a:xfrm>
            <a:off x="1242000" y="6366600"/>
            <a:ext cx="649296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nl-NL" sz="900" b="1" u="none" spc="-6" strike="noStrike">
                <a:solidFill>
                  <a:schemeClr val="dk1"/>
                </a:solidFill>
                <a:effectLst/>
                <a:uFillTx/>
                <a:latin typeface="Arial MT"/>
                <a:ea typeface="SRH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nl-NL" sz="900" b="1" u="none" spc="-6" strike="noStrike">
                <a:solidFill>
                  <a:schemeClr val="dk1"/>
                </a:solidFill>
                <a:effectLst/>
                <a:uFillTx/>
                <a:latin typeface="Arial MT"/>
                <a:ea typeface="SRH"/>
              </a:rPr>
              <a:t>SRH Hochschule Heidelberg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PlaceHolder 5"/>
          <p:cNvSpPr>
            <a:spLocks noGrp="1"/>
          </p:cNvSpPr>
          <p:nvPr>
            <p:ph type="sldNum" idx="147"/>
          </p:nvPr>
        </p:nvSpPr>
        <p:spPr>
          <a:xfrm>
            <a:off x="11146680" y="6365160"/>
            <a:ext cx="67680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55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AC17FDB-FBBF-4935-A2B8-4703D745AB95}" type="slidenum">
              <a:rPr lang="de-DE" sz="155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&lt;number&gt;</a:t>
            </a:fld>
            <a:endParaRPr lang="en-US" sz="1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PlaceHolder 150"/>
          <p:cNvSpPr/>
          <p:nvPr/>
        </p:nvSpPr>
        <p:spPr>
          <a:xfrm>
            <a:off x="6172200" y="914400"/>
            <a:ext cx="5614560" cy="525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216000" lIns="0" tIns="0" rIns="0" bIns="0" anchor="t">
            <a:noAutofit/>
          </a:bodyPr>
          <a:p>
            <a:pPr defTabSz="9144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de-DE" sz="13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rPr>
              <a:t>Performance Monitoring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de-DE" sz="1300" b="1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rPr>
              <a:t>→ AUC, False Negatives (FN), False Positives (FP)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de-DE" sz="1300" b="1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rPr>
              <a:t>→ Cost-sensitive performance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de-DE" sz="1300" b="1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rPr>
              <a:t>Automated Alerting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de-DE" sz="13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rPr>
              <a:t>→ Trigger alert when severe drift, prediction drift, or performance degradation is detected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de-DE" sz="13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rPr>
              <a:t>Schedule: Daily at 02:00 AM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de-DE" sz="1300" b="0" u="none" strike="noStrike">
                <a:solidFill>
                  <a:schemeClr val="dk1"/>
                </a:solidFill>
                <a:effectLst/>
                <a:uFillTx/>
                <a:latin typeface="SRH Text"/>
                <a:ea typeface="SRH Text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PlaceHolder 1"/>
          <p:cNvSpPr>
            <a:spLocks noGrp="1"/>
          </p:cNvSpPr>
          <p:nvPr>
            <p:ph type="title"/>
          </p:nvPr>
        </p:nvSpPr>
        <p:spPr>
          <a:xfrm>
            <a:off x="191880" y="90720"/>
            <a:ext cx="9154800" cy="83196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b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2600" b="1" u="none" strike="noStrike">
                <a:solidFill>
                  <a:srgbClr val="FF4000"/>
                </a:solidFill>
                <a:effectLst/>
                <a:uFillTx/>
                <a:latin typeface="SRH Headline"/>
                <a:ea typeface="SRH Headline"/>
              </a:rPr>
              <a:t>Further Improvements</a:t>
            </a:r>
            <a:endParaRPr lang="de-DE" sz="2600" b="1" u="none" strike="noStrike">
              <a:solidFill>
                <a:schemeClr val="dk1"/>
              </a:solidFill>
              <a:effectLst/>
              <a:uFillTx/>
              <a:latin typeface="SRH Headline"/>
            </a:endParaRPr>
          </a:p>
        </p:txBody>
      </p:sp>
      <p:sp>
        <p:nvSpPr>
          <p:cNvPr id="359" name="PlaceHolder 2"/>
          <p:cNvSpPr>
            <a:spLocks noGrp="1"/>
          </p:cNvSpPr>
          <p:nvPr>
            <p:ph/>
          </p:nvPr>
        </p:nvSpPr>
        <p:spPr>
          <a:xfrm>
            <a:off x="276840" y="1143000"/>
            <a:ext cx="10802520" cy="554724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t">
            <a:noAutofit/>
          </a:bodyPr>
          <a:p>
            <a:pPr marL="360000" lvl="1" indent="-36000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DF4807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400" b="1" u="none" strike="noStrike">
                <a:solidFill>
                  <a:srgbClr val="FF0000"/>
                </a:solidFill>
                <a:effectLst/>
                <a:uFillTx/>
                <a:latin typeface="SRH Text"/>
                <a:ea typeface="SRH Text"/>
              </a:rPr>
              <a:t>1. Alternative Models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360000" lvl="1" indent="-36000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DF4807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400" b="1" u="none" strike="noStrike">
                <a:solidFill>
                  <a:srgbClr val="333333"/>
                </a:solidFill>
                <a:effectLst/>
                <a:uFillTx/>
                <a:latin typeface="SRH Text"/>
                <a:ea typeface="SRH Text"/>
              </a:rPr>
              <a:t>Evaluate LSTM and other Deep Learning models 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360000" lvl="1" indent="-36000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DF4807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400" b="1" u="none" strike="noStrike">
                <a:solidFill>
                  <a:srgbClr val="333333"/>
                </a:solidFill>
                <a:effectLst/>
                <a:uFillTx/>
                <a:latin typeface="SRH Text"/>
                <a:ea typeface="SRH Text"/>
              </a:rPr>
              <a:t>Compare performance, reliability, and computational cost with XGBoost 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360000" lvl="1" indent="-36000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DF4807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400" b="1" u="none" strike="noStrike">
                <a:solidFill>
                  <a:srgbClr val="FF0000"/>
                </a:solidFill>
                <a:effectLst/>
                <a:uFillTx/>
                <a:latin typeface="SRH Text"/>
                <a:ea typeface="SRH Text"/>
              </a:rPr>
              <a:t>2. Business-Cost Optimization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360000" lvl="1" indent="-36000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DF4807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400" b="1" u="none" strike="noStrike">
                <a:solidFill>
                  <a:srgbClr val="333333"/>
                </a:solidFill>
                <a:effectLst/>
                <a:uFillTx/>
                <a:latin typeface="SRH Text"/>
                <a:ea typeface="SRH Text"/>
              </a:rPr>
              <a:t>Current: Cost = 2.5 × FN + FP 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360000" lvl="1" indent="-36000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DF4807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400" b="1" u="none" strike="noStrike">
                <a:solidFill>
                  <a:srgbClr val="333333"/>
                </a:solidFill>
                <a:effectLst/>
                <a:uFillTx/>
                <a:latin typeface="SRH Text"/>
                <a:ea typeface="SRH Text"/>
              </a:rPr>
              <a:t>Future: optimize λ in Cost = λ × FN + FP 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360000" lvl="1" indent="-36000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DF4807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400" b="1" u="none" strike="noStrike">
                <a:solidFill>
                  <a:srgbClr val="333333"/>
                </a:solidFill>
                <a:effectLst/>
                <a:uFillTx/>
                <a:latin typeface="SRH Text"/>
                <a:ea typeface="SRH Text"/>
              </a:rPr>
              <a:t>Use grid search over a predefined λ range 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360000" lvl="1" indent="-36000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DF4807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400" b="1" u="none" strike="noStrike">
                <a:solidFill>
                  <a:srgbClr val="333333"/>
                </a:solidFill>
                <a:effectLst/>
                <a:uFillTx/>
                <a:latin typeface="SRH Text"/>
                <a:ea typeface="SRH Text"/>
              </a:rPr>
              <a:t>Re-optimize t₁ and t₂ for each λ 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360000" lvl="1" indent="-36000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DF4807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400" b="1" u="none" strike="noStrike">
                <a:solidFill>
                  <a:srgbClr val="333333"/>
                </a:solidFill>
                <a:effectLst/>
                <a:uFillTx/>
                <a:latin typeface="SRH Text"/>
                <a:ea typeface="SRH Text"/>
              </a:rPr>
              <a:t>Challenge: high computational cost due to repeated XGBoost training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  <a:p>
            <a:pPr marL="360000" lvl="1" indent="0" algn="l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US" sz="1400" b="1" u="none" strike="noStrike">
                <a:solidFill>
                  <a:srgbClr val="FF0000"/>
                </a:solidFill>
                <a:effectLst/>
                <a:uFillTx/>
                <a:latin typeface="SRH Text"/>
                <a:ea typeface="SRH Text"/>
              </a:rPr>
              <a:t> 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SRH Text"/>
            </a:endParaRPr>
          </a:p>
        </p:txBody>
      </p:sp>
      <p:sp>
        <p:nvSpPr>
          <p:cNvPr id="360" name="PlaceHolder 3"/>
          <p:cNvSpPr>
            <a:spLocks noGrp="1"/>
          </p:cNvSpPr>
          <p:nvPr>
            <p:ph type="dt" idx="148"/>
          </p:nvPr>
        </p:nvSpPr>
        <p:spPr>
          <a:xfrm>
            <a:off x="367560" y="6356520"/>
            <a:ext cx="87120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CA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B2AF8542-2E6C-4B84-AB5B-2CB4ECD45886}" type="datetime1">
              <a:rPr lang="en-CA" sz="90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2026-09-12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PlaceHolder 4"/>
          <p:cNvSpPr>
            <a:spLocks noGrp="1"/>
          </p:cNvSpPr>
          <p:nvPr>
            <p:ph type="ftr" idx="149"/>
          </p:nvPr>
        </p:nvSpPr>
        <p:spPr>
          <a:xfrm>
            <a:off x="1242000" y="6366600"/>
            <a:ext cx="649296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nl-NL" sz="900" b="1" u="none" spc="-6" strike="noStrike">
                <a:solidFill>
                  <a:schemeClr val="dk1"/>
                </a:solidFill>
                <a:effectLst/>
                <a:uFillTx/>
                <a:latin typeface="Arial MT"/>
                <a:ea typeface="SRH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nl-NL" sz="900" b="1" u="none" spc="-6" strike="noStrike">
                <a:solidFill>
                  <a:schemeClr val="dk1"/>
                </a:solidFill>
                <a:effectLst/>
                <a:uFillTx/>
                <a:latin typeface="Arial MT"/>
                <a:ea typeface="SRH"/>
              </a:rPr>
              <a:t>SRH Hochschule Heidelberg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PlaceHolder 5"/>
          <p:cNvSpPr>
            <a:spLocks noGrp="1"/>
          </p:cNvSpPr>
          <p:nvPr>
            <p:ph type="sldNum" idx="150"/>
          </p:nvPr>
        </p:nvSpPr>
        <p:spPr>
          <a:xfrm>
            <a:off x="11146680" y="6365160"/>
            <a:ext cx="676800" cy="361800"/>
          </a:xfrm>
          <a:prstGeom prst="rect">
            <a:avLst/>
          </a:prstGeom>
          <a:noFill/>
          <a:ln w="0">
            <a:noFill/>
          </a:ln>
        </p:spPr>
        <p:txBody>
          <a:bodyPr numCol="1" spcCol="216000" lIns="0" tIns="0" r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55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F876F95-E440-4766-A176-082C3008EBA3}" type="slidenum">
              <a:rPr lang="de-DE" sz="1550" b="1" u="none" strike="noStrike">
                <a:solidFill>
                  <a:srgbClr val="6D7373"/>
                </a:solidFill>
                <a:effectLst/>
                <a:uFillTx/>
                <a:latin typeface="SRH Text"/>
                <a:ea typeface="SRH"/>
              </a:rPr>
              <a:t>&lt;number&gt;</a:t>
            </a:fld>
            <a:endParaRPr lang="en-US" sz="15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" name="Picture 10"/>
          <p:cNvPicPr/>
          <p:nvPr/>
        </p:nvPicPr>
        <p:blipFill>
          <a:blip r:embed="rId1"/>
          <a:stretch/>
        </p:blipFill>
        <p:spPr>
          <a:xfrm>
            <a:off x="101520" y="1472400"/>
            <a:ext cx="9448200" cy="172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4" name="Picture 11"/>
          <p:cNvPicPr/>
          <p:nvPr/>
        </p:nvPicPr>
        <p:blipFill>
          <a:blip r:embed="rId2"/>
          <a:stretch/>
        </p:blipFill>
        <p:spPr>
          <a:xfrm>
            <a:off x="1456200" y="2779920"/>
            <a:ext cx="7667640" cy="847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Presentation">
  <a:themeElements>
    <a:clrScheme name="Presentation 1">
      <a:dk1>
        <a:srgbClr val="575756"/>
      </a:dk1>
      <a:lt1>
        <a:srgbClr val="FFFFFF"/>
      </a:lt1>
      <a:dk2>
        <a:srgbClr val="00699A"/>
      </a:dk2>
      <a:lt2>
        <a:srgbClr val="AAA39D"/>
      </a:lt2>
      <a:accent1>
        <a:srgbClr val="DF4807"/>
      </a:accent1>
      <a:accent2>
        <a:srgbClr val="AAA39D"/>
      </a:accent2>
      <a:accent3>
        <a:srgbClr val="FCC61E"/>
      </a:accent3>
      <a:accent4>
        <a:srgbClr val="35B4A0"/>
      </a:accent4>
      <a:accent5>
        <a:srgbClr val="CA007F"/>
      </a:accent5>
      <a:accent6>
        <a:srgbClr val="021E30"/>
      </a:accent6>
      <a:hlink>
        <a:srgbClr val="000000"/>
      </a:hlink>
      <a:folHlink>
        <a:srgbClr val="000000"/>
      </a:folHlink>
    </a:clrScheme>
    <a:fontScheme name="Presentation">
      <a:majorFont>
        <a:latin typeface="SRH Headline" pitchFamily="0" charset="1"/>
        <a:ea typeface="SRH Headline" pitchFamily="0" charset="1"/>
        <a:cs typeface="SRH Headline" pitchFamily="0" charset="1"/>
      </a:majorFont>
      <a:minorFont>
        <a:latin typeface="SRH Text" pitchFamily="0" charset="1"/>
        <a:ea typeface="SRH Text" pitchFamily="0" charset="1"/>
        <a:cs typeface="SRH Text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5059</TotalTime>
  <Application>LibreOffice/26.2.5.2$Windows_X86_64 LibreOffice_project/cd7284b4cbbfeb507e630c1aac019f4157393acb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2020-06-05T16:20:53Z</dcterms:created>
  <dc:creator>Henrike Voelker</dc:creator>
  <dc:description/>
  <dc:language>en-US</dc:language>
  <cp:lastModifiedBy/>
  <dcterms:modified xsi:type="dcterms:W3CDTF">2026-09-12T21:34:50Z</dcterms:modified>
  <cp:revision>129</cp:revision>
  <dc:subject/>
  <dc:title>PowerPoint-Präsentation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