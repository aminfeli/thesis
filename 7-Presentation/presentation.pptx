
<file path=[Content_Types].xml><?xml version="1.0" encoding="utf-8"?>
<Types xmlns="http://schemas.openxmlformats.org/package/2006/content-types">
  <Default Extension="png" ContentType="image/png"/>
  <Default Extension="svg" ContentType="image/svg+xml"/>
  <Default Extension="jpeg" ContentType="image/jpeg"/>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3"/>
  </p:sldMasterIdLst>
  <p:notesMasterIdLst>
    <p:notesMasterId r:id="rId31"/>
  </p:notesMasterIdLst>
  <p:sldIdLst>
    <p:sldId id="448" r:id="rId4"/>
    <p:sldId id="522" r:id="rId5"/>
    <p:sldId id="544" r:id="rId6"/>
    <p:sldId id="493" r:id="rId7"/>
    <p:sldId id="549" r:id="rId8"/>
    <p:sldId id="561" r:id="rId9"/>
    <p:sldId id="562" r:id="rId10"/>
    <p:sldId id="577" r:id="rId11"/>
    <p:sldId id="578" r:id="rId12"/>
    <p:sldId id="581" r:id="rId13"/>
    <p:sldId id="566" r:id="rId14"/>
    <p:sldId id="582" r:id="rId15"/>
    <p:sldId id="564" r:id="rId16"/>
    <p:sldId id="565" r:id="rId17"/>
    <p:sldId id="583" r:id="rId18"/>
    <p:sldId id="572" r:id="rId19"/>
    <p:sldId id="573" r:id="rId20"/>
    <p:sldId id="567" r:id="rId21"/>
    <p:sldId id="568" r:id="rId22"/>
    <p:sldId id="576" r:id="rId23"/>
    <p:sldId id="571" r:id="rId24"/>
    <p:sldId id="570" r:id="rId25"/>
    <p:sldId id="579" r:id="rId26"/>
    <p:sldId id="536" r:id="rId27"/>
    <p:sldId id="548" r:id="rId28"/>
    <p:sldId id="542" r:id="rId29"/>
    <p:sldId id="527" r:id="rId30"/>
  </p:sldIdLst>
  <p:sldSz cx="12192000" cy="6858000"/>
  <p:notesSz cx="6858000" cy="9144000"/>
  <p:embeddedFontLst>
    <p:embeddedFont>
      <p:font typeface="SRH Headline" panose="020B0604020202020204" charset="0"/>
      <p:regular r:id="rId32"/>
      <p:bold r:id="rId33"/>
    </p:embeddedFont>
    <p:embeddedFont>
      <p:font typeface="SRH Text" panose="020B0604020202020204" charset="0"/>
      <p:regular r:id="rId34"/>
      <p:bold r:id="rId35"/>
      <p:italic r:id="rId36"/>
      <p:boldItalic r:id="rId37"/>
    </p:embeddedFont>
    <p:embeddedFont>
      <p:font typeface="SRH" panose="020B0604020202020204" charset="0"/>
      <p:regular r:id="rId38"/>
      <p:bold r:id="rId39"/>
      <p:italic r:id="rId40"/>
      <p:boldItalic r:id="rId41"/>
    </p:embeddedFont>
    <p:embeddedFont>
      <p:font typeface="Calibri" panose="020F0502020204030204" pitchFamily="34" charset="0"/>
      <p:regular r:id="rId42"/>
      <p:bold r:id="rId43"/>
      <p:italic r:id="rId44"/>
      <p:boldItalic r:id="rId45"/>
    </p:embeddedFont>
  </p:embeddedFont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el" id="{8E6C202D-32A9-4242-9C7F-061CD6AD0586}">
          <p14:sldIdLst>
            <p14:sldId id="448"/>
            <p14:sldId id="522"/>
            <p14:sldId id="544"/>
            <p14:sldId id="493"/>
            <p14:sldId id="549"/>
            <p14:sldId id="561"/>
            <p14:sldId id="562"/>
            <p14:sldId id="577"/>
            <p14:sldId id="578"/>
            <p14:sldId id="581"/>
            <p14:sldId id="566"/>
            <p14:sldId id="582"/>
            <p14:sldId id="564"/>
            <p14:sldId id="565"/>
            <p14:sldId id="583"/>
            <p14:sldId id="572"/>
            <p14:sldId id="573"/>
            <p14:sldId id="567"/>
            <p14:sldId id="568"/>
            <p14:sldId id="576"/>
            <p14:sldId id="571"/>
            <p14:sldId id="570"/>
            <p14:sldId id="579"/>
            <p14:sldId id="536"/>
            <p14:sldId id="548"/>
            <p14:sldId id="542"/>
            <p14:sldId id="527"/>
          </p14:sldIdLst>
        </p14:section>
        <p14:section name="Gliederung" id="{3FFF4A2F-D12C-4BB1-AEA5-1CF8C98DB087}">
          <p14:sldIdLst/>
        </p14:section>
        <p14:section name="Zwischenfolien und Kapitelfolien" id="{6D432A29-4352-4C87-985B-758A4577D1C2}">
          <p14:sldIdLst/>
        </p14:section>
        <p14:section name="Introfolien" id="{53E8CBC9-AB7B-47DF-B798-FD64F4AF0B26}">
          <p14:sldIdLst/>
        </p14:section>
      </p14:sectionLst>
    </p:ext>
    <p:ext uri="{EFAFB233-063F-42B5-8137-9DF3F51BA10A}">
      <p15:sldGuideLst xmlns:p15="http://schemas.microsoft.com/office/powerpoint/2012/main" xmlns="">
        <p15:guide id="1" orient="horz" pos="2160" userDrawn="1">
          <p15:clr>
            <a:srgbClr val="A4A3A4"/>
          </p15:clr>
        </p15:guide>
        <p15:guide id="2" pos="3840" userDrawn="1">
          <p15:clr>
            <a:srgbClr val="A4A3A4"/>
          </p15:clr>
        </p15:guide>
        <p15:guide id="3" orient="horz" pos="3759">
          <p15:clr>
            <a:srgbClr val="A4A3A4"/>
          </p15:clr>
        </p15:guide>
        <p15:guide id="4" orient="horz" pos="1091">
          <p15:clr>
            <a:srgbClr val="A4A3A4"/>
          </p15:clr>
        </p15:guide>
        <p15:guide id="5" pos="7462">
          <p15:clr>
            <a:srgbClr val="A4A3A4"/>
          </p15:clr>
        </p15:guide>
        <p15:guide id="6" pos="5204">
          <p15:clr>
            <a:srgbClr val="A4A3A4"/>
          </p15:clr>
        </p15:guide>
        <p15:guide id="7" pos="6005">
          <p15:clr>
            <a:srgbClr val="A4A3A4"/>
          </p15:clr>
        </p15:guide>
        <p15:guide id="8" pos="4977">
          <p15:clr>
            <a:srgbClr val="A4A3A4"/>
          </p15:clr>
        </p15:guide>
      </p15:sldGuideLst>
    </p:ext>
    <p:ext uri="{2D200454-40CA-4A62-9FC3-DE9A4176ACB9}">
      <p15:notesGuideLst xmlns:p15="http://schemas.microsoft.com/office/powerpoint/2012/main" xmlns="">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92659"/>
    <a:srgbClr val="DF4807"/>
    <a:srgbClr val="000000"/>
    <a:srgbClr val="142D40"/>
    <a:srgbClr val="66FF33"/>
    <a:srgbClr val="021E30"/>
    <a:srgbClr val="2C2E2E"/>
    <a:srgbClr val="6D7373"/>
    <a:srgbClr val="0067A0"/>
    <a:srgbClr val="AAA3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10F768-F8F5-4D89-BE91-EAA88BD43A3F}" v="45" dt="2024-09-21T16:01:04.617"/>
  </p1510:revLst>
</p1510:revInfo>
</file>

<file path=ppt/tableStyles.xml><?xml version="1.0" encoding="utf-8"?>
<a:tblStyleLst xmlns:a="http://schemas.openxmlformats.org/drawingml/2006/main" def="{5ACB3F56-7768-405F-84FF-31046667B651}">
  <a:tblStyle styleId="{FEC09086-8A00-4FE0-B5C7-1A88A72B4ECC}" styleName="SRH: Standard-Tabelle">
    <a:wholeTbl>
      <a:tcTxStyle>
        <a:fontRef idx="minor">
          <a:prstClr val="black"/>
        </a:fontRef>
        <a:srgbClr val="2C2E2E"/>
      </a:tcTxStyle>
      <a:tcStyle>
        <a:tcBdr>
          <a:left>
            <a:ln w="6350" cmpd="sng">
              <a:noFill/>
            </a:ln>
          </a:left>
          <a:right>
            <a:ln w="6350" cmpd="sng">
              <a:noFill/>
            </a:ln>
          </a:right>
          <a:top>
            <a:ln w="6350" cmpd="sng">
              <a:noFill/>
            </a:ln>
          </a:top>
          <a:bottom>
            <a:ln w="6350" cmpd="sng">
              <a:noFill/>
            </a:ln>
          </a:bottom>
          <a:insideH>
            <a:ln w="6350" cmpd="sng">
              <a:solidFill>
                <a:schemeClr val="accent1"/>
              </a:solidFill>
            </a:ln>
          </a:insideH>
          <a:insideV>
            <a:ln w="6350" cmpd="sng">
              <a:noFill/>
            </a:ln>
          </a:insideV>
        </a:tcBdr>
        <a:fill>
          <a:noFill/>
        </a:fill>
      </a:tcStyle>
    </a:wholeTbl>
    <a:lastCol>
      <a:tcTxStyle b="off">
        <a:fontRef idx="minor">
          <a:prstClr val="black"/>
        </a:fontRef>
        <a:srgbClr val="2C2E2E"/>
      </a:tcTxStyle>
      <a:tcStyle>
        <a:tcBdr/>
        <a:fill>
          <a:noFill/>
        </a:fill>
      </a:tcStyle>
    </a:lastCol>
    <a:firstCol>
      <a:tcTxStyle b="off">
        <a:fontRef idx="minor">
          <a:prstClr val="black"/>
        </a:fontRef>
        <a:srgbClr val="2C2E2E"/>
      </a:tcTxStyle>
      <a:tcStyle>
        <a:tcBdr/>
        <a:fill>
          <a:noFill/>
        </a:fill>
      </a:tcStyle>
    </a:firstCol>
    <a:lastRow>
      <a:tcTxStyle b="on">
        <a:fontRef idx="minor">
          <a:prstClr val="black"/>
        </a:fontRef>
        <a:srgbClr val="2C2E2E"/>
      </a:tcTxStyle>
      <a:tcStyle>
        <a:tcBdr>
          <a:top>
            <a:ln w="6350" cmpd="sng">
              <a:solidFill>
                <a:schemeClr val="accent1"/>
              </a:solidFill>
            </a:ln>
          </a:top>
        </a:tcBdr>
        <a:fill>
          <a:noFill/>
        </a:fill>
      </a:tcStyle>
    </a:lastRow>
    <a:firstRow>
      <a:tcTxStyle b="on">
        <a:fontRef idx="minor">
          <a:prstClr val="black"/>
        </a:fontRef>
        <a:srgbClr val="2C2E2E"/>
      </a:tcTxStyle>
      <a:tcStyle>
        <a:tcBdr>
          <a:bottom>
            <a:ln w="25400" cmpd="sng">
              <a:solidFill>
                <a:schemeClr val="accent1"/>
              </a:solidFill>
            </a:ln>
          </a:bottom>
        </a:tcBdr>
        <a:fill>
          <a:noFill/>
        </a:fill>
      </a:tcStyle>
    </a:firstRow>
  </a:tblStyle>
  <a:tblStyle styleId="{5ACB3F56-7768-405F-84FF-31046667B651}" styleName="SRH: Für Überschrift">
    <a:wholeTbl>
      <a:tcTxStyle>
        <a:fontRef idx="minor">
          <a:prstClr val="black"/>
        </a:fontRef>
        <a:srgbClr val="2C2E2E"/>
      </a:tcTxStyle>
      <a:tcStyle>
        <a:tcBdr>
          <a:left>
            <a:ln w="6350" cmpd="sng">
              <a:noFill/>
            </a:ln>
          </a:left>
          <a:right>
            <a:ln w="6350" cmpd="sng">
              <a:noFill/>
            </a:ln>
          </a:right>
          <a:top>
            <a:ln w="6350" cmpd="sng">
              <a:noFill/>
            </a:ln>
          </a:top>
          <a:bottom>
            <a:ln w="6350" cmpd="sng">
              <a:noFill/>
            </a:ln>
          </a:bottom>
          <a:insideH>
            <a:ln w="6350" cmpd="sng">
              <a:solidFill>
                <a:schemeClr val="accent1"/>
              </a:solidFill>
            </a:ln>
          </a:insideH>
          <a:insideV>
            <a:ln w="6350" cmpd="sng">
              <a:noFill/>
            </a:ln>
          </a:insideV>
        </a:tcBdr>
        <a:fill>
          <a:noFill/>
        </a:fill>
      </a:tcStyle>
    </a:wholeTbl>
    <a:lastCol>
      <a:tcTxStyle b="off">
        <a:fontRef idx="minor">
          <a:prstClr val="black"/>
        </a:fontRef>
        <a:srgbClr val="2C2E2E"/>
      </a:tcTxStyle>
      <a:tcStyle>
        <a:tcBdr/>
        <a:fill>
          <a:noFill/>
        </a:fill>
      </a:tcStyle>
    </a:lastCol>
    <a:firstCol>
      <a:tcTxStyle b="off">
        <a:fontRef idx="minor">
          <a:prstClr val="black"/>
        </a:fontRef>
        <a:srgbClr val="2C2E2E"/>
      </a:tcTxStyle>
      <a:tcStyle>
        <a:tcBdr/>
        <a:fill>
          <a:noFill/>
        </a:fill>
      </a:tcStyle>
    </a:firstCol>
    <a:lastRow>
      <a:tcTxStyle b="on">
        <a:fontRef idx="minor">
          <a:prstClr val="black"/>
        </a:fontRef>
        <a:srgbClr val="2C2E2E"/>
      </a:tcTxStyle>
      <a:tcStyle>
        <a:tcBdr>
          <a:top>
            <a:ln w="6350" cmpd="sng">
              <a:solidFill>
                <a:schemeClr val="accent1"/>
              </a:solidFill>
            </a:ln>
          </a:top>
        </a:tcBdr>
        <a:fill>
          <a:noFill/>
        </a:fill>
      </a:tcStyle>
    </a:lastRow>
    <a:firstRow>
      <a:tcTxStyle b="on">
        <a:fontRef idx="major">
          <a:prstClr val="black"/>
        </a:fontRef>
        <a:srgbClr val="2C2E2E"/>
      </a:tcTxStyle>
      <a:tcStyle>
        <a:tcBdr>
          <a:bottom>
            <a:ln w="6350" cmpd="sng">
              <a:solidFill>
                <a:schemeClr val="accent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73" autoAdjust="0"/>
    <p:restoredTop sz="96327" autoAdjust="0"/>
  </p:normalViewPr>
  <p:slideViewPr>
    <p:cSldViewPr snapToGrid="0">
      <p:cViewPr>
        <p:scale>
          <a:sx n="78" d="100"/>
          <a:sy n="78" d="100"/>
        </p:scale>
        <p:origin x="-678" y="36"/>
      </p:cViewPr>
      <p:guideLst>
        <p:guide orient="horz" pos="2160"/>
        <p:guide orient="horz" pos="3759"/>
        <p:guide orient="horz" pos="1091"/>
        <p:guide pos="3840"/>
        <p:guide pos="7462"/>
        <p:guide pos="5204"/>
        <p:guide pos="6005"/>
        <p:guide pos="4977"/>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5454"/>
    </p:cViewPr>
  </p:sorterViewPr>
  <p:notesViewPr>
    <p:cSldViewPr snapToGrid="0" showGuides="1">
      <p:cViewPr varScale="1">
        <p:scale>
          <a:sx n="45" d="100"/>
          <a:sy n="45" d="100"/>
        </p:scale>
        <p:origin x="-279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font" Target="fonts/font8.fntdata"/><Relationship Id="rId21" Type="http://schemas.openxmlformats.org/officeDocument/2006/relationships/slide" Target="slides/slide18.xml"/><Relationship Id="rId34" Type="http://schemas.openxmlformats.org/officeDocument/2006/relationships/font" Target="fonts/font3.fntdata"/><Relationship Id="rId42" Type="http://schemas.openxmlformats.org/officeDocument/2006/relationships/font" Target="fonts/font11.fntdata"/><Relationship Id="rId47"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customXml" Target="../customXml/item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font" Target="fonts/font14.fntdata"/><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font" Target="fonts/font5.fntdata"/><Relationship Id="rId49" Type="http://schemas.openxmlformats.org/officeDocument/2006/relationships/tableStyles" Target="tableStyles.xml"/><Relationship Id="rId61" Type="http://schemas.microsoft.com/office/2015/10/relationships/revisionInfo" Target="revisionInfo.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notesMaster" Target="notesMasters/notesMaster1.xml"/><Relationship Id="rId44" Type="http://schemas.openxmlformats.org/officeDocument/2006/relationships/font" Target="fonts/font13.fntdata"/><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font" Target="fonts/font4.fntdata"/><Relationship Id="rId43" Type="http://schemas.openxmlformats.org/officeDocument/2006/relationships/font" Target="fonts/font12.fntdata"/><Relationship Id="rId48"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1.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font" Target="fonts/font10.fntdata"/><Relationship Id="rId62"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hya Tripathi" userId="10e5d281e08d8def" providerId="LiveId" clId="{0810F768-F8F5-4D89-BE91-EAA88BD43A3F}"/>
    <pc:docChg chg="undo custSel addSld delSld modSld sldOrd modSection">
      <pc:chgData name="Sandhya Tripathi" userId="10e5d281e08d8def" providerId="LiveId" clId="{0810F768-F8F5-4D89-BE91-EAA88BD43A3F}" dt="2024-09-22T08:35:52.574" v="3978" actId="478"/>
      <pc:docMkLst>
        <pc:docMk/>
      </pc:docMkLst>
      <pc:sldChg chg="addSp delSp modSp mod">
        <pc:chgData name="Sandhya Tripathi" userId="10e5d281e08d8def" providerId="LiveId" clId="{0810F768-F8F5-4D89-BE91-EAA88BD43A3F}" dt="2024-09-22T07:09:42.591" v="3923" actId="1076"/>
        <pc:sldMkLst>
          <pc:docMk/>
          <pc:sldMk cId="131474217" sldId="448"/>
        </pc:sldMkLst>
        <pc:spChg chg="mod">
          <ac:chgData name="Sandhya Tripathi" userId="10e5d281e08d8def" providerId="LiveId" clId="{0810F768-F8F5-4D89-BE91-EAA88BD43A3F}" dt="2024-09-22T07:09:29.153" v="3920" actId="1076"/>
          <ac:spMkLst>
            <pc:docMk/>
            <pc:sldMk cId="131474217" sldId="448"/>
            <ac:spMk id="2" creationId="{B4234F27-DD57-8EA9-6C3D-7C64ADB972B7}"/>
          </ac:spMkLst>
        </pc:spChg>
        <pc:spChg chg="mod">
          <ac:chgData name="Sandhya Tripathi" userId="10e5d281e08d8def" providerId="LiveId" clId="{0810F768-F8F5-4D89-BE91-EAA88BD43A3F}" dt="2024-09-22T07:09:34.974" v="3921" actId="1076"/>
          <ac:spMkLst>
            <pc:docMk/>
            <pc:sldMk cId="131474217" sldId="448"/>
            <ac:spMk id="3" creationId="{D062EF82-FCFC-9AA7-3334-61AA312DB646}"/>
          </ac:spMkLst>
        </pc:spChg>
        <pc:spChg chg="mod">
          <ac:chgData name="Sandhya Tripathi" userId="10e5d281e08d8def" providerId="LiveId" clId="{0810F768-F8F5-4D89-BE91-EAA88BD43A3F}" dt="2024-09-22T07:09:29.153" v="3920" actId="1076"/>
          <ac:spMkLst>
            <pc:docMk/>
            <pc:sldMk cId="131474217" sldId="448"/>
            <ac:spMk id="4" creationId="{B5CB50DE-6234-301F-040B-68BED36C8732}"/>
          </ac:spMkLst>
        </pc:spChg>
        <pc:spChg chg="add del mod">
          <ac:chgData name="Sandhya Tripathi" userId="10e5d281e08d8def" providerId="LiveId" clId="{0810F768-F8F5-4D89-BE91-EAA88BD43A3F}" dt="2024-09-22T07:09:29.153" v="3920" actId="1076"/>
          <ac:spMkLst>
            <pc:docMk/>
            <pc:sldMk cId="131474217" sldId="448"/>
            <ac:spMk id="5" creationId="{F62039D9-964B-32FE-0321-E62A3BF9E0CB}"/>
          </ac:spMkLst>
        </pc:spChg>
        <pc:spChg chg="mod">
          <ac:chgData name="Sandhya Tripathi" userId="10e5d281e08d8def" providerId="LiveId" clId="{0810F768-F8F5-4D89-BE91-EAA88BD43A3F}" dt="2024-09-22T07:09:37.963" v="3922" actId="1076"/>
          <ac:spMkLst>
            <pc:docMk/>
            <pc:sldMk cId="131474217" sldId="448"/>
            <ac:spMk id="6" creationId="{3B4045A5-9BF7-8A24-BCA7-54A5BEA4BA30}"/>
          </ac:spMkLst>
        </pc:spChg>
        <pc:spChg chg="add del mod">
          <ac:chgData name="Sandhya Tripathi" userId="10e5d281e08d8def" providerId="LiveId" clId="{0810F768-F8F5-4D89-BE91-EAA88BD43A3F}" dt="2024-09-20T21:57:19.743" v="1244" actId="478"/>
          <ac:spMkLst>
            <pc:docMk/>
            <pc:sldMk cId="131474217" sldId="448"/>
            <ac:spMk id="7" creationId="{58E66645-8FCF-8151-4A1B-7727CE1DA2C2}"/>
          </ac:spMkLst>
        </pc:spChg>
        <pc:spChg chg="mod">
          <ac:chgData name="Sandhya Tripathi" userId="10e5d281e08d8def" providerId="LiveId" clId="{0810F768-F8F5-4D89-BE91-EAA88BD43A3F}" dt="2024-09-22T07:09:42.591" v="3923" actId="1076"/>
          <ac:spMkLst>
            <pc:docMk/>
            <pc:sldMk cId="131474217" sldId="448"/>
            <ac:spMk id="8" creationId="{626EEF6D-79AE-4055-1E16-36FF1B0FEA42}"/>
          </ac:spMkLst>
        </pc:spChg>
        <pc:spChg chg="mod">
          <ac:chgData name="Sandhya Tripathi" userId="10e5d281e08d8def" providerId="LiveId" clId="{0810F768-F8F5-4D89-BE91-EAA88BD43A3F}" dt="2024-09-22T07:09:29.153" v="3920" actId="1076"/>
          <ac:spMkLst>
            <pc:docMk/>
            <pc:sldMk cId="131474217" sldId="448"/>
            <ac:spMk id="9" creationId="{C7B85632-E4AE-45C1-B77F-DC305DB7A4D9}"/>
          </ac:spMkLst>
        </pc:spChg>
      </pc:sldChg>
      <pc:sldChg chg="addSp delSp modSp mod ord">
        <pc:chgData name="Sandhya Tripathi" userId="10e5d281e08d8def" providerId="LiveId" clId="{0810F768-F8F5-4D89-BE91-EAA88BD43A3F}" dt="2024-09-22T07:29:32.901" v="3949" actId="1076"/>
        <pc:sldMkLst>
          <pc:docMk/>
          <pc:sldMk cId="3956204232" sldId="449"/>
        </pc:sldMkLst>
        <pc:spChg chg="mod">
          <ac:chgData name="Sandhya Tripathi" userId="10e5d281e08d8def" providerId="LiveId" clId="{0810F768-F8F5-4D89-BE91-EAA88BD43A3F}" dt="2024-09-21T06:09:47.504" v="1607" actId="313"/>
          <ac:spMkLst>
            <pc:docMk/>
            <pc:sldMk cId="3956204232" sldId="449"/>
            <ac:spMk id="2" creationId="{00000000-0000-0000-0000-000000000000}"/>
          </ac:spMkLst>
        </pc:spChg>
        <pc:spChg chg="del">
          <ac:chgData name="Sandhya Tripathi" userId="10e5d281e08d8def" providerId="LiveId" clId="{0810F768-F8F5-4D89-BE91-EAA88BD43A3F}" dt="2024-09-21T05:58:18.899" v="1472" actId="478"/>
          <ac:spMkLst>
            <pc:docMk/>
            <pc:sldMk cId="3956204232" sldId="449"/>
            <ac:spMk id="8" creationId="{2036CC28-DAB4-BA43-955D-7428FB9B0529}"/>
          </ac:spMkLst>
        </pc:spChg>
        <pc:graphicFrameChg chg="add mod">
          <ac:chgData name="Sandhya Tripathi" userId="10e5d281e08d8def" providerId="LiveId" clId="{0810F768-F8F5-4D89-BE91-EAA88BD43A3F}" dt="2024-09-21T06:05:44.849" v="1597"/>
          <ac:graphicFrameMkLst>
            <pc:docMk/>
            <pc:sldMk cId="3956204232" sldId="449"/>
            <ac:graphicFrameMk id="19" creationId="{D10C4CB3-87B9-0A4B-DF0D-40090AD3D812}"/>
          </ac:graphicFrameMkLst>
        </pc:graphicFrameChg>
        <pc:graphicFrameChg chg="add mod">
          <ac:chgData name="Sandhya Tripathi" userId="10e5d281e08d8def" providerId="LiveId" clId="{0810F768-F8F5-4D89-BE91-EAA88BD43A3F}" dt="2024-09-21T12:56:34.391" v="2337"/>
          <ac:graphicFrameMkLst>
            <pc:docMk/>
            <pc:sldMk cId="3956204232" sldId="449"/>
            <ac:graphicFrameMk id="20" creationId="{6FB36C2B-4A60-2539-392C-20AE7629664A}"/>
          </ac:graphicFrameMkLst>
        </pc:graphicFrameChg>
        <pc:graphicFrameChg chg="add mod">
          <ac:chgData name="Sandhya Tripathi" userId="10e5d281e08d8def" providerId="LiveId" clId="{0810F768-F8F5-4D89-BE91-EAA88BD43A3F}" dt="2024-09-21T15:11:42.184" v="3780"/>
          <ac:graphicFrameMkLst>
            <pc:docMk/>
            <pc:sldMk cId="3956204232" sldId="449"/>
            <ac:graphicFrameMk id="21" creationId="{14123DF4-D5FC-F72E-E817-3DB992AF2574}"/>
          </ac:graphicFrameMkLst>
        </pc:graphicFrameChg>
        <pc:picChg chg="add del mod">
          <ac:chgData name="Sandhya Tripathi" userId="10e5d281e08d8def" providerId="LiveId" clId="{0810F768-F8F5-4D89-BE91-EAA88BD43A3F}" dt="2024-09-21T05:58:37.106" v="1478" actId="22"/>
          <ac:picMkLst>
            <pc:docMk/>
            <pc:sldMk cId="3956204232" sldId="449"/>
            <ac:picMk id="7" creationId="{D023517F-7064-9A0A-E72B-DCF2E3026C8A}"/>
          </ac:picMkLst>
        </pc:picChg>
        <pc:picChg chg="add del">
          <ac:chgData name="Sandhya Tripathi" userId="10e5d281e08d8def" providerId="LiveId" clId="{0810F768-F8F5-4D89-BE91-EAA88BD43A3F}" dt="2024-09-21T05:59:00.086" v="1480" actId="478"/>
          <ac:picMkLst>
            <pc:docMk/>
            <pc:sldMk cId="3956204232" sldId="449"/>
            <ac:picMk id="10" creationId="{FAEE1164-59CC-2ED4-66D6-5E4A47B70B0F}"/>
          </ac:picMkLst>
        </pc:picChg>
        <pc:picChg chg="add mod">
          <ac:chgData name="Sandhya Tripathi" userId="10e5d281e08d8def" providerId="LiveId" clId="{0810F768-F8F5-4D89-BE91-EAA88BD43A3F}" dt="2024-09-21T06:07:43.663" v="1601" actId="1076"/>
          <ac:picMkLst>
            <pc:docMk/>
            <pc:sldMk cId="3956204232" sldId="449"/>
            <ac:picMk id="12" creationId="{4100B567-2780-4122-0D60-28FAF4A90372}"/>
          </ac:picMkLst>
        </pc:picChg>
        <pc:picChg chg="add del">
          <ac:chgData name="Sandhya Tripathi" userId="10e5d281e08d8def" providerId="LiveId" clId="{0810F768-F8F5-4D89-BE91-EAA88BD43A3F}" dt="2024-09-21T06:00:21.982" v="1534" actId="478"/>
          <ac:picMkLst>
            <pc:docMk/>
            <pc:sldMk cId="3956204232" sldId="449"/>
            <ac:picMk id="14" creationId="{3DC0F9D3-FB87-F521-BBEE-2D959D034521}"/>
          </ac:picMkLst>
        </pc:picChg>
        <pc:picChg chg="add mod">
          <ac:chgData name="Sandhya Tripathi" userId="10e5d281e08d8def" providerId="LiveId" clId="{0810F768-F8F5-4D89-BE91-EAA88BD43A3F}" dt="2024-09-22T07:29:05.786" v="3948" actId="14100"/>
          <ac:picMkLst>
            <pc:docMk/>
            <pc:sldMk cId="3956204232" sldId="449"/>
            <ac:picMk id="16" creationId="{161C183F-F025-3C78-5D4B-69A1A8FC0246}"/>
          </ac:picMkLst>
        </pc:picChg>
        <pc:picChg chg="add mod">
          <ac:chgData name="Sandhya Tripathi" userId="10e5d281e08d8def" providerId="LiveId" clId="{0810F768-F8F5-4D89-BE91-EAA88BD43A3F}" dt="2024-09-22T07:29:32.901" v="3949" actId="1076"/>
          <ac:picMkLst>
            <pc:docMk/>
            <pc:sldMk cId="3956204232" sldId="449"/>
            <ac:picMk id="18" creationId="{0B34B44B-644A-4170-4DFB-E9FBBD87B582}"/>
          </ac:picMkLst>
        </pc:picChg>
      </pc:sldChg>
      <pc:sldChg chg="delSp modSp mod ord">
        <pc:chgData name="Sandhya Tripathi" userId="10e5d281e08d8def" providerId="LiveId" clId="{0810F768-F8F5-4D89-BE91-EAA88BD43A3F}" dt="2024-09-21T05:40:12.233" v="1271" actId="1076"/>
        <pc:sldMkLst>
          <pc:docMk/>
          <pc:sldMk cId="2929697040" sldId="493"/>
        </pc:sldMkLst>
        <pc:spChg chg="mod">
          <ac:chgData name="Sandhya Tripathi" userId="10e5d281e08d8def" providerId="LiveId" clId="{0810F768-F8F5-4D89-BE91-EAA88BD43A3F}" dt="2024-09-21T05:40:08.633" v="1270" actId="1076"/>
          <ac:spMkLst>
            <pc:docMk/>
            <pc:sldMk cId="2929697040" sldId="493"/>
            <ac:spMk id="2" creationId="{00000000-0000-0000-0000-000000000000}"/>
          </ac:spMkLst>
        </pc:spChg>
        <pc:spChg chg="mod">
          <ac:chgData name="Sandhya Tripathi" userId="10e5d281e08d8def" providerId="LiveId" clId="{0810F768-F8F5-4D89-BE91-EAA88BD43A3F}" dt="2024-09-21T05:40:12.233" v="1271" actId="1076"/>
          <ac:spMkLst>
            <pc:docMk/>
            <pc:sldMk cId="2929697040" sldId="493"/>
            <ac:spMk id="6" creationId="{00000000-0000-0000-0000-000000000000}"/>
          </ac:spMkLst>
        </pc:spChg>
        <pc:graphicFrameChg chg="del mod">
          <ac:chgData name="Sandhya Tripathi" userId="10e5d281e08d8def" providerId="LiveId" clId="{0810F768-F8F5-4D89-BE91-EAA88BD43A3F}" dt="2024-09-20T20:13:44.396" v="862" actId="478"/>
          <ac:graphicFrameMkLst>
            <pc:docMk/>
            <pc:sldMk cId="2929697040" sldId="493"/>
            <ac:graphicFrameMk id="7" creationId="{B86E9726-4A44-EB01-F55C-939D37045EF0}"/>
          </ac:graphicFrameMkLst>
        </pc:graphicFrameChg>
      </pc:sldChg>
      <pc:sldChg chg="delSp modSp del mod ord">
        <pc:chgData name="Sandhya Tripathi" userId="10e5d281e08d8def" providerId="LiveId" clId="{0810F768-F8F5-4D89-BE91-EAA88BD43A3F}" dt="2024-09-21T12:34:04.403" v="2243" actId="47"/>
        <pc:sldMkLst>
          <pc:docMk/>
          <pc:sldMk cId="3982312003" sldId="521"/>
        </pc:sldMkLst>
        <pc:spChg chg="mod">
          <ac:chgData name="Sandhya Tripathi" userId="10e5d281e08d8def" providerId="LiveId" clId="{0810F768-F8F5-4D89-BE91-EAA88BD43A3F}" dt="2024-09-21T10:45:15.134" v="1963" actId="20577"/>
          <ac:spMkLst>
            <pc:docMk/>
            <pc:sldMk cId="3982312003" sldId="521"/>
            <ac:spMk id="2" creationId="{00000000-0000-0000-0000-000000000000}"/>
          </ac:spMkLst>
        </pc:spChg>
        <pc:spChg chg="mod">
          <ac:chgData name="Sandhya Tripathi" userId="10e5d281e08d8def" providerId="LiveId" clId="{0810F768-F8F5-4D89-BE91-EAA88BD43A3F}" dt="2024-09-21T04:29:04.928" v="1267" actId="27636"/>
          <ac:spMkLst>
            <pc:docMk/>
            <pc:sldMk cId="3982312003" sldId="521"/>
            <ac:spMk id="8" creationId="{2036CC28-DAB4-BA43-955D-7428FB9B0529}"/>
          </ac:spMkLst>
        </pc:spChg>
        <pc:picChg chg="del">
          <ac:chgData name="Sandhya Tripathi" userId="10e5d281e08d8def" providerId="LiveId" clId="{0810F768-F8F5-4D89-BE91-EAA88BD43A3F}" dt="2024-09-21T04:29:11.549" v="1268" actId="478"/>
          <ac:picMkLst>
            <pc:docMk/>
            <pc:sldMk cId="3982312003" sldId="521"/>
            <ac:picMk id="7" creationId="{8185DBC6-A744-7CD3-49E3-2787FE438D3D}"/>
          </ac:picMkLst>
        </pc:picChg>
      </pc:sldChg>
      <pc:sldChg chg="addSp delSp modSp mod ord setBg addAnim delAnim">
        <pc:chgData name="Sandhya Tripathi" userId="10e5d281e08d8def" providerId="LiveId" clId="{0810F768-F8F5-4D89-BE91-EAA88BD43A3F}" dt="2024-09-22T07:05:33.009" v="3899" actId="255"/>
        <pc:sldMkLst>
          <pc:docMk/>
          <pc:sldMk cId="4180579073" sldId="522"/>
        </pc:sldMkLst>
        <pc:spChg chg="mod ord">
          <ac:chgData name="Sandhya Tripathi" userId="10e5d281e08d8def" providerId="LiveId" clId="{0810F768-F8F5-4D89-BE91-EAA88BD43A3F}" dt="2024-09-21T18:20:49.841" v="3878" actId="26606"/>
          <ac:spMkLst>
            <pc:docMk/>
            <pc:sldMk cId="4180579073" sldId="522"/>
            <ac:spMk id="3" creationId="{0C54DAEE-5313-386B-BF96-CF21183181DA}"/>
          </ac:spMkLst>
        </pc:spChg>
        <pc:spChg chg="mod ord">
          <ac:chgData name="Sandhya Tripathi" userId="10e5d281e08d8def" providerId="LiveId" clId="{0810F768-F8F5-4D89-BE91-EAA88BD43A3F}" dt="2024-09-21T18:20:49.841" v="3878" actId="26606"/>
          <ac:spMkLst>
            <pc:docMk/>
            <pc:sldMk cId="4180579073" sldId="522"/>
            <ac:spMk id="4" creationId="{22FFF6B7-3EB4-79CE-96BE-9958BA3E2B92}"/>
          </ac:spMkLst>
        </pc:spChg>
        <pc:spChg chg="mod ord">
          <ac:chgData name="Sandhya Tripathi" userId="10e5d281e08d8def" providerId="LiveId" clId="{0810F768-F8F5-4D89-BE91-EAA88BD43A3F}" dt="2024-09-22T07:05:33.009" v="3899" actId="255"/>
          <ac:spMkLst>
            <pc:docMk/>
            <pc:sldMk cId="4180579073" sldId="522"/>
            <ac:spMk id="6" creationId="{CA7903D3-C765-3627-CA36-B3BD543FDFBF}"/>
          </ac:spMkLst>
        </pc:spChg>
        <pc:spChg chg="mod">
          <ac:chgData name="Sandhya Tripathi" userId="10e5d281e08d8def" providerId="LiveId" clId="{0810F768-F8F5-4D89-BE91-EAA88BD43A3F}" dt="2024-09-21T18:20:49.841" v="3878" actId="26606"/>
          <ac:spMkLst>
            <pc:docMk/>
            <pc:sldMk cId="4180579073" sldId="522"/>
            <ac:spMk id="9" creationId="{F7231CF0-6FCC-D137-B4E1-3D6F59F65E2F}"/>
          </ac:spMkLst>
        </pc:spChg>
        <pc:spChg chg="add del">
          <ac:chgData name="Sandhya Tripathi" userId="10e5d281e08d8def" providerId="LiveId" clId="{0810F768-F8F5-4D89-BE91-EAA88BD43A3F}" dt="2024-09-21T18:20:49.841" v="3878" actId="26606"/>
          <ac:spMkLst>
            <pc:docMk/>
            <pc:sldMk cId="4180579073" sldId="522"/>
            <ac:spMk id="14" creationId="{6753252F-4873-4F63-801D-CC719279A7D5}"/>
          </ac:spMkLst>
        </pc:spChg>
        <pc:spChg chg="add del">
          <ac:chgData name="Sandhya Tripathi" userId="10e5d281e08d8def" providerId="LiveId" clId="{0810F768-F8F5-4D89-BE91-EAA88BD43A3F}" dt="2024-09-21T18:20:49.841" v="3878" actId="26606"/>
          <ac:spMkLst>
            <pc:docMk/>
            <pc:sldMk cId="4180579073" sldId="522"/>
            <ac:spMk id="16" creationId="{047C8CCB-F95D-4249-92DD-651249D3535A}"/>
          </ac:spMkLst>
        </pc:spChg>
        <pc:spChg chg="add del">
          <ac:chgData name="Sandhya Tripathi" userId="10e5d281e08d8def" providerId="LiveId" clId="{0810F768-F8F5-4D89-BE91-EAA88BD43A3F}" dt="2024-09-21T18:20:49.841" v="3878" actId="26606"/>
          <ac:spMkLst>
            <pc:docMk/>
            <pc:sldMk cId="4180579073" sldId="522"/>
            <ac:spMk id="21" creationId="{37C89E4B-3C9F-44B9-8B86-D9E3D112D8EC}"/>
          </ac:spMkLst>
        </pc:spChg>
        <pc:picChg chg="del">
          <ac:chgData name="Sandhya Tripathi" userId="10e5d281e08d8def" providerId="LiveId" clId="{0810F768-F8F5-4D89-BE91-EAA88BD43A3F}" dt="2024-09-20T18:54:28.512" v="462" actId="478"/>
          <ac:picMkLst>
            <pc:docMk/>
            <pc:sldMk cId="4180579073" sldId="522"/>
            <ac:picMk id="2" creationId="{00000000-0000-0000-0000-000000000000}"/>
          </ac:picMkLst>
        </pc:picChg>
        <pc:picChg chg="add mod ord">
          <ac:chgData name="Sandhya Tripathi" userId="10e5d281e08d8def" providerId="LiveId" clId="{0810F768-F8F5-4D89-BE91-EAA88BD43A3F}" dt="2024-09-21T18:20:59.714" v="3879" actId="1076"/>
          <ac:picMkLst>
            <pc:docMk/>
            <pc:sldMk cId="4180579073" sldId="522"/>
            <ac:picMk id="5" creationId="{674A6D39-D0DB-5409-5894-196C93B63FB3}"/>
          </ac:picMkLst>
        </pc:picChg>
        <pc:picChg chg="add del mod">
          <ac:chgData name="Sandhya Tripathi" userId="10e5d281e08d8def" providerId="LiveId" clId="{0810F768-F8F5-4D89-BE91-EAA88BD43A3F}" dt="2024-09-20T18:55:32.475" v="471" actId="478"/>
          <ac:picMkLst>
            <pc:docMk/>
            <pc:sldMk cId="4180579073" sldId="522"/>
            <ac:picMk id="7" creationId="{B128F02C-D8E9-80EE-DFF1-E16701A07125}"/>
          </ac:picMkLst>
        </pc:picChg>
        <pc:picChg chg="add del mod">
          <ac:chgData name="Sandhya Tripathi" userId="10e5d281e08d8def" providerId="LiveId" clId="{0810F768-F8F5-4D89-BE91-EAA88BD43A3F}" dt="2024-09-21T18:19:51.789" v="3865" actId="478"/>
          <ac:picMkLst>
            <pc:docMk/>
            <pc:sldMk cId="4180579073" sldId="522"/>
            <ac:picMk id="10" creationId="{F27AFCB5-8B56-CFAB-F9A5-255A6E52DF3C}"/>
          </ac:picMkLst>
        </pc:picChg>
        <pc:cxnChg chg="add del">
          <ac:chgData name="Sandhya Tripathi" userId="10e5d281e08d8def" providerId="LiveId" clId="{0810F768-F8F5-4D89-BE91-EAA88BD43A3F}" dt="2024-09-21T18:20:49.841" v="3878" actId="26606"/>
          <ac:cxnSpMkLst>
            <pc:docMk/>
            <pc:sldMk cId="4180579073" sldId="522"/>
            <ac:cxnSpMk id="23" creationId="{AA2EAA10-076F-46BD-8F0F-B9A2FB77A85C}"/>
          </ac:cxnSpMkLst>
        </pc:cxnChg>
        <pc:cxnChg chg="add del">
          <ac:chgData name="Sandhya Tripathi" userId="10e5d281e08d8def" providerId="LiveId" clId="{0810F768-F8F5-4D89-BE91-EAA88BD43A3F}" dt="2024-09-21T18:20:49.841" v="3878" actId="26606"/>
          <ac:cxnSpMkLst>
            <pc:docMk/>
            <pc:sldMk cId="4180579073" sldId="522"/>
            <ac:cxnSpMk id="25" creationId="{D891E407-403B-4764-86C9-33A56D3BCAA3}"/>
          </ac:cxnSpMkLst>
        </pc:cxnChg>
      </pc:sldChg>
      <pc:sldChg chg="del">
        <pc:chgData name="Sandhya Tripathi" userId="10e5d281e08d8def" providerId="LiveId" clId="{0810F768-F8F5-4D89-BE91-EAA88BD43A3F}" dt="2024-09-20T20:06:12.313" v="803" actId="47"/>
        <pc:sldMkLst>
          <pc:docMk/>
          <pc:sldMk cId="386699017" sldId="525"/>
        </pc:sldMkLst>
      </pc:sldChg>
      <pc:sldChg chg="delSp modSp mod">
        <pc:chgData name="Sandhya Tripathi" userId="10e5d281e08d8def" providerId="LiveId" clId="{0810F768-F8F5-4D89-BE91-EAA88BD43A3F}" dt="2024-09-22T08:35:52.574" v="3978" actId="478"/>
        <pc:sldMkLst>
          <pc:docMk/>
          <pc:sldMk cId="322662621" sldId="527"/>
        </pc:sldMkLst>
        <pc:spChg chg="del mod">
          <ac:chgData name="Sandhya Tripathi" userId="10e5d281e08d8def" providerId="LiveId" clId="{0810F768-F8F5-4D89-BE91-EAA88BD43A3F}" dt="2024-09-22T08:35:52.574" v="3978" actId="478"/>
          <ac:spMkLst>
            <pc:docMk/>
            <pc:sldMk cId="322662621" sldId="527"/>
            <ac:spMk id="9" creationId="{F4E4BCF9-DED5-0DBB-877C-0FBFA5580CA9}"/>
          </ac:spMkLst>
        </pc:spChg>
      </pc:sldChg>
      <pc:sldChg chg="modSp mod">
        <pc:chgData name="Sandhya Tripathi" userId="10e5d281e08d8def" providerId="LiveId" clId="{0810F768-F8F5-4D89-BE91-EAA88BD43A3F}" dt="2024-09-20T15:06:56.333" v="100" actId="20577"/>
        <pc:sldMkLst>
          <pc:docMk/>
          <pc:sldMk cId="3058097169" sldId="528"/>
        </pc:sldMkLst>
        <pc:spChg chg="mod">
          <ac:chgData name="Sandhya Tripathi" userId="10e5d281e08d8def" providerId="LiveId" clId="{0810F768-F8F5-4D89-BE91-EAA88BD43A3F}" dt="2024-09-20T15:06:56.333" v="100" actId="20577"/>
          <ac:spMkLst>
            <pc:docMk/>
            <pc:sldMk cId="3058097169" sldId="528"/>
            <ac:spMk id="8" creationId="{2036CC28-DAB4-BA43-955D-7428FB9B0529}"/>
          </ac:spMkLst>
        </pc:spChg>
      </pc:sldChg>
      <pc:sldChg chg="del">
        <pc:chgData name="Sandhya Tripathi" userId="10e5d281e08d8def" providerId="LiveId" clId="{0810F768-F8F5-4D89-BE91-EAA88BD43A3F}" dt="2024-09-20T18:09:52.105" v="343" actId="47"/>
        <pc:sldMkLst>
          <pc:docMk/>
          <pc:sldMk cId="940472504" sldId="529"/>
        </pc:sldMkLst>
      </pc:sldChg>
      <pc:sldChg chg="delSp modSp del mod ord">
        <pc:chgData name="Sandhya Tripathi" userId="10e5d281e08d8def" providerId="LiveId" clId="{0810F768-F8F5-4D89-BE91-EAA88BD43A3F}" dt="2024-09-21T17:35:05.640" v="3864" actId="47"/>
        <pc:sldMkLst>
          <pc:docMk/>
          <pc:sldMk cId="3840668644" sldId="530"/>
        </pc:sldMkLst>
        <pc:spChg chg="mod">
          <ac:chgData name="Sandhya Tripathi" userId="10e5d281e08d8def" providerId="LiveId" clId="{0810F768-F8F5-4D89-BE91-EAA88BD43A3F}" dt="2024-09-21T17:18:41.257" v="3837" actId="20577"/>
          <ac:spMkLst>
            <pc:docMk/>
            <pc:sldMk cId="3840668644" sldId="530"/>
            <ac:spMk id="2" creationId="{00000000-0000-0000-0000-000000000000}"/>
          </ac:spMkLst>
        </pc:spChg>
        <pc:spChg chg="del mod">
          <ac:chgData name="Sandhya Tripathi" userId="10e5d281e08d8def" providerId="LiveId" clId="{0810F768-F8F5-4D89-BE91-EAA88BD43A3F}" dt="2024-09-21T17:19:04.044" v="3841" actId="478"/>
          <ac:spMkLst>
            <pc:docMk/>
            <pc:sldMk cId="3840668644" sldId="530"/>
            <ac:spMk id="8" creationId="{2036CC28-DAB4-BA43-955D-7428FB9B0529}"/>
          </ac:spMkLst>
        </pc:spChg>
        <pc:picChg chg="del mod">
          <ac:chgData name="Sandhya Tripathi" userId="10e5d281e08d8def" providerId="LiveId" clId="{0810F768-F8F5-4D89-BE91-EAA88BD43A3F}" dt="2024-09-21T17:18:53.919" v="3838" actId="478"/>
          <ac:picMkLst>
            <pc:docMk/>
            <pc:sldMk cId="3840668644" sldId="530"/>
            <ac:picMk id="6" creationId="{00000000-0000-0000-0000-000000000000}"/>
          </ac:picMkLst>
        </pc:picChg>
        <pc:picChg chg="del mod">
          <ac:chgData name="Sandhya Tripathi" userId="10e5d281e08d8def" providerId="LiveId" clId="{0810F768-F8F5-4D89-BE91-EAA88BD43A3F}" dt="2024-09-21T17:18:55.969" v="3839" actId="478"/>
          <ac:picMkLst>
            <pc:docMk/>
            <pc:sldMk cId="3840668644" sldId="530"/>
            <ac:picMk id="7" creationId="{00000000-0000-0000-0000-000000000000}"/>
          </ac:picMkLst>
        </pc:picChg>
      </pc:sldChg>
      <pc:sldChg chg="del">
        <pc:chgData name="Sandhya Tripathi" userId="10e5d281e08d8def" providerId="LiveId" clId="{0810F768-F8F5-4D89-BE91-EAA88BD43A3F}" dt="2024-09-20T18:23:37.794" v="418" actId="47"/>
        <pc:sldMkLst>
          <pc:docMk/>
          <pc:sldMk cId="3539683107" sldId="531"/>
        </pc:sldMkLst>
      </pc:sldChg>
      <pc:sldChg chg="del ord">
        <pc:chgData name="Sandhya Tripathi" userId="10e5d281e08d8def" providerId="LiveId" clId="{0810F768-F8F5-4D89-BE91-EAA88BD43A3F}" dt="2024-09-21T12:49:51.067" v="2327" actId="47"/>
        <pc:sldMkLst>
          <pc:docMk/>
          <pc:sldMk cId="4249977855" sldId="532"/>
        </pc:sldMkLst>
      </pc:sldChg>
      <pc:sldChg chg="del ord">
        <pc:chgData name="Sandhya Tripathi" userId="10e5d281e08d8def" providerId="LiveId" clId="{0810F768-F8F5-4D89-BE91-EAA88BD43A3F}" dt="2024-09-21T12:49:47.256" v="2326" actId="47"/>
        <pc:sldMkLst>
          <pc:docMk/>
          <pc:sldMk cId="2165628213" sldId="534"/>
        </pc:sldMkLst>
      </pc:sldChg>
      <pc:sldChg chg="del">
        <pc:chgData name="Sandhya Tripathi" userId="10e5d281e08d8def" providerId="LiveId" clId="{0810F768-F8F5-4D89-BE91-EAA88BD43A3F}" dt="2024-09-21T13:23:47.276" v="3765" actId="47"/>
        <pc:sldMkLst>
          <pc:docMk/>
          <pc:sldMk cId="460531370" sldId="535"/>
        </pc:sldMkLst>
      </pc:sldChg>
      <pc:sldChg chg="modSp mod">
        <pc:chgData name="Sandhya Tripathi" userId="10e5d281e08d8def" providerId="LiveId" clId="{0810F768-F8F5-4D89-BE91-EAA88BD43A3F}" dt="2024-09-21T13:23:42.319" v="3764" actId="108"/>
        <pc:sldMkLst>
          <pc:docMk/>
          <pc:sldMk cId="2231418021" sldId="536"/>
        </pc:sldMkLst>
        <pc:spChg chg="mod">
          <ac:chgData name="Sandhya Tripathi" userId="10e5d281e08d8def" providerId="LiveId" clId="{0810F768-F8F5-4D89-BE91-EAA88BD43A3F}" dt="2024-09-21T13:23:42.319" v="3764" actId="108"/>
          <ac:spMkLst>
            <pc:docMk/>
            <pc:sldMk cId="2231418021" sldId="536"/>
            <ac:spMk id="3" creationId="{9E1E67C1-343C-E4A8-0DFF-9165B0C2868A}"/>
          </ac:spMkLst>
        </pc:spChg>
      </pc:sldChg>
      <pc:sldChg chg="addSp delSp modSp mod">
        <pc:chgData name="Sandhya Tripathi" userId="10e5d281e08d8def" providerId="LiveId" clId="{0810F768-F8F5-4D89-BE91-EAA88BD43A3F}" dt="2024-09-22T08:30:28.436" v="3975" actId="1076"/>
        <pc:sldMkLst>
          <pc:docMk/>
          <pc:sldMk cId="3995664461" sldId="537"/>
        </pc:sldMkLst>
        <pc:spChg chg="mod">
          <ac:chgData name="Sandhya Tripathi" userId="10e5d281e08d8def" providerId="LiveId" clId="{0810F768-F8F5-4D89-BE91-EAA88BD43A3F}" dt="2024-09-22T08:28:59.008" v="3963" actId="1076"/>
          <ac:spMkLst>
            <pc:docMk/>
            <pc:sldMk cId="3995664461" sldId="537"/>
            <ac:spMk id="2" creationId="{A5F00220-9BD5-4573-C9D4-5792E52196A0}"/>
          </ac:spMkLst>
        </pc:spChg>
        <pc:spChg chg="del mod">
          <ac:chgData name="Sandhya Tripathi" userId="10e5d281e08d8def" providerId="LiveId" clId="{0810F768-F8F5-4D89-BE91-EAA88BD43A3F}" dt="2024-09-22T08:26:52.180" v="3950" actId="478"/>
          <ac:spMkLst>
            <pc:docMk/>
            <pc:sldMk cId="3995664461" sldId="537"/>
            <ac:spMk id="3" creationId="{27BA7990-7D5D-52E5-EAEC-127D28EBFD87}"/>
          </ac:spMkLst>
        </pc:spChg>
        <pc:picChg chg="add mod">
          <ac:chgData name="Sandhya Tripathi" userId="10e5d281e08d8def" providerId="LiveId" clId="{0810F768-F8F5-4D89-BE91-EAA88BD43A3F}" dt="2024-09-22T08:30:07.108" v="3974" actId="1076"/>
          <ac:picMkLst>
            <pc:docMk/>
            <pc:sldMk cId="3995664461" sldId="537"/>
            <ac:picMk id="8" creationId="{1A35F80D-79A6-94EF-BFC2-90BE32CE7809}"/>
          </ac:picMkLst>
        </pc:picChg>
        <pc:picChg chg="add mod">
          <ac:chgData name="Sandhya Tripathi" userId="10e5d281e08d8def" providerId="LiveId" clId="{0810F768-F8F5-4D89-BE91-EAA88BD43A3F}" dt="2024-09-22T08:30:28.436" v="3975" actId="1076"/>
          <ac:picMkLst>
            <pc:docMk/>
            <pc:sldMk cId="3995664461" sldId="537"/>
            <ac:picMk id="10" creationId="{3D418255-36AE-0E38-C93C-5A3720D299BE}"/>
          </ac:picMkLst>
        </pc:picChg>
      </pc:sldChg>
      <pc:sldChg chg="modSp mod">
        <pc:chgData name="Sandhya Tripathi" userId="10e5d281e08d8def" providerId="LiveId" clId="{0810F768-F8F5-4D89-BE91-EAA88BD43A3F}" dt="2024-09-21T17:23:30.505" v="3855"/>
        <pc:sldMkLst>
          <pc:docMk/>
          <pc:sldMk cId="1321403740" sldId="538"/>
        </pc:sldMkLst>
        <pc:spChg chg="mod">
          <ac:chgData name="Sandhya Tripathi" userId="10e5d281e08d8def" providerId="LiveId" clId="{0810F768-F8F5-4D89-BE91-EAA88BD43A3F}" dt="2024-09-21T10:43:38.968" v="1946" actId="20577"/>
          <ac:spMkLst>
            <pc:docMk/>
            <pc:sldMk cId="1321403740" sldId="538"/>
            <ac:spMk id="2" creationId="{4592000D-8DB5-380A-319C-ADF5CF1AA903}"/>
          </ac:spMkLst>
        </pc:spChg>
        <pc:spChg chg="mod">
          <ac:chgData name="Sandhya Tripathi" userId="10e5d281e08d8def" providerId="LiveId" clId="{0810F768-F8F5-4D89-BE91-EAA88BD43A3F}" dt="2024-09-21T17:23:30.505" v="3855"/>
          <ac:spMkLst>
            <pc:docMk/>
            <pc:sldMk cId="1321403740" sldId="538"/>
            <ac:spMk id="3" creationId="{55CCD9FB-947D-C189-2AD4-4B0248E7D4C4}"/>
          </ac:spMkLst>
        </pc:spChg>
      </pc:sldChg>
      <pc:sldChg chg="addSp delSp modSp new mod">
        <pc:chgData name="Sandhya Tripathi" userId="10e5d281e08d8def" providerId="LiveId" clId="{0810F768-F8F5-4D89-BE91-EAA88BD43A3F}" dt="2024-09-20T18:04:33.823" v="134" actId="1076"/>
        <pc:sldMkLst>
          <pc:docMk/>
          <pc:sldMk cId="1034844143" sldId="539"/>
        </pc:sldMkLst>
        <pc:spChg chg="mod">
          <ac:chgData name="Sandhya Tripathi" userId="10e5d281e08d8def" providerId="LiveId" clId="{0810F768-F8F5-4D89-BE91-EAA88BD43A3F}" dt="2024-09-20T17:58:07.137" v="128" actId="122"/>
          <ac:spMkLst>
            <pc:docMk/>
            <pc:sldMk cId="1034844143" sldId="539"/>
            <ac:spMk id="2" creationId="{05B9EF9A-19BC-D8D3-7850-3886DDBACC01}"/>
          </ac:spMkLst>
        </pc:spChg>
        <pc:spChg chg="del">
          <ac:chgData name="Sandhya Tripathi" userId="10e5d281e08d8def" providerId="LiveId" clId="{0810F768-F8F5-4D89-BE91-EAA88BD43A3F}" dt="2024-09-20T17:54:43.423" v="114" actId="22"/>
          <ac:spMkLst>
            <pc:docMk/>
            <pc:sldMk cId="1034844143" sldId="539"/>
            <ac:spMk id="3" creationId="{39E746BB-CFDA-FB5D-EEA6-E75FA8ADB0F8}"/>
          </ac:spMkLst>
        </pc:spChg>
        <pc:picChg chg="add mod ord">
          <ac:chgData name="Sandhya Tripathi" userId="10e5d281e08d8def" providerId="LiveId" clId="{0810F768-F8F5-4D89-BE91-EAA88BD43A3F}" dt="2024-09-20T18:04:31.409" v="133" actId="1076"/>
          <ac:picMkLst>
            <pc:docMk/>
            <pc:sldMk cId="1034844143" sldId="539"/>
            <ac:picMk id="8" creationId="{8D195C62-8902-8D8D-D189-BCC98ACCE20A}"/>
          </ac:picMkLst>
        </pc:picChg>
        <pc:picChg chg="add mod">
          <ac:chgData name="Sandhya Tripathi" userId="10e5d281e08d8def" providerId="LiveId" clId="{0810F768-F8F5-4D89-BE91-EAA88BD43A3F}" dt="2024-09-20T18:04:33.823" v="134" actId="1076"/>
          <ac:picMkLst>
            <pc:docMk/>
            <pc:sldMk cId="1034844143" sldId="539"/>
            <ac:picMk id="10" creationId="{145CA888-6858-BAE1-C5C1-AB4D3240A46C}"/>
          </ac:picMkLst>
        </pc:picChg>
      </pc:sldChg>
      <pc:sldChg chg="addSp delSp modSp add mod">
        <pc:chgData name="Sandhya Tripathi" userId="10e5d281e08d8def" providerId="LiveId" clId="{0810F768-F8F5-4D89-BE91-EAA88BD43A3F}" dt="2024-09-21T14:20:29.661" v="3777"/>
        <pc:sldMkLst>
          <pc:docMk/>
          <pc:sldMk cId="1543614084" sldId="540"/>
        </pc:sldMkLst>
        <pc:spChg chg="mod">
          <ac:chgData name="Sandhya Tripathi" userId="10e5d281e08d8def" providerId="LiveId" clId="{0810F768-F8F5-4D89-BE91-EAA88BD43A3F}" dt="2024-09-20T19:17:45.616" v="622" actId="1076"/>
          <ac:spMkLst>
            <pc:docMk/>
            <pc:sldMk cId="1543614084" sldId="540"/>
            <ac:spMk id="2" creationId="{00000000-0000-0000-0000-000000000000}"/>
          </ac:spMkLst>
        </pc:spChg>
        <pc:spChg chg="del mod">
          <ac:chgData name="Sandhya Tripathi" userId="10e5d281e08d8def" providerId="LiveId" clId="{0810F768-F8F5-4D89-BE91-EAA88BD43A3F}" dt="2024-09-20T19:16:10.756" v="586" actId="478"/>
          <ac:spMkLst>
            <pc:docMk/>
            <pc:sldMk cId="1543614084" sldId="540"/>
            <ac:spMk id="8" creationId="{2036CC28-DAB4-BA43-955D-7428FB9B0529}"/>
          </ac:spMkLst>
        </pc:spChg>
        <pc:spChg chg="add del mod">
          <ac:chgData name="Sandhya Tripathi" userId="10e5d281e08d8def" providerId="LiveId" clId="{0810F768-F8F5-4D89-BE91-EAA88BD43A3F}" dt="2024-09-20T19:23:29.253" v="685" actId="21"/>
          <ac:spMkLst>
            <pc:docMk/>
            <pc:sldMk cId="1543614084" sldId="540"/>
            <ac:spMk id="11" creationId="{F8A01763-347D-AA8D-EDCA-8121B8D64C74}"/>
          </ac:spMkLst>
        </pc:spChg>
        <pc:graphicFrameChg chg="add del mod">
          <ac:chgData name="Sandhya Tripathi" userId="10e5d281e08d8def" providerId="LiveId" clId="{0810F768-F8F5-4D89-BE91-EAA88BD43A3F}" dt="2024-09-20T19:25:11.974" v="692" actId="478"/>
          <ac:graphicFrameMkLst>
            <pc:docMk/>
            <pc:sldMk cId="1543614084" sldId="540"/>
            <ac:graphicFrameMk id="14" creationId="{080F6CCD-3836-C3C8-383A-2B55B89DB23A}"/>
          </ac:graphicFrameMkLst>
        </pc:graphicFrameChg>
        <pc:graphicFrameChg chg="add del mod">
          <ac:chgData name="Sandhya Tripathi" userId="10e5d281e08d8def" providerId="LiveId" clId="{0810F768-F8F5-4D89-BE91-EAA88BD43A3F}" dt="2024-09-20T19:27:19.635" v="698" actId="478"/>
          <ac:graphicFrameMkLst>
            <pc:docMk/>
            <pc:sldMk cId="1543614084" sldId="540"/>
            <ac:graphicFrameMk id="15" creationId="{FC0B0B3A-2282-E521-6593-7BF4AB01783D}"/>
          </ac:graphicFrameMkLst>
        </pc:graphicFrameChg>
        <pc:graphicFrameChg chg="add del mod">
          <ac:chgData name="Sandhya Tripathi" userId="10e5d281e08d8def" providerId="LiveId" clId="{0810F768-F8F5-4D89-BE91-EAA88BD43A3F}" dt="2024-09-20T19:39:49.641" v="700" actId="478"/>
          <ac:graphicFrameMkLst>
            <pc:docMk/>
            <pc:sldMk cId="1543614084" sldId="540"/>
            <ac:graphicFrameMk id="16" creationId="{8E34A641-AE44-592A-7D60-02F74612A3C0}"/>
          </ac:graphicFrameMkLst>
        </pc:graphicFrameChg>
        <pc:graphicFrameChg chg="add mod">
          <ac:chgData name="Sandhya Tripathi" userId="10e5d281e08d8def" providerId="LiveId" clId="{0810F768-F8F5-4D89-BE91-EAA88BD43A3F}" dt="2024-09-21T14:20:29.661" v="3777"/>
          <ac:graphicFrameMkLst>
            <pc:docMk/>
            <pc:sldMk cId="1543614084" sldId="540"/>
            <ac:graphicFrameMk id="17" creationId="{53D4CD12-AC8C-EE7D-3D78-5122E0CA4A6D}"/>
          </ac:graphicFrameMkLst>
        </pc:graphicFrameChg>
        <pc:picChg chg="del">
          <ac:chgData name="Sandhya Tripathi" userId="10e5d281e08d8def" providerId="LiveId" clId="{0810F768-F8F5-4D89-BE91-EAA88BD43A3F}" dt="2024-09-20T19:16:00.879" v="583" actId="478"/>
          <ac:picMkLst>
            <pc:docMk/>
            <pc:sldMk cId="1543614084" sldId="540"/>
            <ac:picMk id="6" creationId="{00000000-0000-0000-0000-000000000000}"/>
          </ac:picMkLst>
        </pc:picChg>
        <pc:picChg chg="del">
          <ac:chgData name="Sandhya Tripathi" userId="10e5d281e08d8def" providerId="LiveId" clId="{0810F768-F8F5-4D89-BE91-EAA88BD43A3F}" dt="2024-09-20T19:16:03.625" v="584" actId="478"/>
          <ac:picMkLst>
            <pc:docMk/>
            <pc:sldMk cId="1543614084" sldId="540"/>
            <ac:picMk id="7" creationId="{00000000-0000-0000-0000-000000000000}"/>
          </ac:picMkLst>
        </pc:picChg>
        <pc:picChg chg="add del mod">
          <ac:chgData name="Sandhya Tripathi" userId="10e5d281e08d8def" providerId="LiveId" clId="{0810F768-F8F5-4D89-BE91-EAA88BD43A3F}" dt="2024-09-20T19:16:46.846" v="592" actId="478"/>
          <ac:picMkLst>
            <pc:docMk/>
            <pc:sldMk cId="1543614084" sldId="540"/>
            <ac:picMk id="10" creationId="{E6967232-BDF2-6494-DEAE-53081D79195F}"/>
          </ac:picMkLst>
        </pc:picChg>
        <pc:picChg chg="add mod">
          <ac:chgData name="Sandhya Tripathi" userId="10e5d281e08d8def" providerId="LiveId" clId="{0810F768-F8F5-4D89-BE91-EAA88BD43A3F}" dt="2024-09-20T19:44:57.451" v="727" actId="1076"/>
          <ac:picMkLst>
            <pc:docMk/>
            <pc:sldMk cId="1543614084" sldId="540"/>
            <ac:picMk id="13" creationId="{7D3C17EB-D836-32FA-8DE2-CE7E813DCFAF}"/>
          </ac:picMkLst>
        </pc:picChg>
      </pc:sldChg>
      <pc:sldChg chg="modSp add del mod ord">
        <pc:chgData name="Sandhya Tripathi" userId="10e5d281e08d8def" providerId="LiveId" clId="{0810F768-F8F5-4D89-BE91-EAA88BD43A3F}" dt="2024-09-21T12:49:56.802" v="2328" actId="47"/>
        <pc:sldMkLst>
          <pc:docMk/>
          <pc:sldMk cId="1859306573" sldId="541"/>
        </pc:sldMkLst>
        <pc:spChg chg="mod">
          <ac:chgData name="Sandhya Tripathi" userId="10e5d281e08d8def" providerId="LiveId" clId="{0810F768-F8F5-4D89-BE91-EAA88BD43A3F}" dt="2024-09-20T20:04:36.671" v="768" actId="20577"/>
          <ac:spMkLst>
            <pc:docMk/>
            <pc:sldMk cId="1859306573" sldId="541"/>
            <ac:spMk id="2" creationId="{00000000-0000-0000-0000-000000000000}"/>
          </ac:spMkLst>
        </pc:spChg>
      </pc:sldChg>
      <pc:sldChg chg="modSp add mod">
        <pc:chgData name="Sandhya Tripathi" userId="10e5d281e08d8def" providerId="LiveId" clId="{0810F768-F8F5-4D89-BE91-EAA88BD43A3F}" dt="2024-09-21T17:25:18.159" v="3861" actId="20577"/>
        <pc:sldMkLst>
          <pc:docMk/>
          <pc:sldMk cId="3137890734" sldId="542"/>
        </pc:sldMkLst>
        <pc:spChg chg="mod">
          <ac:chgData name="Sandhya Tripathi" userId="10e5d281e08d8def" providerId="LiveId" clId="{0810F768-F8F5-4D89-BE91-EAA88BD43A3F}" dt="2024-09-21T05:42:58.577" v="1307" actId="20577"/>
          <ac:spMkLst>
            <pc:docMk/>
            <pc:sldMk cId="3137890734" sldId="542"/>
            <ac:spMk id="2" creationId="{7AE00FF8-25B9-F2A4-EA47-2CDD8E9B9B7A}"/>
          </ac:spMkLst>
        </pc:spChg>
        <pc:spChg chg="mod">
          <ac:chgData name="Sandhya Tripathi" userId="10e5d281e08d8def" providerId="LiveId" clId="{0810F768-F8F5-4D89-BE91-EAA88BD43A3F}" dt="2024-09-21T17:25:18.159" v="3861" actId="20577"/>
          <ac:spMkLst>
            <pc:docMk/>
            <pc:sldMk cId="3137890734" sldId="542"/>
            <ac:spMk id="3" creationId="{9E1E67C1-343C-E4A8-0DFF-9165B0C2868A}"/>
          </ac:spMkLst>
        </pc:spChg>
      </pc:sldChg>
      <pc:sldChg chg="addSp delSp modSp add mod">
        <pc:chgData name="Sandhya Tripathi" userId="10e5d281e08d8def" providerId="LiveId" clId="{0810F768-F8F5-4D89-BE91-EAA88BD43A3F}" dt="2024-09-21T16:02:17.906" v="3784" actId="1036"/>
        <pc:sldMkLst>
          <pc:docMk/>
          <pc:sldMk cId="1291075915" sldId="543"/>
        </pc:sldMkLst>
        <pc:spChg chg="del">
          <ac:chgData name="Sandhya Tripathi" userId="10e5d281e08d8def" providerId="LiveId" clId="{0810F768-F8F5-4D89-BE91-EAA88BD43A3F}" dt="2024-09-20T19:23:36.884" v="686" actId="478"/>
          <ac:spMkLst>
            <pc:docMk/>
            <pc:sldMk cId="1291075915" sldId="543"/>
            <ac:spMk id="2" creationId="{00000000-0000-0000-0000-000000000000}"/>
          </ac:spMkLst>
        </pc:spChg>
        <pc:spChg chg="add del mod">
          <ac:chgData name="Sandhya Tripathi" userId="10e5d281e08d8def" providerId="LiveId" clId="{0810F768-F8F5-4D89-BE91-EAA88BD43A3F}" dt="2024-09-20T19:23:42.571" v="687" actId="478"/>
          <ac:spMkLst>
            <pc:docMk/>
            <pc:sldMk cId="1291075915" sldId="543"/>
            <ac:spMk id="7" creationId="{4547AFB1-F692-5600-040A-66E604F014E9}"/>
          </ac:spMkLst>
        </pc:spChg>
        <pc:spChg chg="mod">
          <ac:chgData name="Sandhya Tripathi" userId="10e5d281e08d8def" providerId="LiveId" clId="{0810F768-F8F5-4D89-BE91-EAA88BD43A3F}" dt="2024-09-20T19:23:51.433" v="689" actId="1076"/>
          <ac:spMkLst>
            <pc:docMk/>
            <pc:sldMk cId="1291075915" sldId="543"/>
            <ac:spMk id="11" creationId="{F8A01763-347D-AA8D-EDCA-8121B8D64C74}"/>
          </ac:spMkLst>
        </pc:spChg>
        <pc:graphicFrameChg chg="add del mod">
          <ac:chgData name="Sandhya Tripathi" userId="10e5d281e08d8def" providerId="LiveId" clId="{0810F768-F8F5-4D89-BE91-EAA88BD43A3F}" dt="2024-09-20T19:52:59.587" v="738" actId="478"/>
          <ac:graphicFrameMkLst>
            <pc:docMk/>
            <pc:sldMk cId="1291075915" sldId="543"/>
            <ac:graphicFrameMk id="14" creationId="{62348DD8-E385-3C35-8CC9-5FF188B3BDB8}"/>
          </ac:graphicFrameMkLst>
        </pc:graphicFrameChg>
        <pc:graphicFrameChg chg="add del mod">
          <ac:chgData name="Sandhya Tripathi" userId="10e5d281e08d8def" providerId="LiveId" clId="{0810F768-F8F5-4D89-BE91-EAA88BD43A3F}" dt="2024-09-20T19:54:12.295" v="740" actId="478"/>
          <ac:graphicFrameMkLst>
            <pc:docMk/>
            <pc:sldMk cId="1291075915" sldId="543"/>
            <ac:graphicFrameMk id="15" creationId="{7CAA34E4-0584-C7C8-C3C3-DEC5F72A3FD1}"/>
          </ac:graphicFrameMkLst>
        </pc:graphicFrameChg>
        <pc:graphicFrameChg chg="add del mod">
          <ac:chgData name="Sandhya Tripathi" userId="10e5d281e08d8def" providerId="LiveId" clId="{0810F768-F8F5-4D89-BE91-EAA88BD43A3F}" dt="2024-09-20T19:54:58.361" v="742" actId="478"/>
          <ac:graphicFrameMkLst>
            <pc:docMk/>
            <pc:sldMk cId="1291075915" sldId="543"/>
            <ac:graphicFrameMk id="16" creationId="{31E869B8-DC60-308C-AD4A-896F9435DECB}"/>
          </ac:graphicFrameMkLst>
        </pc:graphicFrameChg>
        <pc:graphicFrameChg chg="add mod">
          <ac:chgData name="Sandhya Tripathi" userId="10e5d281e08d8def" providerId="LiveId" clId="{0810F768-F8F5-4D89-BE91-EAA88BD43A3F}" dt="2024-09-21T16:02:17.906" v="3784" actId="1036"/>
          <ac:graphicFrameMkLst>
            <pc:docMk/>
            <pc:sldMk cId="1291075915" sldId="543"/>
            <ac:graphicFrameMk id="17" creationId="{8E4ABC84-E467-B5AE-D734-79C711FC1D1B}"/>
          </ac:graphicFrameMkLst>
        </pc:graphicFrameChg>
        <pc:graphicFrameChg chg="add del mod">
          <ac:chgData name="Sandhya Tripathi" userId="10e5d281e08d8def" providerId="LiveId" clId="{0810F768-F8F5-4D89-BE91-EAA88BD43A3F}" dt="2024-09-20T19:59:07.826" v="748" actId="478"/>
          <ac:graphicFrameMkLst>
            <pc:docMk/>
            <pc:sldMk cId="1291075915" sldId="543"/>
            <ac:graphicFrameMk id="18" creationId="{D1C92B5B-5FC1-CE6E-EA5A-055322789F00}"/>
          </ac:graphicFrameMkLst>
        </pc:graphicFrameChg>
        <pc:picChg chg="add mod">
          <ac:chgData name="Sandhya Tripathi" userId="10e5d281e08d8def" providerId="LiveId" clId="{0810F768-F8F5-4D89-BE91-EAA88BD43A3F}" dt="2024-09-20T19:46:31.047" v="735" actId="1076"/>
          <ac:picMkLst>
            <pc:docMk/>
            <pc:sldMk cId="1291075915" sldId="543"/>
            <ac:picMk id="9" creationId="{78B7779A-FDE3-1202-A436-2012047E26B4}"/>
          </ac:picMkLst>
        </pc:picChg>
        <pc:picChg chg="add mod">
          <ac:chgData name="Sandhya Tripathi" userId="10e5d281e08d8def" providerId="LiveId" clId="{0810F768-F8F5-4D89-BE91-EAA88BD43A3F}" dt="2024-09-20T19:46:34.338" v="736" actId="1076"/>
          <ac:picMkLst>
            <pc:docMk/>
            <pc:sldMk cId="1291075915" sldId="543"/>
            <ac:picMk id="12" creationId="{6C562CAB-F123-159A-5C7D-5AFFDFCF0CC6}"/>
          </ac:picMkLst>
        </pc:picChg>
        <pc:picChg chg="del">
          <ac:chgData name="Sandhya Tripathi" userId="10e5d281e08d8def" providerId="LiveId" clId="{0810F768-F8F5-4D89-BE91-EAA88BD43A3F}" dt="2024-09-20T19:23:45.286" v="688" actId="478"/>
          <ac:picMkLst>
            <pc:docMk/>
            <pc:sldMk cId="1291075915" sldId="543"/>
            <ac:picMk id="13" creationId="{7D3C17EB-D836-32FA-8DE2-CE7E813DCFAF}"/>
          </ac:picMkLst>
        </pc:picChg>
      </pc:sldChg>
      <pc:sldChg chg="delSp modSp add mod">
        <pc:chgData name="Sandhya Tripathi" userId="10e5d281e08d8def" providerId="LiveId" clId="{0810F768-F8F5-4D89-BE91-EAA88BD43A3F}" dt="2024-09-21T17:17:22.264" v="3806" actId="20577"/>
        <pc:sldMkLst>
          <pc:docMk/>
          <pc:sldMk cId="1943919747" sldId="544"/>
        </pc:sldMkLst>
        <pc:spChg chg="mod">
          <ac:chgData name="Sandhya Tripathi" userId="10e5d281e08d8def" providerId="LiveId" clId="{0810F768-F8F5-4D89-BE91-EAA88BD43A3F}" dt="2024-09-20T20:12:55.171" v="850" actId="1076"/>
          <ac:spMkLst>
            <pc:docMk/>
            <pc:sldMk cId="1943919747" sldId="544"/>
            <ac:spMk id="2" creationId="{00000000-0000-0000-0000-000000000000}"/>
          </ac:spMkLst>
        </pc:spChg>
        <pc:spChg chg="mod">
          <ac:chgData name="Sandhya Tripathi" userId="10e5d281e08d8def" providerId="LiveId" clId="{0810F768-F8F5-4D89-BE91-EAA88BD43A3F}" dt="2024-09-21T17:17:22.264" v="3806" actId="20577"/>
          <ac:spMkLst>
            <pc:docMk/>
            <pc:sldMk cId="1943919747" sldId="544"/>
            <ac:spMk id="6" creationId="{00000000-0000-0000-0000-000000000000}"/>
          </ac:spMkLst>
        </pc:spChg>
        <pc:graphicFrameChg chg="del">
          <ac:chgData name="Sandhya Tripathi" userId="10e5d281e08d8def" providerId="LiveId" clId="{0810F768-F8F5-4D89-BE91-EAA88BD43A3F}" dt="2024-09-20T20:07:09.043" v="806" actId="21"/>
          <ac:graphicFrameMkLst>
            <pc:docMk/>
            <pc:sldMk cId="1943919747" sldId="544"/>
            <ac:graphicFrameMk id="7" creationId="{B86E9726-4A44-EB01-F55C-939D37045EF0}"/>
          </ac:graphicFrameMkLst>
        </pc:graphicFrameChg>
      </pc:sldChg>
      <pc:sldChg chg="addSp delSp modSp add mod ord">
        <pc:chgData name="Sandhya Tripathi" userId="10e5d281e08d8def" providerId="LiveId" clId="{0810F768-F8F5-4D89-BE91-EAA88BD43A3F}" dt="2024-09-21T12:56:26.026" v="2336" actId="20578"/>
        <pc:sldMkLst>
          <pc:docMk/>
          <pc:sldMk cId="763022604" sldId="545"/>
        </pc:sldMkLst>
        <pc:spChg chg="mod">
          <ac:chgData name="Sandhya Tripathi" userId="10e5d281e08d8def" providerId="LiveId" clId="{0810F768-F8F5-4D89-BE91-EAA88BD43A3F}" dt="2024-09-20T21:18:03.962" v="1070" actId="1076"/>
          <ac:spMkLst>
            <pc:docMk/>
            <pc:sldMk cId="763022604" sldId="545"/>
            <ac:spMk id="2" creationId="{00000000-0000-0000-0000-000000000000}"/>
          </ac:spMkLst>
        </pc:spChg>
        <pc:spChg chg="mod">
          <ac:chgData name="Sandhya Tripathi" userId="10e5d281e08d8def" providerId="LiveId" clId="{0810F768-F8F5-4D89-BE91-EAA88BD43A3F}" dt="2024-09-20T20:42:00.801" v="941" actId="26606"/>
          <ac:spMkLst>
            <pc:docMk/>
            <pc:sldMk cId="763022604" sldId="545"/>
            <ac:spMk id="3" creationId="{00000000-0000-0000-0000-000000000000}"/>
          </ac:spMkLst>
        </pc:spChg>
        <pc:spChg chg="mod">
          <ac:chgData name="Sandhya Tripathi" userId="10e5d281e08d8def" providerId="LiveId" clId="{0810F768-F8F5-4D89-BE91-EAA88BD43A3F}" dt="2024-09-20T20:42:00.801" v="941" actId="26606"/>
          <ac:spMkLst>
            <pc:docMk/>
            <pc:sldMk cId="763022604" sldId="545"/>
            <ac:spMk id="4" creationId="{00000000-0000-0000-0000-000000000000}"/>
          </ac:spMkLst>
        </pc:spChg>
        <pc:spChg chg="mod">
          <ac:chgData name="Sandhya Tripathi" userId="10e5d281e08d8def" providerId="LiveId" clId="{0810F768-F8F5-4D89-BE91-EAA88BD43A3F}" dt="2024-09-20T20:42:00.801" v="941" actId="26606"/>
          <ac:spMkLst>
            <pc:docMk/>
            <pc:sldMk cId="763022604" sldId="545"/>
            <ac:spMk id="5" creationId="{00000000-0000-0000-0000-000000000000}"/>
          </ac:spMkLst>
        </pc:spChg>
        <pc:spChg chg="del">
          <ac:chgData name="Sandhya Tripathi" userId="10e5d281e08d8def" providerId="LiveId" clId="{0810F768-F8F5-4D89-BE91-EAA88BD43A3F}" dt="2024-09-20T20:41:54.052" v="939" actId="478"/>
          <ac:spMkLst>
            <pc:docMk/>
            <pc:sldMk cId="763022604" sldId="545"/>
            <ac:spMk id="8" creationId="{2036CC28-DAB4-BA43-955D-7428FB9B0529}"/>
          </ac:spMkLst>
        </pc:spChg>
        <pc:graphicFrameChg chg="add del modGraphic">
          <ac:chgData name="Sandhya Tripathi" userId="10e5d281e08d8def" providerId="LiveId" clId="{0810F768-F8F5-4D89-BE91-EAA88BD43A3F}" dt="2024-09-21T12:56:22.272" v="2335" actId="27309"/>
          <ac:graphicFrameMkLst>
            <pc:docMk/>
            <pc:sldMk cId="763022604" sldId="545"/>
            <ac:graphicFrameMk id="8" creationId="{9FAAF08B-0DEA-7776-DDD1-E1DDD44BBE70}"/>
          </ac:graphicFrameMkLst>
        </pc:graphicFrameChg>
        <pc:picChg chg="add mod ord">
          <ac:chgData name="Sandhya Tripathi" userId="10e5d281e08d8def" providerId="LiveId" clId="{0810F768-F8F5-4D89-BE91-EAA88BD43A3F}" dt="2024-09-20T21:29:50.055" v="1098" actId="1076"/>
          <ac:picMkLst>
            <pc:docMk/>
            <pc:sldMk cId="763022604" sldId="545"/>
            <ac:picMk id="7" creationId="{7A043D81-9EBF-DEAB-E35F-0F7AB0CC2FD8}"/>
          </ac:picMkLst>
        </pc:picChg>
      </pc:sldChg>
      <pc:sldChg chg="addSp modSp add mod">
        <pc:chgData name="Sandhya Tripathi" userId="10e5d281e08d8def" providerId="LiveId" clId="{0810F768-F8F5-4D89-BE91-EAA88BD43A3F}" dt="2024-09-20T21:29:27.017" v="1093" actId="1076"/>
        <pc:sldMkLst>
          <pc:docMk/>
          <pc:sldMk cId="1107338387" sldId="546"/>
        </pc:sldMkLst>
        <pc:spChg chg="mod">
          <ac:chgData name="Sandhya Tripathi" userId="10e5d281e08d8def" providerId="LiveId" clId="{0810F768-F8F5-4D89-BE91-EAA88BD43A3F}" dt="2024-09-20T21:29:27.017" v="1093" actId="1076"/>
          <ac:spMkLst>
            <pc:docMk/>
            <pc:sldMk cId="1107338387" sldId="546"/>
            <ac:spMk id="2" creationId="{00000000-0000-0000-0000-000000000000}"/>
          </ac:spMkLst>
        </pc:spChg>
        <pc:picChg chg="add mod">
          <ac:chgData name="Sandhya Tripathi" userId="10e5d281e08d8def" providerId="LiveId" clId="{0810F768-F8F5-4D89-BE91-EAA88BD43A3F}" dt="2024-09-20T21:28:28.726" v="1074" actId="1076"/>
          <ac:picMkLst>
            <pc:docMk/>
            <pc:sldMk cId="1107338387" sldId="546"/>
            <ac:picMk id="8" creationId="{93FF9E35-DCE1-C7BD-E077-D466D41E468F}"/>
          </ac:picMkLst>
        </pc:picChg>
      </pc:sldChg>
      <pc:sldChg chg="addSp delSp modSp add mod ord">
        <pc:chgData name="Sandhya Tripathi" userId="10e5d281e08d8def" providerId="LiveId" clId="{0810F768-F8F5-4D89-BE91-EAA88BD43A3F}" dt="2024-09-21T18:37:11.329" v="3895"/>
        <pc:sldMkLst>
          <pc:docMk/>
          <pc:sldMk cId="2443185783" sldId="547"/>
        </pc:sldMkLst>
        <pc:spChg chg="mod">
          <ac:chgData name="Sandhya Tripathi" userId="10e5d281e08d8def" providerId="LiveId" clId="{0810F768-F8F5-4D89-BE91-EAA88BD43A3F}" dt="2024-09-20T21:49:28.139" v="1117" actId="1076"/>
          <ac:spMkLst>
            <pc:docMk/>
            <pc:sldMk cId="2443185783" sldId="547"/>
            <ac:spMk id="2" creationId="{00000000-0000-0000-0000-000000000000}"/>
          </ac:spMkLst>
        </pc:spChg>
        <pc:picChg chg="del mod">
          <ac:chgData name="Sandhya Tripathi" userId="10e5d281e08d8def" providerId="LiveId" clId="{0810F768-F8F5-4D89-BE91-EAA88BD43A3F}" dt="2024-09-20T21:48:59.736" v="1102" actId="478"/>
          <ac:picMkLst>
            <pc:docMk/>
            <pc:sldMk cId="2443185783" sldId="547"/>
            <ac:picMk id="7" creationId="{7A043D81-9EBF-DEAB-E35F-0F7AB0CC2FD8}"/>
          </ac:picMkLst>
        </pc:picChg>
        <pc:picChg chg="add mod">
          <ac:chgData name="Sandhya Tripathi" userId="10e5d281e08d8def" providerId="LiveId" clId="{0810F768-F8F5-4D89-BE91-EAA88BD43A3F}" dt="2024-09-20T21:49:32.416" v="1118" actId="1076"/>
          <ac:picMkLst>
            <pc:docMk/>
            <pc:sldMk cId="2443185783" sldId="547"/>
            <ac:picMk id="8" creationId="{0C51DC40-D224-75DF-6E39-3E1F48F4760B}"/>
          </ac:picMkLst>
        </pc:picChg>
        <pc:picChg chg="add del mod">
          <ac:chgData name="Sandhya Tripathi" userId="10e5d281e08d8def" providerId="LiveId" clId="{0810F768-F8F5-4D89-BE91-EAA88BD43A3F}" dt="2024-09-21T04:26:16.788" v="1252" actId="478"/>
          <ac:picMkLst>
            <pc:docMk/>
            <pc:sldMk cId="2443185783" sldId="547"/>
            <ac:picMk id="10" creationId="{25EBB47A-E508-7B26-E074-A194E694DEF0}"/>
          </ac:picMkLst>
        </pc:picChg>
      </pc:sldChg>
      <pc:sldChg chg="modSp add mod ord">
        <pc:chgData name="Sandhya Tripathi" userId="10e5d281e08d8def" providerId="LiveId" clId="{0810F768-F8F5-4D89-BE91-EAA88BD43A3F}" dt="2024-09-21T13:50:12.979" v="3775" actId="20577"/>
        <pc:sldMkLst>
          <pc:docMk/>
          <pc:sldMk cId="3797100257" sldId="548"/>
        </pc:sldMkLst>
        <pc:spChg chg="mod">
          <ac:chgData name="Sandhya Tripathi" userId="10e5d281e08d8def" providerId="LiveId" clId="{0810F768-F8F5-4D89-BE91-EAA88BD43A3F}" dt="2024-09-21T05:43:30.204" v="1355" actId="20577"/>
          <ac:spMkLst>
            <pc:docMk/>
            <pc:sldMk cId="3797100257" sldId="548"/>
            <ac:spMk id="2" creationId="{7AE00FF8-25B9-F2A4-EA47-2CDD8E9B9B7A}"/>
          </ac:spMkLst>
        </pc:spChg>
        <pc:spChg chg="mod">
          <ac:chgData name="Sandhya Tripathi" userId="10e5d281e08d8def" providerId="LiveId" clId="{0810F768-F8F5-4D89-BE91-EAA88BD43A3F}" dt="2024-09-21T13:50:12.979" v="3775" actId="20577"/>
          <ac:spMkLst>
            <pc:docMk/>
            <pc:sldMk cId="3797100257" sldId="548"/>
            <ac:spMk id="3" creationId="{9E1E67C1-343C-E4A8-0DFF-9165B0C2868A}"/>
          </ac:spMkLst>
        </pc:spChg>
      </pc:sldChg>
      <pc:sldChg chg="addSp delSp modSp add mod ord">
        <pc:chgData name="Sandhya Tripathi" userId="10e5d281e08d8def" providerId="LiveId" clId="{0810F768-F8F5-4D89-BE91-EAA88BD43A3F}" dt="2024-09-21T10:22:51.276" v="1898" actId="1076"/>
        <pc:sldMkLst>
          <pc:docMk/>
          <pc:sldMk cId="4123303445" sldId="549"/>
        </pc:sldMkLst>
        <pc:spChg chg="mod">
          <ac:chgData name="Sandhya Tripathi" userId="10e5d281e08d8def" providerId="LiveId" clId="{0810F768-F8F5-4D89-BE91-EAA88BD43A3F}" dt="2024-09-21T10:08:34.013" v="1835" actId="1076"/>
          <ac:spMkLst>
            <pc:docMk/>
            <pc:sldMk cId="4123303445" sldId="549"/>
            <ac:spMk id="2" creationId="{4592000D-8DB5-380A-319C-ADF5CF1AA903}"/>
          </ac:spMkLst>
        </pc:spChg>
        <pc:spChg chg="del mod">
          <ac:chgData name="Sandhya Tripathi" userId="10e5d281e08d8def" providerId="LiveId" clId="{0810F768-F8F5-4D89-BE91-EAA88BD43A3F}" dt="2024-09-21T09:34:47.181" v="1663" actId="478"/>
          <ac:spMkLst>
            <pc:docMk/>
            <pc:sldMk cId="4123303445" sldId="549"/>
            <ac:spMk id="3" creationId="{55CCD9FB-947D-C189-2AD4-4B0248E7D4C4}"/>
          </ac:spMkLst>
        </pc:spChg>
        <pc:spChg chg="add del mod">
          <ac:chgData name="Sandhya Tripathi" userId="10e5d281e08d8def" providerId="LiveId" clId="{0810F768-F8F5-4D89-BE91-EAA88BD43A3F}" dt="2024-09-21T09:34:50.787" v="1664" actId="478"/>
          <ac:spMkLst>
            <pc:docMk/>
            <pc:sldMk cId="4123303445" sldId="549"/>
            <ac:spMk id="8" creationId="{106907FD-10F2-C5EA-DAB4-E335DD49A30F}"/>
          </ac:spMkLst>
        </pc:spChg>
        <pc:picChg chg="add del">
          <ac:chgData name="Sandhya Tripathi" userId="10e5d281e08d8def" providerId="LiveId" clId="{0810F768-F8F5-4D89-BE91-EAA88BD43A3F}" dt="2024-09-21T09:35:06.149" v="1666" actId="478"/>
          <ac:picMkLst>
            <pc:docMk/>
            <pc:sldMk cId="4123303445" sldId="549"/>
            <ac:picMk id="10" creationId="{F957033B-B7BF-DAA1-1ED1-3B50C00FBCF0}"/>
          </ac:picMkLst>
        </pc:picChg>
        <pc:picChg chg="add del mod">
          <ac:chgData name="Sandhya Tripathi" userId="10e5d281e08d8def" providerId="LiveId" clId="{0810F768-F8F5-4D89-BE91-EAA88BD43A3F}" dt="2024-09-21T10:08:03.572" v="1808" actId="478"/>
          <ac:picMkLst>
            <pc:docMk/>
            <pc:sldMk cId="4123303445" sldId="549"/>
            <ac:picMk id="12" creationId="{F7971AC3-C6C0-477F-8D26-91E992A2E974}"/>
          </ac:picMkLst>
        </pc:picChg>
        <pc:picChg chg="add del mod">
          <ac:chgData name="Sandhya Tripathi" userId="10e5d281e08d8def" providerId="LiveId" clId="{0810F768-F8F5-4D89-BE91-EAA88BD43A3F}" dt="2024-09-21T10:08:05.346" v="1809" actId="478"/>
          <ac:picMkLst>
            <pc:docMk/>
            <pc:sldMk cId="4123303445" sldId="549"/>
            <ac:picMk id="14" creationId="{5EDDB3B7-87BF-C3DD-868F-103A54E474F0}"/>
          </ac:picMkLst>
        </pc:picChg>
        <pc:picChg chg="add del mod">
          <ac:chgData name="Sandhya Tripathi" userId="10e5d281e08d8def" providerId="LiveId" clId="{0810F768-F8F5-4D89-BE91-EAA88BD43A3F}" dt="2024-09-21T10:08:01.508" v="1807" actId="478"/>
          <ac:picMkLst>
            <pc:docMk/>
            <pc:sldMk cId="4123303445" sldId="549"/>
            <ac:picMk id="16" creationId="{5DED3BDA-F0D7-120C-3366-1A1660E3C362}"/>
          </ac:picMkLst>
        </pc:picChg>
        <pc:picChg chg="add mod">
          <ac:chgData name="Sandhya Tripathi" userId="10e5d281e08d8def" providerId="LiveId" clId="{0810F768-F8F5-4D89-BE91-EAA88BD43A3F}" dt="2024-09-21T10:22:51.276" v="1898" actId="1076"/>
          <ac:picMkLst>
            <pc:docMk/>
            <pc:sldMk cId="4123303445" sldId="549"/>
            <ac:picMk id="18" creationId="{CF4F4A8F-3DF2-A8D3-0C7B-7AE92D0BD76C}"/>
          </ac:picMkLst>
        </pc:picChg>
      </pc:sldChg>
      <pc:sldChg chg="addSp delSp modSp add mod ord">
        <pc:chgData name="Sandhya Tripathi" userId="10e5d281e08d8def" providerId="LiveId" clId="{0810F768-F8F5-4D89-BE91-EAA88BD43A3F}" dt="2024-09-21T10:51:01.380" v="1965" actId="1076"/>
        <pc:sldMkLst>
          <pc:docMk/>
          <pc:sldMk cId="4007317011" sldId="550"/>
        </pc:sldMkLst>
        <pc:spChg chg="mod">
          <ac:chgData name="Sandhya Tripathi" userId="10e5d281e08d8def" providerId="LiveId" clId="{0810F768-F8F5-4D89-BE91-EAA88BD43A3F}" dt="2024-09-21T09:51:10.414" v="1789" actId="20577"/>
          <ac:spMkLst>
            <pc:docMk/>
            <pc:sldMk cId="4007317011" sldId="550"/>
            <ac:spMk id="2" creationId="{4592000D-8DB5-380A-319C-ADF5CF1AA903}"/>
          </ac:spMkLst>
        </pc:spChg>
        <pc:graphicFrameChg chg="add mod">
          <ac:chgData name="Sandhya Tripathi" userId="10e5d281e08d8def" providerId="LiveId" clId="{0810F768-F8F5-4D89-BE91-EAA88BD43A3F}" dt="2024-09-21T10:51:01.380" v="1965" actId="1076"/>
          <ac:graphicFrameMkLst>
            <pc:docMk/>
            <pc:sldMk cId="4007317011" sldId="550"/>
            <ac:graphicFrameMk id="17" creationId="{C61166DC-EACF-1B39-63AA-E9AEC22C9E78}"/>
          </ac:graphicFrameMkLst>
        </pc:graphicFrameChg>
        <pc:picChg chg="add mod">
          <ac:chgData name="Sandhya Tripathi" userId="10e5d281e08d8def" providerId="LiveId" clId="{0810F768-F8F5-4D89-BE91-EAA88BD43A3F}" dt="2024-09-21T10:24:21.334" v="1916" actId="1076"/>
          <ac:picMkLst>
            <pc:docMk/>
            <pc:sldMk cId="4007317011" sldId="550"/>
            <ac:picMk id="7" creationId="{BDF6AEBF-9A76-DDEF-E101-59DF2B92B2C6}"/>
          </ac:picMkLst>
        </pc:picChg>
        <pc:picChg chg="add mod">
          <ac:chgData name="Sandhya Tripathi" userId="10e5d281e08d8def" providerId="LiveId" clId="{0810F768-F8F5-4D89-BE91-EAA88BD43A3F}" dt="2024-09-21T10:24:07.513" v="1912" actId="1076"/>
          <ac:picMkLst>
            <pc:docMk/>
            <pc:sldMk cId="4007317011" sldId="550"/>
            <ac:picMk id="9" creationId="{D0066DAF-D7E9-C933-41E6-8B8F8EFC070B}"/>
          </ac:picMkLst>
        </pc:picChg>
        <pc:picChg chg="add mod">
          <ac:chgData name="Sandhya Tripathi" userId="10e5d281e08d8def" providerId="LiveId" clId="{0810F768-F8F5-4D89-BE91-EAA88BD43A3F}" dt="2024-09-21T10:24:08.951" v="1913" actId="1076"/>
          <ac:picMkLst>
            <pc:docMk/>
            <pc:sldMk cId="4007317011" sldId="550"/>
            <ac:picMk id="11" creationId="{3734B7C4-F57D-05BF-8FD0-EE0C418CE745}"/>
          </ac:picMkLst>
        </pc:picChg>
        <pc:picChg chg="del">
          <ac:chgData name="Sandhya Tripathi" userId="10e5d281e08d8def" providerId="LiveId" clId="{0810F768-F8F5-4D89-BE91-EAA88BD43A3F}" dt="2024-09-21T09:54:50.601" v="1793" actId="478"/>
          <ac:picMkLst>
            <pc:docMk/>
            <pc:sldMk cId="4007317011" sldId="550"/>
            <ac:picMk id="12" creationId="{F7971AC3-C6C0-477F-8D26-91E992A2E974}"/>
          </ac:picMkLst>
        </pc:picChg>
        <pc:picChg chg="del">
          <ac:chgData name="Sandhya Tripathi" userId="10e5d281e08d8def" providerId="LiveId" clId="{0810F768-F8F5-4D89-BE91-EAA88BD43A3F}" dt="2024-09-21T09:56:33.297" v="1796" actId="478"/>
          <ac:picMkLst>
            <pc:docMk/>
            <pc:sldMk cId="4007317011" sldId="550"/>
            <ac:picMk id="14" creationId="{5EDDB3B7-87BF-C3DD-868F-103A54E474F0}"/>
          </ac:picMkLst>
        </pc:picChg>
        <pc:picChg chg="add mod">
          <ac:chgData name="Sandhya Tripathi" userId="10e5d281e08d8def" providerId="LiveId" clId="{0810F768-F8F5-4D89-BE91-EAA88BD43A3F}" dt="2024-09-21T10:24:16.057" v="1915" actId="1076"/>
          <ac:picMkLst>
            <pc:docMk/>
            <pc:sldMk cId="4007317011" sldId="550"/>
            <ac:picMk id="15" creationId="{21EE6B2E-082A-A602-9C2B-8F813C766EA1}"/>
          </ac:picMkLst>
        </pc:picChg>
        <pc:picChg chg="del">
          <ac:chgData name="Sandhya Tripathi" userId="10e5d281e08d8def" providerId="LiveId" clId="{0810F768-F8F5-4D89-BE91-EAA88BD43A3F}" dt="2024-09-21T09:53:51.738" v="1791" actId="478"/>
          <ac:picMkLst>
            <pc:docMk/>
            <pc:sldMk cId="4007317011" sldId="550"/>
            <ac:picMk id="16" creationId="{5DED3BDA-F0D7-120C-3366-1A1660E3C362}"/>
          </ac:picMkLst>
        </pc:picChg>
      </pc:sldChg>
      <pc:sldChg chg="addSp delSp modSp add mod">
        <pc:chgData name="Sandhya Tripathi" userId="10e5d281e08d8def" providerId="LiveId" clId="{0810F768-F8F5-4D89-BE91-EAA88BD43A3F}" dt="2024-09-21T10:29:10.216" v="1921"/>
        <pc:sldMkLst>
          <pc:docMk/>
          <pc:sldMk cId="3890333155" sldId="551"/>
        </pc:sldMkLst>
        <pc:graphicFrameChg chg="add del mod">
          <ac:chgData name="Sandhya Tripathi" userId="10e5d281e08d8def" providerId="LiveId" clId="{0810F768-F8F5-4D89-BE91-EAA88BD43A3F}" dt="2024-09-21T10:27:54.887" v="1918" actId="478"/>
          <ac:graphicFrameMkLst>
            <pc:docMk/>
            <pc:sldMk cId="3890333155" sldId="551"/>
            <ac:graphicFrameMk id="8" creationId="{0D6872F4-7039-F444-18D7-5AA3B0E3C594}"/>
          </ac:graphicFrameMkLst>
        </pc:graphicFrameChg>
        <pc:graphicFrameChg chg="add mod">
          <ac:chgData name="Sandhya Tripathi" userId="10e5d281e08d8def" providerId="LiveId" clId="{0810F768-F8F5-4D89-BE91-EAA88BD43A3F}" dt="2024-09-21T10:29:10.216" v="1921"/>
          <ac:graphicFrameMkLst>
            <pc:docMk/>
            <pc:sldMk cId="3890333155" sldId="551"/>
            <ac:graphicFrameMk id="9" creationId="{7497783C-C7E7-8F96-0EE3-F57EAD34430F}"/>
          </ac:graphicFrameMkLst>
        </pc:graphicFrameChg>
        <pc:picChg chg="add mod">
          <ac:chgData name="Sandhya Tripathi" userId="10e5d281e08d8def" providerId="LiveId" clId="{0810F768-F8F5-4D89-BE91-EAA88BD43A3F}" dt="2024-09-21T10:11:06.050" v="1871" actId="14100"/>
          <ac:picMkLst>
            <pc:docMk/>
            <pc:sldMk cId="3890333155" sldId="551"/>
            <ac:picMk id="7" creationId="{03DFDA31-CF8B-4C5B-D782-458BBA96FC72}"/>
          </ac:picMkLst>
        </pc:picChg>
        <pc:picChg chg="mod">
          <ac:chgData name="Sandhya Tripathi" userId="10e5d281e08d8def" providerId="LiveId" clId="{0810F768-F8F5-4D89-BE91-EAA88BD43A3F}" dt="2024-09-21T10:11:32.871" v="1875" actId="1076"/>
          <ac:picMkLst>
            <pc:docMk/>
            <pc:sldMk cId="3890333155" sldId="551"/>
            <ac:picMk id="12" creationId="{F7971AC3-C6C0-477F-8D26-91E992A2E974}"/>
          </ac:picMkLst>
        </pc:picChg>
        <pc:picChg chg="mod">
          <ac:chgData name="Sandhya Tripathi" userId="10e5d281e08d8def" providerId="LiveId" clId="{0810F768-F8F5-4D89-BE91-EAA88BD43A3F}" dt="2024-09-21T10:11:36.611" v="1877" actId="1076"/>
          <ac:picMkLst>
            <pc:docMk/>
            <pc:sldMk cId="3890333155" sldId="551"/>
            <ac:picMk id="14" creationId="{5EDDB3B7-87BF-C3DD-868F-103A54E474F0}"/>
          </ac:picMkLst>
        </pc:picChg>
        <pc:picChg chg="mod">
          <ac:chgData name="Sandhya Tripathi" userId="10e5d281e08d8def" providerId="LiveId" clId="{0810F768-F8F5-4D89-BE91-EAA88BD43A3F}" dt="2024-09-21T10:11:41.866" v="1878" actId="1076"/>
          <ac:picMkLst>
            <pc:docMk/>
            <pc:sldMk cId="3890333155" sldId="551"/>
            <ac:picMk id="16" creationId="{5DED3BDA-F0D7-120C-3366-1A1660E3C362}"/>
          </ac:picMkLst>
        </pc:picChg>
      </pc:sldChg>
      <pc:sldChg chg="delSp add del mod">
        <pc:chgData name="Sandhya Tripathi" userId="10e5d281e08d8def" providerId="LiveId" clId="{0810F768-F8F5-4D89-BE91-EAA88BD43A3F}" dt="2024-09-21T10:07:52.554" v="1805" actId="47"/>
        <pc:sldMkLst>
          <pc:docMk/>
          <pc:sldMk cId="4119485209" sldId="551"/>
        </pc:sldMkLst>
        <pc:picChg chg="del">
          <ac:chgData name="Sandhya Tripathi" userId="10e5d281e08d8def" providerId="LiveId" clId="{0810F768-F8F5-4D89-BE91-EAA88BD43A3F}" dt="2024-09-21T10:07:49.530" v="1804" actId="478"/>
          <ac:picMkLst>
            <pc:docMk/>
            <pc:sldMk cId="4119485209" sldId="551"/>
            <ac:picMk id="10" creationId="{F27AFCB5-8B56-CFAB-F9A5-255A6E52DF3C}"/>
          </ac:picMkLst>
        </pc:picChg>
      </pc:sldChg>
      <pc:sldChg chg="addSp delSp modSp add mod ord">
        <pc:chgData name="Sandhya Tripathi" userId="10e5d281e08d8def" providerId="LiveId" clId="{0810F768-F8F5-4D89-BE91-EAA88BD43A3F}" dt="2024-09-21T10:22:29.275" v="1894" actId="1076"/>
        <pc:sldMkLst>
          <pc:docMk/>
          <pc:sldMk cId="1185967001" sldId="552"/>
        </pc:sldMkLst>
        <pc:spChg chg="mod">
          <ac:chgData name="Sandhya Tripathi" userId="10e5d281e08d8def" providerId="LiveId" clId="{0810F768-F8F5-4D89-BE91-EAA88BD43A3F}" dt="2024-09-21T10:22:15.851" v="1892" actId="1076"/>
          <ac:spMkLst>
            <pc:docMk/>
            <pc:sldMk cId="1185967001" sldId="552"/>
            <ac:spMk id="2" creationId="{4592000D-8DB5-380A-319C-ADF5CF1AA903}"/>
          </ac:spMkLst>
        </pc:spChg>
        <pc:picChg chg="add del mod">
          <ac:chgData name="Sandhya Tripathi" userId="10e5d281e08d8def" providerId="LiveId" clId="{0810F768-F8F5-4D89-BE91-EAA88BD43A3F}" dt="2024-09-21T10:21:46.686" v="1885" actId="478"/>
          <ac:picMkLst>
            <pc:docMk/>
            <pc:sldMk cId="1185967001" sldId="552"/>
            <ac:picMk id="7" creationId="{AAE829F0-7026-6971-99B5-40E683C89A0E}"/>
          </ac:picMkLst>
        </pc:picChg>
        <pc:picChg chg="add mod">
          <ac:chgData name="Sandhya Tripathi" userId="10e5d281e08d8def" providerId="LiveId" clId="{0810F768-F8F5-4D89-BE91-EAA88BD43A3F}" dt="2024-09-21T10:22:29.275" v="1894" actId="1076"/>
          <ac:picMkLst>
            <pc:docMk/>
            <pc:sldMk cId="1185967001" sldId="552"/>
            <ac:picMk id="9" creationId="{754AB691-B877-E512-0057-60025A5841DB}"/>
          </ac:picMkLst>
        </pc:picChg>
        <pc:picChg chg="del">
          <ac:chgData name="Sandhya Tripathi" userId="10e5d281e08d8def" providerId="LiveId" clId="{0810F768-F8F5-4D89-BE91-EAA88BD43A3F}" dt="2024-09-21T10:21:11.856" v="1882" actId="478"/>
          <ac:picMkLst>
            <pc:docMk/>
            <pc:sldMk cId="1185967001" sldId="552"/>
            <ac:picMk id="18" creationId="{CF4F4A8F-3DF2-A8D3-0C7B-7AE92D0BD76C}"/>
          </ac:picMkLst>
        </pc:picChg>
      </pc:sldChg>
      <pc:sldChg chg="addSp delSp modSp add mod ord">
        <pc:chgData name="Sandhya Tripathi" userId="10e5d281e08d8def" providerId="LiveId" clId="{0810F768-F8F5-4D89-BE91-EAA88BD43A3F}" dt="2024-09-22T07:07:29.632" v="3908" actId="113"/>
        <pc:sldMkLst>
          <pc:docMk/>
          <pc:sldMk cId="754369855" sldId="553"/>
        </pc:sldMkLst>
        <pc:spChg chg="mod">
          <ac:chgData name="Sandhya Tripathi" userId="10e5d281e08d8def" providerId="LiveId" clId="{0810F768-F8F5-4D89-BE91-EAA88BD43A3F}" dt="2024-09-21T12:32:15.423" v="2228" actId="20577"/>
          <ac:spMkLst>
            <pc:docMk/>
            <pc:sldMk cId="754369855" sldId="553"/>
            <ac:spMk id="2" creationId="{00000000-0000-0000-0000-000000000000}"/>
          </ac:spMkLst>
        </pc:spChg>
        <pc:spChg chg="mod">
          <ac:chgData name="Sandhya Tripathi" userId="10e5d281e08d8def" providerId="LiveId" clId="{0810F768-F8F5-4D89-BE91-EAA88BD43A3F}" dt="2024-09-22T07:07:29.632" v="3908" actId="113"/>
          <ac:spMkLst>
            <pc:docMk/>
            <pc:sldMk cId="754369855" sldId="553"/>
            <ac:spMk id="5" creationId="{00000000-0000-0000-0000-000000000000}"/>
          </ac:spMkLst>
        </pc:spChg>
        <pc:spChg chg="del mod">
          <ac:chgData name="Sandhya Tripathi" userId="10e5d281e08d8def" providerId="LiveId" clId="{0810F768-F8F5-4D89-BE91-EAA88BD43A3F}" dt="2024-09-21T12:31:59.890" v="2203" actId="478"/>
          <ac:spMkLst>
            <pc:docMk/>
            <pc:sldMk cId="754369855" sldId="553"/>
            <ac:spMk id="8" creationId="{2036CC28-DAB4-BA43-955D-7428FB9B0529}"/>
          </ac:spMkLst>
        </pc:spChg>
        <pc:picChg chg="add mod">
          <ac:chgData name="Sandhya Tripathi" userId="10e5d281e08d8def" providerId="LiveId" clId="{0810F768-F8F5-4D89-BE91-EAA88BD43A3F}" dt="2024-09-21T12:33:20.463" v="2242" actId="1076"/>
          <ac:picMkLst>
            <pc:docMk/>
            <pc:sldMk cId="754369855" sldId="553"/>
            <ac:picMk id="7" creationId="{2C49B243-C6A9-5082-5EED-30A792E16172}"/>
          </ac:picMkLst>
        </pc:picChg>
        <pc:picChg chg="add mod">
          <ac:chgData name="Sandhya Tripathi" userId="10e5d281e08d8def" providerId="LiveId" clId="{0810F768-F8F5-4D89-BE91-EAA88BD43A3F}" dt="2024-09-21T12:33:15.391" v="2241" actId="1076"/>
          <ac:picMkLst>
            <pc:docMk/>
            <pc:sldMk cId="754369855" sldId="553"/>
            <ac:picMk id="10" creationId="{287F054B-CA7A-C861-EE5A-54BF74E8FD11}"/>
          </ac:picMkLst>
        </pc:picChg>
      </pc:sldChg>
      <pc:sldChg chg="addSp delSp modSp add mod ord">
        <pc:chgData name="Sandhya Tripathi" userId="10e5d281e08d8def" providerId="LiveId" clId="{0810F768-F8F5-4D89-BE91-EAA88BD43A3F}" dt="2024-09-22T07:06:19.613" v="3902" actId="1076"/>
        <pc:sldMkLst>
          <pc:docMk/>
          <pc:sldMk cId="1984809146" sldId="554"/>
        </pc:sldMkLst>
        <pc:spChg chg="mod">
          <ac:chgData name="Sandhya Tripathi" userId="10e5d281e08d8def" providerId="LiveId" clId="{0810F768-F8F5-4D89-BE91-EAA88BD43A3F}" dt="2024-09-21T12:26:57.762" v="2117" actId="20577"/>
          <ac:spMkLst>
            <pc:docMk/>
            <pc:sldMk cId="1984809146" sldId="554"/>
            <ac:spMk id="2" creationId="{00000000-0000-0000-0000-000000000000}"/>
          </ac:spMkLst>
        </pc:spChg>
        <pc:spChg chg="mod">
          <ac:chgData name="Sandhya Tripathi" userId="10e5d281e08d8def" providerId="LiveId" clId="{0810F768-F8F5-4D89-BE91-EAA88BD43A3F}" dt="2024-09-22T07:06:19.613" v="3902" actId="1076"/>
          <ac:spMkLst>
            <pc:docMk/>
            <pc:sldMk cId="1984809146" sldId="554"/>
            <ac:spMk id="5" creationId="{00000000-0000-0000-0000-000000000000}"/>
          </ac:spMkLst>
        </pc:spChg>
        <pc:spChg chg="del mod">
          <ac:chgData name="Sandhya Tripathi" userId="10e5d281e08d8def" providerId="LiveId" clId="{0810F768-F8F5-4D89-BE91-EAA88BD43A3F}" dt="2024-09-21T11:47:19.412" v="2084" actId="478"/>
          <ac:spMkLst>
            <pc:docMk/>
            <pc:sldMk cId="1984809146" sldId="554"/>
            <ac:spMk id="8" creationId="{2036CC28-DAB4-BA43-955D-7428FB9B0529}"/>
          </ac:spMkLst>
        </pc:spChg>
        <pc:graphicFrameChg chg="add del mod">
          <ac:chgData name="Sandhya Tripathi" userId="10e5d281e08d8def" providerId="LiveId" clId="{0810F768-F8F5-4D89-BE91-EAA88BD43A3F}" dt="2024-09-21T12:41:18.014" v="2278" actId="478"/>
          <ac:graphicFrameMkLst>
            <pc:docMk/>
            <pc:sldMk cId="1984809146" sldId="554"/>
            <ac:graphicFrameMk id="11" creationId="{2EE077FB-555F-C99C-B8C7-BE0F1F865431}"/>
          </ac:graphicFrameMkLst>
        </pc:graphicFrameChg>
        <pc:picChg chg="add mod">
          <ac:chgData name="Sandhya Tripathi" userId="10e5d281e08d8def" providerId="LiveId" clId="{0810F768-F8F5-4D89-BE91-EAA88BD43A3F}" dt="2024-09-21T12:27:02.134" v="2118" actId="1076"/>
          <ac:picMkLst>
            <pc:docMk/>
            <pc:sldMk cId="1984809146" sldId="554"/>
            <ac:picMk id="7" creationId="{9D98F01D-4CE0-ADA0-360B-0E3B49F44C98}"/>
          </ac:picMkLst>
        </pc:picChg>
        <pc:picChg chg="add del mod">
          <ac:chgData name="Sandhya Tripathi" userId="10e5d281e08d8def" providerId="LiveId" clId="{0810F768-F8F5-4D89-BE91-EAA88BD43A3F}" dt="2024-09-21T12:26:31.408" v="2097" actId="478"/>
          <ac:picMkLst>
            <pc:docMk/>
            <pc:sldMk cId="1984809146" sldId="554"/>
            <ac:picMk id="10" creationId="{C63226C5-03E9-2976-1291-DD765211CB0C}"/>
          </ac:picMkLst>
        </pc:picChg>
      </pc:sldChg>
      <pc:sldChg chg="addSp delSp modSp add mod">
        <pc:chgData name="Sandhya Tripathi" userId="10e5d281e08d8def" providerId="LiveId" clId="{0810F768-F8F5-4D89-BE91-EAA88BD43A3F}" dt="2024-09-21T11:11:18.697" v="2053" actId="1076"/>
        <pc:sldMkLst>
          <pc:docMk/>
          <pc:sldMk cId="3933457746" sldId="555"/>
        </pc:sldMkLst>
        <pc:spChg chg="mod">
          <ac:chgData name="Sandhya Tripathi" userId="10e5d281e08d8def" providerId="LiveId" clId="{0810F768-F8F5-4D89-BE91-EAA88BD43A3F}" dt="2024-09-21T11:11:14.338" v="2052" actId="20577"/>
          <ac:spMkLst>
            <pc:docMk/>
            <pc:sldMk cId="3933457746" sldId="555"/>
            <ac:spMk id="2" creationId="{4592000D-8DB5-380A-319C-ADF5CF1AA903}"/>
          </ac:spMkLst>
        </pc:spChg>
        <pc:graphicFrameChg chg="del">
          <ac:chgData name="Sandhya Tripathi" userId="10e5d281e08d8def" providerId="LiveId" clId="{0810F768-F8F5-4D89-BE91-EAA88BD43A3F}" dt="2024-09-21T11:04:18.640" v="1993" actId="478"/>
          <ac:graphicFrameMkLst>
            <pc:docMk/>
            <pc:sldMk cId="3933457746" sldId="555"/>
            <ac:graphicFrameMk id="9" creationId="{7497783C-C7E7-8F96-0EE3-F57EAD34430F}"/>
          </ac:graphicFrameMkLst>
        </pc:graphicFrameChg>
        <pc:picChg chg="del mod">
          <ac:chgData name="Sandhya Tripathi" userId="10e5d281e08d8def" providerId="LiveId" clId="{0810F768-F8F5-4D89-BE91-EAA88BD43A3F}" dt="2024-09-21T11:01:20.694" v="1977" actId="478"/>
          <ac:picMkLst>
            <pc:docMk/>
            <pc:sldMk cId="3933457746" sldId="555"/>
            <ac:picMk id="7" creationId="{03DFDA31-CF8B-4C5B-D782-458BBA96FC72}"/>
          </ac:picMkLst>
        </pc:picChg>
        <pc:picChg chg="add mod">
          <ac:chgData name="Sandhya Tripathi" userId="10e5d281e08d8def" providerId="LiveId" clId="{0810F768-F8F5-4D89-BE91-EAA88BD43A3F}" dt="2024-09-21T11:11:18.697" v="2053" actId="1076"/>
          <ac:picMkLst>
            <pc:docMk/>
            <pc:sldMk cId="3933457746" sldId="555"/>
            <ac:picMk id="8" creationId="{B13BF40B-7B30-B3BC-A506-6CBC543417AC}"/>
          </ac:picMkLst>
        </pc:picChg>
        <pc:picChg chg="add del mod">
          <ac:chgData name="Sandhya Tripathi" userId="10e5d281e08d8def" providerId="LiveId" clId="{0810F768-F8F5-4D89-BE91-EAA88BD43A3F}" dt="2024-09-21T11:10:41.689" v="2040" actId="478"/>
          <ac:picMkLst>
            <pc:docMk/>
            <pc:sldMk cId="3933457746" sldId="555"/>
            <ac:picMk id="11" creationId="{BCA75854-7CA9-3D21-C1FB-90EEE17C2AA8}"/>
          </ac:picMkLst>
        </pc:picChg>
        <pc:picChg chg="del">
          <ac:chgData name="Sandhya Tripathi" userId="10e5d281e08d8def" providerId="LiveId" clId="{0810F768-F8F5-4D89-BE91-EAA88BD43A3F}" dt="2024-09-21T11:01:23.138" v="1978" actId="478"/>
          <ac:picMkLst>
            <pc:docMk/>
            <pc:sldMk cId="3933457746" sldId="555"/>
            <ac:picMk id="12" creationId="{F7971AC3-C6C0-477F-8D26-91E992A2E974}"/>
          </ac:picMkLst>
        </pc:picChg>
        <pc:picChg chg="del mod">
          <ac:chgData name="Sandhya Tripathi" userId="10e5d281e08d8def" providerId="LiveId" clId="{0810F768-F8F5-4D89-BE91-EAA88BD43A3F}" dt="2024-09-21T11:01:25.791" v="1980" actId="478"/>
          <ac:picMkLst>
            <pc:docMk/>
            <pc:sldMk cId="3933457746" sldId="555"/>
            <ac:picMk id="14" creationId="{5EDDB3B7-87BF-C3DD-868F-103A54E474F0}"/>
          </ac:picMkLst>
        </pc:picChg>
        <pc:picChg chg="add del mod">
          <ac:chgData name="Sandhya Tripathi" userId="10e5d281e08d8def" providerId="LiveId" clId="{0810F768-F8F5-4D89-BE91-EAA88BD43A3F}" dt="2024-09-21T11:10:39.317" v="2039" actId="478"/>
          <ac:picMkLst>
            <pc:docMk/>
            <pc:sldMk cId="3933457746" sldId="555"/>
            <ac:picMk id="15" creationId="{2306B93D-2054-E0F4-1A05-DB4E0C47CEC7}"/>
          </ac:picMkLst>
        </pc:picChg>
        <pc:picChg chg="del">
          <ac:chgData name="Sandhya Tripathi" userId="10e5d281e08d8def" providerId="LiveId" clId="{0810F768-F8F5-4D89-BE91-EAA88BD43A3F}" dt="2024-09-21T11:01:18.419" v="1975" actId="478"/>
          <ac:picMkLst>
            <pc:docMk/>
            <pc:sldMk cId="3933457746" sldId="555"/>
            <ac:picMk id="16" creationId="{5DED3BDA-F0D7-120C-3366-1A1660E3C362}"/>
          </ac:picMkLst>
        </pc:picChg>
      </pc:sldChg>
      <pc:sldChg chg="addSp delSp modSp add mod ord">
        <pc:chgData name="Sandhya Tripathi" userId="10e5d281e08d8def" providerId="LiveId" clId="{0810F768-F8F5-4D89-BE91-EAA88BD43A3F}" dt="2024-09-21T11:46:52.110" v="2082" actId="1076"/>
        <pc:sldMkLst>
          <pc:docMk/>
          <pc:sldMk cId="1414346767" sldId="556"/>
        </pc:sldMkLst>
        <pc:spChg chg="mod">
          <ac:chgData name="Sandhya Tripathi" userId="10e5d281e08d8def" providerId="LiveId" clId="{0810F768-F8F5-4D89-BE91-EAA88BD43A3F}" dt="2024-09-21T11:11:55.417" v="2076" actId="20577"/>
          <ac:spMkLst>
            <pc:docMk/>
            <pc:sldMk cId="1414346767" sldId="556"/>
            <ac:spMk id="2" creationId="{4592000D-8DB5-380A-319C-ADF5CF1AA903}"/>
          </ac:spMkLst>
        </pc:spChg>
        <pc:picChg chg="add mod">
          <ac:chgData name="Sandhya Tripathi" userId="10e5d281e08d8def" providerId="LiveId" clId="{0810F768-F8F5-4D89-BE91-EAA88BD43A3F}" dt="2024-09-21T11:46:52.110" v="2082" actId="1076"/>
          <ac:picMkLst>
            <pc:docMk/>
            <pc:sldMk cId="1414346767" sldId="556"/>
            <ac:picMk id="7" creationId="{B6D6CC0E-745A-1FA9-F334-018FA94CB44A}"/>
          </ac:picMkLst>
        </pc:picChg>
        <pc:picChg chg="del">
          <ac:chgData name="Sandhya Tripathi" userId="10e5d281e08d8def" providerId="LiveId" clId="{0810F768-F8F5-4D89-BE91-EAA88BD43A3F}" dt="2024-09-21T11:46:44.184" v="2079" actId="478"/>
          <ac:picMkLst>
            <pc:docMk/>
            <pc:sldMk cId="1414346767" sldId="556"/>
            <ac:picMk id="8" creationId="{B13BF40B-7B30-B3BC-A506-6CBC543417AC}"/>
          </ac:picMkLst>
        </pc:picChg>
      </pc:sldChg>
      <pc:sldChg chg="addSp delSp modSp add mod ord">
        <pc:chgData name="Sandhya Tripathi" userId="10e5d281e08d8def" providerId="LiveId" clId="{0810F768-F8F5-4D89-BE91-EAA88BD43A3F}" dt="2024-09-22T07:06:48.622" v="3905" actId="113"/>
        <pc:sldMkLst>
          <pc:docMk/>
          <pc:sldMk cId="312313211" sldId="557"/>
        </pc:sldMkLst>
        <pc:spChg chg="mod">
          <ac:chgData name="Sandhya Tripathi" userId="10e5d281e08d8def" providerId="LiveId" clId="{0810F768-F8F5-4D89-BE91-EAA88BD43A3F}" dt="2024-09-21T12:28:11.548" v="2185" actId="20577"/>
          <ac:spMkLst>
            <pc:docMk/>
            <pc:sldMk cId="312313211" sldId="557"/>
            <ac:spMk id="2" creationId="{00000000-0000-0000-0000-000000000000}"/>
          </ac:spMkLst>
        </pc:spChg>
        <pc:spChg chg="mod">
          <ac:chgData name="Sandhya Tripathi" userId="10e5d281e08d8def" providerId="LiveId" clId="{0810F768-F8F5-4D89-BE91-EAA88BD43A3F}" dt="2024-09-22T07:06:48.622" v="3905" actId="113"/>
          <ac:spMkLst>
            <pc:docMk/>
            <pc:sldMk cId="312313211" sldId="557"/>
            <ac:spMk id="5" creationId="{00000000-0000-0000-0000-000000000000}"/>
          </ac:spMkLst>
        </pc:spChg>
        <pc:graphicFrameChg chg="add mod">
          <ac:chgData name="Sandhya Tripathi" userId="10e5d281e08d8def" providerId="LiveId" clId="{0810F768-F8F5-4D89-BE91-EAA88BD43A3F}" dt="2024-09-21T12:53:31.404" v="2329"/>
          <ac:graphicFrameMkLst>
            <pc:docMk/>
            <pc:sldMk cId="312313211" sldId="557"/>
            <ac:graphicFrameMk id="6" creationId="{8384583E-287C-8EB6-0EB3-955C20765481}"/>
          </ac:graphicFrameMkLst>
        </pc:graphicFrameChg>
        <pc:picChg chg="del">
          <ac:chgData name="Sandhya Tripathi" userId="10e5d281e08d8def" providerId="LiveId" clId="{0810F768-F8F5-4D89-BE91-EAA88BD43A3F}" dt="2024-09-21T12:28:19.255" v="2186" actId="478"/>
          <ac:picMkLst>
            <pc:docMk/>
            <pc:sldMk cId="312313211" sldId="557"/>
            <ac:picMk id="7" creationId="{9D98F01D-4CE0-ADA0-360B-0E3B49F44C98}"/>
          </ac:picMkLst>
        </pc:picChg>
        <pc:picChg chg="mod">
          <ac:chgData name="Sandhya Tripathi" userId="10e5d281e08d8def" providerId="LiveId" clId="{0810F768-F8F5-4D89-BE91-EAA88BD43A3F}" dt="2024-09-21T12:29:29.178" v="2196" actId="14100"/>
          <ac:picMkLst>
            <pc:docMk/>
            <pc:sldMk cId="312313211" sldId="557"/>
            <ac:picMk id="10" creationId="{C63226C5-03E9-2976-1291-DD765211CB0C}"/>
          </ac:picMkLst>
        </pc:picChg>
      </pc:sldChg>
      <pc:sldChg chg="addSp delSp modSp add mod ord">
        <pc:chgData name="Sandhya Tripathi" userId="10e5d281e08d8def" providerId="LiveId" clId="{0810F768-F8F5-4D89-BE91-EAA88BD43A3F}" dt="2024-09-22T07:07:56.182" v="3911" actId="113"/>
        <pc:sldMkLst>
          <pc:docMk/>
          <pc:sldMk cId="1750113245" sldId="558"/>
        </pc:sldMkLst>
        <pc:spChg chg="mod">
          <ac:chgData name="Sandhya Tripathi" userId="10e5d281e08d8def" providerId="LiveId" clId="{0810F768-F8F5-4D89-BE91-EAA88BD43A3F}" dt="2024-09-21T12:36:14.678" v="2256" actId="20577"/>
          <ac:spMkLst>
            <pc:docMk/>
            <pc:sldMk cId="1750113245" sldId="558"/>
            <ac:spMk id="2" creationId="{00000000-0000-0000-0000-000000000000}"/>
          </ac:spMkLst>
        </pc:spChg>
        <pc:spChg chg="mod">
          <ac:chgData name="Sandhya Tripathi" userId="10e5d281e08d8def" providerId="LiveId" clId="{0810F768-F8F5-4D89-BE91-EAA88BD43A3F}" dt="2024-09-22T07:07:56.182" v="3911" actId="113"/>
          <ac:spMkLst>
            <pc:docMk/>
            <pc:sldMk cId="1750113245" sldId="558"/>
            <ac:spMk id="5" creationId="{00000000-0000-0000-0000-000000000000}"/>
          </ac:spMkLst>
        </pc:spChg>
        <pc:picChg chg="del">
          <ac:chgData name="Sandhya Tripathi" userId="10e5d281e08d8def" providerId="LiveId" clId="{0810F768-F8F5-4D89-BE91-EAA88BD43A3F}" dt="2024-09-21T12:35:58.504" v="2247" actId="478"/>
          <ac:picMkLst>
            <pc:docMk/>
            <pc:sldMk cId="1750113245" sldId="558"/>
            <ac:picMk id="7" creationId="{9D98F01D-4CE0-ADA0-360B-0E3B49F44C98}"/>
          </ac:picMkLst>
        </pc:picChg>
        <pc:picChg chg="add mod">
          <ac:chgData name="Sandhya Tripathi" userId="10e5d281e08d8def" providerId="LiveId" clId="{0810F768-F8F5-4D89-BE91-EAA88BD43A3F}" dt="2024-09-21T12:36:06.705" v="2250" actId="14100"/>
          <ac:picMkLst>
            <pc:docMk/>
            <pc:sldMk cId="1750113245" sldId="558"/>
            <ac:picMk id="8" creationId="{ABD7700C-C3F8-8225-A2A7-259DEEDF0F50}"/>
          </ac:picMkLst>
        </pc:picChg>
      </pc:sldChg>
      <pc:sldChg chg="addSp delSp modSp add mod ord">
        <pc:chgData name="Sandhya Tripathi" userId="10e5d281e08d8def" providerId="LiveId" clId="{0810F768-F8F5-4D89-BE91-EAA88BD43A3F}" dt="2024-09-22T07:08:17.266" v="3916" actId="114"/>
        <pc:sldMkLst>
          <pc:docMk/>
          <pc:sldMk cId="4162565075" sldId="559"/>
        </pc:sldMkLst>
        <pc:spChg chg="mod">
          <ac:chgData name="Sandhya Tripathi" userId="10e5d281e08d8def" providerId="LiveId" clId="{0810F768-F8F5-4D89-BE91-EAA88BD43A3F}" dt="2024-09-21T12:41:52.916" v="2297" actId="20577"/>
          <ac:spMkLst>
            <pc:docMk/>
            <pc:sldMk cId="4162565075" sldId="559"/>
            <ac:spMk id="2" creationId="{00000000-0000-0000-0000-000000000000}"/>
          </ac:spMkLst>
        </pc:spChg>
        <pc:spChg chg="mod">
          <ac:chgData name="Sandhya Tripathi" userId="10e5d281e08d8def" providerId="LiveId" clId="{0810F768-F8F5-4D89-BE91-EAA88BD43A3F}" dt="2024-09-22T07:08:17.266" v="3916" actId="114"/>
          <ac:spMkLst>
            <pc:docMk/>
            <pc:sldMk cId="4162565075" sldId="559"/>
            <ac:spMk id="5" creationId="{00000000-0000-0000-0000-000000000000}"/>
          </ac:spMkLst>
        </pc:spChg>
        <pc:graphicFrameChg chg="del mod">
          <ac:chgData name="Sandhya Tripathi" userId="10e5d281e08d8def" providerId="LiveId" clId="{0810F768-F8F5-4D89-BE91-EAA88BD43A3F}" dt="2024-09-21T12:42:02.478" v="2299" actId="478"/>
          <ac:graphicFrameMkLst>
            <pc:docMk/>
            <pc:sldMk cId="4162565075" sldId="559"/>
            <ac:graphicFrameMk id="6" creationId="{8384583E-287C-8EB6-0EB3-955C20765481}"/>
          </ac:graphicFrameMkLst>
        </pc:graphicFrameChg>
        <pc:graphicFrameChg chg="add mod">
          <ac:chgData name="Sandhya Tripathi" userId="10e5d281e08d8def" providerId="LiveId" clId="{0810F768-F8F5-4D89-BE91-EAA88BD43A3F}" dt="2024-09-21T12:54:50.847" v="2330"/>
          <ac:graphicFrameMkLst>
            <pc:docMk/>
            <pc:sldMk cId="4162565075" sldId="559"/>
            <ac:graphicFrameMk id="12" creationId="{B24B5569-A169-9142-1256-4B641AEF7EF8}"/>
          </ac:graphicFrameMkLst>
        </pc:graphicFrameChg>
        <pc:picChg chg="add mod">
          <ac:chgData name="Sandhya Tripathi" userId="10e5d281e08d8def" providerId="LiveId" clId="{0810F768-F8F5-4D89-BE91-EAA88BD43A3F}" dt="2024-09-21T12:48:40.541" v="2325" actId="1076"/>
          <ac:picMkLst>
            <pc:docMk/>
            <pc:sldMk cId="4162565075" sldId="559"/>
            <ac:picMk id="8" creationId="{BB18CF1F-70DB-EBC5-D224-1AF44AA1899E}"/>
          </ac:picMkLst>
        </pc:picChg>
        <pc:picChg chg="del">
          <ac:chgData name="Sandhya Tripathi" userId="10e5d281e08d8def" providerId="LiveId" clId="{0810F768-F8F5-4D89-BE91-EAA88BD43A3F}" dt="2024-09-21T12:37:55.811" v="2268" actId="478"/>
          <ac:picMkLst>
            <pc:docMk/>
            <pc:sldMk cId="4162565075" sldId="559"/>
            <ac:picMk id="10" creationId="{C63226C5-03E9-2976-1291-DD765211CB0C}"/>
          </ac:picMkLst>
        </pc:picChg>
        <pc:picChg chg="add del mod">
          <ac:chgData name="Sandhya Tripathi" userId="10e5d281e08d8def" providerId="LiveId" clId="{0810F768-F8F5-4D89-BE91-EAA88BD43A3F}" dt="2024-09-21T12:38:51.815" v="2274" actId="478"/>
          <ac:picMkLst>
            <pc:docMk/>
            <pc:sldMk cId="4162565075" sldId="559"/>
            <ac:picMk id="11" creationId="{72E92ECE-4C0D-A5E6-7A08-3D0E948D6CAC}"/>
          </ac:picMkLst>
        </pc:picChg>
      </pc:sldChg>
      <pc:sldChg chg="addSp delSp modSp add mod ord">
        <pc:chgData name="Sandhya Tripathi" userId="10e5d281e08d8def" providerId="LiveId" clId="{0810F768-F8F5-4D89-BE91-EAA88BD43A3F}" dt="2024-09-22T07:08:36.411" v="3919" actId="113"/>
        <pc:sldMkLst>
          <pc:docMk/>
          <pc:sldMk cId="954732323" sldId="560"/>
        </pc:sldMkLst>
        <pc:spChg chg="mod">
          <ac:chgData name="Sandhya Tripathi" userId="10e5d281e08d8def" providerId="LiveId" clId="{0810F768-F8F5-4D89-BE91-EAA88BD43A3F}" dt="2024-09-22T07:08:36.411" v="3919" actId="113"/>
          <ac:spMkLst>
            <pc:docMk/>
            <pc:sldMk cId="954732323" sldId="560"/>
            <ac:spMk id="5" creationId="{00000000-0000-0000-0000-000000000000}"/>
          </ac:spMkLst>
        </pc:spChg>
        <pc:picChg chg="del">
          <ac:chgData name="Sandhya Tripathi" userId="10e5d281e08d8def" providerId="LiveId" clId="{0810F768-F8F5-4D89-BE91-EAA88BD43A3F}" dt="2024-09-21T12:46:38.539" v="2316" actId="478"/>
          <ac:picMkLst>
            <pc:docMk/>
            <pc:sldMk cId="954732323" sldId="560"/>
            <ac:picMk id="7" creationId="{2C49B243-C6A9-5082-5EED-30A792E16172}"/>
          </ac:picMkLst>
        </pc:picChg>
        <pc:picChg chg="add del mod">
          <ac:chgData name="Sandhya Tripathi" userId="10e5d281e08d8def" providerId="LiveId" clId="{0810F768-F8F5-4D89-BE91-EAA88BD43A3F}" dt="2024-09-21T12:45:32.479" v="2309" actId="478"/>
          <ac:picMkLst>
            <pc:docMk/>
            <pc:sldMk cId="954732323" sldId="560"/>
            <ac:picMk id="8" creationId="{857B56AE-8B8B-1F00-6368-3591E9726F26}"/>
          </ac:picMkLst>
        </pc:picChg>
        <pc:picChg chg="del">
          <ac:chgData name="Sandhya Tripathi" userId="10e5d281e08d8def" providerId="LiveId" clId="{0810F768-F8F5-4D89-BE91-EAA88BD43A3F}" dt="2024-09-21T12:45:02.226" v="2302" actId="478"/>
          <ac:picMkLst>
            <pc:docMk/>
            <pc:sldMk cId="954732323" sldId="560"/>
            <ac:picMk id="10" creationId="{287F054B-CA7A-C861-EE5A-54BF74E8FD11}"/>
          </ac:picMkLst>
        </pc:picChg>
        <pc:picChg chg="add mod">
          <ac:chgData name="Sandhya Tripathi" userId="10e5d281e08d8def" providerId="LiveId" clId="{0810F768-F8F5-4D89-BE91-EAA88BD43A3F}" dt="2024-09-21T12:45:51.090" v="2315" actId="1076"/>
          <ac:picMkLst>
            <pc:docMk/>
            <pc:sldMk cId="954732323" sldId="560"/>
            <ac:picMk id="11" creationId="{228DA3D4-C1A8-B684-0E79-0F750FD19D59}"/>
          </ac:picMkLst>
        </pc:picChg>
        <pc:picChg chg="add mod">
          <ac:chgData name="Sandhya Tripathi" userId="10e5d281e08d8def" providerId="LiveId" clId="{0810F768-F8F5-4D89-BE91-EAA88BD43A3F}" dt="2024-09-21T12:55:50.129" v="2331" actId="14100"/>
          <ac:picMkLst>
            <pc:docMk/>
            <pc:sldMk cId="954732323" sldId="560"/>
            <ac:picMk id="13" creationId="{8B7647DE-AECE-F70F-B375-225223856148}"/>
          </ac:picMkLst>
        </pc:picChg>
      </pc:sldChg>
      <pc:sldChg chg="add">
        <pc:chgData name="Sandhya Tripathi" userId="10e5d281e08d8def" providerId="LiveId" clId="{0810F768-F8F5-4D89-BE91-EAA88BD43A3F}" dt="2024-09-21T17:18:12.503" v="3807" actId="2890"/>
        <pc:sldMkLst>
          <pc:docMk/>
          <pc:sldMk cId="940806903" sldId="561"/>
        </pc:sldMkLst>
      </pc:sldChg>
      <pc:sldChg chg="addSp delSp modSp new mod">
        <pc:chgData name="Sandhya Tripathi" userId="10e5d281e08d8def" providerId="LiveId" clId="{0810F768-F8F5-4D89-BE91-EAA88BD43A3F}" dt="2024-09-21T18:25:27.305" v="3893" actId="1076"/>
        <pc:sldMkLst>
          <pc:docMk/>
          <pc:sldMk cId="2284605447" sldId="562"/>
        </pc:sldMkLst>
        <pc:spChg chg="del">
          <ac:chgData name="Sandhya Tripathi" userId="10e5d281e08d8def" providerId="LiveId" clId="{0810F768-F8F5-4D89-BE91-EAA88BD43A3F}" dt="2024-09-21T18:24:47.456" v="3885" actId="478"/>
          <ac:spMkLst>
            <pc:docMk/>
            <pc:sldMk cId="2284605447" sldId="562"/>
            <ac:spMk id="2" creationId="{61715020-4D8A-93A0-9742-1C1E79949116}"/>
          </ac:spMkLst>
        </pc:spChg>
        <pc:spChg chg="del">
          <ac:chgData name="Sandhya Tripathi" userId="10e5d281e08d8def" providerId="LiveId" clId="{0810F768-F8F5-4D89-BE91-EAA88BD43A3F}" dt="2024-09-21T18:24:49.688" v="3886" actId="478"/>
          <ac:spMkLst>
            <pc:docMk/>
            <pc:sldMk cId="2284605447" sldId="562"/>
            <ac:spMk id="3" creationId="{33231E5C-A052-2ADD-2565-FD371E969B56}"/>
          </ac:spMkLst>
        </pc:spChg>
        <pc:picChg chg="add del">
          <ac:chgData name="Sandhya Tripathi" userId="10e5d281e08d8def" providerId="LiveId" clId="{0810F768-F8F5-4D89-BE91-EAA88BD43A3F}" dt="2024-09-21T18:24:29.037" v="3880" actId="478"/>
          <ac:picMkLst>
            <pc:docMk/>
            <pc:sldMk cId="2284605447" sldId="562"/>
            <ac:picMk id="8" creationId="{377A54C1-4CD1-DBDD-9470-CAE5F3EF0755}"/>
          </ac:picMkLst>
        </pc:picChg>
        <pc:picChg chg="add del mod">
          <ac:chgData name="Sandhya Tripathi" userId="10e5d281e08d8def" providerId="LiveId" clId="{0810F768-F8F5-4D89-BE91-EAA88BD43A3F}" dt="2024-09-21T18:24:40.390" v="3884" actId="22"/>
          <ac:picMkLst>
            <pc:docMk/>
            <pc:sldMk cId="2284605447" sldId="562"/>
            <ac:picMk id="10" creationId="{85B2C204-613E-2A6B-2055-860344815D07}"/>
          </ac:picMkLst>
        </pc:picChg>
        <pc:picChg chg="add mod">
          <ac:chgData name="Sandhya Tripathi" userId="10e5d281e08d8def" providerId="LiveId" clId="{0810F768-F8F5-4D89-BE91-EAA88BD43A3F}" dt="2024-09-21T18:25:27.305" v="3893" actId="1076"/>
          <ac:picMkLst>
            <pc:docMk/>
            <pc:sldMk cId="2284605447" sldId="562"/>
            <ac:picMk id="12" creationId="{C5FFC4D7-D0C2-8A98-A737-E93D5FEB56E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7A3E2A-35AE-479C-B172-30C9CAEEE094}" type="datetimeFigureOut">
              <a:rPr lang="de-DE" smtClean="0"/>
              <a:t>13.09.2025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191045-FCBB-4EC9-AB5F-AA4CFDEA61CB}" type="slidenum">
              <a:rPr lang="de-DE" smtClean="0"/>
              <a:t>‹#›</a:t>
            </a:fld>
            <a:endParaRPr lang="de-DE"/>
          </a:p>
        </p:txBody>
      </p:sp>
    </p:spTree>
    <p:extLst>
      <p:ext uri="{BB962C8B-B14F-4D97-AF65-F5344CB8AC3E}">
        <p14:creationId xmlns:p14="http://schemas.microsoft.com/office/powerpoint/2010/main" val="3027728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F191045-FCBB-4EC9-AB5F-AA4CFDEA61CB}" type="slidenum">
              <a:rPr lang="de-DE" smtClean="0"/>
              <a:t>24</a:t>
            </a:fld>
            <a:endParaRPr lang="de-DE"/>
          </a:p>
        </p:txBody>
      </p:sp>
    </p:spTree>
    <p:extLst>
      <p:ext uri="{BB962C8B-B14F-4D97-AF65-F5344CB8AC3E}">
        <p14:creationId xmlns:p14="http://schemas.microsoft.com/office/powerpoint/2010/main" val="8033002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Logo Farbe">
    <p:bg>
      <p:bgPr>
        <a:solidFill>
          <a:schemeClr val="bg1"/>
        </a:solidFill>
        <a:effectLst/>
      </p:bgPr>
    </p:bg>
    <p:spTree>
      <p:nvGrpSpPr>
        <p:cNvPr id="1" name=""/>
        <p:cNvGrpSpPr/>
        <p:nvPr/>
      </p:nvGrpSpPr>
      <p:grpSpPr>
        <a:xfrm>
          <a:off x="0" y="0"/>
          <a:ext cx="0" cy="0"/>
          <a:chOff x="0" y="0"/>
          <a:chExt cx="0" cy="0"/>
        </a:xfrm>
      </p:grpSpPr>
      <p:sp>
        <p:nvSpPr>
          <p:cNvPr id="68" name="Bildplatzhalter 67">
            <a:extLst>
              <a:ext uri="{FF2B5EF4-FFF2-40B4-BE49-F238E27FC236}">
                <a16:creationId xmlns:a16="http://schemas.microsoft.com/office/drawing/2014/main" xmlns="" id="{C0838F9B-9AC4-4B9F-B75C-3598A1CE3405}"/>
              </a:ext>
            </a:extLst>
          </p:cNvPr>
          <p:cNvSpPr>
            <a:spLocks noGrp="1"/>
          </p:cNvSpPr>
          <p:nvPr>
            <p:ph type="pic" sz="quarter" idx="21"/>
          </p:nvPr>
        </p:nvSpPr>
        <p:spPr>
          <a:xfrm>
            <a:off x="0" y="0"/>
            <a:ext cx="12192000" cy="6858000"/>
          </a:xfrm>
          <a:solidFill>
            <a:schemeClr val="accent1">
              <a:lumMod val="20000"/>
              <a:lumOff val="80000"/>
            </a:schemeClr>
          </a:solidFill>
        </p:spPr>
        <p:txBody>
          <a:bodyPr/>
          <a:lstStyle/>
          <a:p>
            <a:endParaRPr lang="de-DE"/>
          </a:p>
        </p:txBody>
      </p:sp>
      <p:sp>
        <p:nvSpPr>
          <p:cNvPr id="3" name="Untertitel 2">
            <a:extLst>
              <a:ext uri="{FF2B5EF4-FFF2-40B4-BE49-F238E27FC236}">
                <a16:creationId xmlns:a16="http://schemas.microsoft.com/office/drawing/2014/main" xmlns="" id="{F888B086-C83B-42E9-9F00-760DD2680177}"/>
              </a:ext>
            </a:extLst>
          </p:cNvPr>
          <p:cNvSpPr>
            <a:spLocks noGrp="1"/>
          </p:cNvSpPr>
          <p:nvPr>
            <p:ph type="subTitle" idx="1"/>
          </p:nvPr>
        </p:nvSpPr>
        <p:spPr>
          <a:xfrm>
            <a:off x="630168" y="4256282"/>
            <a:ext cx="7401024" cy="1048109"/>
          </a:xfrm>
        </p:spPr>
        <p:txBody>
          <a:bodyPr lIns="0" tIns="0" rIns="0" bIns="0"/>
          <a:lstStyle>
            <a:lvl1pPr marL="0" indent="0" algn="l">
              <a:lnSpc>
                <a:spcPct val="100000"/>
              </a:lnSpc>
              <a:spcBef>
                <a:spcPts val="0"/>
              </a:spcBef>
              <a:buNone/>
              <a:defRPr sz="16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Master-Untertitelformat bearbeiten</a:t>
            </a:r>
          </a:p>
        </p:txBody>
      </p:sp>
      <p:sp>
        <p:nvSpPr>
          <p:cNvPr id="2" name="Titel 1">
            <a:extLst>
              <a:ext uri="{FF2B5EF4-FFF2-40B4-BE49-F238E27FC236}">
                <a16:creationId xmlns:a16="http://schemas.microsoft.com/office/drawing/2014/main" xmlns="" id="{F153482C-77B3-40C5-ADC7-6EF2A1FA5AD3}"/>
              </a:ext>
            </a:extLst>
          </p:cNvPr>
          <p:cNvSpPr>
            <a:spLocks noGrp="1"/>
          </p:cNvSpPr>
          <p:nvPr>
            <p:ph type="ctrTitle"/>
          </p:nvPr>
        </p:nvSpPr>
        <p:spPr>
          <a:xfrm>
            <a:off x="630168" y="1079233"/>
            <a:ext cx="7401024" cy="3018316"/>
          </a:xfrm>
        </p:spPr>
        <p:txBody>
          <a:bodyPr lIns="0" tIns="0" rIns="0" bIns="0" anchor="b"/>
          <a:lstStyle>
            <a:lvl1pPr algn="l">
              <a:defRPr sz="4000">
                <a:solidFill>
                  <a:schemeClr val="bg1"/>
                </a:solidFill>
              </a:defRPr>
            </a:lvl1pPr>
          </a:lstStyle>
          <a:p>
            <a:r>
              <a:rPr lang="de-DE" dirty="0"/>
              <a:t>Mastertitelformat bearbeiten</a:t>
            </a:r>
          </a:p>
        </p:txBody>
      </p:sp>
      <p:sp>
        <p:nvSpPr>
          <p:cNvPr id="6" name="Textplatzhalter 5">
            <a:extLst>
              <a:ext uri="{FF2B5EF4-FFF2-40B4-BE49-F238E27FC236}">
                <a16:creationId xmlns:a16="http://schemas.microsoft.com/office/drawing/2014/main" xmlns="" id="{D8668922-7D09-4DBB-8A0A-0493EE73B4D2}"/>
              </a:ext>
            </a:extLst>
          </p:cNvPr>
          <p:cNvSpPr>
            <a:spLocks noGrp="1"/>
          </p:cNvSpPr>
          <p:nvPr>
            <p:ph type="body" sz="quarter" idx="10"/>
          </p:nvPr>
        </p:nvSpPr>
        <p:spPr>
          <a:xfrm>
            <a:off x="9652820" y="622144"/>
            <a:ext cx="1985963" cy="553513"/>
          </a:xfrm>
        </p:spPr>
        <p:txBody>
          <a:bodyPr/>
          <a:lstStyle>
            <a:lvl1pPr>
              <a:lnSpc>
                <a:spcPct val="94000"/>
              </a:lnSpc>
              <a:spcBef>
                <a:spcPts val="0"/>
              </a:spcBef>
              <a:defRPr sz="1550" b="1">
                <a:solidFill>
                  <a:schemeClr val="bg1"/>
                </a:solidFill>
              </a:defRPr>
            </a:lvl1pPr>
            <a:lvl2pPr marL="0" indent="0">
              <a:lnSpc>
                <a:spcPct val="94000"/>
              </a:lnSpc>
              <a:spcBef>
                <a:spcPts val="0"/>
              </a:spcBef>
              <a:buNone/>
              <a:defRPr sz="1550" b="1">
                <a:solidFill>
                  <a:schemeClr val="bg1"/>
                </a:solidFill>
              </a:defRPr>
            </a:lvl2pPr>
            <a:lvl3pPr marL="0" indent="0">
              <a:lnSpc>
                <a:spcPct val="94000"/>
              </a:lnSpc>
              <a:buNone/>
              <a:defRPr sz="1550" b="1">
                <a:solidFill>
                  <a:schemeClr val="bg1"/>
                </a:solidFill>
              </a:defRPr>
            </a:lvl3pPr>
            <a:lvl4pPr>
              <a:lnSpc>
                <a:spcPct val="94000"/>
              </a:lnSpc>
              <a:spcBef>
                <a:spcPts val="0"/>
              </a:spcBef>
              <a:defRPr sz="1550" b="1">
                <a:solidFill>
                  <a:schemeClr val="bg1"/>
                </a:solidFill>
              </a:defRPr>
            </a:lvl4pPr>
            <a:lvl5pPr>
              <a:lnSpc>
                <a:spcPct val="94000"/>
              </a:lnSpc>
              <a:spcBef>
                <a:spcPts val="0"/>
              </a:spcBef>
              <a:defRPr sz="1550" b="1">
                <a:solidFill>
                  <a:schemeClr val="bg1"/>
                </a:solidFill>
              </a:defRPr>
            </a:lvl5pPr>
            <a:lvl6pPr>
              <a:lnSpc>
                <a:spcPct val="94000"/>
              </a:lnSpc>
              <a:spcBef>
                <a:spcPts val="0"/>
              </a:spcBef>
              <a:defRPr sz="1550">
                <a:solidFill>
                  <a:schemeClr val="bg1"/>
                </a:solidFill>
              </a:defRPr>
            </a:lvl6pPr>
            <a:lvl7pPr>
              <a:lnSpc>
                <a:spcPct val="94000"/>
              </a:lnSpc>
              <a:spcBef>
                <a:spcPts val="0"/>
              </a:spcBef>
              <a:defRPr sz="1550">
                <a:solidFill>
                  <a:schemeClr val="bg1"/>
                </a:solidFill>
                <a:latin typeface="+mn-lt"/>
              </a:defRPr>
            </a:lvl7pPr>
            <a:lvl8pPr>
              <a:lnSpc>
                <a:spcPct val="94000"/>
              </a:lnSpc>
              <a:spcBef>
                <a:spcPts val="0"/>
              </a:spcBef>
              <a:defRPr sz="1550">
                <a:solidFill>
                  <a:schemeClr val="bg1"/>
                </a:solidFill>
                <a:latin typeface="+mn-lt"/>
              </a:defRPr>
            </a:lvl8pPr>
            <a:lvl9pPr>
              <a:lnSpc>
                <a:spcPct val="94000"/>
              </a:lnSpc>
              <a:spcBef>
                <a:spcPts val="0"/>
              </a:spcBef>
              <a:defRPr sz="1550" b="1">
                <a:solidFill>
                  <a:schemeClr val="bg1"/>
                </a:solidFill>
              </a:defRPr>
            </a:lvl9pPr>
          </a:lstStyle>
          <a:p>
            <a:pPr lvl="0"/>
            <a:r>
              <a:rPr lang="de-DE" dirty="0"/>
              <a:t>Mastertextformat bearbeiten</a:t>
            </a:r>
          </a:p>
        </p:txBody>
      </p:sp>
    </p:spTree>
    <p:extLst>
      <p:ext uri="{BB962C8B-B14F-4D97-AF65-F5344CB8AC3E}">
        <p14:creationId xmlns:p14="http://schemas.microsoft.com/office/powerpoint/2010/main" val="27093344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Logo weiß">
    <p:bg>
      <p:bgPr>
        <a:solidFill>
          <a:schemeClr val="bg1"/>
        </a:solidFill>
        <a:effectLst/>
      </p:bgPr>
    </p:bg>
    <p:spTree>
      <p:nvGrpSpPr>
        <p:cNvPr id="1" name=""/>
        <p:cNvGrpSpPr/>
        <p:nvPr/>
      </p:nvGrpSpPr>
      <p:grpSpPr>
        <a:xfrm>
          <a:off x="0" y="0"/>
          <a:ext cx="0" cy="0"/>
          <a:chOff x="0" y="0"/>
          <a:chExt cx="0" cy="0"/>
        </a:xfrm>
      </p:grpSpPr>
      <p:sp>
        <p:nvSpPr>
          <p:cNvPr id="68" name="Bildplatzhalter 67">
            <a:extLst>
              <a:ext uri="{FF2B5EF4-FFF2-40B4-BE49-F238E27FC236}">
                <a16:creationId xmlns:a16="http://schemas.microsoft.com/office/drawing/2014/main" xmlns="" id="{C0838F9B-9AC4-4B9F-B75C-3598A1CE3405}"/>
              </a:ext>
            </a:extLst>
          </p:cNvPr>
          <p:cNvSpPr>
            <a:spLocks noGrp="1"/>
          </p:cNvSpPr>
          <p:nvPr>
            <p:ph type="pic" sz="quarter" idx="21"/>
          </p:nvPr>
        </p:nvSpPr>
        <p:spPr>
          <a:xfrm>
            <a:off x="0" y="0"/>
            <a:ext cx="12192000" cy="6858000"/>
          </a:xfrm>
          <a:solidFill>
            <a:schemeClr val="accent1">
              <a:lumMod val="20000"/>
              <a:lumOff val="80000"/>
            </a:schemeClr>
          </a:solidFill>
        </p:spPr>
        <p:txBody>
          <a:bodyPr/>
          <a:lstStyle/>
          <a:p>
            <a:endParaRPr lang="de-DE"/>
          </a:p>
        </p:txBody>
      </p:sp>
      <p:sp>
        <p:nvSpPr>
          <p:cNvPr id="3" name="Untertitel 2">
            <a:extLst>
              <a:ext uri="{FF2B5EF4-FFF2-40B4-BE49-F238E27FC236}">
                <a16:creationId xmlns:a16="http://schemas.microsoft.com/office/drawing/2014/main" xmlns="" id="{F888B086-C83B-42E9-9F00-760DD2680177}"/>
              </a:ext>
            </a:extLst>
          </p:cNvPr>
          <p:cNvSpPr>
            <a:spLocks noGrp="1"/>
          </p:cNvSpPr>
          <p:nvPr>
            <p:ph type="subTitle" idx="1"/>
          </p:nvPr>
        </p:nvSpPr>
        <p:spPr>
          <a:xfrm>
            <a:off x="630168" y="4256282"/>
            <a:ext cx="7401024" cy="1048109"/>
          </a:xfrm>
        </p:spPr>
        <p:txBody>
          <a:bodyPr lIns="0" tIns="0" rIns="0" bIns="0"/>
          <a:lstStyle>
            <a:lvl1pPr marL="0" indent="0" algn="l">
              <a:lnSpc>
                <a:spcPct val="100000"/>
              </a:lnSpc>
              <a:spcBef>
                <a:spcPts val="0"/>
              </a:spcBef>
              <a:buNone/>
              <a:defRPr sz="16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Master-Untertitelformat bearbeiten</a:t>
            </a:r>
          </a:p>
        </p:txBody>
      </p:sp>
      <p:sp>
        <p:nvSpPr>
          <p:cNvPr id="2" name="Titel 1">
            <a:extLst>
              <a:ext uri="{FF2B5EF4-FFF2-40B4-BE49-F238E27FC236}">
                <a16:creationId xmlns:a16="http://schemas.microsoft.com/office/drawing/2014/main" xmlns="" id="{F153482C-77B3-40C5-ADC7-6EF2A1FA5AD3}"/>
              </a:ext>
            </a:extLst>
          </p:cNvPr>
          <p:cNvSpPr>
            <a:spLocks noGrp="1"/>
          </p:cNvSpPr>
          <p:nvPr>
            <p:ph type="ctrTitle"/>
          </p:nvPr>
        </p:nvSpPr>
        <p:spPr>
          <a:xfrm>
            <a:off x="630168" y="1079233"/>
            <a:ext cx="7401024" cy="3018316"/>
          </a:xfrm>
        </p:spPr>
        <p:txBody>
          <a:bodyPr lIns="0" tIns="0" rIns="0" bIns="0" anchor="b"/>
          <a:lstStyle>
            <a:lvl1pPr algn="l">
              <a:defRPr sz="4000">
                <a:solidFill>
                  <a:schemeClr val="bg1"/>
                </a:solidFill>
              </a:defRPr>
            </a:lvl1pPr>
          </a:lstStyle>
          <a:p>
            <a:r>
              <a:rPr lang="de-DE" dirty="0"/>
              <a:t>Mastertitelformat bearbeiten</a:t>
            </a:r>
          </a:p>
        </p:txBody>
      </p:sp>
      <p:sp>
        <p:nvSpPr>
          <p:cNvPr id="6" name="Textplatzhalter 5">
            <a:extLst>
              <a:ext uri="{FF2B5EF4-FFF2-40B4-BE49-F238E27FC236}">
                <a16:creationId xmlns:a16="http://schemas.microsoft.com/office/drawing/2014/main" xmlns="" id="{D8668922-7D09-4DBB-8A0A-0493EE73B4D2}"/>
              </a:ext>
            </a:extLst>
          </p:cNvPr>
          <p:cNvSpPr>
            <a:spLocks noGrp="1"/>
          </p:cNvSpPr>
          <p:nvPr>
            <p:ph type="body" sz="quarter" idx="10"/>
          </p:nvPr>
        </p:nvSpPr>
        <p:spPr>
          <a:xfrm>
            <a:off x="9652820" y="622144"/>
            <a:ext cx="1985963" cy="553513"/>
          </a:xfrm>
        </p:spPr>
        <p:txBody>
          <a:bodyPr/>
          <a:lstStyle>
            <a:lvl1pPr>
              <a:lnSpc>
                <a:spcPct val="94000"/>
              </a:lnSpc>
              <a:spcBef>
                <a:spcPts val="0"/>
              </a:spcBef>
              <a:defRPr sz="1550" b="1">
                <a:solidFill>
                  <a:schemeClr val="bg1"/>
                </a:solidFill>
              </a:defRPr>
            </a:lvl1pPr>
            <a:lvl2pPr marL="0" indent="0">
              <a:lnSpc>
                <a:spcPct val="94000"/>
              </a:lnSpc>
              <a:spcBef>
                <a:spcPts val="0"/>
              </a:spcBef>
              <a:buNone/>
              <a:defRPr sz="1550" b="1">
                <a:solidFill>
                  <a:schemeClr val="bg1"/>
                </a:solidFill>
              </a:defRPr>
            </a:lvl2pPr>
            <a:lvl3pPr marL="0" indent="0">
              <a:lnSpc>
                <a:spcPct val="94000"/>
              </a:lnSpc>
              <a:buNone/>
              <a:defRPr sz="1550" b="1">
                <a:solidFill>
                  <a:schemeClr val="bg1"/>
                </a:solidFill>
              </a:defRPr>
            </a:lvl3pPr>
            <a:lvl4pPr>
              <a:lnSpc>
                <a:spcPct val="94000"/>
              </a:lnSpc>
              <a:spcBef>
                <a:spcPts val="0"/>
              </a:spcBef>
              <a:defRPr sz="1550" b="1">
                <a:solidFill>
                  <a:schemeClr val="bg1"/>
                </a:solidFill>
              </a:defRPr>
            </a:lvl4pPr>
            <a:lvl5pPr>
              <a:lnSpc>
                <a:spcPct val="94000"/>
              </a:lnSpc>
              <a:spcBef>
                <a:spcPts val="0"/>
              </a:spcBef>
              <a:defRPr sz="1550" b="1">
                <a:solidFill>
                  <a:schemeClr val="bg1"/>
                </a:solidFill>
              </a:defRPr>
            </a:lvl5pPr>
            <a:lvl6pPr>
              <a:lnSpc>
                <a:spcPct val="94000"/>
              </a:lnSpc>
              <a:spcBef>
                <a:spcPts val="0"/>
              </a:spcBef>
              <a:defRPr sz="1550">
                <a:solidFill>
                  <a:schemeClr val="bg1"/>
                </a:solidFill>
              </a:defRPr>
            </a:lvl6pPr>
            <a:lvl7pPr>
              <a:lnSpc>
                <a:spcPct val="94000"/>
              </a:lnSpc>
              <a:spcBef>
                <a:spcPts val="0"/>
              </a:spcBef>
              <a:defRPr sz="1550">
                <a:solidFill>
                  <a:schemeClr val="bg1"/>
                </a:solidFill>
                <a:latin typeface="+mn-lt"/>
              </a:defRPr>
            </a:lvl7pPr>
            <a:lvl8pPr>
              <a:lnSpc>
                <a:spcPct val="94000"/>
              </a:lnSpc>
              <a:spcBef>
                <a:spcPts val="0"/>
              </a:spcBef>
              <a:defRPr sz="1550">
                <a:solidFill>
                  <a:schemeClr val="bg1"/>
                </a:solidFill>
                <a:latin typeface="+mn-lt"/>
              </a:defRPr>
            </a:lvl8pPr>
            <a:lvl9pPr>
              <a:lnSpc>
                <a:spcPct val="94000"/>
              </a:lnSpc>
              <a:spcBef>
                <a:spcPts val="0"/>
              </a:spcBef>
              <a:defRPr sz="1550" b="1">
                <a:solidFill>
                  <a:schemeClr val="bg1"/>
                </a:solidFill>
              </a:defRPr>
            </a:lvl9pPr>
          </a:lstStyle>
          <a:p>
            <a:pPr lvl="0"/>
            <a:r>
              <a:rPr lang="de-DE" dirty="0"/>
              <a:t>Mastertextformat bearbeiten</a:t>
            </a:r>
          </a:p>
        </p:txBody>
      </p:sp>
      <p:sp>
        <p:nvSpPr>
          <p:cNvPr id="8" name="srh Logo">
            <a:extLst>
              <a:ext uri="{FF2B5EF4-FFF2-40B4-BE49-F238E27FC236}">
                <a16:creationId xmlns:a16="http://schemas.microsoft.com/office/drawing/2014/main" xmlns="" id="{E2C8FFD0-489D-45A2-BC98-F4AC2B86D4D2}"/>
              </a:ext>
            </a:extLst>
          </p:cNvPr>
          <p:cNvSpPr>
            <a:spLocks noGrp="1"/>
          </p:cNvSpPr>
          <p:nvPr>
            <p:ph type="dgm" sz="quarter" idx="16"/>
          </p:nvPr>
        </p:nvSpPr>
        <p:spPr>
          <a:xfrm>
            <a:off x="630000" y="458084"/>
            <a:ext cx="948335" cy="733815"/>
          </a:xfrm>
          <a:blipFill>
            <a:blip r:embed="rId2">
              <a:extLst>
                <a:ext uri="{96DAC541-7B7A-43D3-8B79-37D633B846F1}">
                  <asvg:svgBlip xmlns:asvg="http://schemas.microsoft.com/office/drawing/2016/SVG/main" xmlns="" r:embed="rId3"/>
                </a:ext>
              </a:extLst>
            </a:blip>
            <a:stretch>
              <a:fillRect/>
            </a:stretch>
          </a:blipFill>
        </p:spPr>
        <p:txBody>
          <a:bodyPr>
            <a:normAutofit/>
          </a:bodyPr>
          <a:lstStyle>
            <a:lvl1pPr>
              <a:defRPr sz="100">
                <a:noFill/>
              </a:defRPr>
            </a:lvl1pPr>
          </a:lstStyle>
          <a:p>
            <a:endParaRPr lang="de-DE"/>
          </a:p>
        </p:txBody>
      </p:sp>
    </p:spTree>
    <p:extLst>
      <p:ext uri="{BB962C8B-B14F-4D97-AF65-F5344CB8AC3E}">
        <p14:creationId xmlns:p14="http://schemas.microsoft.com/office/powerpoint/2010/main" val="21206831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Gliederung">
    <p:spTree>
      <p:nvGrpSpPr>
        <p:cNvPr id="1" name=""/>
        <p:cNvGrpSpPr/>
        <p:nvPr/>
      </p:nvGrpSpPr>
      <p:grpSpPr>
        <a:xfrm>
          <a:off x="0" y="0"/>
          <a:ext cx="0" cy="0"/>
          <a:chOff x="0" y="0"/>
          <a:chExt cx="0" cy="0"/>
        </a:xfrm>
      </p:grpSpPr>
      <p:sp>
        <p:nvSpPr>
          <p:cNvPr id="29" name="Logo-Fragment">
            <a:extLst>
              <a:ext uri="{FF2B5EF4-FFF2-40B4-BE49-F238E27FC236}">
                <a16:creationId xmlns:a16="http://schemas.microsoft.com/office/drawing/2014/main" xmlns="" id="{4E1C69AA-DE75-47AF-A9EE-1D16FC11535A}"/>
              </a:ext>
            </a:extLst>
          </p:cNvPr>
          <p:cNvSpPr/>
          <p:nvPr userDrawn="1"/>
        </p:nvSpPr>
        <p:spPr>
          <a:xfrm>
            <a:off x="8202787"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cap="flat">
            <a:noFill/>
            <a:prstDash val="solid"/>
            <a:miter/>
          </a:ln>
        </p:spPr>
        <p:txBody>
          <a:bodyPr rtlCol="0" anchor="ctr"/>
          <a:lstStyle/>
          <a:p>
            <a:endParaRPr lang="de-DE"/>
          </a:p>
        </p:txBody>
      </p:sp>
      <p:sp>
        <p:nvSpPr>
          <p:cNvPr id="6" name="Foliennummernplatzhalter 5">
            <a:extLst>
              <a:ext uri="{FF2B5EF4-FFF2-40B4-BE49-F238E27FC236}">
                <a16:creationId xmlns:a16="http://schemas.microsoft.com/office/drawing/2014/main" xmlns="" id="{86CB8D8A-0190-4905-BE9D-E7A8085E03E0}"/>
              </a:ext>
            </a:extLst>
          </p:cNvPr>
          <p:cNvSpPr>
            <a:spLocks noGrp="1"/>
          </p:cNvSpPr>
          <p:nvPr>
            <p:ph type="sldNum" sz="quarter" idx="12"/>
          </p:nvPr>
        </p:nvSpPr>
        <p:spPr/>
        <p:txBody>
          <a:bodyPr/>
          <a:lstStyle/>
          <a:p>
            <a:fld id="{075B144D-941B-4DFC-AF5F-0416193D12EC}" type="slidenum">
              <a:rPr lang="de-DE" smtClean="0"/>
              <a:t>‹#›</a:t>
            </a:fld>
            <a:endParaRPr lang="de-DE"/>
          </a:p>
        </p:txBody>
      </p:sp>
      <p:sp>
        <p:nvSpPr>
          <p:cNvPr id="5" name="Fußzeilenplatzhalter 4">
            <a:extLst>
              <a:ext uri="{FF2B5EF4-FFF2-40B4-BE49-F238E27FC236}">
                <a16:creationId xmlns:a16="http://schemas.microsoft.com/office/drawing/2014/main" xmlns="" id="{37B713B8-12EB-4C04-9B73-0F40C27848DC}"/>
              </a:ext>
            </a:extLst>
          </p:cNvPr>
          <p:cNvSpPr>
            <a:spLocks noGrp="1"/>
          </p:cNvSpPr>
          <p:nvPr>
            <p:ph type="ftr" sz="quarter" idx="11"/>
          </p:nvPr>
        </p:nvSpPr>
        <p:spPr/>
        <p:txBody>
          <a:bodyPr/>
          <a:lstStyle/>
          <a:p>
            <a:r>
              <a:rPr lang="de-DE"/>
              <a:t>SRH Hochschule Heidelberg</a:t>
            </a:r>
            <a:endParaRPr lang="de-DE" dirty="0"/>
          </a:p>
        </p:txBody>
      </p:sp>
      <p:sp>
        <p:nvSpPr>
          <p:cNvPr id="4" name="Datumsplatzhalter 3">
            <a:extLst>
              <a:ext uri="{FF2B5EF4-FFF2-40B4-BE49-F238E27FC236}">
                <a16:creationId xmlns:a16="http://schemas.microsoft.com/office/drawing/2014/main" xmlns="" id="{EE1A042D-D00A-488B-B800-3BB1279684A7}"/>
              </a:ext>
            </a:extLst>
          </p:cNvPr>
          <p:cNvSpPr>
            <a:spLocks noGrp="1"/>
          </p:cNvSpPr>
          <p:nvPr>
            <p:ph type="dt" sz="half" idx="10"/>
          </p:nvPr>
        </p:nvSpPr>
        <p:spPr/>
        <p:txBody>
          <a:bodyPr/>
          <a:lstStyle/>
          <a:p>
            <a:fld id="{233282A2-C990-4FB5-8760-27A74149E33C}" type="datetime1">
              <a:rPr lang="en-CA" smtClean="0"/>
              <a:t>2025-09-13</a:t>
            </a:fld>
            <a:endParaRPr lang="de-DE" dirty="0"/>
          </a:p>
        </p:txBody>
      </p:sp>
      <p:sp>
        <p:nvSpPr>
          <p:cNvPr id="90" name="Thema 10">
            <a:extLst>
              <a:ext uri="{FF2B5EF4-FFF2-40B4-BE49-F238E27FC236}">
                <a16:creationId xmlns:a16="http://schemas.microsoft.com/office/drawing/2014/main" xmlns="" id="{CC6F2213-38FE-4FAE-8DAA-719F27FB208C}"/>
              </a:ext>
            </a:extLst>
          </p:cNvPr>
          <p:cNvSpPr>
            <a:spLocks noGrp="1"/>
          </p:cNvSpPr>
          <p:nvPr>
            <p:ph type="body" sz="quarter" idx="32" hasCustomPrompt="1"/>
          </p:nvPr>
        </p:nvSpPr>
        <p:spPr>
          <a:xfrm>
            <a:off x="6773464" y="4854251"/>
            <a:ext cx="5053358"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Thema</a:t>
            </a:r>
          </a:p>
          <a:p>
            <a:pPr lvl="1"/>
            <a:r>
              <a:rPr lang="de-DE"/>
              <a:t>Beschreibung</a:t>
            </a:r>
          </a:p>
        </p:txBody>
      </p:sp>
      <p:sp>
        <p:nvSpPr>
          <p:cNvPr id="91" name="Zahl Thema 10">
            <a:extLst>
              <a:ext uri="{FF2B5EF4-FFF2-40B4-BE49-F238E27FC236}">
                <a16:creationId xmlns:a16="http://schemas.microsoft.com/office/drawing/2014/main" xmlns="" id="{1E5FEF8A-F472-4107-8E27-82DD9F98DE83}"/>
              </a:ext>
            </a:extLst>
          </p:cNvPr>
          <p:cNvSpPr>
            <a:spLocks noGrp="1"/>
          </p:cNvSpPr>
          <p:nvPr>
            <p:ph type="body" sz="quarter" idx="33" hasCustomPrompt="1"/>
          </p:nvPr>
        </p:nvSpPr>
        <p:spPr>
          <a:xfrm>
            <a:off x="6276000" y="4854251"/>
            <a:ext cx="425604"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1">
                <a:solidFill>
                  <a:schemeClr val="accent1"/>
                </a:solidFill>
                <a:latin typeface="+mn-lt"/>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00</a:t>
            </a:r>
          </a:p>
        </p:txBody>
      </p:sp>
      <p:sp>
        <p:nvSpPr>
          <p:cNvPr id="88" name="Thema 9">
            <a:extLst>
              <a:ext uri="{FF2B5EF4-FFF2-40B4-BE49-F238E27FC236}">
                <a16:creationId xmlns:a16="http://schemas.microsoft.com/office/drawing/2014/main" xmlns="" id="{6E4AF8F3-89A8-4F9B-BA9E-56F9D85ACB69}"/>
              </a:ext>
            </a:extLst>
          </p:cNvPr>
          <p:cNvSpPr>
            <a:spLocks noGrp="1"/>
          </p:cNvSpPr>
          <p:nvPr>
            <p:ph type="body" sz="quarter" idx="30" hasCustomPrompt="1"/>
          </p:nvPr>
        </p:nvSpPr>
        <p:spPr>
          <a:xfrm>
            <a:off x="6773464" y="4072689"/>
            <a:ext cx="5053358"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Thema</a:t>
            </a:r>
          </a:p>
          <a:p>
            <a:pPr lvl="1"/>
            <a:r>
              <a:rPr lang="de-DE"/>
              <a:t>Beschreibung</a:t>
            </a:r>
          </a:p>
        </p:txBody>
      </p:sp>
      <p:sp>
        <p:nvSpPr>
          <p:cNvPr id="89" name="Zahl Thema 9">
            <a:extLst>
              <a:ext uri="{FF2B5EF4-FFF2-40B4-BE49-F238E27FC236}">
                <a16:creationId xmlns:a16="http://schemas.microsoft.com/office/drawing/2014/main" xmlns="" id="{8176477D-061A-4734-9BB4-8EB4EA7D5188}"/>
              </a:ext>
            </a:extLst>
          </p:cNvPr>
          <p:cNvSpPr>
            <a:spLocks noGrp="1"/>
          </p:cNvSpPr>
          <p:nvPr>
            <p:ph type="body" sz="quarter" idx="31" hasCustomPrompt="1"/>
          </p:nvPr>
        </p:nvSpPr>
        <p:spPr>
          <a:xfrm>
            <a:off x="6276000" y="4072689"/>
            <a:ext cx="425604"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1">
                <a:solidFill>
                  <a:schemeClr val="accent1"/>
                </a:solidFill>
                <a:latin typeface="+mn-lt"/>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00</a:t>
            </a:r>
          </a:p>
        </p:txBody>
      </p:sp>
      <p:sp>
        <p:nvSpPr>
          <p:cNvPr id="86" name="Thema 8">
            <a:extLst>
              <a:ext uri="{FF2B5EF4-FFF2-40B4-BE49-F238E27FC236}">
                <a16:creationId xmlns:a16="http://schemas.microsoft.com/office/drawing/2014/main" xmlns="" id="{DEB7B7BA-4EF3-4596-A8B9-6AF9FA83C6DA}"/>
              </a:ext>
            </a:extLst>
          </p:cNvPr>
          <p:cNvSpPr>
            <a:spLocks noGrp="1"/>
          </p:cNvSpPr>
          <p:nvPr>
            <p:ph type="body" sz="quarter" idx="28" hasCustomPrompt="1"/>
          </p:nvPr>
        </p:nvSpPr>
        <p:spPr>
          <a:xfrm>
            <a:off x="6773464" y="3291126"/>
            <a:ext cx="5053358"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Thema</a:t>
            </a:r>
          </a:p>
          <a:p>
            <a:pPr lvl="1"/>
            <a:r>
              <a:rPr lang="de-DE"/>
              <a:t>Beschreibung</a:t>
            </a:r>
          </a:p>
        </p:txBody>
      </p:sp>
      <p:sp>
        <p:nvSpPr>
          <p:cNvPr id="87" name="Zahl Thema 8">
            <a:extLst>
              <a:ext uri="{FF2B5EF4-FFF2-40B4-BE49-F238E27FC236}">
                <a16:creationId xmlns:a16="http://schemas.microsoft.com/office/drawing/2014/main" xmlns="" id="{8B5B5752-05E3-4E86-89B5-81394C15F4FC}"/>
              </a:ext>
            </a:extLst>
          </p:cNvPr>
          <p:cNvSpPr>
            <a:spLocks noGrp="1"/>
          </p:cNvSpPr>
          <p:nvPr>
            <p:ph type="body" sz="quarter" idx="29" hasCustomPrompt="1"/>
          </p:nvPr>
        </p:nvSpPr>
        <p:spPr>
          <a:xfrm>
            <a:off x="6276000" y="3291126"/>
            <a:ext cx="425604"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1">
                <a:solidFill>
                  <a:schemeClr val="accent1"/>
                </a:solidFill>
                <a:latin typeface="+mn-lt"/>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00</a:t>
            </a:r>
          </a:p>
        </p:txBody>
      </p:sp>
      <p:sp>
        <p:nvSpPr>
          <p:cNvPr id="82" name="Thema 7">
            <a:extLst>
              <a:ext uri="{FF2B5EF4-FFF2-40B4-BE49-F238E27FC236}">
                <a16:creationId xmlns:a16="http://schemas.microsoft.com/office/drawing/2014/main" xmlns="" id="{ECB4B40B-F372-42B2-A209-9BCB10590623}"/>
              </a:ext>
            </a:extLst>
          </p:cNvPr>
          <p:cNvSpPr>
            <a:spLocks noGrp="1"/>
          </p:cNvSpPr>
          <p:nvPr>
            <p:ph type="body" sz="quarter" idx="26" hasCustomPrompt="1"/>
          </p:nvPr>
        </p:nvSpPr>
        <p:spPr>
          <a:xfrm>
            <a:off x="6773464" y="2509563"/>
            <a:ext cx="5053358"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Thema</a:t>
            </a:r>
          </a:p>
          <a:p>
            <a:pPr lvl="1"/>
            <a:r>
              <a:rPr lang="de-DE"/>
              <a:t>Beschreibung</a:t>
            </a:r>
          </a:p>
        </p:txBody>
      </p:sp>
      <p:sp>
        <p:nvSpPr>
          <p:cNvPr id="83" name="Zahl Thema 7">
            <a:extLst>
              <a:ext uri="{FF2B5EF4-FFF2-40B4-BE49-F238E27FC236}">
                <a16:creationId xmlns:a16="http://schemas.microsoft.com/office/drawing/2014/main" xmlns="" id="{B198888A-6AE9-48B6-99AF-A970F8D311A5}"/>
              </a:ext>
            </a:extLst>
          </p:cNvPr>
          <p:cNvSpPr>
            <a:spLocks noGrp="1"/>
          </p:cNvSpPr>
          <p:nvPr>
            <p:ph type="body" sz="quarter" idx="27" hasCustomPrompt="1"/>
          </p:nvPr>
        </p:nvSpPr>
        <p:spPr>
          <a:xfrm>
            <a:off x="6276000" y="2509563"/>
            <a:ext cx="425604"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1">
                <a:solidFill>
                  <a:schemeClr val="accent1"/>
                </a:solidFill>
                <a:latin typeface="+mn-lt"/>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00</a:t>
            </a:r>
          </a:p>
        </p:txBody>
      </p:sp>
      <p:sp>
        <p:nvSpPr>
          <p:cNvPr id="81" name="Thema 6">
            <a:extLst>
              <a:ext uri="{FF2B5EF4-FFF2-40B4-BE49-F238E27FC236}">
                <a16:creationId xmlns:a16="http://schemas.microsoft.com/office/drawing/2014/main" xmlns="" id="{B486ACC7-67B9-4B39-9EBF-88C3C35A4D18}"/>
              </a:ext>
            </a:extLst>
          </p:cNvPr>
          <p:cNvSpPr>
            <a:spLocks noGrp="1"/>
          </p:cNvSpPr>
          <p:nvPr>
            <p:ph type="body" sz="quarter" idx="25" hasCustomPrompt="1"/>
          </p:nvPr>
        </p:nvSpPr>
        <p:spPr>
          <a:xfrm>
            <a:off x="6773464" y="1728000"/>
            <a:ext cx="5053358"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Thema</a:t>
            </a:r>
          </a:p>
          <a:p>
            <a:pPr lvl="1"/>
            <a:r>
              <a:rPr lang="de-DE"/>
              <a:t>Beschreibung</a:t>
            </a:r>
          </a:p>
        </p:txBody>
      </p:sp>
      <p:sp>
        <p:nvSpPr>
          <p:cNvPr id="80" name="Zahl Thema 6">
            <a:extLst>
              <a:ext uri="{FF2B5EF4-FFF2-40B4-BE49-F238E27FC236}">
                <a16:creationId xmlns:a16="http://schemas.microsoft.com/office/drawing/2014/main" xmlns="" id="{E307C616-82CC-4ADA-AE7F-E4DF02456068}"/>
              </a:ext>
            </a:extLst>
          </p:cNvPr>
          <p:cNvSpPr>
            <a:spLocks noGrp="1"/>
          </p:cNvSpPr>
          <p:nvPr>
            <p:ph type="body" sz="quarter" idx="24" hasCustomPrompt="1"/>
          </p:nvPr>
        </p:nvSpPr>
        <p:spPr>
          <a:xfrm>
            <a:off x="6276000" y="1728000"/>
            <a:ext cx="425604"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1">
                <a:solidFill>
                  <a:schemeClr val="accent1"/>
                </a:solidFill>
                <a:latin typeface="+mn-lt"/>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00</a:t>
            </a:r>
          </a:p>
        </p:txBody>
      </p:sp>
      <p:sp>
        <p:nvSpPr>
          <p:cNvPr id="79" name="Thema 5">
            <a:extLst>
              <a:ext uri="{FF2B5EF4-FFF2-40B4-BE49-F238E27FC236}">
                <a16:creationId xmlns:a16="http://schemas.microsoft.com/office/drawing/2014/main" xmlns="" id="{5676FF1B-A5EC-4512-842C-E5CA0050FD88}"/>
              </a:ext>
            </a:extLst>
          </p:cNvPr>
          <p:cNvSpPr>
            <a:spLocks noGrp="1"/>
          </p:cNvSpPr>
          <p:nvPr>
            <p:ph type="body" sz="quarter" idx="23" hasCustomPrompt="1"/>
          </p:nvPr>
        </p:nvSpPr>
        <p:spPr>
          <a:xfrm>
            <a:off x="862642" y="4854251"/>
            <a:ext cx="5053358"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Thema</a:t>
            </a:r>
          </a:p>
          <a:p>
            <a:pPr lvl="1"/>
            <a:r>
              <a:rPr lang="de-DE"/>
              <a:t>Beschreibung</a:t>
            </a:r>
          </a:p>
        </p:txBody>
      </p:sp>
      <p:sp>
        <p:nvSpPr>
          <p:cNvPr id="78" name="Zahl Thema 5">
            <a:extLst>
              <a:ext uri="{FF2B5EF4-FFF2-40B4-BE49-F238E27FC236}">
                <a16:creationId xmlns:a16="http://schemas.microsoft.com/office/drawing/2014/main" xmlns="" id="{A4D68514-EBB8-4602-81C1-9A5D352969D2}"/>
              </a:ext>
            </a:extLst>
          </p:cNvPr>
          <p:cNvSpPr>
            <a:spLocks noGrp="1"/>
          </p:cNvSpPr>
          <p:nvPr>
            <p:ph type="body" sz="quarter" idx="22" hasCustomPrompt="1"/>
          </p:nvPr>
        </p:nvSpPr>
        <p:spPr>
          <a:xfrm>
            <a:off x="359400" y="4854251"/>
            <a:ext cx="425604"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1">
                <a:solidFill>
                  <a:schemeClr val="accent1"/>
                </a:solidFill>
                <a:latin typeface="+mn-lt"/>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00</a:t>
            </a:r>
          </a:p>
        </p:txBody>
      </p:sp>
      <p:sp>
        <p:nvSpPr>
          <p:cNvPr id="77" name="Thema 4">
            <a:extLst>
              <a:ext uri="{FF2B5EF4-FFF2-40B4-BE49-F238E27FC236}">
                <a16:creationId xmlns:a16="http://schemas.microsoft.com/office/drawing/2014/main" xmlns="" id="{3D37BC6F-D5CD-478E-BB54-34CB4BB84C82}"/>
              </a:ext>
            </a:extLst>
          </p:cNvPr>
          <p:cNvSpPr>
            <a:spLocks noGrp="1"/>
          </p:cNvSpPr>
          <p:nvPr>
            <p:ph type="body" sz="quarter" idx="21" hasCustomPrompt="1"/>
          </p:nvPr>
        </p:nvSpPr>
        <p:spPr>
          <a:xfrm>
            <a:off x="862642" y="4072689"/>
            <a:ext cx="5053358"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dirty="0"/>
              <a:t>Thema</a:t>
            </a:r>
          </a:p>
          <a:p>
            <a:pPr lvl="1"/>
            <a:r>
              <a:rPr lang="de-DE" dirty="0"/>
              <a:t>Beschreibung</a:t>
            </a:r>
          </a:p>
        </p:txBody>
      </p:sp>
      <p:sp>
        <p:nvSpPr>
          <p:cNvPr id="76" name="Zahl Thema 4">
            <a:extLst>
              <a:ext uri="{FF2B5EF4-FFF2-40B4-BE49-F238E27FC236}">
                <a16:creationId xmlns:a16="http://schemas.microsoft.com/office/drawing/2014/main" xmlns="" id="{84A15981-DDE4-4111-85F8-DBD9D59082CE}"/>
              </a:ext>
            </a:extLst>
          </p:cNvPr>
          <p:cNvSpPr>
            <a:spLocks noGrp="1"/>
          </p:cNvSpPr>
          <p:nvPr>
            <p:ph type="body" sz="quarter" idx="20" hasCustomPrompt="1"/>
          </p:nvPr>
        </p:nvSpPr>
        <p:spPr>
          <a:xfrm>
            <a:off x="359400" y="4072689"/>
            <a:ext cx="425604"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1">
                <a:solidFill>
                  <a:schemeClr val="accent1"/>
                </a:solidFill>
                <a:latin typeface="+mn-lt"/>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a:t>00</a:t>
            </a:r>
          </a:p>
        </p:txBody>
      </p:sp>
      <p:sp>
        <p:nvSpPr>
          <p:cNvPr id="75" name="Thema 3">
            <a:extLst>
              <a:ext uri="{FF2B5EF4-FFF2-40B4-BE49-F238E27FC236}">
                <a16:creationId xmlns:a16="http://schemas.microsoft.com/office/drawing/2014/main" xmlns="" id="{20D0653C-5C34-4011-9A8C-EA212508A3A9}"/>
              </a:ext>
            </a:extLst>
          </p:cNvPr>
          <p:cNvSpPr>
            <a:spLocks noGrp="1"/>
          </p:cNvSpPr>
          <p:nvPr>
            <p:ph type="body" sz="quarter" idx="19" hasCustomPrompt="1"/>
          </p:nvPr>
        </p:nvSpPr>
        <p:spPr>
          <a:xfrm>
            <a:off x="862642" y="3291126"/>
            <a:ext cx="5053358"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dirty="0"/>
              <a:t>Thema</a:t>
            </a:r>
          </a:p>
          <a:p>
            <a:pPr lvl="1"/>
            <a:r>
              <a:rPr lang="de-DE" dirty="0"/>
              <a:t>Beschreibung</a:t>
            </a:r>
          </a:p>
        </p:txBody>
      </p:sp>
      <p:sp>
        <p:nvSpPr>
          <p:cNvPr id="74" name="Zahl Thema 3">
            <a:extLst>
              <a:ext uri="{FF2B5EF4-FFF2-40B4-BE49-F238E27FC236}">
                <a16:creationId xmlns:a16="http://schemas.microsoft.com/office/drawing/2014/main" xmlns="" id="{719C4090-1909-4C92-9601-6C7EE6377DEE}"/>
              </a:ext>
            </a:extLst>
          </p:cNvPr>
          <p:cNvSpPr>
            <a:spLocks noGrp="1"/>
          </p:cNvSpPr>
          <p:nvPr>
            <p:ph type="body" sz="quarter" idx="18" hasCustomPrompt="1"/>
          </p:nvPr>
        </p:nvSpPr>
        <p:spPr>
          <a:xfrm>
            <a:off x="359400" y="3291126"/>
            <a:ext cx="425604"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1">
                <a:solidFill>
                  <a:schemeClr val="accent1"/>
                </a:solidFill>
                <a:latin typeface="+mn-lt"/>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dirty="0"/>
              <a:t>03</a:t>
            </a:r>
          </a:p>
        </p:txBody>
      </p:sp>
      <p:sp>
        <p:nvSpPr>
          <p:cNvPr id="71" name="Thema 2">
            <a:extLst>
              <a:ext uri="{FF2B5EF4-FFF2-40B4-BE49-F238E27FC236}">
                <a16:creationId xmlns:a16="http://schemas.microsoft.com/office/drawing/2014/main" xmlns="" id="{F4A45600-E5D3-4BCB-99B4-7B6ED053EF9F}"/>
              </a:ext>
            </a:extLst>
          </p:cNvPr>
          <p:cNvSpPr>
            <a:spLocks noGrp="1"/>
          </p:cNvSpPr>
          <p:nvPr>
            <p:ph type="body" sz="quarter" idx="17" hasCustomPrompt="1"/>
          </p:nvPr>
        </p:nvSpPr>
        <p:spPr>
          <a:xfrm>
            <a:off x="862642" y="2509563"/>
            <a:ext cx="5053358"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dirty="0"/>
              <a:t>Thema</a:t>
            </a:r>
          </a:p>
          <a:p>
            <a:pPr lvl="1"/>
            <a:r>
              <a:rPr lang="de-DE" dirty="0"/>
              <a:t>Beschreibung</a:t>
            </a:r>
          </a:p>
        </p:txBody>
      </p:sp>
      <p:sp>
        <p:nvSpPr>
          <p:cNvPr id="70" name="Zahl Thema 2">
            <a:extLst>
              <a:ext uri="{FF2B5EF4-FFF2-40B4-BE49-F238E27FC236}">
                <a16:creationId xmlns:a16="http://schemas.microsoft.com/office/drawing/2014/main" xmlns="" id="{46686522-ADC7-4AB0-8104-D7BFD494AC45}"/>
              </a:ext>
            </a:extLst>
          </p:cNvPr>
          <p:cNvSpPr>
            <a:spLocks noGrp="1"/>
          </p:cNvSpPr>
          <p:nvPr>
            <p:ph type="body" sz="quarter" idx="16" hasCustomPrompt="1"/>
          </p:nvPr>
        </p:nvSpPr>
        <p:spPr>
          <a:xfrm>
            <a:off x="359400" y="2509563"/>
            <a:ext cx="425604"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1">
                <a:solidFill>
                  <a:schemeClr val="accent1"/>
                </a:solidFill>
                <a:latin typeface="+mn-lt"/>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dirty="0"/>
              <a:t>02</a:t>
            </a:r>
          </a:p>
        </p:txBody>
      </p:sp>
      <p:sp>
        <p:nvSpPr>
          <p:cNvPr id="40" name="Thema 1">
            <a:extLst>
              <a:ext uri="{FF2B5EF4-FFF2-40B4-BE49-F238E27FC236}">
                <a16:creationId xmlns:a16="http://schemas.microsoft.com/office/drawing/2014/main" xmlns="" id="{41C038E3-A911-4FFC-8F4E-9A1653D7B45D}"/>
              </a:ext>
            </a:extLst>
          </p:cNvPr>
          <p:cNvSpPr>
            <a:spLocks noGrp="1"/>
          </p:cNvSpPr>
          <p:nvPr>
            <p:ph type="body" sz="quarter" idx="15" hasCustomPrompt="1"/>
          </p:nvPr>
        </p:nvSpPr>
        <p:spPr>
          <a:xfrm>
            <a:off x="862642" y="1728000"/>
            <a:ext cx="5053358"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dirty="0"/>
              <a:t>Thema</a:t>
            </a:r>
          </a:p>
          <a:p>
            <a:pPr lvl="1"/>
            <a:r>
              <a:rPr lang="de-DE" dirty="0"/>
              <a:t>Beschreibung</a:t>
            </a:r>
          </a:p>
        </p:txBody>
      </p:sp>
      <p:sp>
        <p:nvSpPr>
          <p:cNvPr id="9" name="Zahl Thema 1">
            <a:extLst>
              <a:ext uri="{FF2B5EF4-FFF2-40B4-BE49-F238E27FC236}">
                <a16:creationId xmlns:a16="http://schemas.microsoft.com/office/drawing/2014/main" xmlns="" id="{E2ADF3CF-F60D-4ECF-8E7F-2DD46C6380E6}"/>
              </a:ext>
            </a:extLst>
          </p:cNvPr>
          <p:cNvSpPr>
            <a:spLocks noGrp="1"/>
          </p:cNvSpPr>
          <p:nvPr>
            <p:ph type="body" sz="quarter" idx="13" hasCustomPrompt="1"/>
          </p:nvPr>
        </p:nvSpPr>
        <p:spPr>
          <a:xfrm>
            <a:off x="359400" y="1728000"/>
            <a:ext cx="425604" cy="700642"/>
          </a:xfrm>
        </p:spPr>
        <p:txBody>
          <a:bodyPr/>
          <a:lstStyle>
            <a:lvl1pPr>
              <a:lnSpc>
                <a:spcPct val="94000"/>
              </a:lnSpc>
              <a:spcBef>
                <a:spcPts val="0"/>
              </a:spcBef>
              <a:tabLst/>
              <a:defRPr sz="2000" b="1">
                <a:solidFill>
                  <a:schemeClr val="accent1"/>
                </a:solidFill>
                <a:latin typeface="SRH Text" panose="020B0503020204020204" pitchFamily="34" charset="0"/>
                <a:ea typeface="SRH Text" panose="020B0503020204020204" pitchFamily="34" charset="0"/>
                <a:cs typeface="SRH Text" panose="020B0503020204020204" pitchFamily="34" charset="0"/>
              </a:defRPr>
            </a:lvl1pPr>
            <a:lvl2pPr marL="0" indent="0">
              <a:lnSpc>
                <a:spcPct val="94000"/>
              </a:lnSpc>
              <a:spcBef>
                <a:spcPts val="0"/>
              </a:spcBef>
              <a:buNone/>
              <a:tabLst/>
              <a:defRPr sz="2000" b="1">
                <a:solidFill>
                  <a:schemeClr val="accent1"/>
                </a:solidFill>
                <a:latin typeface="+mn-lt"/>
              </a:defRPr>
            </a:lvl2pPr>
            <a:lvl3pPr marL="0" indent="0">
              <a:lnSpc>
                <a:spcPct val="94000"/>
              </a:lnSpc>
              <a:buNone/>
              <a:tabLst>
                <a:tab pos="468000" algn="l"/>
              </a:tabLst>
              <a:defRPr sz="2000" b="1">
                <a:solidFill>
                  <a:schemeClr val="tx1"/>
                </a:solidFill>
                <a:latin typeface="+mn-lt"/>
              </a:defRPr>
            </a:lvl3pPr>
            <a:lvl4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4pPr>
            <a:lvl5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5pPr>
            <a:lvl6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6pPr>
            <a:lvl7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7pPr>
            <a:lvl8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8pPr>
            <a:lvl9pPr marL="0" indent="0">
              <a:lnSpc>
                <a:spcPct val="94000"/>
              </a:lnSpc>
              <a:spcBef>
                <a:spcPts val="0"/>
              </a:spcBef>
              <a:buFont typeface="Arial" panose="020B0604020202020204" pitchFamily="34" charset="0"/>
              <a:buNone/>
              <a:tabLst>
                <a:tab pos="468000" algn="l"/>
              </a:tabLst>
              <a:defRPr sz="2000" b="1">
                <a:solidFill>
                  <a:schemeClr val="tx1"/>
                </a:solidFill>
                <a:latin typeface="+mn-lt"/>
              </a:defRPr>
            </a:lvl9pPr>
          </a:lstStyle>
          <a:p>
            <a:pPr lvl="0"/>
            <a:r>
              <a:rPr lang="de-DE" dirty="0"/>
              <a:t>01</a:t>
            </a:r>
          </a:p>
        </p:txBody>
      </p:sp>
      <p:sp>
        <p:nvSpPr>
          <p:cNvPr id="2" name="Titel 1">
            <a:extLst>
              <a:ext uri="{FF2B5EF4-FFF2-40B4-BE49-F238E27FC236}">
                <a16:creationId xmlns:a16="http://schemas.microsoft.com/office/drawing/2014/main" xmlns="" id="{49591944-6061-4359-A642-BF8A239B2620}"/>
              </a:ext>
            </a:extLst>
          </p:cNvPr>
          <p:cNvSpPr>
            <a:spLocks noGrp="1"/>
          </p:cNvSpPr>
          <p:nvPr>
            <p:ph type="title" hasCustomPrompt="1"/>
          </p:nvPr>
        </p:nvSpPr>
        <p:spPr/>
        <p:txBody>
          <a:bodyPr/>
          <a:lstStyle>
            <a:lvl1pPr>
              <a:defRPr>
                <a:solidFill>
                  <a:schemeClr val="tx1"/>
                </a:solidFill>
              </a:defRPr>
            </a:lvl1pPr>
          </a:lstStyle>
          <a:p>
            <a:r>
              <a:rPr lang="de-DE"/>
              <a:t>Gliederung</a:t>
            </a:r>
          </a:p>
        </p:txBody>
      </p:sp>
    </p:spTree>
    <p:extLst>
      <p:ext uri="{BB962C8B-B14F-4D97-AF65-F5344CB8AC3E}">
        <p14:creationId xmlns:p14="http://schemas.microsoft.com/office/powerpoint/2010/main" val="16286249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p:spTree>
      <p:nvGrpSpPr>
        <p:cNvPr id="1" name=""/>
        <p:cNvGrpSpPr/>
        <p:nvPr/>
      </p:nvGrpSpPr>
      <p:grpSpPr>
        <a:xfrm>
          <a:off x="0" y="0"/>
          <a:ext cx="0" cy="0"/>
          <a:chOff x="0" y="0"/>
          <a:chExt cx="0" cy="0"/>
        </a:xfrm>
      </p:grpSpPr>
      <p:sp>
        <p:nvSpPr>
          <p:cNvPr id="29" name="Logo-Fragment">
            <a:extLst>
              <a:ext uri="{FF2B5EF4-FFF2-40B4-BE49-F238E27FC236}">
                <a16:creationId xmlns:a16="http://schemas.microsoft.com/office/drawing/2014/main" xmlns="" id="{4E1C69AA-DE75-47AF-A9EE-1D16FC11535A}"/>
              </a:ext>
            </a:extLst>
          </p:cNvPr>
          <p:cNvSpPr/>
          <p:nvPr/>
        </p:nvSpPr>
        <p:spPr>
          <a:xfrm>
            <a:off x="8202787"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cap="flat">
            <a:noFill/>
            <a:prstDash val="solid"/>
            <a:miter/>
          </a:ln>
        </p:spPr>
        <p:txBody>
          <a:bodyPr rtlCol="0" anchor="ctr"/>
          <a:lstStyle/>
          <a:p>
            <a:endParaRPr lang="de-DE"/>
          </a:p>
        </p:txBody>
      </p:sp>
      <p:sp>
        <p:nvSpPr>
          <p:cNvPr id="2" name="Titel 1">
            <a:extLst>
              <a:ext uri="{FF2B5EF4-FFF2-40B4-BE49-F238E27FC236}">
                <a16:creationId xmlns:a16="http://schemas.microsoft.com/office/drawing/2014/main" xmlns="" id="{49591944-6061-4359-A642-BF8A239B2620}"/>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xmlns="" id="{E9CD8CBF-B7AC-48B2-BDFF-74D2CFF5B6ED}"/>
              </a:ext>
            </a:extLst>
          </p:cNvPr>
          <p:cNvSpPr>
            <a:spLocks noGrp="1"/>
          </p:cNvSpPr>
          <p:nvPr>
            <p:ph idx="1"/>
          </p:nvPr>
        </p:nvSpPr>
        <p:spPr>
          <a:xfrm>
            <a:off x="359400" y="1728000"/>
            <a:ext cx="9158400" cy="4230000"/>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xmlns="" id="{EE1A042D-D00A-488B-B800-3BB1279684A7}"/>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ußzeilenplatzhalter 4">
            <a:extLst>
              <a:ext uri="{FF2B5EF4-FFF2-40B4-BE49-F238E27FC236}">
                <a16:creationId xmlns:a16="http://schemas.microsoft.com/office/drawing/2014/main" xmlns="" id="{37B713B8-12EB-4C04-9B73-0F40C27848DC}"/>
              </a:ext>
            </a:extLst>
          </p:cNvPr>
          <p:cNvSpPr>
            <a:spLocks noGrp="1"/>
          </p:cNvSpPr>
          <p:nvPr>
            <p:ph type="ftr" sz="quarter" idx="11"/>
          </p:nvPr>
        </p:nvSpPr>
        <p:spPr/>
        <p:txBody>
          <a:body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86CB8D8A-0190-4905-BE9D-E7A8085E03E0}"/>
              </a:ext>
            </a:extLst>
          </p:cNvPr>
          <p:cNvSpPr>
            <a:spLocks noGrp="1"/>
          </p:cNvSpPr>
          <p:nvPr>
            <p:ph type="sldNum" sz="quarter" idx="12"/>
          </p:nvPr>
        </p:nvSpPr>
        <p:spPr/>
        <p:txBody>
          <a:bodyPr/>
          <a:lstStyle/>
          <a:p>
            <a:fld id="{075B144D-941B-4DFC-AF5F-0416193D12EC}" type="slidenum">
              <a:rPr lang="de-DE" smtClean="0"/>
              <a:t>‹#›</a:t>
            </a:fld>
            <a:endParaRPr lang="de-DE"/>
          </a:p>
        </p:txBody>
      </p:sp>
    </p:spTree>
    <p:extLst>
      <p:ext uri="{BB962C8B-B14F-4D97-AF65-F5344CB8AC3E}">
        <p14:creationId xmlns:p14="http://schemas.microsoft.com/office/powerpoint/2010/main" val="20422319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Zwischenfolie mit Bild">
    <p:spTree>
      <p:nvGrpSpPr>
        <p:cNvPr id="1" name=""/>
        <p:cNvGrpSpPr/>
        <p:nvPr/>
      </p:nvGrpSpPr>
      <p:grpSpPr>
        <a:xfrm>
          <a:off x="0" y="0"/>
          <a:ext cx="0" cy="0"/>
          <a:chOff x="0" y="0"/>
          <a:chExt cx="0" cy="0"/>
        </a:xfrm>
      </p:grpSpPr>
      <p:sp>
        <p:nvSpPr>
          <p:cNvPr id="12" name="Bildplatzhalter 11">
            <a:extLst>
              <a:ext uri="{FF2B5EF4-FFF2-40B4-BE49-F238E27FC236}">
                <a16:creationId xmlns:a16="http://schemas.microsoft.com/office/drawing/2014/main" xmlns="" id="{7CDE787C-B484-481E-84CF-7E94E81D5B04}"/>
              </a:ext>
            </a:extLst>
          </p:cNvPr>
          <p:cNvSpPr>
            <a:spLocks noGrp="1"/>
          </p:cNvSpPr>
          <p:nvPr>
            <p:ph type="pic" sz="quarter" idx="17"/>
          </p:nvPr>
        </p:nvSpPr>
        <p:spPr>
          <a:xfrm>
            <a:off x="-1" y="0"/>
            <a:ext cx="12192000" cy="6858000"/>
          </a:xfrm>
          <a:solidFill>
            <a:schemeClr val="accent1">
              <a:lumMod val="20000"/>
              <a:lumOff val="80000"/>
            </a:schemeClr>
          </a:solidFill>
        </p:spPr>
        <p:txBody>
          <a:bodyPr/>
          <a:lstStyle/>
          <a:p>
            <a:endParaRPr lang="de-DE" dirty="0"/>
          </a:p>
        </p:txBody>
      </p:sp>
      <p:sp>
        <p:nvSpPr>
          <p:cNvPr id="2" name="Titel 1">
            <a:extLst>
              <a:ext uri="{FF2B5EF4-FFF2-40B4-BE49-F238E27FC236}">
                <a16:creationId xmlns:a16="http://schemas.microsoft.com/office/drawing/2014/main" xmlns="" id="{D4F12EBF-CF8F-4714-BEE0-30A1064902D0}"/>
              </a:ext>
            </a:extLst>
          </p:cNvPr>
          <p:cNvSpPr>
            <a:spLocks noGrp="1"/>
          </p:cNvSpPr>
          <p:nvPr>
            <p:ph type="title"/>
          </p:nvPr>
        </p:nvSpPr>
        <p:spPr>
          <a:xfrm>
            <a:off x="360000" y="616530"/>
            <a:ext cx="7642812" cy="2516885"/>
          </a:xfrm>
        </p:spPr>
        <p:txBody>
          <a:bodyPr lIns="0" tIns="0" rIns="0" bIns="0" anchor="b">
            <a:noAutofit/>
          </a:bodyPr>
          <a:lstStyle>
            <a:lvl1pPr>
              <a:lnSpc>
                <a:spcPct val="98000"/>
              </a:lnSpc>
              <a:defRPr sz="4800">
                <a:solidFill>
                  <a:schemeClr val="accent1"/>
                </a:solidFill>
              </a:defRPr>
            </a:lvl1pPr>
          </a:lstStyle>
          <a:p>
            <a:r>
              <a:rPr lang="de-DE" dirty="0"/>
              <a:t>Mastertitelformat bearbeiten</a:t>
            </a:r>
          </a:p>
        </p:txBody>
      </p:sp>
      <p:sp>
        <p:nvSpPr>
          <p:cNvPr id="3" name="Textplatzhalter 2">
            <a:extLst>
              <a:ext uri="{FF2B5EF4-FFF2-40B4-BE49-F238E27FC236}">
                <a16:creationId xmlns:a16="http://schemas.microsoft.com/office/drawing/2014/main" xmlns="" id="{3C31F2D7-A605-4420-9965-A99A8E0A7437}"/>
              </a:ext>
            </a:extLst>
          </p:cNvPr>
          <p:cNvSpPr>
            <a:spLocks noGrp="1"/>
          </p:cNvSpPr>
          <p:nvPr>
            <p:ph type="body" idx="1"/>
          </p:nvPr>
        </p:nvSpPr>
        <p:spPr>
          <a:xfrm>
            <a:off x="360000" y="3124788"/>
            <a:ext cx="7642812" cy="2516885"/>
          </a:xfrm>
        </p:spPr>
        <p:txBody>
          <a:bodyPr>
            <a:noAutofit/>
          </a:bodyPr>
          <a:lstStyle>
            <a:lvl1pPr marL="0" indent="0">
              <a:lnSpc>
                <a:spcPct val="98000"/>
              </a:lnSpc>
              <a:spcBef>
                <a:spcPts val="0"/>
              </a:spcBef>
              <a:buNone/>
              <a:defRPr sz="4800" b="1">
                <a:solidFill>
                  <a:schemeClr val="bg1"/>
                </a:solidFill>
                <a:latin typeface="SRH Headline" panose="020B0603020204020204" pitchFamily="34" charset="0"/>
                <a:ea typeface="SRH Headline" panose="020B0603020204020204" pitchFamily="34" charset="0"/>
                <a:cs typeface="SRH Headline" panose="020B06030202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Mastertextformat bearbeiten</a:t>
            </a:r>
          </a:p>
        </p:txBody>
      </p:sp>
      <p:sp>
        <p:nvSpPr>
          <p:cNvPr id="4" name="Datumsplatzhalter 3">
            <a:extLst>
              <a:ext uri="{FF2B5EF4-FFF2-40B4-BE49-F238E27FC236}">
                <a16:creationId xmlns:a16="http://schemas.microsoft.com/office/drawing/2014/main" xmlns="" id="{9FBD57CF-8973-47C9-9121-BDA556598BB2}"/>
              </a:ext>
            </a:extLst>
          </p:cNvPr>
          <p:cNvSpPr>
            <a:spLocks noGrp="1"/>
          </p:cNvSpPr>
          <p:nvPr>
            <p:ph type="dt" sz="half" idx="10"/>
          </p:nvPr>
        </p:nvSpPr>
        <p:spPr/>
        <p:txBody>
          <a:bodyPr/>
          <a:lstStyle>
            <a:lvl1pPr>
              <a:defRPr>
                <a:solidFill>
                  <a:schemeClr val="bg1"/>
                </a:solidFill>
              </a:defRPr>
            </a:lvl1pPr>
          </a:lstStyle>
          <a:p>
            <a:fld id="{27D560B5-FF9D-4993-A9CF-59F047C034DD}" type="datetime1">
              <a:rPr lang="en-CA" smtClean="0"/>
              <a:t>2025-09-13</a:t>
            </a:fld>
            <a:endParaRPr lang="de-DE" dirty="0"/>
          </a:p>
        </p:txBody>
      </p:sp>
      <p:sp>
        <p:nvSpPr>
          <p:cNvPr id="5" name="Fußzeilenplatzhalter 4">
            <a:extLst>
              <a:ext uri="{FF2B5EF4-FFF2-40B4-BE49-F238E27FC236}">
                <a16:creationId xmlns:a16="http://schemas.microsoft.com/office/drawing/2014/main" xmlns="" id="{72482F60-23B1-463D-B55F-91BC7B4C1176}"/>
              </a:ext>
            </a:extLst>
          </p:cNvPr>
          <p:cNvSpPr>
            <a:spLocks noGrp="1"/>
          </p:cNvSpPr>
          <p:nvPr>
            <p:ph type="ftr" sz="quarter" idx="11"/>
          </p:nvPr>
        </p:nvSpPr>
        <p:spPr/>
        <p:txBody>
          <a:bodyPr/>
          <a:lstStyle>
            <a:lvl1pPr>
              <a:defRPr>
                <a:solidFill>
                  <a:schemeClr val="bg1"/>
                </a:solidFill>
              </a:defRPr>
            </a:lvl1p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9409AB51-B591-4F5B-967E-95DBFDF1A612}"/>
              </a:ext>
            </a:extLst>
          </p:cNvPr>
          <p:cNvSpPr>
            <a:spLocks noGrp="1"/>
          </p:cNvSpPr>
          <p:nvPr>
            <p:ph type="sldNum" sz="quarter" idx="12"/>
          </p:nvPr>
        </p:nvSpPr>
        <p:spPr/>
        <p:txBody>
          <a:bodyPr/>
          <a:lstStyle>
            <a:lvl1pPr>
              <a:defRPr>
                <a:solidFill>
                  <a:schemeClr val="bg1"/>
                </a:solidFill>
              </a:defRPr>
            </a:lvl1pPr>
          </a:lstStyle>
          <a:p>
            <a:fld id="{075B144D-941B-4DFC-AF5F-0416193D12EC}" type="slidenum">
              <a:rPr lang="de-DE" smtClean="0"/>
              <a:pPr/>
              <a:t>‹#›</a:t>
            </a:fld>
            <a:endParaRPr lang="de-DE"/>
          </a:p>
        </p:txBody>
      </p:sp>
      <p:sp>
        <p:nvSpPr>
          <p:cNvPr id="10" name="SmartArt-Platzhalter 14">
            <a:extLst>
              <a:ext uri="{FF2B5EF4-FFF2-40B4-BE49-F238E27FC236}">
                <a16:creationId xmlns:a16="http://schemas.microsoft.com/office/drawing/2014/main" xmlns="" id="{861189CF-B82F-42F8-9B1E-3E5A50EC559C}"/>
              </a:ext>
            </a:extLst>
          </p:cNvPr>
          <p:cNvSpPr>
            <a:spLocks noGrp="1"/>
          </p:cNvSpPr>
          <p:nvPr>
            <p:ph type="dgm" sz="quarter" idx="16"/>
          </p:nvPr>
        </p:nvSpPr>
        <p:spPr>
          <a:xfrm>
            <a:off x="10877358" y="358969"/>
            <a:ext cx="950656" cy="737079"/>
          </a:xfrm>
          <a:blipFill>
            <a:blip r:embed="rId2">
              <a:extLst>
                <a:ext uri="{96DAC541-7B7A-43D3-8B79-37D633B846F1}">
                  <asvg:svgBlip xmlns:asvg="http://schemas.microsoft.com/office/drawing/2016/SVG/main" xmlns="" r:embed="rId3"/>
                </a:ext>
              </a:extLst>
            </a:blip>
            <a:stretch>
              <a:fillRect/>
            </a:stretch>
          </a:blipFill>
        </p:spPr>
        <p:txBody>
          <a:bodyPr>
            <a:normAutofit/>
          </a:bodyPr>
          <a:lstStyle>
            <a:lvl1pPr>
              <a:defRPr sz="100">
                <a:noFill/>
              </a:defRPr>
            </a:lvl1pPr>
          </a:lstStyle>
          <a:p>
            <a:endParaRPr lang="de-DE"/>
          </a:p>
        </p:txBody>
      </p:sp>
    </p:spTree>
    <p:extLst>
      <p:ext uri="{BB962C8B-B14F-4D97-AF65-F5344CB8AC3E}">
        <p14:creationId xmlns:p14="http://schemas.microsoft.com/office/powerpoint/2010/main" val="14997352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apitelfolie warm grey">
    <p:bg>
      <p:bgPr>
        <a:solidFill>
          <a:schemeClr val="bg2">
            <a:lumMod val="40000"/>
            <a:lumOff val="60000"/>
          </a:schemeClr>
        </a:solidFill>
        <a:effectLst/>
      </p:bgPr>
    </p:bg>
    <p:spTree>
      <p:nvGrpSpPr>
        <p:cNvPr id="1" name=""/>
        <p:cNvGrpSpPr/>
        <p:nvPr/>
      </p:nvGrpSpPr>
      <p:grpSpPr>
        <a:xfrm>
          <a:off x="0" y="0"/>
          <a:ext cx="0" cy="0"/>
          <a:chOff x="0" y="0"/>
          <a:chExt cx="0" cy="0"/>
        </a:xfrm>
      </p:grpSpPr>
      <p:sp>
        <p:nvSpPr>
          <p:cNvPr id="11" name="Freihandform: Form 10">
            <a:extLst>
              <a:ext uri="{FF2B5EF4-FFF2-40B4-BE49-F238E27FC236}">
                <a16:creationId xmlns:a16="http://schemas.microsoft.com/office/drawing/2014/main" xmlns="" id="{BC706C0E-3E99-43D1-A3F5-7E7AF3744A83}"/>
              </a:ext>
            </a:extLst>
          </p:cNvPr>
          <p:cNvSpPr/>
          <p:nvPr userDrawn="1"/>
        </p:nvSpPr>
        <p:spPr>
          <a:xfrm>
            <a:off x="8202787"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1">
              <a:alpha val="25000"/>
            </a:schemeClr>
          </a:solidFill>
          <a:ln w="12700" cap="flat">
            <a:noFill/>
            <a:prstDash val="solid"/>
            <a:miter/>
          </a:ln>
        </p:spPr>
        <p:txBody>
          <a:bodyPr rtlCol="0" anchor="ctr"/>
          <a:lstStyle/>
          <a:p>
            <a:endParaRPr lang="de-DE"/>
          </a:p>
        </p:txBody>
      </p:sp>
      <p:sp>
        <p:nvSpPr>
          <p:cNvPr id="2" name="Titel 1">
            <a:extLst>
              <a:ext uri="{FF2B5EF4-FFF2-40B4-BE49-F238E27FC236}">
                <a16:creationId xmlns:a16="http://schemas.microsoft.com/office/drawing/2014/main" xmlns="" id="{D4F12EBF-CF8F-4714-BEE0-30A1064902D0}"/>
              </a:ext>
            </a:extLst>
          </p:cNvPr>
          <p:cNvSpPr>
            <a:spLocks noGrp="1"/>
          </p:cNvSpPr>
          <p:nvPr>
            <p:ph type="title" hasCustomPrompt="1"/>
          </p:nvPr>
        </p:nvSpPr>
        <p:spPr>
          <a:xfrm>
            <a:off x="360000" y="2191181"/>
            <a:ext cx="9896808" cy="1406038"/>
          </a:xfrm>
        </p:spPr>
        <p:txBody>
          <a:bodyPr lIns="0" tIns="0" rIns="0" bIns="0" anchor="t">
            <a:noAutofit/>
          </a:bodyPr>
          <a:lstStyle>
            <a:lvl1pPr>
              <a:lnSpc>
                <a:spcPct val="98000"/>
              </a:lnSpc>
              <a:defRPr sz="4800">
                <a:solidFill>
                  <a:schemeClr val="tx1"/>
                </a:solidFill>
              </a:defRPr>
            </a:lvl1pPr>
          </a:lstStyle>
          <a:p>
            <a:r>
              <a:rPr lang="de-DE" dirty="0"/>
              <a:t>x</a:t>
            </a:r>
          </a:p>
        </p:txBody>
      </p:sp>
      <p:sp>
        <p:nvSpPr>
          <p:cNvPr id="3" name="Textplatzhalter 2">
            <a:extLst>
              <a:ext uri="{FF2B5EF4-FFF2-40B4-BE49-F238E27FC236}">
                <a16:creationId xmlns:a16="http://schemas.microsoft.com/office/drawing/2014/main" xmlns="" id="{3C31F2D7-A605-4420-9965-A99A8E0A7437}"/>
              </a:ext>
            </a:extLst>
          </p:cNvPr>
          <p:cNvSpPr>
            <a:spLocks noGrp="1"/>
          </p:cNvSpPr>
          <p:nvPr>
            <p:ph type="body" idx="1" hasCustomPrompt="1"/>
          </p:nvPr>
        </p:nvSpPr>
        <p:spPr>
          <a:xfrm>
            <a:off x="360000" y="3597219"/>
            <a:ext cx="4255132" cy="2622606"/>
          </a:xfrm>
        </p:spPr>
        <p:txBody>
          <a:bodyPr>
            <a:noAutofit/>
          </a:bodyPr>
          <a:lstStyle>
            <a:lvl1pPr marL="0" indent="0">
              <a:lnSpc>
                <a:spcPct val="98000"/>
              </a:lnSpc>
              <a:spcBef>
                <a:spcPts val="0"/>
              </a:spcBef>
              <a:buNone/>
              <a:defRPr sz="20000" b="1">
                <a:solidFill>
                  <a:schemeClr val="accent1"/>
                </a:solidFill>
                <a:latin typeface="SRH Headline" panose="020B0603020204020204" pitchFamily="34" charset="0"/>
                <a:ea typeface="SRH Headline" panose="020B0603020204020204" pitchFamily="34" charset="0"/>
                <a:cs typeface="SRH Headline" panose="020B06030202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01</a:t>
            </a:r>
          </a:p>
        </p:txBody>
      </p:sp>
      <p:sp>
        <p:nvSpPr>
          <p:cNvPr id="4" name="Datumsplatzhalter 3">
            <a:extLst>
              <a:ext uri="{FF2B5EF4-FFF2-40B4-BE49-F238E27FC236}">
                <a16:creationId xmlns:a16="http://schemas.microsoft.com/office/drawing/2014/main" xmlns="" id="{9FBD57CF-8973-47C9-9121-BDA556598BB2}"/>
              </a:ext>
            </a:extLst>
          </p:cNvPr>
          <p:cNvSpPr>
            <a:spLocks noGrp="1"/>
          </p:cNvSpPr>
          <p:nvPr>
            <p:ph type="dt" sz="half" idx="10"/>
          </p:nvPr>
        </p:nvSpPr>
        <p:spPr/>
        <p:txBody>
          <a:bodyPr/>
          <a:lstStyle>
            <a:lvl1pPr>
              <a:defRPr>
                <a:solidFill>
                  <a:srgbClr val="6D7373"/>
                </a:solidFill>
              </a:defRPr>
            </a:lvl1pPr>
          </a:lstStyle>
          <a:p>
            <a:fld id="{6C336A7F-2F48-4B49-B15C-0F63FCB0A683}" type="datetime1">
              <a:rPr lang="en-CA" smtClean="0"/>
              <a:t>2025-09-13</a:t>
            </a:fld>
            <a:endParaRPr lang="de-DE" dirty="0"/>
          </a:p>
        </p:txBody>
      </p:sp>
      <p:sp>
        <p:nvSpPr>
          <p:cNvPr id="5" name="Fußzeilenplatzhalter 4">
            <a:extLst>
              <a:ext uri="{FF2B5EF4-FFF2-40B4-BE49-F238E27FC236}">
                <a16:creationId xmlns:a16="http://schemas.microsoft.com/office/drawing/2014/main" xmlns="" id="{72482F60-23B1-463D-B55F-91BC7B4C1176}"/>
              </a:ext>
            </a:extLst>
          </p:cNvPr>
          <p:cNvSpPr>
            <a:spLocks noGrp="1"/>
          </p:cNvSpPr>
          <p:nvPr>
            <p:ph type="ftr" sz="quarter" idx="11"/>
          </p:nvPr>
        </p:nvSpPr>
        <p:spPr/>
        <p:txBody>
          <a:bodyPr/>
          <a:lstStyle>
            <a:lvl1pPr>
              <a:defRPr>
                <a:solidFill>
                  <a:srgbClr val="6D7373"/>
                </a:solidFill>
              </a:defRPr>
            </a:lvl1p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9409AB51-B591-4F5B-967E-95DBFDF1A612}"/>
              </a:ext>
            </a:extLst>
          </p:cNvPr>
          <p:cNvSpPr>
            <a:spLocks noGrp="1"/>
          </p:cNvSpPr>
          <p:nvPr>
            <p:ph type="sldNum" sz="quarter" idx="12"/>
          </p:nvPr>
        </p:nvSpPr>
        <p:spPr/>
        <p:txBody>
          <a:bodyPr/>
          <a:lstStyle>
            <a:lvl1pPr>
              <a:defRPr>
                <a:solidFill>
                  <a:srgbClr val="6D7373"/>
                </a:solidFill>
              </a:defRPr>
            </a:lvl1pPr>
          </a:lstStyle>
          <a:p>
            <a:fld id="{075B144D-941B-4DFC-AF5F-0416193D12EC}" type="slidenum">
              <a:rPr lang="de-DE" smtClean="0"/>
              <a:pPr/>
              <a:t>‹#›</a:t>
            </a:fld>
            <a:endParaRPr lang="de-DE"/>
          </a:p>
        </p:txBody>
      </p:sp>
    </p:spTree>
    <p:extLst>
      <p:ext uri="{BB962C8B-B14F-4D97-AF65-F5344CB8AC3E}">
        <p14:creationId xmlns:p14="http://schemas.microsoft.com/office/powerpoint/2010/main" val="13207784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Kapitelfolie farbig">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xmlns="" id="{D4F12EBF-CF8F-4714-BEE0-30A1064902D0}"/>
              </a:ext>
            </a:extLst>
          </p:cNvPr>
          <p:cNvSpPr>
            <a:spLocks noGrp="1"/>
          </p:cNvSpPr>
          <p:nvPr>
            <p:ph type="title"/>
          </p:nvPr>
        </p:nvSpPr>
        <p:spPr>
          <a:xfrm>
            <a:off x="360000" y="2191181"/>
            <a:ext cx="9896808" cy="1406038"/>
          </a:xfrm>
        </p:spPr>
        <p:txBody>
          <a:bodyPr lIns="0" tIns="0" rIns="0" bIns="0" anchor="t">
            <a:noAutofit/>
          </a:bodyPr>
          <a:lstStyle>
            <a:lvl1pPr>
              <a:lnSpc>
                <a:spcPct val="98000"/>
              </a:lnSpc>
              <a:defRPr sz="4800">
                <a:solidFill>
                  <a:schemeClr val="bg1"/>
                </a:solidFill>
              </a:defRPr>
            </a:lvl1pPr>
          </a:lstStyle>
          <a:p>
            <a:r>
              <a:rPr lang="de-DE" dirty="0"/>
              <a:t>Mastertitelformat bearbeiten</a:t>
            </a:r>
          </a:p>
        </p:txBody>
      </p:sp>
      <p:sp>
        <p:nvSpPr>
          <p:cNvPr id="3" name="Textplatzhalter 2">
            <a:extLst>
              <a:ext uri="{FF2B5EF4-FFF2-40B4-BE49-F238E27FC236}">
                <a16:creationId xmlns:a16="http://schemas.microsoft.com/office/drawing/2014/main" xmlns="" id="{3C31F2D7-A605-4420-9965-A99A8E0A7437}"/>
              </a:ext>
            </a:extLst>
          </p:cNvPr>
          <p:cNvSpPr>
            <a:spLocks noGrp="1"/>
          </p:cNvSpPr>
          <p:nvPr>
            <p:ph type="body" idx="1" hasCustomPrompt="1"/>
          </p:nvPr>
        </p:nvSpPr>
        <p:spPr>
          <a:xfrm>
            <a:off x="360000" y="3597219"/>
            <a:ext cx="4255132" cy="2622606"/>
          </a:xfrm>
        </p:spPr>
        <p:txBody>
          <a:bodyPr>
            <a:noAutofit/>
          </a:bodyPr>
          <a:lstStyle>
            <a:lvl1pPr marL="0" indent="0">
              <a:lnSpc>
                <a:spcPct val="98000"/>
              </a:lnSpc>
              <a:spcBef>
                <a:spcPts val="0"/>
              </a:spcBef>
              <a:buNone/>
              <a:defRPr sz="20000" b="1">
                <a:solidFill>
                  <a:schemeClr val="bg1"/>
                </a:solidFill>
                <a:latin typeface="SRH Headline" panose="020B0603020204020204" pitchFamily="34" charset="0"/>
                <a:ea typeface="SRH Headline" panose="020B0603020204020204" pitchFamily="34" charset="0"/>
                <a:cs typeface="SRH Headline" panose="020B06030202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01</a:t>
            </a:r>
          </a:p>
        </p:txBody>
      </p:sp>
      <p:sp>
        <p:nvSpPr>
          <p:cNvPr id="4" name="Datumsplatzhalter 3">
            <a:extLst>
              <a:ext uri="{FF2B5EF4-FFF2-40B4-BE49-F238E27FC236}">
                <a16:creationId xmlns:a16="http://schemas.microsoft.com/office/drawing/2014/main" xmlns="" id="{9FBD57CF-8973-47C9-9121-BDA556598BB2}"/>
              </a:ext>
            </a:extLst>
          </p:cNvPr>
          <p:cNvSpPr>
            <a:spLocks noGrp="1"/>
          </p:cNvSpPr>
          <p:nvPr>
            <p:ph type="dt" sz="half" idx="10"/>
          </p:nvPr>
        </p:nvSpPr>
        <p:spPr/>
        <p:txBody>
          <a:bodyPr/>
          <a:lstStyle>
            <a:lvl1pPr>
              <a:defRPr>
                <a:solidFill>
                  <a:schemeClr val="bg1"/>
                </a:solidFill>
              </a:defRPr>
            </a:lvl1pPr>
          </a:lstStyle>
          <a:p>
            <a:fld id="{B11A7810-C7F9-41D6-BABA-83AE31794BE7}" type="datetime1">
              <a:rPr lang="en-CA" smtClean="0"/>
              <a:t>2025-09-13</a:t>
            </a:fld>
            <a:endParaRPr lang="de-DE"/>
          </a:p>
        </p:txBody>
      </p:sp>
      <p:sp>
        <p:nvSpPr>
          <p:cNvPr id="5" name="Fußzeilenplatzhalter 4">
            <a:extLst>
              <a:ext uri="{FF2B5EF4-FFF2-40B4-BE49-F238E27FC236}">
                <a16:creationId xmlns:a16="http://schemas.microsoft.com/office/drawing/2014/main" xmlns="" id="{72482F60-23B1-463D-B55F-91BC7B4C1176}"/>
              </a:ext>
            </a:extLst>
          </p:cNvPr>
          <p:cNvSpPr>
            <a:spLocks noGrp="1"/>
          </p:cNvSpPr>
          <p:nvPr>
            <p:ph type="ftr" sz="quarter" idx="11"/>
          </p:nvPr>
        </p:nvSpPr>
        <p:spPr/>
        <p:txBody>
          <a:bodyPr/>
          <a:lstStyle>
            <a:lvl1pPr>
              <a:defRPr>
                <a:solidFill>
                  <a:schemeClr val="bg1"/>
                </a:solidFill>
              </a:defRPr>
            </a:lvl1p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9409AB51-B591-4F5B-967E-95DBFDF1A612}"/>
              </a:ext>
            </a:extLst>
          </p:cNvPr>
          <p:cNvSpPr>
            <a:spLocks noGrp="1"/>
          </p:cNvSpPr>
          <p:nvPr>
            <p:ph type="sldNum" sz="quarter" idx="12"/>
          </p:nvPr>
        </p:nvSpPr>
        <p:spPr/>
        <p:txBody>
          <a:bodyPr/>
          <a:lstStyle>
            <a:lvl1pPr>
              <a:defRPr>
                <a:solidFill>
                  <a:schemeClr val="bg1"/>
                </a:solidFill>
              </a:defRPr>
            </a:lvl1pPr>
          </a:lstStyle>
          <a:p>
            <a:fld id="{075B144D-941B-4DFC-AF5F-0416193D12EC}" type="slidenum">
              <a:rPr lang="de-DE" smtClean="0"/>
              <a:pPr/>
              <a:t>‹#›</a:t>
            </a:fld>
            <a:endParaRPr lang="de-DE"/>
          </a:p>
        </p:txBody>
      </p:sp>
      <p:pic>
        <p:nvPicPr>
          <p:cNvPr id="7" name="Grafik 6">
            <a:extLst>
              <a:ext uri="{FF2B5EF4-FFF2-40B4-BE49-F238E27FC236}">
                <a16:creationId xmlns:a16="http://schemas.microsoft.com/office/drawing/2014/main" xmlns="" id="{C0A000BE-D89F-4CF2-9153-4F676346A081}"/>
              </a:ext>
            </a:extLst>
          </p:cNvPr>
          <p:cNvPicPr>
            <a:picLocks noChangeAspect="1"/>
          </p:cNvPicPr>
          <p:nvPr userDrawn="1"/>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xmlns="" r:embed="rId3"/>
              </a:ext>
            </a:extLst>
          </a:blip>
          <a:stretch>
            <a:fillRect/>
          </a:stretch>
        </p:blipFill>
        <p:spPr>
          <a:xfrm>
            <a:off x="10877358" y="358969"/>
            <a:ext cx="950656" cy="737079"/>
          </a:xfrm>
          <a:prstGeom prst="rect">
            <a:avLst/>
          </a:prstGeom>
        </p:spPr>
      </p:pic>
      <p:sp>
        <p:nvSpPr>
          <p:cNvPr id="9" name="Freihandform: Form 8">
            <a:extLst>
              <a:ext uri="{FF2B5EF4-FFF2-40B4-BE49-F238E27FC236}">
                <a16:creationId xmlns:a16="http://schemas.microsoft.com/office/drawing/2014/main" xmlns="" id="{951B6F9D-DB24-44F1-8ACB-F1C8797BDAFF}"/>
              </a:ext>
            </a:extLst>
          </p:cNvPr>
          <p:cNvSpPr/>
          <p:nvPr userDrawn="1"/>
        </p:nvSpPr>
        <p:spPr>
          <a:xfrm>
            <a:off x="8212024"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alpha val="20000"/>
            </a:schemeClr>
          </a:solidFill>
          <a:ln w="12700" cap="flat">
            <a:noFill/>
            <a:prstDash val="solid"/>
            <a:miter/>
          </a:ln>
        </p:spPr>
        <p:txBody>
          <a:bodyPr rtlCol="0" anchor="ctr"/>
          <a:lstStyle/>
          <a:p>
            <a:endParaRPr lang="de-DE"/>
          </a:p>
        </p:txBody>
      </p:sp>
    </p:spTree>
    <p:extLst>
      <p:ext uri="{BB962C8B-B14F-4D97-AF65-F5344CB8AC3E}">
        <p14:creationId xmlns:p14="http://schemas.microsoft.com/office/powerpoint/2010/main" val="3667981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Kapitelfolie weiß">
    <p:spTree>
      <p:nvGrpSpPr>
        <p:cNvPr id="1" name=""/>
        <p:cNvGrpSpPr/>
        <p:nvPr/>
      </p:nvGrpSpPr>
      <p:grpSpPr>
        <a:xfrm>
          <a:off x="0" y="0"/>
          <a:ext cx="0" cy="0"/>
          <a:chOff x="0" y="0"/>
          <a:chExt cx="0" cy="0"/>
        </a:xfrm>
      </p:grpSpPr>
      <p:sp>
        <p:nvSpPr>
          <p:cNvPr id="11" name="Freihandform: Form 10">
            <a:extLst>
              <a:ext uri="{FF2B5EF4-FFF2-40B4-BE49-F238E27FC236}">
                <a16:creationId xmlns:a16="http://schemas.microsoft.com/office/drawing/2014/main" xmlns="" id="{BC706C0E-3E99-43D1-A3F5-7E7AF3744A83}"/>
              </a:ext>
            </a:extLst>
          </p:cNvPr>
          <p:cNvSpPr/>
          <p:nvPr userDrawn="1"/>
        </p:nvSpPr>
        <p:spPr>
          <a:xfrm>
            <a:off x="8202787"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cap="flat">
            <a:noFill/>
            <a:prstDash val="solid"/>
            <a:miter/>
          </a:ln>
        </p:spPr>
        <p:txBody>
          <a:bodyPr rtlCol="0" anchor="ctr"/>
          <a:lstStyle/>
          <a:p>
            <a:endParaRPr lang="de-DE"/>
          </a:p>
        </p:txBody>
      </p:sp>
      <p:sp>
        <p:nvSpPr>
          <p:cNvPr id="2" name="Titel 1">
            <a:extLst>
              <a:ext uri="{FF2B5EF4-FFF2-40B4-BE49-F238E27FC236}">
                <a16:creationId xmlns:a16="http://schemas.microsoft.com/office/drawing/2014/main" xmlns="" id="{D4F12EBF-CF8F-4714-BEE0-30A1064902D0}"/>
              </a:ext>
            </a:extLst>
          </p:cNvPr>
          <p:cNvSpPr>
            <a:spLocks noGrp="1"/>
          </p:cNvSpPr>
          <p:nvPr>
            <p:ph type="title"/>
          </p:nvPr>
        </p:nvSpPr>
        <p:spPr>
          <a:xfrm>
            <a:off x="360000" y="2191181"/>
            <a:ext cx="9896808" cy="1406038"/>
          </a:xfrm>
        </p:spPr>
        <p:txBody>
          <a:bodyPr lIns="0" tIns="0" rIns="0" bIns="0" anchor="t">
            <a:noAutofit/>
          </a:bodyPr>
          <a:lstStyle>
            <a:lvl1pPr>
              <a:lnSpc>
                <a:spcPct val="98000"/>
              </a:lnSpc>
              <a:defRPr sz="4800">
                <a:solidFill>
                  <a:schemeClr val="tx1"/>
                </a:solidFill>
              </a:defRPr>
            </a:lvl1pPr>
          </a:lstStyle>
          <a:p>
            <a:r>
              <a:rPr lang="de-DE" dirty="0"/>
              <a:t>Mastertitelformat bearbeiten</a:t>
            </a:r>
          </a:p>
        </p:txBody>
      </p:sp>
      <p:sp>
        <p:nvSpPr>
          <p:cNvPr id="3" name="Textplatzhalter 2">
            <a:extLst>
              <a:ext uri="{FF2B5EF4-FFF2-40B4-BE49-F238E27FC236}">
                <a16:creationId xmlns:a16="http://schemas.microsoft.com/office/drawing/2014/main" xmlns="" id="{3C31F2D7-A605-4420-9965-A99A8E0A7437}"/>
              </a:ext>
            </a:extLst>
          </p:cNvPr>
          <p:cNvSpPr>
            <a:spLocks noGrp="1"/>
          </p:cNvSpPr>
          <p:nvPr>
            <p:ph type="body" idx="1" hasCustomPrompt="1"/>
          </p:nvPr>
        </p:nvSpPr>
        <p:spPr>
          <a:xfrm>
            <a:off x="360000" y="3597219"/>
            <a:ext cx="4255132" cy="2622606"/>
          </a:xfrm>
        </p:spPr>
        <p:txBody>
          <a:bodyPr>
            <a:noAutofit/>
          </a:bodyPr>
          <a:lstStyle>
            <a:lvl1pPr marL="0" indent="0">
              <a:lnSpc>
                <a:spcPct val="98000"/>
              </a:lnSpc>
              <a:spcBef>
                <a:spcPts val="0"/>
              </a:spcBef>
              <a:buNone/>
              <a:defRPr sz="20000" b="1">
                <a:solidFill>
                  <a:schemeClr val="accent1"/>
                </a:solidFill>
                <a:latin typeface="SRH Headline" panose="020B0603020204020204" pitchFamily="34" charset="0"/>
                <a:ea typeface="SRH Headline" panose="020B0603020204020204" pitchFamily="34" charset="0"/>
                <a:cs typeface="SRH Headline" panose="020B06030202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01</a:t>
            </a:r>
          </a:p>
        </p:txBody>
      </p:sp>
      <p:sp>
        <p:nvSpPr>
          <p:cNvPr id="4" name="Datumsplatzhalter 3">
            <a:extLst>
              <a:ext uri="{FF2B5EF4-FFF2-40B4-BE49-F238E27FC236}">
                <a16:creationId xmlns:a16="http://schemas.microsoft.com/office/drawing/2014/main" xmlns="" id="{9FBD57CF-8973-47C9-9121-BDA556598BB2}"/>
              </a:ext>
            </a:extLst>
          </p:cNvPr>
          <p:cNvSpPr>
            <a:spLocks noGrp="1"/>
          </p:cNvSpPr>
          <p:nvPr>
            <p:ph type="dt" sz="half" idx="10"/>
          </p:nvPr>
        </p:nvSpPr>
        <p:spPr/>
        <p:txBody>
          <a:bodyPr/>
          <a:lstStyle>
            <a:lvl1pPr>
              <a:defRPr>
                <a:solidFill>
                  <a:srgbClr val="6D7373"/>
                </a:solidFill>
              </a:defRPr>
            </a:lvl1pPr>
          </a:lstStyle>
          <a:p>
            <a:fld id="{5A896018-BB30-4B34-A256-223FBB60D9C2}" type="datetime1">
              <a:rPr lang="en-CA" smtClean="0"/>
              <a:t>2025-09-13</a:t>
            </a:fld>
            <a:endParaRPr lang="de-DE"/>
          </a:p>
        </p:txBody>
      </p:sp>
      <p:sp>
        <p:nvSpPr>
          <p:cNvPr id="5" name="Fußzeilenplatzhalter 4">
            <a:extLst>
              <a:ext uri="{FF2B5EF4-FFF2-40B4-BE49-F238E27FC236}">
                <a16:creationId xmlns:a16="http://schemas.microsoft.com/office/drawing/2014/main" xmlns="" id="{72482F60-23B1-463D-B55F-91BC7B4C1176}"/>
              </a:ext>
            </a:extLst>
          </p:cNvPr>
          <p:cNvSpPr>
            <a:spLocks noGrp="1"/>
          </p:cNvSpPr>
          <p:nvPr>
            <p:ph type="ftr" sz="quarter" idx="11"/>
          </p:nvPr>
        </p:nvSpPr>
        <p:spPr/>
        <p:txBody>
          <a:bodyPr/>
          <a:lstStyle>
            <a:lvl1pPr>
              <a:defRPr>
                <a:solidFill>
                  <a:srgbClr val="6D7373"/>
                </a:solidFill>
              </a:defRPr>
            </a:lvl1p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9409AB51-B591-4F5B-967E-95DBFDF1A612}"/>
              </a:ext>
            </a:extLst>
          </p:cNvPr>
          <p:cNvSpPr>
            <a:spLocks noGrp="1"/>
          </p:cNvSpPr>
          <p:nvPr>
            <p:ph type="sldNum" sz="quarter" idx="12"/>
          </p:nvPr>
        </p:nvSpPr>
        <p:spPr/>
        <p:txBody>
          <a:bodyPr/>
          <a:lstStyle>
            <a:lvl1pPr>
              <a:defRPr>
                <a:solidFill>
                  <a:srgbClr val="6D7373"/>
                </a:solidFill>
              </a:defRPr>
            </a:lvl1pPr>
          </a:lstStyle>
          <a:p>
            <a:fld id="{075B144D-941B-4DFC-AF5F-0416193D12EC}" type="slidenum">
              <a:rPr lang="de-DE" smtClean="0"/>
              <a:pPr/>
              <a:t>‹#›</a:t>
            </a:fld>
            <a:endParaRPr lang="de-DE"/>
          </a:p>
        </p:txBody>
      </p:sp>
    </p:spTree>
    <p:extLst>
      <p:ext uri="{BB962C8B-B14F-4D97-AF65-F5344CB8AC3E}">
        <p14:creationId xmlns:p14="http://schemas.microsoft.com/office/powerpoint/2010/main" val="38305442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ischenfolie Statements, weiß">
    <p:spTree>
      <p:nvGrpSpPr>
        <p:cNvPr id="1" name=""/>
        <p:cNvGrpSpPr/>
        <p:nvPr/>
      </p:nvGrpSpPr>
      <p:grpSpPr>
        <a:xfrm>
          <a:off x="0" y="0"/>
          <a:ext cx="0" cy="0"/>
          <a:chOff x="0" y="0"/>
          <a:chExt cx="0" cy="0"/>
        </a:xfrm>
      </p:grpSpPr>
      <p:sp>
        <p:nvSpPr>
          <p:cNvPr id="11" name="Freihandform: Form 10">
            <a:extLst>
              <a:ext uri="{FF2B5EF4-FFF2-40B4-BE49-F238E27FC236}">
                <a16:creationId xmlns:a16="http://schemas.microsoft.com/office/drawing/2014/main" xmlns="" id="{A89DF183-E411-4BC5-A0BE-9BB3970575D4}"/>
              </a:ext>
            </a:extLst>
          </p:cNvPr>
          <p:cNvSpPr/>
          <p:nvPr userDrawn="1"/>
        </p:nvSpPr>
        <p:spPr>
          <a:xfrm>
            <a:off x="8202787"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cap="flat">
            <a:noFill/>
            <a:prstDash val="solid"/>
            <a:miter/>
          </a:ln>
        </p:spPr>
        <p:txBody>
          <a:bodyPr rtlCol="0" anchor="ctr"/>
          <a:lstStyle/>
          <a:p>
            <a:endParaRPr lang="de-DE"/>
          </a:p>
        </p:txBody>
      </p:sp>
      <p:sp>
        <p:nvSpPr>
          <p:cNvPr id="2" name="Titel 1">
            <a:extLst>
              <a:ext uri="{FF2B5EF4-FFF2-40B4-BE49-F238E27FC236}">
                <a16:creationId xmlns:a16="http://schemas.microsoft.com/office/drawing/2014/main" xmlns="" id="{D4F12EBF-CF8F-4714-BEE0-30A1064902D0}"/>
              </a:ext>
            </a:extLst>
          </p:cNvPr>
          <p:cNvSpPr>
            <a:spLocks noGrp="1"/>
          </p:cNvSpPr>
          <p:nvPr>
            <p:ph type="title"/>
          </p:nvPr>
        </p:nvSpPr>
        <p:spPr>
          <a:xfrm>
            <a:off x="360000" y="2329132"/>
            <a:ext cx="11472946" cy="3980844"/>
          </a:xfrm>
        </p:spPr>
        <p:txBody>
          <a:bodyPr lIns="0" tIns="0" rIns="0" bIns="0" anchor="t">
            <a:noAutofit/>
          </a:bodyPr>
          <a:lstStyle>
            <a:lvl1pPr>
              <a:lnSpc>
                <a:spcPct val="98000"/>
              </a:lnSpc>
              <a:defRPr sz="4800">
                <a:solidFill>
                  <a:schemeClr val="tx1"/>
                </a:solidFill>
              </a:defRPr>
            </a:lvl1pPr>
          </a:lstStyle>
          <a:p>
            <a:r>
              <a:rPr lang="de-DE" dirty="0"/>
              <a:t>Mastertitelformat bearbeiten</a:t>
            </a:r>
          </a:p>
        </p:txBody>
      </p:sp>
      <p:sp>
        <p:nvSpPr>
          <p:cNvPr id="4" name="Datumsplatzhalter 3">
            <a:extLst>
              <a:ext uri="{FF2B5EF4-FFF2-40B4-BE49-F238E27FC236}">
                <a16:creationId xmlns:a16="http://schemas.microsoft.com/office/drawing/2014/main" xmlns="" id="{9FBD57CF-8973-47C9-9121-BDA556598BB2}"/>
              </a:ext>
            </a:extLst>
          </p:cNvPr>
          <p:cNvSpPr>
            <a:spLocks noGrp="1"/>
          </p:cNvSpPr>
          <p:nvPr>
            <p:ph type="dt" sz="half" idx="10"/>
          </p:nvPr>
        </p:nvSpPr>
        <p:spPr/>
        <p:txBody>
          <a:bodyPr/>
          <a:lstStyle>
            <a:lvl1pPr>
              <a:defRPr>
                <a:solidFill>
                  <a:srgbClr val="6D7373"/>
                </a:solidFill>
              </a:defRPr>
            </a:lvl1pPr>
          </a:lstStyle>
          <a:p>
            <a:fld id="{3DD61E3D-F1AD-47FB-8196-9ABDA3CCDCC0}" type="datetime1">
              <a:rPr lang="en-CA" smtClean="0"/>
              <a:t>2025-09-13</a:t>
            </a:fld>
            <a:endParaRPr lang="de-DE"/>
          </a:p>
        </p:txBody>
      </p:sp>
      <p:sp>
        <p:nvSpPr>
          <p:cNvPr id="5" name="Fußzeilenplatzhalter 4">
            <a:extLst>
              <a:ext uri="{FF2B5EF4-FFF2-40B4-BE49-F238E27FC236}">
                <a16:creationId xmlns:a16="http://schemas.microsoft.com/office/drawing/2014/main" xmlns="" id="{72482F60-23B1-463D-B55F-91BC7B4C1176}"/>
              </a:ext>
            </a:extLst>
          </p:cNvPr>
          <p:cNvSpPr>
            <a:spLocks noGrp="1"/>
          </p:cNvSpPr>
          <p:nvPr>
            <p:ph type="ftr" sz="quarter" idx="11"/>
          </p:nvPr>
        </p:nvSpPr>
        <p:spPr/>
        <p:txBody>
          <a:bodyPr/>
          <a:lstStyle>
            <a:lvl1pPr>
              <a:defRPr>
                <a:solidFill>
                  <a:srgbClr val="6D7373"/>
                </a:solidFill>
              </a:defRPr>
            </a:lvl1p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9409AB51-B591-4F5B-967E-95DBFDF1A612}"/>
              </a:ext>
            </a:extLst>
          </p:cNvPr>
          <p:cNvSpPr>
            <a:spLocks noGrp="1"/>
          </p:cNvSpPr>
          <p:nvPr>
            <p:ph type="sldNum" sz="quarter" idx="12"/>
          </p:nvPr>
        </p:nvSpPr>
        <p:spPr/>
        <p:txBody>
          <a:bodyPr/>
          <a:lstStyle>
            <a:lvl1pPr>
              <a:defRPr>
                <a:solidFill>
                  <a:srgbClr val="6D7373"/>
                </a:solidFill>
              </a:defRPr>
            </a:lvl1pPr>
          </a:lstStyle>
          <a:p>
            <a:fld id="{075B144D-941B-4DFC-AF5F-0416193D12EC}" type="slidenum">
              <a:rPr lang="de-DE" smtClean="0"/>
              <a:pPr/>
              <a:t>‹#›</a:t>
            </a:fld>
            <a:endParaRPr lang="de-DE"/>
          </a:p>
        </p:txBody>
      </p:sp>
    </p:spTree>
    <p:extLst>
      <p:ext uri="{BB962C8B-B14F-4D97-AF65-F5344CB8AC3E}">
        <p14:creationId xmlns:p14="http://schemas.microsoft.com/office/powerpoint/2010/main" val="12591074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Zwischenfolie Statements, Farbe">
    <p:bg>
      <p:bgPr>
        <a:solidFill>
          <a:schemeClr val="accent1"/>
        </a:solidFill>
        <a:effectLst/>
      </p:bgPr>
    </p:bg>
    <p:spTree>
      <p:nvGrpSpPr>
        <p:cNvPr id="1" name=""/>
        <p:cNvGrpSpPr/>
        <p:nvPr/>
      </p:nvGrpSpPr>
      <p:grpSpPr>
        <a:xfrm>
          <a:off x="0" y="0"/>
          <a:ext cx="0" cy="0"/>
          <a:chOff x="0" y="0"/>
          <a:chExt cx="0" cy="0"/>
        </a:xfrm>
      </p:grpSpPr>
      <p:sp>
        <p:nvSpPr>
          <p:cNvPr id="11" name="Freihandform: Form 10">
            <a:extLst>
              <a:ext uri="{FF2B5EF4-FFF2-40B4-BE49-F238E27FC236}">
                <a16:creationId xmlns:a16="http://schemas.microsoft.com/office/drawing/2014/main" xmlns="" id="{A89DF183-E411-4BC5-A0BE-9BB3970575D4}"/>
              </a:ext>
            </a:extLst>
          </p:cNvPr>
          <p:cNvSpPr/>
          <p:nvPr userDrawn="1"/>
        </p:nvSpPr>
        <p:spPr>
          <a:xfrm>
            <a:off x="8212024"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alpha val="20000"/>
            </a:schemeClr>
          </a:solidFill>
          <a:ln w="12700" cap="flat">
            <a:noFill/>
            <a:prstDash val="solid"/>
            <a:miter/>
          </a:ln>
        </p:spPr>
        <p:txBody>
          <a:bodyPr rtlCol="0" anchor="ctr"/>
          <a:lstStyle/>
          <a:p>
            <a:endParaRPr lang="de-DE"/>
          </a:p>
        </p:txBody>
      </p:sp>
      <p:sp>
        <p:nvSpPr>
          <p:cNvPr id="2" name="Titel 1">
            <a:extLst>
              <a:ext uri="{FF2B5EF4-FFF2-40B4-BE49-F238E27FC236}">
                <a16:creationId xmlns:a16="http://schemas.microsoft.com/office/drawing/2014/main" xmlns="" id="{D4F12EBF-CF8F-4714-BEE0-30A1064902D0}"/>
              </a:ext>
            </a:extLst>
          </p:cNvPr>
          <p:cNvSpPr>
            <a:spLocks noGrp="1"/>
          </p:cNvSpPr>
          <p:nvPr>
            <p:ph type="title"/>
          </p:nvPr>
        </p:nvSpPr>
        <p:spPr>
          <a:xfrm>
            <a:off x="360000" y="2329132"/>
            <a:ext cx="11472946" cy="3980844"/>
          </a:xfrm>
        </p:spPr>
        <p:txBody>
          <a:bodyPr lIns="0" tIns="0" rIns="0" bIns="0" anchor="t">
            <a:noAutofit/>
          </a:bodyPr>
          <a:lstStyle>
            <a:lvl1pPr>
              <a:lnSpc>
                <a:spcPct val="98000"/>
              </a:lnSpc>
              <a:defRPr sz="4800">
                <a:solidFill>
                  <a:schemeClr val="bg1"/>
                </a:solidFill>
              </a:defRPr>
            </a:lvl1pPr>
          </a:lstStyle>
          <a:p>
            <a:r>
              <a:rPr lang="de-DE" dirty="0"/>
              <a:t>Mastertitelformat bearbeiten</a:t>
            </a:r>
          </a:p>
        </p:txBody>
      </p:sp>
      <p:sp>
        <p:nvSpPr>
          <p:cNvPr id="4" name="Datumsplatzhalter 3">
            <a:extLst>
              <a:ext uri="{FF2B5EF4-FFF2-40B4-BE49-F238E27FC236}">
                <a16:creationId xmlns:a16="http://schemas.microsoft.com/office/drawing/2014/main" xmlns="" id="{9FBD57CF-8973-47C9-9121-BDA556598BB2}"/>
              </a:ext>
            </a:extLst>
          </p:cNvPr>
          <p:cNvSpPr>
            <a:spLocks noGrp="1"/>
          </p:cNvSpPr>
          <p:nvPr>
            <p:ph type="dt" sz="half" idx="10"/>
          </p:nvPr>
        </p:nvSpPr>
        <p:spPr/>
        <p:txBody>
          <a:bodyPr/>
          <a:lstStyle>
            <a:lvl1pPr>
              <a:defRPr>
                <a:solidFill>
                  <a:schemeClr val="bg1"/>
                </a:solidFill>
              </a:defRPr>
            </a:lvl1pPr>
          </a:lstStyle>
          <a:p>
            <a:fld id="{7951F96B-EAD3-4463-A69A-3E71158E1D2F}" type="datetime1">
              <a:rPr lang="en-CA" smtClean="0"/>
              <a:t>2025-09-13</a:t>
            </a:fld>
            <a:endParaRPr lang="de-DE"/>
          </a:p>
        </p:txBody>
      </p:sp>
      <p:sp>
        <p:nvSpPr>
          <p:cNvPr id="5" name="Fußzeilenplatzhalter 4">
            <a:extLst>
              <a:ext uri="{FF2B5EF4-FFF2-40B4-BE49-F238E27FC236}">
                <a16:creationId xmlns:a16="http://schemas.microsoft.com/office/drawing/2014/main" xmlns="" id="{72482F60-23B1-463D-B55F-91BC7B4C1176}"/>
              </a:ext>
            </a:extLst>
          </p:cNvPr>
          <p:cNvSpPr>
            <a:spLocks noGrp="1"/>
          </p:cNvSpPr>
          <p:nvPr>
            <p:ph type="ftr" sz="quarter" idx="11"/>
          </p:nvPr>
        </p:nvSpPr>
        <p:spPr/>
        <p:txBody>
          <a:bodyPr/>
          <a:lstStyle>
            <a:lvl1pPr>
              <a:defRPr>
                <a:solidFill>
                  <a:schemeClr val="bg1"/>
                </a:solidFill>
              </a:defRPr>
            </a:lvl1p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9409AB51-B591-4F5B-967E-95DBFDF1A612}"/>
              </a:ext>
            </a:extLst>
          </p:cNvPr>
          <p:cNvSpPr>
            <a:spLocks noGrp="1"/>
          </p:cNvSpPr>
          <p:nvPr>
            <p:ph type="sldNum" sz="quarter" idx="12"/>
          </p:nvPr>
        </p:nvSpPr>
        <p:spPr/>
        <p:txBody>
          <a:bodyPr/>
          <a:lstStyle>
            <a:lvl1pPr>
              <a:defRPr>
                <a:solidFill>
                  <a:schemeClr val="bg1"/>
                </a:solidFill>
              </a:defRPr>
            </a:lvl1pPr>
          </a:lstStyle>
          <a:p>
            <a:fld id="{075B144D-941B-4DFC-AF5F-0416193D12EC}" type="slidenum">
              <a:rPr lang="de-DE" smtClean="0"/>
              <a:pPr/>
              <a:t>‹#›</a:t>
            </a:fld>
            <a:endParaRPr lang="de-DE"/>
          </a:p>
        </p:txBody>
      </p:sp>
      <p:pic>
        <p:nvPicPr>
          <p:cNvPr id="7" name="Grafik 6">
            <a:extLst>
              <a:ext uri="{FF2B5EF4-FFF2-40B4-BE49-F238E27FC236}">
                <a16:creationId xmlns:a16="http://schemas.microsoft.com/office/drawing/2014/main" xmlns="" id="{BBB8731D-4AC9-4D2E-9335-0D0C7773E29F}"/>
              </a:ext>
            </a:extLst>
          </p:cNvPr>
          <p:cNvPicPr>
            <a:picLocks noChangeAspect="1"/>
          </p:cNvPicPr>
          <p:nvPr userDrawn="1"/>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xmlns="" r:embed="rId3"/>
              </a:ext>
            </a:extLst>
          </a:blip>
          <a:stretch>
            <a:fillRect/>
          </a:stretch>
        </p:blipFill>
        <p:spPr>
          <a:xfrm>
            <a:off x="10877358" y="358969"/>
            <a:ext cx="950656" cy="737079"/>
          </a:xfrm>
          <a:prstGeom prst="rect">
            <a:avLst/>
          </a:prstGeom>
        </p:spPr>
      </p:pic>
    </p:spTree>
    <p:extLst>
      <p:ext uri="{BB962C8B-B14F-4D97-AF65-F5344CB8AC3E}">
        <p14:creationId xmlns:p14="http://schemas.microsoft.com/office/powerpoint/2010/main" val="16373047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1/2 Bild">
    <p:spTree>
      <p:nvGrpSpPr>
        <p:cNvPr id="1" name=""/>
        <p:cNvGrpSpPr/>
        <p:nvPr/>
      </p:nvGrpSpPr>
      <p:grpSpPr>
        <a:xfrm>
          <a:off x="0" y="0"/>
          <a:ext cx="0" cy="0"/>
          <a:chOff x="0" y="0"/>
          <a:chExt cx="0" cy="0"/>
        </a:xfrm>
      </p:grpSpPr>
      <p:sp>
        <p:nvSpPr>
          <p:cNvPr id="13" name="Bildplatzhalter 10">
            <a:extLst>
              <a:ext uri="{FF2B5EF4-FFF2-40B4-BE49-F238E27FC236}">
                <a16:creationId xmlns:a16="http://schemas.microsoft.com/office/drawing/2014/main" xmlns="" id="{3210823F-C337-45F6-8F6B-044DECDD1A8A}"/>
              </a:ext>
            </a:extLst>
          </p:cNvPr>
          <p:cNvSpPr>
            <a:spLocks noGrp="1"/>
          </p:cNvSpPr>
          <p:nvPr>
            <p:ph type="pic" sz="quarter" idx="15"/>
          </p:nvPr>
        </p:nvSpPr>
        <p:spPr>
          <a:xfrm>
            <a:off x="6095999" y="0"/>
            <a:ext cx="6096000" cy="6858000"/>
          </a:xfrm>
          <a:solidFill>
            <a:schemeClr val="accent1">
              <a:lumMod val="20000"/>
              <a:lumOff val="80000"/>
            </a:schemeClr>
          </a:solidFill>
        </p:spPr>
        <p:txBody>
          <a:bodyPr/>
          <a:lstStyle/>
          <a:p>
            <a:endParaRPr lang="de-DE"/>
          </a:p>
        </p:txBody>
      </p:sp>
      <p:sp>
        <p:nvSpPr>
          <p:cNvPr id="29" name="Zeichen" hidden="1">
            <a:extLst>
              <a:ext uri="{FF2B5EF4-FFF2-40B4-BE49-F238E27FC236}">
                <a16:creationId xmlns:a16="http://schemas.microsoft.com/office/drawing/2014/main" xmlns="" id="{4E1C69AA-DE75-47AF-A9EE-1D16FC11535A}"/>
              </a:ext>
            </a:extLst>
          </p:cNvPr>
          <p:cNvSpPr/>
          <p:nvPr/>
        </p:nvSpPr>
        <p:spPr>
          <a:xfrm>
            <a:off x="8202787"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cap="flat">
            <a:noFill/>
            <a:prstDash val="solid"/>
            <a:miter/>
          </a:ln>
        </p:spPr>
        <p:txBody>
          <a:bodyPr rtlCol="0" anchor="ctr"/>
          <a:lstStyle/>
          <a:p>
            <a:endParaRPr lang="de-DE"/>
          </a:p>
        </p:txBody>
      </p:sp>
      <p:sp>
        <p:nvSpPr>
          <p:cNvPr id="2" name="Titel 1">
            <a:extLst>
              <a:ext uri="{FF2B5EF4-FFF2-40B4-BE49-F238E27FC236}">
                <a16:creationId xmlns:a16="http://schemas.microsoft.com/office/drawing/2014/main" xmlns="" id="{49591944-6061-4359-A642-BF8A239B2620}"/>
              </a:ext>
            </a:extLst>
          </p:cNvPr>
          <p:cNvSpPr>
            <a:spLocks noGrp="1"/>
          </p:cNvSpPr>
          <p:nvPr>
            <p:ph type="title"/>
          </p:nvPr>
        </p:nvSpPr>
        <p:spPr>
          <a:xfrm>
            <a:off x="360000" y="358969"/>
            <a:ext cx="5367600" cy="835093"/>
          </a:xfrm>
        </p:spPr>
        <p:txBody>
          <a:bodyPr/>
          <a:lstStyle/>
          <a:p>
            <a:r>
              <a:rPr lang="de-DE" dirty="0"/>
              <a:t>Mastertitelformat bearbeiten</a:t>
            </a:r>
          </a:p>
        </p:txBody>
      </p:sp>
      <p:sp>
        <p:nvSpPr>
          <p:cNvPr id="18" name="Textplatzhalter 17">
            <a:extLst>
              <a:ext uri="{FF2B5EF4-FFF2-40B4-BE49-F238E27FC236}">
                <a16:creationId xmlns:a16="http://schemas.microsoft.com/office/drawing/2014/main" xmlns="" id="{D6E0015B-B602-441F-BCCE-3C0B8EED0507}"/>
              </a:ext>
            </a:extLst>
          </p:cNvPr>
          <p:cNvSpPr>
            <a:spLocks noGrp="1"/>
          </p:cNvSpPr>
          <p:nvPr>
            <p:ph type="body" sz="quarter" idx="17"/>
          </p:nvPr>
        </p:nvSpPr>
        <p:spPr>
          <a:xfrm>
            <a:off x="367644" y="1728000"/>
            <a:ext cx="5367600" cy="4230000"/>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xmlns="" id="{EE1A042D-D00A-488B-B800-3BB1279684A7}"/>
              </a:ext>
            </a:extLst>
          </p:cNvPr>
          <p:cNvSpPr>
            <a:spLocks noGrp="1"/>
          </p:cNvSpPr>
          <p:nvPr>
            <p:ph type="dt" sz="half" idx="10"/>
          </p:nvPr>
        </p:nvSpPr>
        <p:spPr/>
        <p:txBody>
          <a:bodyPr/>
          <a:lstStyle/>
          <a:p>
            <a:fld id="{4E6EEB9E-3259-4DD1-94A2-8A4966AEFF94}" type="datetime1">
              <a:rPr lang="en-CA" smtClean="0"/>
              <a:t>2025-09-13</a:t>
            </a:fld>
            <a:endParaRPr lang="de-DE"/>
          </a:p>
        </p:txBody>
      </p:sp>
      <p:sp>
        <p:nvSpPr>
          <p:cNvPr id="5" name="Fußzeilenplatzhalter 4">
            <a:extLst>
              <a:ext uri="{FF2B5EF4-FFF2-40B4-BE49-F238E27FC236}">
                <a16:creationId xmlns:a16="http://schemas.microsoft.com/office/drawing/2014/main" xmlns="" id="{37B713B8-12EB-4C04-9B73-0F40C27848DC}"/>
              </a:ext>
            </a:extLst>
          </p:cNvPr>
          <p:cNvSpPr>
            <a:spLocks noGrp="1"/>
          </p:cNvSpPr>
          <p:nvPr>
            <p:ph type="ftr" sz="quarter" idx="11"/>
          </p:nvPr>
        </p:nvSpPr>
        <p:spPr>
          <a:xfrm>
            <a:off x="1319842" y="6356350"/>
            <a:ext cx="4415402" cy="365125"/>
          </a:xfrm>
        </p:spPr>
        <p:txBody>
          <a:body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86CB8D8A-0190-4905-BE9D-E7A8085E03E0}"/>
              </a:ext>
            </a:extLst>
          </p:cNvPr>
          <p:cNvSpPr>
            <a:spLocks noGrp="1"/>
          </p:cNvSpPr>
          <p:nvPr>
            <p:ph type="sldNum" sz="quarter" idx="12"/>
          </p:nvPr>
        </p:nvSpPr>
        <p:spPr/>
        <p:txBody>
          <a:bodyPr/>
          <a:lstStyle/>
          <a:p>
            <a:fld id="{075B144D-941B-4DFC-AF5F-0416193D12EC}" type="slidenum">
              <a:rPr lang="de-DE" smtClean="0"/>
              <a:t>‹#›</a:t>
            </a:fld>
            <a:endParaRPr lang="de-DE"/>
          </a:p>
        </p:txBody>
      </p:sp>
      <p:sp>
        <p:nvSpPr>
          <p:cNvPr id="15" name="SmartArt-Platzhalter 14">
            <a:extLst>
              <a:ext uri="{FF2B5EF4-FFF2-40B4-BE49-F238E27FC236}">
                <a16:creationId xmlns:a16="http://schemas.microsoft.com/office/drawing/2014/main" xmlns="" id="{1542430D-7D46-45F4-82FB-B364BE702A78}"/>
              </a:ext>
            </a:extLst>
          </p:cNvPr>
          <p:cNvSpPr>
            <a:spLocks noGrp="1"/>
          </p:cNvSpPr>
          <p:nvPr>
            <p:ph type="dgm" sz="quarter" idx="16"/>
          </p:nvPr>
        </p:nvSpPr>
        <p:spPr>
          <a:xfrm>
            <a:off x="10877358" y="358969"/>
            <a:ext cx="950656" cy="737079"/>
          </a:xfrm>
          <a:blipFill>
            <a:blip r:embed="rId2">
              <a:extLst>
                <a:ext uri="{96DAC541-7B7A-43D3-8B79-37D633B846F1}">
                  <asvg:svgBlip xmlns:asvg="http://schemas.microsoft.com/office/drawing/2016/SVG/main" xmlns="" r:embed="rId3"/>
                </a:ext>
              </a:extLst>
            </a:blip>
            <a:stretch>
              <a:fillRect/>
            </a:stretch>
          </a:blipFill>
        </p:spPr>
        <p:txBody>
          <a:bodyPr>
            <a:normAutofit/>
          </a:bodyPr>
          <a:lstStyle>
            <a:lvl1pPr>
              <a:defRPr sz="100">
                <a:noFill/>
              </a:defRPr>
            </a:lvl1pPr>
          </a:lstStyle>
          <a:p>
            <a:endParaRPr lang="de-DE"/>
          </a:p>
        </p:txBody>
      </p:sp>
    </p:spTree>
    <p:extLst>
      <p:ext uri="{BB962C8B-B14F-4D97-AF65-F5344CB8AC3E}">
        <p14:creationId xmlns:p14="http://schemas.microsoft.com/office/powerpoint/2010/main" val="27128504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3 Text, 1/3 Bild">
    <p:spTree>
      <p:nvGrpSpPr>
        <p:cNvPr id="1" name=""/>
        <p:cNvGrpSpPr/>
        <p:nvPr/>
      </p:nvGrpSpPr>
      <p:grpSpPr>
        <a:xfrm>
          <a:off x="0" y="0"/>
          <a:ext cx="0" cy="0"/>
          <a:chOff x="0" y="0"/>
          <a:chExt cx="0" cy="0"/>
        </a:xfrm>
      </p:grpSpPr>
      <p:sp>
        <p:nvSpPr>
          <p:cNvPr id="29" name="Zeichen" hidden="1">
            <a:extLst>
              <a:ext uri="{FF2B5EF4-FFF2-40B4-BE49-F238E27FC236}">
                <a16:creationId xmlns:a16="http://schemas.microsoft.com/office/drawing/2014/main" xmlns="" id="{4E1C69AA-DE75-47AF-A9EE-1D16FC11535A}"/>
              </a:ext>
            </a:extLst>
          </p:cNvPr>
          <p:cNvSpPr/>
          <p:nvPr/>
        </p:nvSpPr>
        <p:spPr>
          <a:xfrm>
            <a:off x="8202787"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cap="flat">
            <a:noFill/>
            <a:prstDash val="solid"/>
            <a:miter/>
          </a:ln>
        </p:spPr>
        <p:txBody>
          <a:bodyPr rtlCol="0" anchor="ctr"/>
          <a:lstStyle/>
          <a:p>
            <a:endParaRPr lang="de-DE"/>
          </a:p>
        </p:txBody>
      </p:sp>
      <p:sp>
        <p:nvSpPr>
          <p:cNvPr id="2" name="Titel 1">
            <a:extLst>
              <a:ext uri="{FF2B5EF4-FFF2-40B4-BE49-F238E27FC236}">
                <a16:creationId xmlns:a16="http://schemas.microsoft.com/office/drawing/2014/main" xmlns="" id="{49591944-6061-4359-A642-BF8A239B2620}"/>
              </a:ext>
            </a:extLst>
          </p:cNvPr>
          <p:cNvSpPr>
            <a:spLocks noGrp="1"/>
          </p:cNvSpPr>
          <p:nvPr>
            <p:ph type="title"/>
          </p:nvPr>
        </p:nvSpPr>
        <p:spPr>
          <a:xfrm>
            <a:off x="360000" y="358969"/>
            <a:ext cx="9165600" cy="835093"/>
          </a:xfrm>
        </p:spPr>
        <p:txBody>
          <a:bodyPr/>
          <a:lstStyle/>
          <a:p>
            <a:r>
              <a:rPr lang="de-DE"/>
              <a:t>Mastertitelformat bearbeiten</a:t>
            </a:r>
          </a:p>
        </p:txBody>
      </p:sp>
      <p:sp>
        <p:nvSpPr>
          <p:cNvPr id="18" name="Textplatzhalter 17">
            <a:extLst>
              <a:ext uri="{FF2B5EF4-FFF2-40B4-BE49-F238E27FC236}">
                <a16:creationId xmlns:a16="http://schemas.microsoft.com/office/drawing/2014/main" xmlns="" id="{D6E0015B-B602-441F-BCCE-3C0B8EED0507}"/>
              </a:ext>
            </a:extLst>
          </p:cNvPr>
          <p:cNvSpPr>
            <a:spLocks noGrp="1"/>
          </p:cNvSpPr>
          <p:nvPr>
            <p:ph type="body" sz="quarter" idx="17"/>
          </p:nvPr>
        </p:nvSpPr>
        <p:spPr>
          <a:xfrm>
            <a:off x="367644" y="1728000"/>
            <a:ext cx="7520556" cy="423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xmlns="" id="{EE1A042D-D00A-488B-B800-3BB1279684A7}"/>
              </a:ext>
            </a:extLst>
          </p:cNvPr>
          <p:cNvSpPr>
            <a:spLocks noGrp="1"/>
          </p:cNvSpPr>
          <p:nvPr>
            <p:ph type="dt" sz="half" idx="10"/>
          </p:nvPr>
        </p:nvSpPr>
        <p:spPr/>
        <p:txBody>
          <a:bodyPr/>
          <a:lstStyle/>
          <a:p>
            <a:fld id="{E79D314D-0FA1-4618-90FA-5E022E6AE8C2}" type="datetime1">
              <a:rPr lang="en-CA" smtClean="0"/>
              <a:t>2025-09-13</a:t>
            </a:fld>
            <a:endParaRPr lang="de-DE"/>
          </a:p>
        </p:txBody>
      </p:sp>
      <p:sp>
        <p:nvSpPr>
          <p:cNvPr id="5" name="Fußzeilenplatzhalter 4">
            <a:extLst>
              <a:ext uri="{FF2B5EF4-FFF2-40B4-BE49-F238E27FC236}">
                <a16:creationId xmlns:a16="http://schemas.microsoft.com/office/drawing/2014/main" xmlns="" id="{37B713B8-12EB-4C04-9B73-0F40C27848DC}"/>
              </a:ext>
            </a:extLst>
          </p:cNvPr>
          <p:cNvSpPr>
            <a:spLocks noGrp="1"/>
          </p:cNvSpPr>
          <p:nvPr>
            <p:ph type="ftr" sz="quarter" idx="11"/>
          </p:nvPr>
        </p:nvSpPr>
        <p:spPr>
          <a:xfrm>
            <a:off x="1319842" y="6356350"/>
            <a:ext cx="4415402" cy="365125"/>
          </a:xfrm>
        </p:spPr>
        <p:txBody>
          <a:body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86CB8D8A-0190-4905-BE9D-E7A8085E03E0}"/>
              </a:ext>
            </a:extLst>
          </p:cNvPr>
          <p:cNvSpPr>
            <a:spLocks noGrp="1"/>
          </p:cNvSpPr>
          <p:nvPr>
            <p:ph type="sldNum" sz="quarter" idx="12"/>
          </p:nvPr>
        </p:nvSpPr>
        <p:spPr/>
        <p:txBody>
          <a:bodyPr/>
          <a:lstStyle/>
          <a:p>
            <a:fld id="{075B144D-941B-4DFC-AF5F-0416193D12EC}" type="slidenum">
              <a:rPr lang="de-DE" smtClean="0"/>
              <a:t>‹#›</a:t>
            </a:fld>
            <a:endParaRPr lang="de-DE"/>
          </a:p>
        </p:txBody>
      </p:sp>
      <p:sp>
        <p:nvSpPr>
          <p:cNvPr id="14" name="Bildplatzhalter 10">
            <a:extLst>
              <a:ext uri="{FF2B5EF4-FFF2-40B4-BE49-F238E27FC236}">
                <a16:creationId xmlns:a16="http://schemas.microsoft.com/office/drawing/2014/main" xmlns="" id="{0B42F015-4444-4B37-93BC-1B2A7278A9BD}"/>
              </a:ext>
            </a:extLst>
          </p:cNvPr>
          <p:cNvSpPr>
            <a:spLocks noGrp="1"/>
          </p:cNvSpPr>
          <p:nvPr>
            <p:ph type="pic" sz="quarter" idx="19"/>
          </p:nvPr>
        </p:nvSpPr>
        <p:spPr>
          <a:xfrm>
            <a:off x="8248200" y="1728000"/>
            <a:ext cx="3584400" cy="4230000"/>
          </a:xfrm>
          <a:solidFill>
            <a:schemeClr val="accent1">
              <a:lumMod val="20000"/>
              <a:lumOff val="80000"/>
            </a:schemeClr>
          </a:solidFill>
        </p:spPr>
        <p:txBody>
          <a:bodyPr/>
          <a:lstStyle/>
          <a:p>
            <a:endParaRPr lang="de-DE"/>
          </a:p>
        </p:txBody>
      </p:sp>
    </p:spTree>
    <p:extLst>
      <p:ext uri="{BB962C8B-B14F-4D97-AF65-F5344CB8AC3E}">
        <p14:creationId xmlns:p14="http://schemas.microsoft.com/office/powerpoint/2010/main" val="3407540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2/3 Text, 1/3 Bild im Anschnitt">
    <p:spTree>
      <p:nvGrpSpPr>
        <p:cNvPr id="1" name=""/>
        <p:cNvGrpSpPr/>
        <p:nvPr/>
      </p:nvGrpSpPr>
      <p:grpSpPr>
        <a:xfrm>
          <a:off x="0" y="0"/>
          <a:ext cx="0" cy="0"/>
          <a:chOff x="0" y="0"/>
          <a:chExt cx="0" cy="0"/>
        </a:xfrm>
      </p:grpSpPr>
      <p:sp>
        <p:nvSpPr>
          <p:cNvPr id="29" name="Zeichen" hidden="1">
            <a:extLst>
              <a:ext uri="{FF2B5EF4-FFF2-40B4-BE49-F238E27FC236}">
                <a16:creationId xmlns:a16="http://schemas.microsoft.com/office/drawing/2014/main" xmlns="" id="{4E1C69AA-DE75-47AF-A9EE-1D16FC11535A}"/>
              </a:ext>
            </a:extLst>
          </p:cNvPr>
          <p:cNvSpPr/>
          <p:nvPr/>
        </p:nvSpPr>
        <p:spPr>
          <a:xfrm>
            <a:off x="8202787"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cap="flat">
            <a:noFill/>
            <a:prstDash val="solid"/>
            <a:miter/>
          </a:ln>
        </p:spPr>
        <p:txBody>
          <a:bodyPr rtlCol="0" anchor="ctr"/>
          <a:lstStyle/>
          <a:p>
            <a:endParaRPr lang="de-DE"/>
          </a:p>
        </p:txBody>
      </p:sp>
      <p:sp>
        <p:nvSpPr>
          <p:cNvPr id="2" name="Titel 1">
            <a:extLst>
              <a:ext uri="{FF2B5EF4-FFF2-40B4-BE49-F238E27FC236}">
                <a16:creationId xmlns:a16="http://schemas.microsoft.com/office/drawing/2014/main" xmlns="" id="{49591944-6061-4359-A642-BF8A239B2620}"/>
              </a:ext>
            </a:extLst>
          </p:cNvPr>
          <p:cNvSpPr>
            <a:spLocks noGrp="1"/>
          </p:cNvSpPr>
          <p:nvPr>
            <p:ph type="title"/>
          </p:nvPr>
        </p:nvSpPr>
        <p:spPr>
          <a:xfrm>
            <a:off x="360000" y="358969"/>
            <a:ext cx="9165600" cy="835093"/>
          </a:xfrm>
        </p:spPr>
        <p:txBody>
          <a:bodyPr/>
          <a:lstStyle/>
          <a:p>
            <a:r>
              <a:rPr lang="de-DE" dirty="0"/>
              <a:t>Mastertitelformat bearbeiten</a:t>
            </a:r>
          </a:p>
        </p:txBody>
      </p:sp>
      <p:sp>
        <p:nvSpPr>
          <p:cNvPr id="18" name="Textplatzhalter 17">
            <a:extLst>
              <a:ext uri="{FF2B5EF4-FFF2-40B4-BE49-F238E27FC236}">
                <a16:creationId xmlns:a16="http://schemas.microsoft.com/office/drawing/2014/main" xmlns="" id="{D6E0015B-B602-441F-BCCE-3C0B8EED0507}"/>
              </a:ext>
            </a:extLst>
          </p:cNvPr>
          <p:cNvSpPr>
            <a:spLocks noGrp="1"/>
          </p:cNvSpPr>
          <p:nvPr>
            <p:ph type="body" sz="quarter" idx="17"/>
          </p:nvPr>
        </p:nvSpPr>
        <p:spPr>
          <a:xfrm>
            <a:off x="367644" y="1728000"/>
            <a:ext cx="7520556" cy="4230000"/>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xmlns="" id="{EE1A042D-D00A-488B-B800-3BB1279684A7}"/>
              </a:ext>
            </a:extLst>
          </p:cNvPr>
          <p:cNvSpPr>
            <a:spLocks noGrp="1"/>
          </p:cNvSpPr>
          <p:nvPr>
            <p:ph type="dt" sz="half" idx="10"/>
          </p:nvPr>
        </p:nvSpPr>
        <p:spPr/>
        <p:txBody>
          <a:bodyPr/>
          <a:lstStyle/>
          <a:p>
            <a:fld id="{CEA008BF-FEAD-43E7-9CAF-769810368B80}" type="datetime1">
              <a:rPr lang="en-CA" smtClean="0"/>
              <a:t>2025-09-13</a:t>
            </a:fld>
            <a:endParaRPr lang="de-DE"/>
          </a:p>
        </p:txBody>
      </p:sp>
      <p:sp>
        <p:nvSpPr>
          <p:cNvPr id="5" name="Fußzeilenplatzhalter 4">
            <a:extLst>
              <a:ext uri="{FF2B5EF4-FFF2-40B4-BE49-F238E27FC236}">
                <a16:creationId xmlns:a16="http://schemas.microsoft.com/office/drawing/2014/main" xmlns="" id="{37B713B8-12EB-4C04-9B73-0F40C27848DC}"/>
              </a:ext>
            </a:extLst>
          </p:cNvPr>
          <p:cNvSpPr>
            <a:spLocks noGrp="1"/>
          </p:cNvSpPr>
          <p:nvPr>
            <p:ph type="ftr" sz="quarter" idx="11"/>
          </p:nvPr>
        </p:nvSpPr>
        <p:spPr>
          <a:xfrm>
            <a:off x="1319842" y="6356350"/>
            <a:ext cx="4415402" cy="365125"/>
          </a:xfrm>
        </p:spPr>
        <p:txBody>
          <a:body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86CB8D8A-0190-4905-BE9D-E7A8085E03E0}"/>
              </a:ext>
            </a:extLst>
          </p:cNvPr>
          <p:cNvSpPr>
            <a:spLocks noGrp="1"/>
          </p:cNvSpPr>
          <p:nvPr>
            <p:ph type="sldNum" sz="quarter" idx="12"/>
          </p:nvPr>
        </p:nvSpPr>
        <p:spPr/>
        <p:txBody>
          <a:bodyPr/>
          <a:lstStyle/>
          <a:p>
            <a:fld id="{075B144D-941B-4DFC-AF5F-0416193D12EC}" type="slidenum">
              <a:rPr lang="de-DE" smtClean="0"/>
              <a:t>‹#›</a:t>
            </a:fld>
            <a:endParaRPr lang="de-DE"/>
          </a:p>
        </p:txBody>
      </p:sp>
      <p:sp>
        <p:nvSpPr>
          <p:cNvPr id="14" name="Bildplatzhalter 10">
            <a:extLst>
              <a:ext uri="{FF2B5EF4-FFF2-40B4-BE49-F238E27FC236}">
                <a16:creationId xmlns:a16="http://schemas.microsoft.com/office/drawing/2014/main" xmlns="" id="{0B42F015-4444-4B37-93BC-1B2A7278A9BD}"/>
              </a:ext>
            </a:extLst>
          </p:cNvPr>
          <p:cNvSpPr>
            <a:spLocks noGrp="1"/>
          </p:cNvSpPr>
          <p:nvPr>
            <p:ph type="pic" sz="quarter" idx="19"/>
          </p:nvPr>
        </p:nvSpPr>
        <p:spPr>
          <a:xfrm>
            <a:off x="8248200" y="1728000"/>
            <a:ext cx="3943800" cy="4230000"/>
          </a:xfrm>
          <a:solidFill>
            <a:schemeClr val="accent1">
              <a:lumMod val="20000"/>
              <a:lumOff val="80000"/>
            </a:schemeClr>
          </a:solidFill>
        </p:spPr>
        <p:txBody>
          <a:bodyPr/>
          <a:lstStyle/>
          <a:p>
            <a:endParaRPr lang="de-DE"/>
          </a:p>
        </p:txBody>
      </p:sp>
    </p:spTree>
    <p:extLst>
      <p:ext uri="{BB962C8B-B14F-4D97-AF65-F5344CB8AC3E}">
        <p14:creationId xmlns:p14="http://schemas.microsoft.com/office/powerpoint/2010/main" val="2745283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1 Inhalt auf warm grey">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xmlns="" id="{7269AF68-988A-4253-A129-3A4AAE090308}"/>
              </a:ext>
            </a:extLst>
          </p:cNvPr>
          <p:cNvSpPr/>
          <p:nvPr userDrawn="1"/>
        </p:nvSpPr>
        <p:spPr>
          <a:xfrm>
            <a:off x="0" y="1406106"/>
            <a:ext cx="12192000" cy="5451894"/>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9" name="Freihandform: Form 28">
            <a:extLst>
              <a:ext uri="{FF2B5EF4-FFF2-40B4-BE49-F238E27FC236}">
                <a16:creationId xmlns:a16="http://schemas.microsoft.com/office/drawing/2014/main" xmlns="" id="{4E1C69AA-DE75-47AF-A9EE-1D16FC11535A}"/>
              </a:ext>
            </a:extLst>
          </p:cNvPr>
          <p:cNvSpPr/>
          <p:nvPr/>
        </p:nvSpPr>
        <p:spPr>
          <a:xfrm>
            <a:off x="8202787"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rgbClr val="E6E3E2"/>
          </a:solidFill>
          <a:ln w="12700" cap="flat">
            <a:noFill/>
            <a:prstDash val="solid"/>
            <a:miter/>
          </a:ln>
        </p:spPr>
        <p:txBody>
          <a:bodyPr rtlCol="0" anchor="ctr"/>
          <a:lstStyle/>
          <a:p>
            <a:endParaRPr lang="de-DE"/>
          </a:p>
        </p:txBody>
      </p:sp>
      <p:sp>
        <p:nvSpPr>
          <p:cNvPr id="2" name="Titel 1">
            <a:extLst>
              <a:ext uri="{FF2B5EF4-FFF2-40B4-BE49-F238E27FC236}">
                <a16:creationId xmlns:a16="http://schemas.microsoft.com/office/drawing/2014/main" xmlns="" id="{49591944-6061-4359-A642-BF8A239B2620}"/>
              </a:ext>
            </a:extLst>
          </p:cNvPr>
          <p:cNvSpPr>
            <a:spLocks noGrp="1"/>
          </p:cNvSpPr>
          <p:nvPr>
            <p:ph type="title"/>
          </p:nvPr>
        </p:nvSpPr>
        <p:spPr>
          <a:xfrm>
            <a:off x="359999" y="358969"/>
            <a:ext cx="9158400" cy="835093"/>
          </a:xfrm>
        </p:spPr>
        <p:txBody>
          <a:bodyPr/>
          <a:lstStyle/>
          <a:p>
            <a:r>
              <a:rPr lang="de-DE"/>
              <a:t>Mastertitelformat bearbeiten</a:t>
            </a:r>
          </a:p>
        </p:txBody>
      </p:sp>
      <p:sp>
        <p:nvSpPr>
          <p:cNvPr id="8" name="Textplatzhalter 7">
            <a:extLst>
              <a:ext uri="{FF2B5EF4-FFF2-40B4-BE49-F238E27FC236}">
                <a16:creationId xmlns:a16="http://schemas.microsoft.com/office/drawing/2014/main" xmlns="" id="{111897A1-EA56-4E00-87BD-78D97639AC34}"/>
              </a:ext>
            </a:extLst>
          </p:cNvPr>
          <p:cNvSpPr>
            <a:spLocks noGrp="1"/>
          </p:cNvSpPr>
          <p:nvPr>
            <p:ph type="body" sz="quarter" idx="13"/>
          </p:nvPr>
        </p:nvSpPr>
        <p:spPr>
          <a:xfrm>
            <a:off x="359400" y="1728000"/>
            <a:ext cx="9158400" cy="423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xmlns="" id="{EE1A042D-D00A-488B-B800-3BB1279684A7}"/>
              </a:ext>
            </a:extLst>
          </p:cNvPr>
          <p:cNvSpPr>
            <a:spLocks noGrp="1"/>
          </p:cNvSpPr>
          <p:nvPr>
            <p:ph type="dt" sz="half" idx="10"/>
          </p:nvPr>
        </p:nvSpPr>
        <p:spPr/>
        <p:txBody>
          <a:bodyPr/>
          <a:lstStyle/>
          <a:p>
            <a:fld id="{6B12FFB6-ACFB-4239-9E1C-A5040C4373A5}" type="datetime1">
              <a:rPr lang="en-CA" smtClean="0"/>
              <a:t>2025-09-13</a:t>
            </a:fld>
            <a:endParaRPr lang="de-DE"/>
          </a:p>
        </p:txBody>
      </p:sp>
      <p:sp>
        <p:nvSpPr>
          <p:cNvPr id="5" name="Fußzeilenplatzhalter 4">
            <a:extLst>
              <a:ext uri="{FF2B5EF4-FFF2-40B4-BE49-F238E27FC236}">
                <a16:creationId xmlns:a16="http://schemas.microsoft.com/office/drawing/2014/main" xmlns="" id="{37B713B8-12EB-4C04-9B73-0F40C27848DC}"/>
              </a:ext>
            </a:extLst>
          </p:cNvPr>
          <p:cNvSpPr>
            <a:spLocks noGrp="1"/>
          </p:cNvSpPr>
          <p:nvPr>
            <p:ph type="ftr" sz="quarter" idx="11"/>
          </p:nvPr>
        </p:nvSpPr>
        <p:spPr/>
        <p:txBody>
          <a:body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86CB8D8A-0190-4905-BE9D-E7A8085E03E0}"/>
              </a:ext>
            </a:extLst>
          </p:cNvPr>
          <p:cNvSpPr>
            <a:spLocks noGrp="1"/>
          </p:cNvSpPr>
          <p:nvPr>
            <p:ph type="sldNum" sz="quarter" idx="12"/>
          </p:nvPr>
        </p:nvSpPr>
        <p:spPr/>
        <p:txBody>
          <a:bodyPr/>
          <a:lstStyle/>
          <a:p>
            <a:fld id="{075B144D-941B-4DFC-AF5F-0416193D12EC}" type="slidenum">
              <a:rPr lang="de-DE" smtClean="0"/>
              <a:t>‹#›</a:t>
            </a:fld>
            <a:endParaRPr lang="de-DE"/>
          </a:p>
        </p:txBody>
      </p:sp>
    </p:spTree>
    <p:extLst>
      <p:ext uri="{BB962C8B-B14F-4D97-AF65-F5344CB8AC3E}">
        <p14:creationId xmlns:p14="http://schemas.microsoft.com/office/powerpoint/2010/main" val="40512226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agramme auf warm grey">
    <p:spTree>
      <p:nvGrpSpPr>
        <p:cNvPr id="1" name=""/>
        <p:cNvGrpSpPr/>
        <p:nvPr/>
      </p:nvGrpSpPr>
      <p:grpSpPr>
        <a:xfrm>
          <a:off x="0" y="0"/>
          <a:ext cx="0" cy="0"/>
          <a:chOff x="0" y="0"/>
          <a:chExt cx="0" cy="0"/>
        </a:xfrm>
      </p:grpSpPr>
      <p:sp>
        <p:nvSpPr>
          <p:cNvPr id="14" name="Rechteck 13">
            <a:extLst>
              <a:ext uri="{FF2B5EF4-FFF2-40B4-BE49-F238E27FC236}">
                <a16:creationId xmlns:a16="http://schemas.microsoft.com/office/drawing/2014/main" xmlns="" id="{17DB8FB4-2383-45B9-9AE6-EBC2F37106BB}"/>
              </a:ext>
            </a:extLst>
          </p:cNvPr>
          <p:cNvSpPr/>
          <p:nvPr userDrawn="1"/>
        </p:nvSpPr>
        <p:spPr>
          <a:xfrm>
            <a:off x="0" y="1406106"/>
            <a:ext cx="12192000" cy="5451894"/>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xmlns="" id="{49591944-6061-4359-A642-BF8A239B2620}"/>
              </a:ext>
            </a:extLst>
          </p:cNvPr>
          <p:cNvSpPr>
            <a:spLocks noGrp="1"/>
          </p:cNvSpPr>
          <p:nvPr>
            <p:ph type="title"/>
          </p:nvPr>
        </p:nvSpPr>
        <p:spPr/>
        <p:txBody>
          <a:bodyPr/>
          <a:lstStyle/>
          <a:p>
            <a:r>
              <a:rPr lang="de-DE" dirty="0"/>
              <a:t>Mastertitelformat bearbeiten</a:t>
            </a:r>
          </a:p>
        </p:txBody>
      </p:sp>
      <p:sp>
        <p:nvSpPr>
          <p:cNvPr id="9" name="Diagrammplatzhalter 8">
            <a:extLst>
              <a:ext uri="{FF2B5EF4-FFF2-40B4-BE49-F238E27FC236}">
                <a16:creationId xmlns:a16="http://schemas.microsoft.com/office/drawing/2014/main" xmlns="" id="{255DC5E6-3687-4930-935D-6959AEFDD585}"/>
              </a:ext>
            </a:extLst>
          </p:cNvPr>
          <p:cNvSpPr>
            <a:spLocks noGrp="1"/>
          </p:cNvSpPr>
          <p:nvPr>
            <p:ph type="chart" sz="quarter" idx="14"/>
          </p:nvPr>
        </p:nvSpPr>
        <p:spPr>
          <a:xfrm>
            <a:off x="2047627" y="1944000"/>
            <a:ext cx="3868373" cy="3204000"/>
          </a:xfrm>
        </p:spPr>
        <p:txBody>
          <a:bodyPr/>
          <a:lstStyle/>
          <a:p>
            <a:endParaRPr lang="de-DE" dirty="0"/>
          </a:p>
        </p:txBody>
      </p:sp>
      <p:sp>
        <p:nvSpPr>
          <p:cNvPr id="4" name="Datumsplatzhalter 3">
            <a:extLst>
              <a:ext uri="{FF2B5EF4-FFF2-40B4-BE49-F238E27FC236}">
                <a16:creationId xmlns:a16="http://schemas.microsoft.com/office/drawing/2014/main" xmlns="" id="{EE1A042D-D00A-488B-B800-3BB1279684A7}"/>
              </a:ext>
            </a:extLst>
          </p:cNvPr>
          <p:cNvSpPr>
            <a:spLocks noGrp="1"/>
          </p:cNvSpPr>
          <p:nvPr>
            <p:ph type="dt" sz="half" idx="10"/>
          </p:nvPr>
        </p:nvSpPr>
        <p:spPr/>
        <p:txBody>
          <a:bodyPr/>
          <a:lstStyle/>
          <a:p>
            <a:fld id="{1E588329-837A-4387-A7A2-F5CC21097A8C}" type="datetime1">
              <a:rPr lang="en-CA" smtClean="0"/>
              <a:t>2025-09-13</a:t>
            </a:fld>
            <a:endParaRPr lang="de-DE"/>
          </a:p>
        </p:txBody>
      </p:sp>
      <p:sp>
        <p:nvSpPr>
          <p:cNvPr id="5" name="Fußzeilenplatzhalter 4">
            <a:extLst>
              <a:ext uri="{FF2B5EF4-FFF2-40B4-BE49-F238E27FC236}">
                <a16:creationId xmlns:a16="http://schemas.microsoft.com/office/drawing/2014/main" xmlns="" id="{37B713B8-12EB-4C04-9B73-0F40C27848DC}"/>
              </a:ext>
            </a:extLst>
          </p:cNvPr>
          <p:cNvSpPr>
            <a:spLocks noGrp="1"/>
          </p:cNvSpPr>
          <p:nvPr>
            <p:ph type="ftr" sz="quarter" idx="11"/>
          </p:nvPr>
        </p:nvSpPr>
        <p:spPr/>
        <p:txBody>
          <a:body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86CB8D8A-0190-4905-BE9D-E7A8085E03E0}"/>
              </a:ext>
            </a:extLst>
          </p:cNvPr>
          <p:cNvSpPr>
            <a:spLocks noGrp="1"/>
          </p:cNvSpPr>
          <p:nvPr>
            <p:ph type="sldNum" sz="quarter" idx="12"/>
          </p:nvPr>
        </p:nvSpPr>
        <p:spPr/>
        <p:txBody>
          <a:bodyPr/>
          <a:lstStyle/>
          <a:p>
            <a:fld id="{075B144D-941B-4DFC-AF5F-0416193D12EC}" type="slidenum">
              <a:rPr lang="de-DE" smtClean="0"/>
              <a:t>‹#›</a:t>
            </a:fld>
            <a:endParaRPr lang="de-DE"/>
          </a:p>
        </p:txBody>
      </p:sp>
      <p:sp>
        <p:nvSpPr>
          <p:cNvPr id="18" name="Textplatzhalter 17">
            <a:extLst>
              <a:ext uri="{FF2B5EF4-FFF2-40B4-BE49-F238E27FC236}">
                <a16:creationId xmlns:a16="http://schemas.microsoft.com/office/drawing/2014/main" xmlns="" id="{0DA6BB21-4596-46E1-A515-1F684F164C83}"/>
              </a:ext>
            </a:extLst>
          </p:cNvPr>
          <p:cNvSpPr>
            <a:spLocks noGrp="1"/>
          </p:cNvSpPr>
          <p:nvPr>
            <p:ph type="body" sz="quarter" idx="16"/>
          </p:nvPr>
        </p:nvSpPr>
        <p:spPr>
          <a:xfrm>
            <a:off x="2047627" y="5212773"/>
            <a:ext cx="3868373" cy="738842"/>
          </a:xfrm>
        </p:spPr>
        <p:txBody>
          <a:bodyPr/>
          <a:lstStyle>
            <a:lvl1pPr algn="ctr">
              <a:spcBef>
                <a:spcPts val="0"/>
              </a:spcBef>
              <a:defRPr sz="1400" b="0">
                <a:solidFill>
                  <a:schemeClr val="tx1"/>
                </a:solidFill>
              </a:defRPr>
            </a:lvl1pPr>
            <a:lvl2pPr>
              <a:defRPr sz="1400"/>
            </a:lvl2pPr>
            <a:lvl3pPr marL="0" indent="0">
              <a:buNone/>
              <a:defRPr sz="1400" b="0">
                <a:solidFill>
                  <a:srgbClr val="2C2E2E"/>
                </a:solidFill>
              </a:defRPr>
            </a:lvl3pPr>
            <a:lvl4pPr>
              <a:spcBef>
                <a:spcPts val="0"/>
              </a:spcBef>
              <a:defRPr sz="1400" b="0">
                <a:solidFill>
                  <a:srgbClr val="2C2E2E"/>
                </a:solidFill>
              </a:defRPr>
            </a:lvl4pPr>
            <a:lvl5pPr>
              <a:spcBef>
                <a:spcPts val="0"/>
              </a:spcBef>
              <a:defRPr sz="1400" b="0">
                <a:solidFill>
                  <a:srgbClr val="2C2E2E"/>
                </a:solidFill>
              </a:defRPr>
            </a:lvl5pPr>
            <a:lvl6pPr>
              <a:lnSpc>
                <a:spcPct val="110000"/>
              </a:lnSpc>
              <a:spcBef>
                <a:spcPts val="0"/>
              </a:spcBef>
              <a:defRPr sz="1400" b="0">
                <a:solidFill>
                  <a:srgbClr val="2C2E2E"/>
                </a:solidFill>
              </a:defRPr>
            </a:lvl6pPr>
            <a:lvl7pPr>
              <a:lnSpc>
                <a:spcPct val="110000"/>
              </a:lnSpc>
              <a:spcBef>
                <a:spcPts val="0"/>
              </a:spcBef>
              <a:defRPr sz="1400" b="0">
                <a:solidFill>
                  <a:srgbClr val="2C2E2E"/>
                </a:solidFill>
                <a:latin typeface="+mn-lt"/>
              </a:defRPr>
            </a:lvl7pPr>
            <a:lvl8pPr>
              <a:lnSpc>
                <a:spcPct val="110000"/>
              </a:lnSpc>
              <a:spcBef>
                <a:spcPts val="0"/>
              </a:spcBef>
              <a:defRPr sz="1400" b="0">
                <a:solidFill>
                  <a:srgbClr val="2C2E2E"/>
                </a:solidFill>
                <a:latin typeface="+mn-lt"/>
              </a:defRPr>
            </a:lvl8pPr>
            <a:lvl9pPr>
              <a:spcBef>
                <a:spcPts val="0"/>
              </a:spcBef>
              <a:defRPr sz="1400" b="0">
                <a:solidFill>
                  <a:srgbClr val="2C2E2E"/>
                </a:solidFill>
              </a:defRPr>
            </a:lvl9pPr>
          </a:lstStyle>
          <a:p>
            <a:pPr lvl="0"/>
            <a:r>
              <a:rPr lang="de-DE" dirty="0"/>
              <a:t>Mastertextformat bearbeiten</a:t>
            </a:r>
          </a:p>
        </p:txBody>
      </p:sp>
      <p:sp>
        <p:nvSpPr>
          <p:cNvPr id="28" name="Textplatzhalter 17">
            <a:extLst>
              <a:ext uri="{FF2B5EF4-FFF2-40B4-BE49-F238E27FC236}">
                <a16:creationId xmlns:a16="http://schemas.microsoft.com/office/drawing/2014/main" xmlns="" id="{03911FAF-8E7F-48D9-B333-619FD953D2D7}"/>
              </a:ext>
            </a:extLst>
          </p:cNvPr>
          <p:cNvSpPr>
            <a:spLocks noGrp="1"/>
          </p:cNvSpPr>
          <p:nvPr>
            <p:ph type="body" sz="quarter" idx="18"/>
          </p:nvPr>
        </p:nvSpPr>
        <p:spPr>
          <a:xfrm>
            <a:off x="6276000" y="5212773"/>
            <a:ext cx="3868373" cy="738842"/>
          </a:xfrm>
        </p:spPr>
        <p:txBody>
          <a:bodyPr/>
          <a:lstStyle>
            <a:lvl1pPr algn="ctr">
              <a:spcBef>
                <a:spcPts val="0"/>
              </a:spcBef>
              <a:defRPr sz="1400" b="0">
                <a:solidFill>
                  <a:schemeClr val="tx1"/>
                </a:solidFill>
              </a:defRPr>
            </a:lvl1pPr>
            <a:lvl2pPr>
              <a:defRPr sz="1400"/>
            </a:lvl2pPr>
            <a:lvl3pPr marL="0" indent="0">
              <a:buNone/>
              <a:defRPr sz="1400" b="0">
                <a:solidFill>
                  <a:srgbClr val="2C2E2E"/>
                </a:solidFill>
              </a:defRPr>
            </a:lvl3pPr>
            <a:lvl4pPr>
              <a:spcBef>
                <a:spcPts val="0"/>
              </a:spcBef>
              <a:defRPr sz="1400" b="0">
                <a:solidFill>
                  <a:srgbClr val="2C2E2E"/>
                </a:solidFill>
              </a:defRPr>
            </a:lvl4pPr>
            <a:lvl5pPr>
              <a:spcBef>
                <a:spcPts val="0"/>
              </a:spcBef>
              <a:defRPr sz="1400" b="0">
                <a:solidFill>
                  <a:srgbClr val="2C2E2E"/>
                </a:solidFill>
              </a:defRPr>
            </a:lvl5pPr>
            <a:lvl6pPr>
              <a:lnSpc>
                <a:spcPct val="110000"/>
              </a:lnSpc>
              <a:spcBef>
                <a:spcPts val="0"/>
              </a:spcBef>
              <a:defRPr sz="1400" b="0">
                <a:solidFill>
                  <a:srgbClr val="2C2E2E"/>
                </a:solidFill>
              </a:defRPr>
            </a:lvl6pPr>
            <a:lvl7pPr>
              <a:lnSpc>
                <a:spcPct val="110000"/>
              </a:lnSpc>
              <a:spcBef>
                <a:spcPts val="0"/>
              </a:spcBef>
              <a:defRPr sz="1400" b="0">
                <a:solidFill>
                  <a:srgbClr val="2C2E2E"/>
                </a:solidFill>
                <a:latin typeface="+mn-lt"/>
              </a:defRPr>
            </a:lvl7pPr>
            <a:lvl8pPr>
              <a:lnSpc>
                <a:spcPct val="110000"/>
              </a:lnSpc>
              <a:spcBef>
                <a:spcPts val="0"/>
              </a:spcBef>
              <a:defRPr sz="1400" b="0">
                <a:solidFill>
                  <a:srgbClr val="2C2E2E"/>
                </a:solidFill>
                <a:latin typeface="+mn-lt"/>
              </a:defRPr>
            </a:lvl8pPr>
            <a:lvl9pPr>
              <a:spcBef>
                <a:spcPts val="0"/>
              </a:spcBef>
              <a:defRPr sz="1400" b="0">
                <a:solidFill>
                  <a:srgbClr val="2C2E2E"/>
                </a:solidFill>
              </a:defRPr>
            </a:lvl9pPr>
          </a:lstStyle>
          <a:p>
            <a:pPr lvl="0"/>
            <a:r>
              <a:rPr lang="de-DE" dirty="0"/>
              <a:t>Mastertextformat bearbeiten</a:t>
            </a:r>
          </a:p>
        </p:txBody>
      </p:sp>
      <p:sp>
        <p:nvSpPr>
          <p:cNvPr id="30" name="Diagrammplatzhalter 8">
            <a:extLst>
              <a:ext uri="{FF2B5EF4-FFF2-40B4-BE49-F238E27FC236}">
                <a16:creationId xmlns:a16="http://schemas.microsoft.com/office/drawing/2014/main" xmlns="" id="{82F84FDF-40D0-4981-B1F5-E20639CEDD2E}"/>
              </a:ext>
            </a:extLst>
          </p:cNvPr>
          <p:cNvSpPr>
            <a:spLocks noGrp="1"/>
          </p:cNvSpPr>
          <p:nvPr>
            <p:ph type="chart" sz="quarter" idx="19"/>
          </p:nvPr>
        </p:nvSpPr>
        <p:spPr>
          <a:xfrm>
            <a:off x="6276000" y="1944000"/>
            <a:ext cx="3868373" cy="3204000"/>
          </a:xfrm>
        </p:spPr>
        <p:txBody>
          <a:bodyPr/>
          <a:lstStyle/>
          <a:p>
            <a:endParaRPr lang="de-DE" dirty="0"/>
          </a:p>
        </p:txBody>
      </p:sp>
    </p:spTree>
    <p:extLst>
      <p:ext uri="{BB962C8B-B14F-4D97-AF65-F5344CB8AC3E}">
        <p14:creationId xmlns:p14="http://schemas.microsoft.com/office/powerpoint/2010/main" val="2307548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elle auf warm grey">
    <p:spTree>
      <p:nvGrpSpPr>
        <p:cNvPr id="1" name=""/>
        <p:cNvGrpSpPr/>
        <p:nvPr/>
      </p:nvGrpSpPr>
      <p:grpSpPr>
        <a:xfrm>
          <a:off x="0" y="0"/>
          <a:ext cx="0" cy="0"/>
          <a:chOff x="0" y="0"/>
          <a:chExt cx="0" cy="0"/>
        </a:xfrm>
      </p:grpSpPr>
      <p:sp>
        <p:nvSpPr>
          <p:cNvPr id="14" name="Rechteck 13">
            <a:extLst>
              <a:ext uri="{FF2B5EF4-FFF2-40B4-BE49-F238E27FC236}">
                <a16:creationId xmlns:a16="http://schemas.microsoft.com/office/drawing/2014/main" xmlns="" id="{17DB8FB4-2383-45B9-9AE6-EBC2F37106BB}"/>
              </a:ext>
            </a:extLst>
          </p:cNvPr>
          <p:cNvSpPr/>
          <p:nvPr userDrawn="1"/>
        </p:nvSpPr>
        <p:spPr>
          <a:xfrm>
            <a:off x="0" y="1406106"/>
            <a:ext cx="12192000" cy="5451894"/>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xmlns="" id="{49591944-6061-4359-A642-BF8A239B2620}"/>
              </a:ext>
            </a:extLst>
          </p:cNvPr>
          <p:cNvSpPr>
            <a:spLocks noGrp="1"/>
          </p:cNvSpPr>
          <p:nvPr>
            <p:ph type="title"/>
          </p:nvPr>
        </p:nvSpPr>
        <p:spPr/>
        <p:txBody>
          <a:bodyPr/>
          <a:lstStyle/>
          <a:p>
            <a:r>
              <a:rPr lang="de-DE" dirty="0"/>
              <a:t>Mastertitelformat bearbeiten</a:t>
            </a:r>
          </a:p>
        </p:txBody>
      </p:sp>
      <p:sp>
        <p:nvSpPr>
          <p:cNvPr id="8" name="Tabellenplatzhalter 7">
            <a:extLst>
              <a:ext uri="{FF2B5EF4-FFF2-40B4-BE49-F238E27FC236}">
                <a16:creationId xmlns:a16="http://schemas.microsoft.com/office/drawing/2014/main" xmlns="" id="{F255DF77-CD01-4D1B-BC9A-507F01212649}"/>
              </a:ext>
            </a:extLst>
          </p:cNvPr>
          <p:cNvSpPr>
            <a:spLocks noGrp="1"/>
          </p:cNvSpPr>
          <p:nvPr>
            <p:ph type="tbl" sz="quarter" idx="17"/>
          </p:nvPr>
        </p:nvSpPr>
        <p:spPr>
          <a:xfrm>
            <a:off x="359999" y="2874044"/>
            <a:ext cx="9158400" cy="2325712"/>
          </a:xfrm>
        </p:spPr>
        <p:txBody>
          <a:bodyPr/>
          <a:lstStyle/>
          <a:p>
            <a:endParaRPr lang="de-DE" dirty="0"/>
          </a:p>
        </p:txBody>
      </p:sp>
      <p:sp>
        <p:nvSpPr>
          <p:cNvPr id="4" name="Datumsplatzhalter 3">
            <a:extLst>
              <a:ext uri="{FF2B5EF4-FFF2-40B4-BE49-F238E27FC236}">
                <a16:creationId xmlns:a16="http://schemas.microsoft.com/office/drawing/2014/main" xmlns="" id="{EE1A042D-D00A-488B-B800-3BB1279684A7}"/>
              </a:ext>
            </a:extLst>
          </p:cNvPr>
          <p:cNvSpPr>
            <a:spLocks noGrp="1"/>
          </p:cNvSpPr>
          <p:nvPr>
            <p:ph type="dt" sz="half" idx="10"/>
          </p:nvPr>
        </p:nvSpPr>
        <p:spPr/>
        <p:txBody>
          <a:bodyPr/>
          <a:lstStyle/>
          <a:p>
            <a:fld id="{CBE76D93-2663-46CE-9BB5-446FCDE7681F}" type="datetime1">
              <a:rPr lang="en-CA" smtClean="0"/>
              <a:t>2025-09-13</a:t>
            </a:fld>
            <a:endParaRPr lang="de-DE"/>
          </a:p>
        </p:txBody>
      </p:sp>
      <p:sp>
        <p:nvSpPr>
          <p:cNvPr id="5" name="Fußzeilenplatzhalter 4">
            <a:extLst>
              <a:ext uri="{FF2B5EF4-FFF2-40B4-BE49-F238E27FC236}">
                <a16:creationId xmlns:a16="http://schemas.microsoft.com/office/drawing/2014/main" xmlns="" id="{37B713B8-12EB-4C04-9B73-0F40C27848DC}"/>
              </a:ext>
            </a:extLst>
          </p:cNvPr>
          <p:cNvSpPr>
            <a:spLocks noGrp="1"/>
          </p:cNvSpPr>
          <p:nvPr>
            <p:ph type="ftr" sz="quarter" idx="11"/>
          </p:nvPr>
        </p:nvSpPr>
        <p:spPr/>
        <p:txBody>
          <a:body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86CB8D8A-0190-4905-BE9D-E7A8085E03E0}"/>
              </a:ext>
            </a:extLst>
          </p:cNvPr>
          <p:cNvSpPr>
            <a:spLocks noGrp="1"/>
          </p:cNvSpPr>
          <p:nvPr>
            <p:ph type="sldNum" sz="quarter" idx="12"/>
          </p:nvPr>
        </p:nvSpPr>
        <p:spPr/>
        <p:txBody>
          <a:bodyPr/>
          <a:lstStyle/>
          <a:p>
            <a:fld id="{075B144D-941B-4DFC-AF5F-0416193D12EC}" type="slidenum">
              <a:rPr lang="de-DE" smtClean="0"/>
              <a:t>‹#›</a:t>
            </a:fld>
            <a:endParaRPr lang="de-DE"/>
          </a:p>
        </p:txBody>
      </p:sp>
      <p:sp>
        <p:nvSpPr>
          <p:cNvPr id="7" name="Tabellenplatzhalter 6">
            <a:extLst>
              <a:ext uri="{FF2B5EF4-FFF2-40B4-BE49-F238E27FC236}">
                <a16:creationId xmlns:a16="http://schemas.microsoft.com/office/drawing/2014/main" xmlns="" id="{8722EC19-EBD0-46D7-BE18-A0FF5FD1E390}"/>
              </a:ext>
            </a:extLst>
          </p:cNvPr>
          <p:cNvSpPr>
            <a:spLocks noGrp="1"/>
          </p:cNvSpPr>
          <p:nvPr>
            <p:ph type="tbl" sz="quarter" idx="18"/>
          </p:nvPr>
        </p:nvSpPr>
        <p:spPr>
          <a:xfrm>
            <a:off x="359999" y="1728000"/>
            <a:ext cx="9158400" cy="780950"/>
          </a:xfrm>
        </p:spPr>
        <p:txBody>
          <a:bodyPr/>
          <a:lstStyle/>
          <a:p>
            <a:endParaRPr lang="de-DE" dirty="0"/>
          </a:p>
        </p:txBody>
      </p:sp>
      <p:sp>
        <p:nvSpPr>
          <p:cNvPr id="12" name="Textplatzhalter 17">
            <a:extLst>
              <a:ext uri="{FF2B5EF4-FFF2-40B4-BE49-F238E27FC236}">
                <a16:creationId xmlns:a16="http://schemas.microsoft.com/office/drawing/2014/main" xmlns="" id="{5FF8A264-794E-45B1-A549-AD3AD03960DE}"/>
              </a:ext>
            </a:extLst>
          </p:cNvPr>
          <p:cNvSpPr>
            <a:spLocks noGrp="1"/>
          </p:cNvSpPr>
          <p:nvPr>
            <p:ph type="body" sz="quarter" idx="16"/>
          </p:nvPr>
        </p:nvSpPr>
        <p:spPr>
          <a:xfrm>
            <a:off x="359998" y="5463555"/>
            <a:ext cx="9158400" cy="494333"/>
          </a:xfrm>
        </p:spPr>
        <p:txBody>
          <a:bodyPr anchor="b"/>
          <a:lstStyle>
            <a:lvl1pPr algn="l">
              <a:spcBef>
                <a:spcPts val="0"/>
              </a:spcBef>
              <a:defRPr sz="1200" b="0">
                <a:solidFill>
                  <a:schemeClr val="tx1"/>
                </a:solidFill>
              </a:defRPr>
            </a:lvl1pPr>
            <a:lvl2pPr>
              <a:defRPr sz="1400"/>
            </a:lvl2pPr>
            <a:lvl3pPr marL="0" indent="0">
              <a:buNone/>
              <a:defRPr sz="1400" b="0">
                <a:solidFill>
                  <a:srgbClr val="2C2E2E"/>
                </a:solidFill>
              </a:defRPr>
            </a:lvl3pPr>
            <a:lvl4pPr>
              <a:spcBef>
                <a:spcPts val="0"/>
              </a:spcBef>
              <a:defRPr sz="1400" b="0">
                <a:solidFill>
                  <a:srgbClr val="2C2E2E"/>
                </a:solidFill>
              </a:defRPr>
            </a:lvl4pPr>
            <a:lvl5pPr>
              <a:spcBef>
                <a:spcPts val="0"/>
              </a:spcBef>
              <a:defRPr sz="1400" b="0">
                <a:solidFill>
                  <a:srgbClr val="2C2E2E"/>
                </a:solidFill>
              </a:defRPr>
            </a:lvl5pPr>
            <a:lvl6pPr>
              <a:lnSpc>
                <a:spcPct val="110000"/>
              </a:lnSpc>
              <a:spcBef>
                <a:spcPts val="0"/>
              </a:spcBef>
              <a:defRPr sz="1400" b="0">
                <a:solidFill>
                  <a:srgbClr val="2C2E2E"/>
                </a:solidFill>
              </a:defRPr>
            </a:lvl6pPr>
            <a:lvl7pPr>
              <a:lnSpc>
                <a:spcPct val="110000"/>
              </a:lnSpc>
              <a:spcBef>
                <a:spcPts val="0"/>
              </a:spcBef>
              <a:defRPr sz="1400" b="0">
                <a:solidFill>
                  <a:srgbClr val="2C2E2E"/>
                </a:solidFill>
                <a:latin typeface="+mn-lt"/>
              </a:defRPr>
            </a:lvl7pPr>
            <a:lvl8pPr>
              <a:lnSpc>
                <a:spcPct val="110000"/>
              </a:lnSpc>
              <a:spcBef>
                <a:spcPts val="0"/>
              </a:spcBef>
              <a:defRPr sz="1400" b="0">
                <a:solidFill>
                  <a:srgbClr val="2C2E2E"/>
                </a:solidFill>
                <a:latin typeface="+mn-lt"/>
              </a:defRPr>
            </a:lvl8pPr>
            <a:lvl9pPr>
              <a:spcBef>
                <a:spcPts val="0"/>
              </a:spcBef>
              <a:defRPr sz="1400" b="0">
                <a:solidFill>
                  <a:srgbClr val="2C2E2E"/>
                </a:solidFill>
              </a:defRPr>
            </a:lvl9pPr>
          </a:lstStyle>
          <a:p>
            <a:pPr lvl="0"/>
            <a:r>
              <a:rPr lang="de-DE" dirty="0"/>
              <a:t>Mastertextformat bearbeiten</a:t>
            </a:r>
          </a:p>
        </p:txBody>
      </p:sp>
    </p:spTree>
    <p:extLst>
      <p:ext uri="{BB962C8B-B14F-4D97-AF65-F5344CB8AC3E}">
        <p14:creationId xmlns:p14="http://schemas.microsoft.com/office/powerpoint/2010/main" val="41119898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abelle auf weis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xmlns="" id="{49591944-6061-4359-A642-BF8A239B2620}"/>
              </a:ext>
            </a:extLst>
          </p:cNvPr>
          <p:cNvSpPr>
            <a:spLocks noGrp="1"/>
          </p:cNvSpPr>
          <p:nvPr>
            <p:ph type="title"/>
          </p:nvPr>
        </p:nvSpPr>
        <p:spPr/>
        <p:txBody>
          <a:bodyPr/>
          <a:lstStyle/>
          <a:p>
            <a:r>
              <a:rPr lang="de-DE" dirty="0"/>
              <a:t>Mastertitelformat bearbeiten</a:t>
            </a:r>
          </a:p>
        </p:txBody>
      </p:sp>
      <p:sp>
        <p:nvSpPr>
          <p:cNvPr id="8" name="Tabellenplatzhalter 7">
            <a:extLst>
              <a:ext uri="{FF2B5EF4-FFF2-40B4-BE49-F238E27FC236}">
                <a16:creationId xmlns:a16="http://schemas.microsoft.com/office/drawing/2014/main" xmlns="" id="{F255DF77-CD01-4D1B-BC9A-507F01212649}"/>
              </a:ext>
            </a:extLst>
          </p:cNvPr>
          <p:cNvSpPr>
            <a:spLocks noGrp="1"/>
          </p:cNvSpPr>
          <p:nvPr>
            <p:ph type="tbl" sz="quarter" idx="17"/>
          </p:nvPr>
        </p:nvSpPr>
        <p:spPr>
          <a:xfrm>
            <a:off x="359999" y="2874044"/>
            <a:ext cx="9158400" cy="2325712"/>
          </a:xfrm>
        </p:spPr>
        <p:txBody>
          <a:bodyPr/>
          <a:lstStyle/>
          <a:p>
            <a:endParaRPr lang="de-DE" dirty="0"/>
          </a:p>
        </p:txBody>
      </p:sp>
      <p:sp>
        <p:nvSpPr>
          <p:cNvPr id="4" name="Datumsplatzhalter 3">
            <a:extLst>
              <a:ext uri="{FF2B5EF4-FFF2-40B4-BE49-F238E27FC236}">
                <a16:creationId xmlns:a16="http://schemas.microsoft.com/office/drawing/2014/main" xmlns="" id="{EE1A042D-D00A-488B-B800-3BB1279684A7}"/>
              </a:ext>
            </a:extLst>
          </p:cNvPr>
          <p:cNvSpPr>
            <a:spLocks noGrp="1"/>
          </p:cNvSpPr>
          <p:nvPr>
            <p:ph type="dt" sz="half" idx="10"/>
          </p:nvPr>
        </p:nvSpPr>
        <p:spPr/>
        <p:txBody>
          <a:bodyPr/>
          <a:lstStyle/>
          <a:p>
            <a:fld id="{F1A14E70-3D5B-497E-B09F-128291212C13}" type="datetime1">
              <a:rPr lang="en-CA" smtClean="0"/>
              <a:t>2025-09-13</a:t>
            </a:fld>
            <a:endParaRPr lang="de-DE"/>
          </a:p>
        </p:txBody>
      </p:sp>
      <p:sp>
        <p:nvSpPr>
          <p:cNvPr id="5" name="Fußzeilenplatzhalter 4">
            <a:extLst>
              <a:ext uri="{FF2B5EF4-FFF2-40B4-BE49-F238E27FC236}">
                <a16:creationId xmlns:a16="http://schemas.microsoft.com/office/drawing/2014/main" xmlns="" id="{37B713B8-12EB-4C04-9B73-0F40C27848DC}"/>
              </a:ext>
            </a:extLst>
          </p:cNvPr>
          <p:cNvSpPr>
            <a:spLocks noGrp="1"/>
          </p:cNvSpPr>
          <p:nvPr>
            <p:ph type="ftr" sz="quarter" idx="11"/>
          </p:nvPr>
        </p:nvSpPr>
        <p:spPr/>
        <p:txBody>
          <a:body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86CB8D8A-0190-4905-BE9D-E7A8085E03E0}"/>
              </a:ext>
            </a:extLst>
          </p:cNvPr>
          <p:cNvSpPr>
            <a:spLocks noGrp="1"/>
          </p:cNvSpPr>
          <p:nvPr>
            <p:ph type="sldNum" sz="quarter" idx="12"/>
          </p:nvPr>
        </p:nvSpPr>
        <p:spPr/>
        <p:txBody>
          <a:bodyPr/>
          <a:lstStyle/>
          <a:p>
            <a:fld id="{075B144D-941B-4DFC-AF5F-0416193D12EC}" type="slidenum">
              <a:rPr lang="de-DE" smtClean="0"/>
              <a:t>‹#›</a:t>
            </a:fld>
            <a:endParaRPr lang="de-DE"/>
          </a:p>
        </p:txBody>
      </p:sp>
      <p:sp>
        <p:nvSpPr>
          <p:cNvPr id="7" name="Tabellenplatzhalter 6">
            <a:extLst>
              <a:ext uri="{FF2B5EF4-FFF2-40B4-BE49-F238E27FC236}">
                <a16:creationId xmlns:a16="http://schemas.microsoft.com/office/drawing/2014/main" xmlns="" id="{8722EC19-EBD0-46D7-BE18-A0FF5FD1E390}"/>
              </a:ext>
            </a:extLst>
          </p:cNvPr>
          <p:cNvSpPr>
            <a:spLocks noGrp="1"/>
          </p:cNvSpPr>
          <p:nvPr>
            <p:ph type="tbl" sz="quarter" idx="18"/>
          </p:nvPr>
        </p:nvSpPr>
        <p:spPr>
          <a:xfrm>
            <a:off x="359999" y="1728000"/>
            <a:ext cx="9158400" cy="780950"/>
          </a:xfrm>
        </p:spPr>
        <p:txBody>
          <a:bodyPr/>
          <a:lstStyle/>
          <a:p>
            <a:endParaRPr lang="de-DE" dirty="0"/>
          </a:p>
        </p:txBody>
      </p:sp>
      <p:sp>
        <p:nvSpPr>
          <p:cNvPr id="12" name="Textplatzhalter 17">
            <a:extLst>
              <a:ext uri="{FF2B5EF4-FFF2-40B4-BE49-F238E27FC236}">
                <a16:creationId xmlns:a16="http://schemas.microsoft.com/office/drawing/2014/main" xmlns="" id="{5FF8A264-794E-45B1-A549-AD3AD03960DE}"/>
              </a:ext>
            </a:extLst>
          </p:cNvPr>
          <p:cNvSpPr>
            <a:spLocks noGrp="1"/>
          </p:cNvSpPr>
          <p:nvPr>
            <p:ph type="body" sz="quarter" idx="16"/>
          </p:nvPr>
        </p:nvSpPr>
        <p:spPr>
          <a:xfrm>
            <a:off x="359998" y="5463555"/>
            <a:ext cx="9158400" cy="494333"/>
          </a:xfrm>
        </p:spPr>
        <p:txBody>
          <a:bodyPr anchor="b"/>
          <a:lstStyle>
            <a:lvl1pPr algn="l">
              <a:spcBef>
                <a:spcPts val="0"/>
              </a:spcBef>
              <a:defRPr sz="1200" b="0">
                <a:solidFill>
                  <a:schemeClr val="tx1"/>
                </a:solidFill>
              </a:defRPr>
            </a:lvl1pPr>
            <a:lvl2pPr>
              <a:defRPr sz="1400"/>
            </a:lvl2pPr>
            <a:lvl3pPr marL="0" indent="0">
              <a:buNone/>
              <a:defRPr sz="1400" b="0">
                <a:solidFill>
                  <a:srgbClr val="2C2E2E"/>
                </a:solidFill>
              </a:defRPr>
            </a:lvl3pPr>
            <a:lvl4pPr>
              <a:spcBef>
                <a:spcPts val="0"/>
              </a:spcBef>
              <a:defRPr sz="1400" b="0">
                <a:solidFill>
                  <a:srgbClr val="2C2E2E"/>
                </a:solidFill>
              </a:defRPr>
            </a:lvl4pPr>
            <a:lvl5pPr>
              <a:spcBef>
                <a:spcPts val="0"/>
              </a:spcBef>
              <a:defRPr sz="1400" b="0">
                <a:solidFill>
                  <a:srgbClr val="2C2E2E"/>
                </a:solidFill>
              </a:defRPr>
            </a:lvl5pPr>
            <a:lvl6pPr>
              <a:lnSpc>
                <a:spcPct val="110000"/>
              </a:lnSpc>
              <a:spcBef>
                <a:spcPts val="0"/>
              </a:spcBef>
              <a:defRPr sz="1400" b="0">
                <a:solidFill>
                  <a:srgbClr val="2C2E2E"/>
                </a:solidFill>
              </a:defRPr>
            </a:lvl6pPr>
            <a:lvl7pPr>
              <a:lnSpc>
                <a:spcPct val="110000"/>
              </a:lnSpc>
              <a:spcBef>
                <a:spcPts val="0"/>
              </a:spcBef>
              <a:defRPr sz="1400" b="0">
                <a:solidFill>
                  <a:srgbClr val="2C2E2E"/>
                </a:solidFill>
                <a:latin typeface="+mn-lt"/>
              </a:defRPr>
            </a:lvl7pPr>
            <a:lvl8pPr>
              <a:lnSpc>
                <a:spcPct val="110000"/>
              </a:lnSpc>
              <a:spcBef>
                <a:spcPts val="0"/>
              </a:spcBef>
              <a:defRPr sz="1400" b="0">
                <a:solidFill>
                  <a:srgbClr val="2C2E2E"/>
                </a:solidFill>
                <a:latin typeface="+mn-lt"/>
              </a:defRPr>
            </a:lvl8pPr>
            <a:lvl9pPr>
              <a:spcBef>
                <a:spcPts val="0"/>
              </a:spcBef>
              <a:defRPr sz="1400" b="0">
                <a:solidFill>
                  <a:srgbClr val="2C2E2E"/>
                </a:solidFill>
              </a:defRPr>
            </a:lvl9pPr>
          </a:lstStyle>
          <a:p>
            <a:pPr lvl="0"/>
            <a:r>
              <a:rPr lang="de-DE" dirty="0"/>
              <a:t>Mastertextformat bearbeiten</a:t>
            </a:r>
          </a:p>
        </p:txBody>
      </p:sp>
    </p:spTree>
    <p:extLst>
      <p:ext uri="{BB962C8B-B14F-4D97-AF65-F5344CB8AC3E}">
        <p14:creationId xmlns:p14="http://schemas.microsoft.com/office/powerpoint/2010/main" val="191726417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abelle und Text auf warm grey">
    <p:spTree>
      <p:nvGrpSpPr>
        <p:cNvPr id="1" name=""/>
        <p:cNvGrpSpPr/>
        <p:nvPr/>
      </p:nvGrpSpPr>
      <p:grpSpPr>
        <a:xfrm>
          <a:off x="0" y="0"/>
          <a:ext cx="0" cy="0"/>
          <a:chOff x="0" y="0"/>
          <a:chExt cx="0" cy="0"/>
        </a:xfrm>
      </p:grpSpPr>
      <p:sp>
        <p:nvSpPr>
          <p:cNvPr id="14" name="Rechteck 13">
            <a:extLst>
              <a:ext uri="{FF2B5EF4-FFF2-40B4-BE49-F238E27FC236}">
                <a16:creationId xmlns:a16="http://schemas.microsoft.com/office/drawing/2014/main" xmlns="" id="{17DB8FB4-2383-45B9-9AE6-EBC2F37106BB}"/>
              </a:ext>
            </a:extLst>
          </p:cNvPr>
          <p:cNvSpPr/>
          <p:nvPr userDrawn="1"/>
        </p:nvSpPr>
        <p:spPr>
          <a:xfrm>
            <a:off x="0" y="1406106"/>
            <a:ext cx="12192000" cy="5451894"/>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xmlns="" id="{49591944-6061-4359-A642-BF8A239B2620}"/>
              </a:ext>
            </a:extLst>
          </p:cNvPr>
          <p:cNvSpPr>
            <a:spLocks noGrp="1"/>
          </p:cNvSpPr>
          <p:nvPr>
            <p:ph type="title"/>
          </p:nvPr>
        </p:nvSpPr>
        <p:spPr/>
        <p:txBody>
          <a:bodyPr/>
          <a:lstStyle/>
          <a:p>
            <a:r>
              <a:rPr lang="de-DE"/>
              <a:t>Mastertitelformat bearbeiten</a:t>
            </a:r>
          </a:p>
        </p:txBody>
      </p:sp>
      <p:sp>
        <p:nvSpPr>
          <p:cNvPr id="8" name="Tabellenplatzhalter 7">
            <a:extLst>
              <a:ext uri="{FF2B5EF4-FFF2-40B4-BE49-F238E27FC236}">
                <a16:creationId xmlns:a16="http://schemas.microsoft.com/office/drawing/2014/main" xmlns="" id="{F255DF77-CD01-4D1B-BC9A-507F01212649}"/>
              </a:ext>
            </a:extLst>
          </p:cNvPr>
          <p:cNvSpPr>
            <a:spLocks noGrp="1"/>
          </p:cNvSpPr>
          <p:nvPr>
            <p:ph type="tbl" sz="quarter" idx="17"/>
          </p:nvPr>
        </p:nvSpPr>
        <p:spPr>
          <a:xfrm>
            <a:off x="360000" y="2874044"/>
            <a:ext cx="7528801" cy="2325712"/>
          </a:xfrm>
        </p:spPr>
        <p:txBody>
          <a:bodyPr/>
          <a:lstStyle/>
          <a:p>
            <a:endParaRPr lang="de-DE" dirty="0"/>
          </a:p>
        </p:txBody>
      </p:sp>
      <p:sp>
        <p:nvSpPr>
          <p:cNvPr id="4" name="Datumsplatzhalter 3">
            <a:extLst>
              <a:ext uri="{FF2B5EF4-FFF2-40B4-BE49-F238E27FC236}">
                <a16:creationId xmlns:a16="http://schemas.microsoft.com/office/drawing/2014/main" xmlns="" id="{EE1A042D-D00A-488B-B800-3BB1279684A7}"/>
              </a:ext>
            </a:extLst>
          </p:cNvPr>
          <p:cNvSpPr>
            <a:spLocks noGrp="1"/>
          </p:cNvSpPr>
          <p:nvPr>
            <p:ph type="dt" sz="half" idx="10"/>
          </p:nvPr>
        </p:nvSpPr>
        <p:spPr/>
        <p:txBody>
          <a:bodyPr/>
          <a:lstStyle/>
          <a:p>
            <a:fld id="{1454DA56-61B8-480A-BB40-0D3B717F58BF}" type="datetime1">
              <a:rPr lang="en-CA" smtClean="0"/>
              <a:t>2025-09-13</a:t>
            </a:fld>
            <a:endParaRPr lang="de-DE" dirty="0"/>
          </a:p>
        </p:txBody>
      </p:sp>
      <p:sp>
        <p:nvSpPr>
          <p:cNvPr id="5" name="Fußzeilenplatzhalter 4">
            <a:extLst>
              <a:ext uri="{FF2B5EF4-FFF2-40B4-BE49-F238E27FC236}">
                <a16:creationId xmlns:a16="http://schemas.microsoft.com/office/drawing/2014/main" xmlns="" id="{37B713B8-12EB-4C04-9B73-0F40C27848DC}"/>
              </a:ext>
            </a:extLst>
          </p:cNvPr>
          <p:cNvSpPr>
            <a:spLocks noGrp="1"/>
          </p:cNvSpPr>
          <p:nvPr>
            <p:ph type="ftr" sz="quarter" idx="11"/>
          </p:nvPr>
        </p:nvSpPr>
        <p:spPr/>
        <p:txBody>
          <a:body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86CB8D8A-0190-4905-BE9D-E7A8085E03E0}"/>
              </a:ext>
            </a:extLst>
          </p:cNvPr>
          <p:cNvSpPr>
            <a:spLocks noGrp="1"/>
          </p:cNvSpPr>
          <p:nvPr>
            <p:ph type="sldNum" sz="quarter" idx="12"/>
          </p:nvPr>
        </p:nvSpPr>
        <p:spPr/>
        <p:txBody>
          <a:bodyPr/>
          <a:lstStyle/>
          <a:p>
            <a:fld id="{075B144D-941B-4DFC-AF5F-0416193D12EC}" type="slidenum">
              <a:rPr lang="de-DE" smtClean="0"/>
              <a:t>‹#›</a:t>
            </a:fld>
            <a:endParaRPr lang="de-DE"/>
          </a:p>
        </p:txBody>
      </p:sp>
      <p:sp>
        <p:nvSpPr>
          <p:cNvPr id="7" name="Tabellenplatzhalter 6">
            <a:extLst>
              <a:ext uri="{FF2B5EF4-FFF2-40B4-BE49-F238E27FC236}">
                <a16:creationId xmlns:a16="http://schemas.microsoft.com/office/drawing/2014/main" xmlns="" id="{8722EC19-EBD0-46D7-BE18-A0FF5FD1E390}"/>
              </a:ext>
            </a:extLst>
          </p:cNvPr>
          <p:cNvSpPr>
            <a:spLocks noGrp="1"/>
          </p:cNvSpPr>
          <p:nvPr>
            <p:ph type="tbl" sz="quarter" idx="18"/>
          </p:nvPr>
        </p:nvSpPr>
        <p:spPr>
          <a:xfrm>
            <a:off x="360000" y="1728000"/>
            <a:ext cx="7528801" cy="780950"/>
          </a:xfrm>
        </p:spPr>
        <p:txBody>
          <a:bodyPr/>
          <a:lstStyle/>
          <a:p>
            <a:endParaRPr lang="de-DE" dirty="0"/>
          </a:p>
        </p:txBody>
      </p:sp>
      <p:sp>
        <p:nvSpPr>
          <p:cNvPr id="12" name="Textplatzhalter 17">
            <a:extLst>
              <a:ext uri="{FF2B5EF4-FFF2-40B4-BE49-F238E27FC236}">
                <a16:creationId xmlns:a16="http://schemas.microsoft.com/office/drawing/2014/main" xmlns="" id="{5FF8A264-794E-45B1-A549-AD3AD03960DE}"/>
              </a:ext>
            </a:extLst>
          </p:cNvPr>
          <p:cNvSpPr>
            <a:spLocks noGrp="1"/>
          </p:cNvSpPr>
          <p:nvPr>
            <p:ph type="body" sz="quarter" idx="16"/>
          </p:nvPr>
        </p:nvSpPr>
        <p:spPr>
          <a:xfrm>
            <a:off x="359998" y="5463554"/>
            <a:ext cx="7528802" cy="493200"/>
          </a:xfrm>
        </p:spPr>
        <p:txBody>
          <a:bodyPr anchor="b"/>
          <a:lstStyle>
            <a:lvl1pPr algn="l">
              <a:spcBef>
                <a:spcPts val="0"/>
              </a:spcBef>
              <a:defRPr sz="1200" b="0">
                <a:solidFill>
                  <a:schemeClr val="tx1"/>
                </a:solidFill>
              </a:defRPr>
            </a:lvl1pPr>
            <a:lvl2pPr>
              <a:defRPr sz="1400"/>
            </a:lvl2pPr>
            <a:lvl3pPr marL="0" indent="0">
              <a:buNone/>
              <a:defRPr sz="1400" b="0">
                <a:solidFill>
                  <a:srgbClr val="2C2E2E"/>
                </a:solidFill>
              </a:defRPr>
            </a:lvl3pPr>
            <a:lvl4pPr>
              <a:spcBef>
                <a:spcPts val="0"/>
              </a:spcBef>
              <a:defRPr sz="1400" b="0">
                <a:solidFill>
                  <a:srgbClr val="2C2E2E"/>
                </a:solidFill>
              </a:defRPr>
            </a:lvl4pPr>
            <a:lvl5pPr>
              <a:spcBef>
                <a:spcPts val="0"/>
              </a:spcBef>
              <a:defRPr sz="1400" b="0">
                <a:solidFill>
                  <a:srgbClr val="2C2E2E"/>
                </a:solidFill>
              </a:defRPr>
            </a:lvl5pPr>
            <a:lvl6pPr>
              <a:lnSpc>
                <a:spcPct val="110000"/>
              </a:lnSpc>
              <a:spcBef>
                <a:spcPts val="0"/>
              </a:spcBef>
              <a:defRPr sz="1400" b="0">
                <a:solidFill>
                  <a:srgbClr val="2C2E2E"/>
                </a:solidFill>
              </a:defRPr>
            </a:lvl6pPr>
            <a:lvl7pPr>
              <a:lnSpc>
                <a:spcPct val="110000"/>
              </a:lnSpc>
              <a:spcBef>
                <a:spcPts val="0"/>
              </a:spcBef>
              <a:defRPr sz="1400" b="0">
                <a:solidFill>
                  <a:srgbClr val="2C2E2E"/>
                </a:solidFill>
                <a:latin typeface="+mn-lt"/>
              </a:defRPr>
            </a:lvl7pPr>
            <a:lvl8pPr>
              <a:lnSpc>
                <a:spcPct val="110000"/>
              </a:lnSpc>
              <a:spcBef>
                <a:spcPts val="0"/>
              </a:spcBef>
              <a:defRPr sz="1400" b="0">
                <a:solidFill>
                  <a:srgbClr val="2C2E2E"/>
                </a:solidFill>
                <a:latin typeface="+mn-lt"/>
              </a:defRPr>
            </a:lvl8pPr>
            <a:lvl9pPr>
              <a:spcBef>
                <a:spcPts val="0"/>
              </a:spcBef>
              <a:defRPr sz="1400" b="0">
                <a:solidFill>
                  <a:srgbClr val="2C2E2E"/>
                </a:solidFill>
              </a:defRPr>
            </a:lvl9pPr>
          </a:lstStyle>
          <a:p>
            <a:pPr lvl="0"/>
            <a:r>
              <a:rPr lang="de-DE" dirty="0"/>
              <a:t>Mastertextformat bearbeiten</a:t>
            </a:r>
          </a:p>
        </p:txBody>
      </p:sp>
      <p:sp>
        <p:nvSpPr>
          <p:cNvPr id="10" name="Textplatzhalter 9">
            <a:extLst>
              <a:ext uri="{FF2B5EF4-FFF2-40B4-BE49-F238E27FC236}">
                <a16:creationId xmlns:a16="http://schemas.microsoft.com/office/drawing/2014/main" xmlns="" id="{C96CA32A-ADBA-47A3-8757-69DCD77F6EE5}"/>
              </a:ext>
            </a:extLst>
          </p:cNvPr>
          <p:cNvSpPr>
            <a:spLocks noGrp="1"/>
          </p:cNvSpPr>
          <p:nvPr>
            <p:ph type="body" sz="quarter" idx="19"/>
          </p:nvPr>
        </p:nvSpPr>
        <p:spPr>
          <a:xfrm>
            <a:off x="8248800" y="1728000"/>
            <a:ext cx="3584400" cy="4230000"/>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343539830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abelle und Text auf weis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xmlns="" id="{49591944-6061-4359-A642-BF8A239B2620}"/>
              </a:ext>
            </a:extLst>
          </p:cNvPr>
          <p:cNvSpPr>
            <a:spLocks noGrp="1"/>
          </p:cNvSpPr>
          <p:nvPr>
            <p:ph type="title"/>
          </p:nvPr>
        </p:nvSpPr>
        <p:spPr/>
        <p:txBody>
          <a:bodyPr/>
          <a:lstStyle/>
          <a:p>
            <a:r>
              <a:rPr lang="de-DE"/>
              <a:t>Mastertitelformat bearbeiten</a:t>
            </a:r>
          </a:p>
        </p:txBody>
      </p:sp>
      <p:sp>
        <p:nvSpPr>
          <p:cNvPr id="8" name="Tabellenplatzhalter 7">
            <a:extLst>
              <a:ext uri="{FF2B5EF4-FFF2-40B4-BE49-F238E27FC236}">
                <a16:creationId xmlns:a16="http://schemas.microsoft.com/office/drawing/2014/main" xmlns="" id="{F255DF77-CD01-4D1B-BC9A-507F01212649}"/>
              </a:ext>
            </a:extLst>
          </p:cNvPr>
          <p:cNvSpPr>
            <a:spLocks noGrp="1"/>
          </p:cNvSpPr>
          <p:nvPr>
            <p:ph type="tbl" sz="quarter" idx="17"/>
          </p:nvPr>
        </p:nvSpPr>
        <p:spPr>
          <a:xfrm>
            <a:off x="360000" y="2874044"/>
            <a:ext cx="7528801" cy="2325712"/>
          </a:xfrm>
        </p:spPr>
        <p:txBody>
          <a:bodyPr/>
          <a:lstStyle>
            <a:lvl1pPr>
              <a:defRPr>
                <a:latin typeface="SRH Text" panose="020B0503020204020204" pitchFamily="34" charset="0"/>
                <a:ea typeface="SRH Text" panose="020B0503020204020204" pitchFamily="34" charset="0"/>
                <a:cs typeface="SRH Text" panose="020B0503020204020204" pitchFamily="34" charset="0"/>
              </a:defRPr>
            </a:lvl1pPr>
          </a:lstStyle>
          <a:p>
            <a:endParaRPr lang="de-DE" dirty="0"/>
          </a:p>
        </p:txBody>
      </p:sp>
      <p:sp>
        <p:nvSpPr>
          <p:cNvPr id="4" name="Datumsplatzhalter 3">
            <a:extLst>
              <a:ext uri="{FF2B5EF4-FFF2-40B4-BE49-F238E27FC236}">
                <a16:creationId xmlns:a16="http://schemas.microsoft.com/office/drawing/2014/main" xmlns="" id="{EE1A042D-D00A-488B-B800-3BB1279684A7}"/>
              </a:ext>
            </a:extLst>
          </p:cNvPr>
          <p:cNvSpPr>
            <a:spLocks noGrp="1"/>
          </p:cNvSpPr>
          <p:nvPr>
            <p:ph type="dt" sz="half" idx="10"/>
          </p:nvPr>
        </p:nvSpPr>
        <p:spPr/>
        <p:txBody>
          <a:bodyPr/>
          <a:lstStyle/>
          <a:p>
            <a:fld id="{EAEAC5D7-D415-4F93-8D36-D9EBE7AB4F2C}" type="datetime1">
              <a:rPr lang="en-CA" smtClean="0"/>
              <a:t>2025-09-13</a:t>
            </a:fld>
            <a:endParaRPr lang="de-DE" dirty="0"/>
          </a:p>
        </p:txBody>
      </p:sp>
      <p:sp>
        <p:nvSpPr>
          <p:cNvPr id="5" name="Fußzeilenplatzhalter 4">
            <a:extLst>
              <a:ext uri="{FF2B5EF4-FFF2-40B4-BE49-F238E27FC236}">
                <a16:creationId xmlns:a16="http://schemas.microsoft.com/office/drawing/2014/main" xmlns="" id="{37B713B8-12EB-4C04-9B73-0F40C27848DC}"/>
              </a:ext>
            </a:extLst>
          </p:cNvPr>
          <p:cNvSpPr>
            <a:spLocks noGrp="1"/>
          </p:cNvSpPr>
          <p:nvPr>
            <p:ph type="ftr" sz="quarter" idx="11"/>
          </p:nvPr>
        </p:nvSpPr>
        <p:spPr/>
        <p:txBody>
          <a:bodyPr/>
          <a:lstStyle/>
          <a:p>
            <a:r>
              <a:rPr lang="de-DE"/>
              <a:t>SRH Hochschule Heidelberg</a:t>
            </a:r>
            <a:endParaRPr lang="de-DE" dirty="0"/>
          </a:p>
        </p:txBody>
      </p:sp>
      <p:sp>
        <p:nvSpPr>
          <p:cNvPr id="6" name="Foliennummernplatzhalter 5">
            <a:extLst>
              <a:ext uri="{FF2B5EF4-FFF2-40B4-BE49-F238E27FC236}">
                <a16:creationId xmlns:a16="http://schemas.microsoft.com/office/drawing/2014/main" xmlns="" id="{86CB8D8A-0190-4905-BE9D-E7A8085E03E0}"/>
              </a:ext>
            </a:extLst>
          </p:cNvPr>
          <p:cNvSpPr>
            <a:spLocks noGrp="1"/>
          </p:cNvSpPr>
          <p:nvPr>
            <p:ph type="sldNum" sz="quarter" idx="12"/>
          </p:nvPr>
        </p:nvSpPr>
        <p:spPr/>
        <p:txBody>
          <a:bodyPr/>
          <a:lstStyle/>
          <a:p>
            <a:fld id="{075B144D-941B-4DFC-AF5F-0416193D12EC}" type="slidenum">
              <a:rPr lang="de-DE" smtClean="0"/>
              <a:t>‹#›</a:t>
            </a:fld>
            <a:endParaRPr lang="de-DE"/>
          </a:p>
        </p:txBody>
      </p:sp>
      <p:sp>
        <p:nvSpPr>
          <p:cNvPr id="7" name="Tabellenplatzhalter 6">
            <a:extLst>
              <a:ext uri="{FF2B5EF4-FFF2-40B4-BE49-F238E27FC236}">
                <a16:creationId xmlns:a16="http://schemas.microsoft.com/office/drawing/2014/main" xmlns="" id="{8722EC19-EBD0-46D7-BE18-A0FF5FD1E390}"/>
              </a:ext>
            </a:extLst>
          </p:cNvPr>
          <p:cNvSpPr>
            <a:spLocks noGrp="1"/>
          </p:cNvSpPr>
          <p:nvPr>
            <p:ph type="tbl" sz="quarter" idx="18"/>
          </p:nvPr>
        </p:nvSpPr>
        <p:spPr>
          <a:xfrm>
            <a:off x="360000" y="1728000"/>
            <a:ext cx="7528801" cy="780950"/>
          </a:xfrm>
        </p:spPr>
        <p:txBody>
          <a:bodyPr/>
          <a:lstStyle>
            <a:lvl1pPr>
              <a:defRPr>
                <a:latin typeface="SRH Text" panose="020B0503020204020204" pitchFamily="34" charset="0"/>
                <a:ea typeface="SRH Text" panose="020B0503020204020204" pitchFamily="34" charset="0"/>
                <a:cs typeface="SRH Text" panose="020B0503020204020204" pitchFamily="34" charset="0"/>
              </a:defRPr>
            </a:lvl1pPr>
          </a:lstStyle>
          <a:p>
            <a:endParaRPr lang="de-DE" dirty="0"/>
          </a:p>
        </p:txBody>
      </p:sp>
      <p:sp>
        <p:nvSpPr>
          <p:cNvPr id="12" name="Textplatzhalter 17">
            <a:extLst>
              <a:ext uri="{FF2B5EF4-FFF2-40B4-BE49-F238E27FC236}">
                <a16:creationId xmlns:a16="http://schemas.microsoft.com/office/drawing/2014/main" xmlns="" id="{5FF8A264-794E-45B1-A549-AD3AD03960DE}"/>
              </a:ext>
            </a:extLst>
          </p:cNvPr>
          <p:cNvSpPr>
            <a:spLocks noGrp="1"/>
          </p:cNvSpPr>
          <p:nvPr>
            <p:ph type="body" sz="quarter" idx="16"/>
          </p:nvPr>
        </p:nvSpPr>
        <p:spPr>
          <a:xfrm>
            <a:off x="359998" y="5463554"/>
            <a:ext cx="7528802" cy="493200"/>
          </a:xfrm>
        </p:spPr>
        <p:txBody>
          <a:bodyPr anchor="b"/>
          <a:lstStyle>
            <a:lvl1pPr algn="l">
              <a:spcBef>
                <a:spcPts val="0"/>
              </a:spcBef>
              <a:defRPr sz="1200" b="0">
                <a:solidFill>
                  <a:schemeClr val="tx1"/>
                </a:solidFill>
              </a:defRPr>
            </a:lvl1pPr>
            <a:lvl2pPr>
              <a:defRPr sz="1400"/>
            </a:lvl2pPr>
            <a:lvl3pPr marL="0" indent="0">
              <a:buNone/>
              <a:defRPr sz="1400" b="0">
                <a:solidFill>
                  <a:srgbClr val="2C2E2E"/>
                </a:solidFill>
              </a:defRPr>
            </a:lvl3pPr>
            <a:lvl4pPr>
              <a:spcBef>
                <a:spcPts val="0"/>
              </a:spcBef>
              <a:defRPr sz="1400" b="0">
                <a:solidFill>
                  <a:srgbClr val="2C2E2E"/>
                </a:solidFill>
              </a:defRPr>
            </a:lvl4pPr>
            <a:lvl5pPr>
              <a:spcBef>
                <a:spcPts val="0"/>
              </a:spcBef>
              <a:defRPr sz="1400" b="0">
                <a:solidFill>
                  <a:srgbClr val="2C2E2E"/>
                </a:solidFill>
              </a:defRPr>
            </a:lvl5pPr>
            <a:lvl6pPr>
              <a:lnSpc>
                <a:spcPct val="110000"/>
              </a:lnSpc>
              <a:spcBef>
                <a:spcPts val="0"/>
              </a:spcBef>
              <a:defRPr sz="1400" b="0">
                <a:solidFill>
                  <a:srgbClr val="2C2E2E"/>
                </a:solidFill>
              </a:defRPr>
            </a:lvl6pPr>
            <a:lvl7pPr>
              <a:lnSpc>
                <a:spcPct val="110000"/>
              </a:lnSpc>
              <a:spcBef>
                <a:spcPts val="0"/>
              </a:spcBef>
              <a:defRPr sz="1400" b="0">
                <a:solidFill>
                  <a:srgbClr val="2C2E2E"/>
                </a:solidFill>
                <a:latin typeface="+mn-lt"/>
              </a:defRPr>
            </a:lvl7pPr>
            <a:lvl8pPr>
              <a:lnSpc>
                <a:spcPct val="110000"/>
              </a:lnSpc>
              <a:spcBef>
                <a:spcPts val="0"/>
              </a:spcBef>
              <a:defRPr sz="1400" b="0">
                <a:solidFill>
                  <a:srgbClr val="2C2E2E"/>
                </a:solidFill>
                <a:latin typeface="+mn-lt"/>
              </a:defRPr>
            </a:lvl8pPr>
            <a:lvl9pPr>
              <a:spcBef>
                <a:spcPts val="0"/>
              </a:spcBef>
              <a:defRPr sz="1400" b="0">
                <a:solidFill>
                  <a:srgbClr val="2C2E2E"/>
                </a:solidFill>
              </a:defRPr>
            </a:lvl9pPr>
          </a:lstStyle>
          <a:p>
            <a:pPr lvl="0"/>
            <a:r>
              <a:rPr lang="de-DE" dirty="0"/>
              <a:t>Mastertextformat bearbeiten</a:t>
            </a:r>
          </a:p>
        </p:txBody>
      </p:sp>
      <p:sp>
        <p:nvSpPr>
          <p:cNvPr id="10" name="Textplatzhalter 9">
            <a:extLst>
              <a:ext uri="{FF2B5EF4-FFF2-40B4-BE49-F238E27FC236}">
                <a16:creationId xmlns:a16="http://schemas.microsoft.com/office/drawing/2014/main" xmlns="" id="{C96CA32A-ADBA-47A3-8757-69DCD77F6EE5}"/>
              </a:ext>
            </a:extLst>
          </p:cNvPr>
          <p:cNvSpPr>
            <a:spLocks noGrp="1"/>
          </p:cNvSpPr>
          <p:nvPr>
            <p:ph type="body" sz="quarter" idx="19"/>
          </p:nvPr>
        </p:nvSpPr>
        <p:spPr>
          <a:xfrm>
            <a:off x="8248800" y="1728000"/>
            <a:ext cx="3584400" cy="4230000"/>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4647360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xmlns="" id="{25000F0B-E229-41CB-A4F2-F8C9A639788D}"/>
              </a:ext>
            </a:extLst>
          </p:cNvPr>
          <p:cNvSpPr>
            <a:spLocks noGrp="1"/>
          </p:cNvSpPr>
          <p:nvPr>
            <p:ph type="title"/>
          </p:nvPr>
        </p:nvSpPr>
        <p:spPr/>
        <p:txBody>
          <a:bodyPr/>
          <a:lstStyle/>
          <a:p>
            <a:r>
              <a:rPr lang="de-DE" dirty="0"/>
              <a:t>Mastertitelformat bearbeiten</a:t>
            </a:r>
          </a:p>
        </p:txBody>
      </p:sp>
      <p:sp>
        <p:nvSpPr>
          <p:cNvPr id="3" name="Datumsplatzhalter 2">
            <a:extLst>
              <a:ext uri="{FF2B5EF4-FFF2-40B4-BE49-F238E27FC236}">
                <a16:creationId xmlns:a16="http://schemas.microsoft.com/office/drawing/2014/main" xmlns="" id="{A62F7646-8D03-45EC-8E97-CDD3EE9FD585}"/>
              </a:ext>
            </a:extLst>
          </p:cNvPr>
          <p:cNvSpPr>
            <a:spLocks noGrp="1"/>
          </p:cNvSpPr>
          <p:nvPr>
            <p:ph type="dt" sz="half" idx="10"/>
          </p:nvPr>
        </p:nvSpPr>
        <p:spPr/>
        <p:txBody>
          <a:bodyPr/>
          <a:lstStyle/>
          <a:p>
            <a:fld id="{DE901313-4C5E-4E9E-AC83-7178900017B5}" type="datetime1">
              <a:rPr lang="en-CA" smtClean="0"/>
              <a:t>2025-09-13</a:t>
            </a:fld>
            <a:endParaRPr lang="de-DE"/>
          </a:p>
        </p:txBody>
      </p:sp>
      <p:sp>
        <p:nvSpPr>
          <p:cNvPr id="4" name="Fußzeilenplatzhalter 3">
            <a:extLst>
              <a:ext uri="{FF2B5EF4-FFF2-40B4-BE49-F238E27FC236}">
                <a16:creationId xmlns:a16="http://schemas.microsoft.com/office/drawing/2014/main" xmlns="" id="{3016804B-B392-4877-981F-8DAC2CB200CE}"/>
              </a:ext>
            </a:extLst>
          </p:cNvPr>
          <p:cNvSpPr>
            <a:spLocks noGrp="1"/>
          </p:cNvSpPr>
          <p:nvPr>
            <p:ph type="ftr" sz="quarter" idx="11"/>
          </p:nvPr>
        </p:nvSpPr>
        <p:spPr/>
        <p:txBody>
          <a:bodyPr/>
          <a:lstStyle/>
          <a:p>
            <a:r>
              <a:rPr lang="de-DE"/>
              <a:t>SRH Hochschule Heidelberg</a:t>
            </a:r>
            <a:endParaRPr lang="de-DE" dirty="0"/>
          </a:p>
        </p:txBody>
      </p:sp>
      <p:sp>
        <p:nvSpPr>
          <p:cNvPr id="5" name="Foliennummernplatzhalter 4">
            <a:extLst>
              <a:ext uri="{FF2B5EF4-FFF2-40B4-BE49-F238E27FC236}">
                <a16:creationId xmlns:a16="http://schemas.microsoft.com/office/drawing/2014/main" xmlns="" id="{E5AD5931-23CA-4583-B798-7C917D232CB6}"/>
              </a:ext>
            </a:extLst>
          </p:cNvPr>
          <p:cNvSpPr>
            <a:spLocks noGrp="1"/>
          </p:cNvSpPr>
          <p:nvPr>
            <p:ph type="sldNum" sz="quarter" idx="12"/>
          </p:nvPr>
        </p:nvSpPr>
        <p:spPr/>
        <p:txBody>
          <a:bodyPr/>
          <a:lstStyle/>
          <a:p>
            <a:fld id="{075B144D-941B-4DFC-AF5F-0416193D12EC}" type="slidenum">
              <a:rPr lang="de-DE" smtClean="0"/>
              <a:t>‹#›</a:t>
            </a:fld>
            <a:endParaRPr lang="de-DE"/>
          </a:p>
        </p:txBody>
      </p:sp>
    </p:spTree>
    <p:extLst>
      <p:ext uri="{BB962C8B-B14F-4D97-AF65-F5344CB8AC3E}">
        <p14:creationId xmlns:p14="http://schemas.microsoft.com/office/powerpoint/2010/main" val="145327096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xmlns="" id="{425968DE-F36C-4FC2-B96E-EE16AB84E88E}"/>
              </a:ext>
            </a:extLst>
          </p:cNvPr>
          <p:cNvSpPr>
            <a:spLocks noGrp="1"/>
          </p:cNvSpPr>
          <p:nvPr>
            <p:ph type="dt" sz="half" idx="10"/>
          </p:nvPr>
        </p:nvSpPr>
        <p:spPr/>
        <p:txBody>
          <a:bodyPr/>
          <a:lstStyle/>
          <a:p>
            <a:fld id="{35C6186F-5661-4788-8C72-9972A17D430B}" type="datetime1">
              <a:rPr lang="en-CA" smtClean="0"/>
              <a:t>2025-09-13</a:t>
            </a:fld>
            <a:endParaRPr lang="de-DE" dirty="0"/>
          </a:p>
        </p:txBody>
      </p:sp>
      <p:sp>
        <p:nvSpPr>
          <p:cNvPr id="3" name="Fußzeilenplatzhalter 2">
            <a:extLst>
              <a:ext uri="{FF2B5EF4-FFF2-40B4-BE49-F238E27FC236}">
                <a16:creationId xmlns:a16="http://schemas.microsoft.com/office/drawing/2014/main" xmlns="" id="{DBB7D1E0-A9A8-430A-94AC-B3DAE8624E05}"/>
              </a:ext>
            </a:extLst>
          </p:cNvPr>
          <p:cNvSpPr>
            <a:spLocks noGrp="1"/>
          </p:cNvSpPr>
          <p:nvPr>
            <p:ph type="ftr" sz="quarter" idx="11"/>
          </p:nvPr>
        </p:nvSpPr>
        <p:spPr/>
        <p:txBody>
          <a:bodyPr/>
          <a:lstStyle/>
          <a:p>
            <a:r>
              <a:rPr lang="de-DE"/>
              <a:t>SRH Hochschule Heidelberg</a:t>
            </a:r>
            <a:endParaRPr lang="de-DE" dirty="0"/>
          </a:p>
        </p:txBody>
      </p:sp>
      <p:sp>
        <p:nvSpPr>
          <p:cNvPr id="4" name="Foliennummernplatzhalter 3">
            <a:extLst>
              <a:ext uri="{FF2B5EF4-FFF2-40B4-BE49-F238E27FC236}">
                <a16:creationId xmlns:a16="http://schemas.microsoft.com/office/drawing/2014/main" xmlns="" id="{45FDE75B-FF1F-416F-A307-21032D7416B8}"/>
              </a:ext>
            </a:extLst>
          </p:cNvPr>
          <p:cNvSpPr>
            <a:spLocks noGrp="1"/>
          </p:cNvSpPr>
          <p:nvPr>
            <p:ph type="sldNum" sz="quarter" idx="12"/>
          </p:nvPr>
        </p:nvSpPr>
        <p:spPr/>
        <p:txBody>
          <a:bodyPr/>
          <a:lstStyle/>
          <a:p>
            <a:fld id="{075B144D-941B-4DFC-AF5F-0416193D12EC}" type="slidenum">
              <a:rPr lang="de-DE" smtClean="0"/>
              <a:t>‹#›</a:t>
            </a:fld>
            <a:endParaRPr lang="de-DE"/>
          </a:p>
        </p:txBody>
      </p:sp>
    </p:spTree>
    <p:extLst>
      <p:ext uri="{BB962C8B-B14F-4D97-AF65-F5344CB8AC3E}">
        <p14:creationId xmlns:p14="http://schemas.microsoft.com/office/powerpoint/2010/main" val="270052645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Kontakt weiß">
    <p:spTree>
      <p:nvGrpSpPr>
        <p:cNvPr id="1" name=""/>
        <p:cNvGrpSpPr/>
        <p:nvPr/>
      </p:nvGrpSpPr>
      <p:grpSpPr>
        <a:xfrm>
          <a:off x="0" y="0"/>
          <a:ext cx="0" cy="0"/>
          <a:chOff x="0" y="0"/>
          <a:chExt cx="0" cy="0"/>
        </a:xfrm>
      </p:grpSpPr>
      <p:sp>
        <p:nvSpPr>
          <p:cNvPr id="11" name="Freihandform: Form 10">
            <a:extLst>
              <a:ext uri="{FF2B5EF4-FFF2-40B4-BE49-F238E27FC236}">
                <a16:creationId xmlns:a16="http://schemas.microsoft.com/office/drawing/2014/main" xmlns="" id="{A89DF183-E411-4BC5-A0BE-9BB3970575D4}"/>
              </a:ext>
            </a:extLst>
          </p:cNvPr>
          <p:cNvSpPr/>
          <p:nvPr userDrawn="1"/>
        </p:nvSpPr>
        <p:spPr>
          <a:xfrm>
            <a:off x="8202787"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schemeClr>
          </a:solidFill>
          <a:ln w="12700" cap="flat">
            <a:noFill/>
            <a:prstDash val="solid"/>
            <a:miter/>
          </a:ln>
        </p:spPr>
        <p:txBody>
          <a:bodyPr rtlCol="0" anchor="ctr"/>
          <a:lstStyle/>
          <a:p>
            <a:endParaRPr lang="de-DE"/>
          </a:p>
        </p:txBody>
      </p:sp>
      <p:sp>
        <p:nvSpPr>
          <p:cNvPr id="12" name="Textfeld 11">
            <a:extLst>
              <a:ext uri="{FF2B5EF4-FFF2-40B4-BE49-F238E27FC236}">
                <a16:creationId xmlns:a16="http://schemas.microsoft.com/office/drawing/2014/main" xmlns="" id="{148E321B-0FFD-42B0-B89F-0A148F81F82A}"/>
              </a:ext>
            </a:extLst>
          </p:cNvPr>
          <p:cNvSpPr txBox="1"/>
          <p:nvPr userDrawn="1"/>
        </p:nvSpPr>
        <p:spPr>
          <a:xfrm>
            <a:off x="360000" y="1891862"/>
            <a:ext cx="7455532" cy="2081048"/>
          </a:xfrm>
          <a:prstGeom prst="rect">
            <a:avLst/>
          </a:prstGeom>
          <a:noFill/>
        </p:spPr>
        <p:txBody>
          <a:bodyPr wrap="square" lIns="0" tIns="0" rIns="0" bIns="0" rtlCol="0">
            <a:noAutofit/>
          </a:bodyPr>
          <a:lstStyle/>
          <a:p>
            <a:r>
              <a:rPr lang="de-DE" sz="4800" b="1" dirty="0">
                <a:solidFill>
                  <a:schemeClr val="tx1"/>
                </a:solidFill>
                <a:latin typeface="SRH Headline" panose="020B0603020204020204" pitchFamily="34" charset="0"/>
                <a:ea typeface="SRH Headline" panose="020B0603020204020204" pitchFamily="34" charset="0"/>
                <a:cs typeface="SRH Headline" panose="020B0603020204020204" pitchFamily="34" charset="0"/>
              </a:rPr>
              <a:t>Vielen Dank für Ihre </a:t>
            </a:r>
            <a:br>
              <a:rPr lang="de-DE" sz="4800" b="1" dirty="0">
                <a:solidFill>
                  <a:schemeClr val="tx1"/>
                </a:solidFill>
                <a:latin typeface="SRH Headline" panose="020B0603020204020204" pitchFamily="34" charset="0"/>
                <a:ea typeface="SRH Headline" panose="020B0603020204020204" pitchFamily="34" charset="0"/>
                <a:cs typeface="SRH Headline" panose="020B0603020204020204" pitchFamily="34" charset="0"/>
              </a:rPr>
            </a:br>
            <a:r>
              <a:rPr lang="de-DE" sz="4800" b="1" dirty="0">
                <a:solidFill>
                  <a:schemeClr val="tx1"/>
                </a:solidFill>
                <a:latin typeface="SRH Headline" panose="020B0603020204020204" pitchFamily="34" charset="0"/>
                <a:ea typeface="SRH Headline" panose="020B0603020204020204" pitchFamily="34" charset="0"/>
                <a:cs typeface="SRH Headline" panose="020B0603020204020204" pitchFamily="34" charset="0"/>
              </a:rPr>
              <a:t>Aufmerksamkeit!</a:t>
            </a:r>
          </a:p>
        </p:txBody>
      </p:sp>
      <p:sp>
        <p:nvSpPr>
          <p:cNvPr id="9" name="Textplatzhalter 8">
            <a:extLst>
              <a:ext uri="{FF2B5EF4-FFF2-40B4-BE49-F238E27FC236}">
                <a16:creationId xmlns:a16="http://schemas.microsoft.com/office/drawing/2014/main" xmlns="" id="{4089409A-B58C-4672-A297-06D68AFA2FFD}"/>
              </a:ext>
            </a:extLst>
          </p:cNvPr>
          <p:cNvSpPr>
            <a:spLocks noGrp="1"/>
          </p:cNvSpPr>
          <p:nvPr>
            <p:ph type="body" sz="quarter" idx="13"/>
          </p:nvPr>
        </p:nvSpPr>
        <p:spPr>
          <a:xfrm>
            <a:off x="360000" y="4881435"/>
            <a:ext cx="4630928" cy="1272029"/>
          </a:xfrm>
        </p:spPr>
        <p:txBody>
          <a:bodyPr/>
          <a:lstStyle>
            <a:lvl1pPr>
              <a:lnSpc>
                <a:spcPct val="110000"/>
              </a:lnSpc>
              <a:spcBef>
                <a:spcPts val="0"/>
              </a:spcBef>
              <a:defRPr sz="1200" b="1">
                <a:solidFill>
                  <a:schemeClr val="tx1"/>
                </a:solidFill>
              </a:defRPr>
            </a:lvl1pPr>
            <a:lvl2pPr marL="0" indent="0">
              <a:lnSpc>
                <a:spcPct val="100000"/>
              </a:lnSpc>
              <a:spcBef>
                <a:spcPts val="0"/>
              </a:spcBef>
              <a:buNone/>
              <a:defRPr sz="1200" b="1"/>
            </a:lvl2pPr>
            <a:lvl3pPr marL="0" indent="0">
              <a:lnSpc>
                <a:spcPct val="100000"/>
              </a:lnSpc>
              <a:buNone/>
              <a:defRPr sz="1200" b="1">
                <a:solidFill>
                  <a:srgbClr val="2C2E2E"/>
                </a:solidFill>
              </a:defRPr>
            </a:lvl3pPr>
            <a:lvl4pPr marL="0" indent="0">
              <a:lnSpc>
                <a:spcPct val="100000"/>
              </a:lnSpc>
              <a:spcBef>
                <a:spcPts val="0"/>
              </a:spcBef>
              <a:buFont typeface="Arial" panose="020B0604020202020204" pitchFamily="34" charset="0"/>
              <a:buNone/>
              <a:defRPr sz="1200">
                <a:solidFill>
                  <a:srgbClr val="2C2E2E"/>
                </a:solidFill>
              </a:defRPr>
            </a:lvl4pPr>
            <a:lvl5pPr marL="0" indent="0">
              <a:lnSpc>
                <a:spcPct val="100000"/>
              </a:lnSpc>
              <a:spcBef>
                <a:spcPts val="0"/>
              </a:spcBef>
              <a:buFont typeface="Arial" panose="020B0604020202020204" pitchFamily="34" charset="0"/>
              <a:buNone/>
              <a:defRPr sz="1200">
                <a:solidFill>
                  <a:srgbClr val="2C2E2E"/>
                </a:solidFill>
              </a:defRPr>
            </a:lvl5pPr>
            <a:lvl6pPr marL="0" indent="0">
              <a:lnSpc>
                <a:spcPct val="100000"/>
              </a:lnSpc>
              <a:spcBef>
                <a:spcPts val="0"/>
              </a:spcBef>
              <a:buFont typeface="Arial" panose="020B0604020202020204" pitchFamily="34" charset="0"/>
              <a:buNone/>
              <a:defRPr sz="1200">
                <a:solidFill>
                  <a:srgbClr val="2C2E2E"/>
                </a:solidFill>
              </a:defRPr>
            </a:lvl6pPr>
            <a:lvl7pPr marL="0" indent="0">
              <a:lnSpc>
                <a:spcPct val="100000"/>
              </a:lnSpc>
              <a:spcBef>
                <a:spcPts val="0"/>
              </a:spcBef>
              <a:buFont typeface="Arial" panose="020B0604020202020204" pitchFamily="34" charset="0"/>
              <a:buNone/>
              <a:defRPr sz="1200">
                <a:solidFill>
                  <a:srgbClr val="2C2E2E"/>
                </a:solidFill>
              </a:defRPr>
            </a:lvl7pPr>
            <a:lvl8pPr marL="0" indent="0">
              <a:lnSpc>
                <a:spcPct val="100000"/>
              </a:lnSpc>
              <a:spcBef>
                <a:spcPts val="0"/>
              </a:spcBef>
              <a:buFont typeface="Arial" panose="020B0604020202020204" pitchFamily="34" charset="0"/>
              <a:buNone/>
              <a:defRPr sz="1200">
                <a:solidFill>
                  <a:srgbClr val="2C2E2E"/>
                </a:solidFill>
              </a:defRPr>
            </a:lvl8pPr>
            <a:lvl9pPr marL="0" indent="0">
              <a:lnSpc>
                <a:spcPct val="100000"/>
              </a:lnSpc>
              <a:spcBef>
                <a:spcPts val="0"/>
              </a:spcBef>
              <a:buFont typeface="Arial" panose="020B0604020202020204" pitchFamily="34" charset="0"/>
              <a:buNone/>
              <a:defRPr sz="1200" b="1">
                <a:solidFill>
                  <a:srgbClr val="2C2E2E"/>
                </a:solidFill>
              </a:defRPr>
            </a:lvl9pPr>
          </a:lstStyle>
          <a:p>
            <a:pPr lvl="0"/>
            <a:r>
              <a:rPr lang="de-DE" dirty="0"/>
              <a:t>Mastertextformat bearbeiten</a:t>
            </a:r>
          </a:p>
        </p:txBody>
      </p:sp>
    </p:spTree>
    <p:extLst>
      <p:ext uri="{BB962C8B-B14F-4D97-AF65-F5344CB8AC3E}">
        <p14:creationId xmlns:p14="http://schemas.microsoft.com/office/powerpoint/2010/main" val="97760349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Kontakt Farbe">
    <p:bg>
      <p:bgPr>
        <a:solidFill>
          <a:schemeClr val="accent1"/>
        </a:solidFill>
        <a:effectLst/>
      </p:bgPr>
    </p:bg>
    <p:spTree>
      <p:nvGrpSpPr>
        <p:cNvPr id="1" name=""/>
        <p:cNvGrpSpPr/>
        <p:nvPr/>
      </p:nvGrpSpPr>
      <p:grpSpPr>
        <a:xfrm>
          <a:off x="0" y="0"/>
          <a:ext cx="0" cy="0"/>
          <a:chOff x="0" y="0"/>
          <a:chExt cx="0" cy="0"/>
        </a:xfrm>
      </p:grpSpPr>
      <p:sp>
        <p:nvSpPr>
          <p:cNvPr id="12" name="Textfeld 11">
            <a:extLst>
              <a:ext uri="{FF2B5EF4-FFF2-40B4-BE49-F238E27FC236}">
                <a16:creationId xmlns:a16="http://schemas.microsoft.com/office/drawing/2014/main" xmlns="" id="{148E321B-0FFD-42B0-B89F-0A148F81F82A}"/>
              </a:ext>
            </a:extLst>
          </p:cNvPr>
          <p:cNvSpPr txBox="1"/>
          <p:nvPr userDrawn="1"/>
        </p:nvSpPr>
        <p:spPr>
          <a:xfrm>
            <a:off x="360000" y="1891862"/>
            <a:ext cx="7455532" cy="2081048"/>
          </a:xfrm>
          <a:prstGeom prst="rect">
            <a:avLst/>
          </a:prstGeom>
          <a:noFill/>
        </p:spPr>
        <p:txBody>
          <a:bodyPr wrap="square" lIns="0" tIns="0" rIns="0" bIns="0" rtlCol="0">
            <a:noAutofit/>
          </a:bodyPr>
          <a:lstStyle/>
          <a:p>
            <a:r>
              <a:rPr lang="de-DE" sz="4800" b="1" dirty="0">
                <a:solidFill>
                  <a:schemeClr val="bg1"/>
                </a:solidFill>
                <a:latin typeface="SRH Headline" panose="020B0603020204020204" pitchFamily="34" charset="0"/>
                <a:ea typeface="SRH Headline" panose="020B0603020204020204" pitchFamily="34" charset="0"/>
                <a:cs typeface="SRH Headline" panose="020B0603020204020204" pitchFamily="34" charset="0"/>
              </a:rPr>
              <a:t>Vielen Dank für deine</a:t>
            </a:r>
            <a:br>
              <a:rPr lang="de-DE" sz="4800" b="1" dirty="0">
                <a:solidFill>
                  <a:schemeClr val="bg1"/>
                </a:solidFill>
                <a:latin typeface="SRH Headline" panose="020B0603020204020204" pitchFamily="34" charset="0"/>
                <a:ea typeface="SRH Headline" panose="020B0603020204020204" pitchFamily="34" charset="0"/>
                <a:cs typeface="SRH Headline" panose="020B0603020204020204" pitchFamily="34" charset="0"/>
              </a:rPr>
            </a:br>
            <a:r>
              <a:rPr lang="de-DE" sz="4800" b="1" dirty="0">
                <a:solidFill>
                  <a:schemeClr val="bg1"/>
                </a:solidFill>
                <a:latin typeface="SRH Headline" panose="020B0603020204020204" pitchFamily="34" charset="0"/>
                <a:ea typeface="SRH Headline" panose="020B0603020204020204" pitchFamily="34" charset="0"/>
                <a:cs typeface="SRH Headline" panose="020B0603020204020204" pitchFamily="34" charset="0"/>
              </a:rPr>
              <a:t>Aufmerksamkeit!</a:t>
            </a:r>
          </a:p>
        </p:txBody>
      </p:sp>
      <p:sp>
        <p:nvSpPr>
          <p:cNvPr id="9" name="Textplatzhalter 8">
            <a:extLst>
              <a:ext uri="{FF2B5EF4-FFF2-40B4-BE49-F238E27FC236}">
                <a16:creationId xmlns:a16="http://schemas.microsoft.com/office/drawing/2014/main" xmlns="" id="{4089409A-B58C-4672-A297-06D68AFA2FFD}"/>
              </a:ext>
            </a:extLst>
          </p:cNvPr>
          <p:cNvSpPr>
            <a:spLocks noGrp="1"/>
          </p:cNvSpPr>
          <p:nvPr>
            <p:ph type="body" sz="quarter" idx="13"/>
          </p:nvPr>
        </p:nvSpPr>
        <p:spPr>
          <a:xfrm>
            <a:off x="360000" y="4881435"/>
            <a:ext cx="4630928" cy="1270800"/>
          </a:xfrm>
        </p:spPr>
        <p:txBody>
          <a:bodyPr/>
          <a:lstStyle>
            <a:lvl1pPr>
              <a:lnSpc>
                <a:spcPct val="110000"/>
              </a:lnSpc>
              <a:spcBef>
                <a:spcPts val="0"/>
              </a:spcBef>
              <a:defRPr sz="1200" b="1">
                <a:solidFill>
                  <a:schemeClr val="bg1"/>
                </a:solidFill>
              </a:defRPr>
            </a:lvl1pPr>
            <a:lvl2pPr marL="0" indent="0">
              <a:lnSpc>
                <a:spcPct val="100000"/>
              </a:lnSpc>
              <a:spcBef>
                <a:spcPts val="0"/>
              </a:spcBef>
              <a:buNone/>
              <a:defRPr sz="1200" b="1">
                <a:solidFill>
                  <a:schemeClr val="bg1"/>
                </a:solidFill>
              </a:defRPr>
            </a:lvl2pPr>
            <a:lvl3pPr marL="0" indent="0">
              <a:lnSpc>
                <a:spcPct val="100000"/>
              </a:lnSpc>
              <a:buNone/>
              <a:defRPr sz="1200" b="1">
                <a:solidFill>
                  <a:schemeClr val="bg1"/>
                </a:solidFill>
              </a:defRPr>
            </a:lvl3pPr>
            <a:lvl4pPr marL="0" indent="0">
              <a:lnSpc>
                <a:spcPct val="100000"/>
              </a:lnSpc>
              <a:spcBef>
                <a:spcPts val="0"/>
              </a:spcBef>
              <a:buFont typeface="Arial" panose="020B0604020202020204" pitchFamily="34" charset="0"/>
              <a:buNone/>
              <a:defRPr sz="1200">
                <a:solidFill>
                  <a:schemeClr val="bg1"/>
                </a:solidFill>
              </a:defRPr>
            </a:lvl4pPr>
            <a:lvl5pPr marL="0" indent="0">
              <a:lnSpc>
                <a:spcPct val="100000"/>
              </a:lnSpc>
              <a:spcBef>
                <a:spcPts val="0"/>
              </a:spcBef>
              <a:buFont typeface="Arial" panose="020B0604020202020204" pitchFamily="34" charset="0"/>
              <a:buNone/>
              <a:defRPr sz="1200">
                <a:solidFill>
                  <a:schemeClr val="bg1"/>
                </a:solidFill>
              </a:defRPr>
            </a:lvl5pPr>
            <a:lvl6pPr marL="0" indent="0">
              <a:lnSpc>
                <a:spcPct val="100000"/>
              </a:lnSpc>
              <a:spcBef>
                <a:spcPts val="0"/>
              </a:spcBef>
              <a:buFont typeface="Arial" panose="020B0604020202020204" pitchFamily="34" charset="0"/>
              <a:buNone/>
              <a:defRPr sz="1200">
                <a:solidFill>
                  <a:schemeClr val="bg1"/>
                </a:solidFill>
              </a:defRPr>
            </a:lvl6pPr>
            <a:lvl7pPr marL="0" indent="0">
              <a:lnSpc>
                <a:spcPct val="100000"/>
              </a:lnSpc>
              <a:spcBef>
                <a:spcPts val="0"/>
              </a:spcBef>
              <a:buFont typeface="Arial" panose="020B0604020202020204" pitchFamily="34" charset="0"/>
              <a:buNone/>
              <a:defRPr sz="1200">
                <a:solidFill>
                  <a:schemeClr val="bg1"/>
                </a:solidFill>
              </a:defRPr>
            </a:lvl7pPr>
            <a:lvl8pPr marL="0" indent="0">
              <a:lnSpc>
                <a:spcPct val="100000"/>
              </a:lnSpc>
              <a:spcBef>
                <a:spcPts val="0"/>
              </a:spcBef>
              <a:buFont typeface="Arial" panose="020B0604020202020204" pitchFamily="34" charset="0"/>
              <a:buNone/>
              <a:defRPr sz="1200">
                <a:solidFill>
                  <a:schemeClr val="bg1"/>
                </a:solidFill>
              </a:defRPr>
            </a:lvl8pPr>
            <a:lvl9pPr marL="0" indent="0">
              <a:lnSpc>
                <a:spcPct val="100000"/>
              </a:lnSpc>
              <a:spcBef>
                <a:spcPts val="0"/>
              </a:spcBef>
              <a:buFont typeface="Arial" panose="020B0604020202020204" pitchFamily="34" charset="0"/>
              <a:buNone/>
              <a:defRPr sz="1200" b="1">
                <a:solidFill>
                  <a:schemeClr val="bg1"/>
                </a:solidFill>
              </a:defRPr>
            </a:lvl9pPr>
          </a:lstStyle>
          <a:p>
            <a:pPr lvl="0"/>
            <a:r>
              <a:rPr lang="de-DE" dirty="0"/>
              <a:t>Mastertextformat bearbeiten</a:t>
            </a:r>
          </a:p>
        </p:txBody>
      </p:sp>
      <p:sp>
        <p:nvSpPr>
          <p:cNvPr id="6" name="Freihandform: Form 5">
            <a:extLst>
              <a:ext uri="{FF2B5EF4-FFF2-40B4-BE49-F238E27FC236}">
                <a16:creationId xmlns:a16="http://schemas.microsoft.com/office/drawing/2014/main" xmlns="" id="{AD93ACF1-E5AA-4FCA-9C8B-47AAB1BA68EF}"/>
              </a:ext>
            </a:extLst>
          </p:cNvPr>
          <p:cNvSpPr/>
          <p:nvPr userDrawn="1"/>
        </p:nvSpPr>
        <p:spPr>
          <a:xfrm>
            <a:off x="8212024" y="2802039"/>
            <a:ext cx="3989213" cy="4055962"/>
          </a:xfrm>
          <a:custGeom>
            <a:avLst/>
            <a:gdLst>
              <a:gd name="connsiteX0" fmla="*/ 3989213 w 3989213"/>
              <a:gd name="connsiteY0" fmla="*/ 0 h 4055962"/>
              <a:gd name="connsiteX1" fmla="*/ 3989213 w 3989213"/>
              <a:gd name="connsiteY1" fmla="*/ 2389338 h 4055962"/>
              <a:gd name="connsiteX2" fmla="*/ 3858525 w 3989213"/>
              <a:gd name="connsiteY2" fmla="*/ 2411278 h 4055962"/>
              <a:gd name="connsiteX3" fmla="*/ 2529280 w 3989213"/>
              <a:gd name="connsiteY3" fmla="*/ 3871987 h 4055962"/>
              <a:gd name="connsiteX4" fmla="*/ 2507974 w 3989213"/>
              <a:gd name="connsiteY4" fmla="*/ 4055962 h 4055962"/>
              <a:gd name="connsiteX5" fmla="*/ 0 w 3989213"/>
              <a:gd name="connsiteY5" fmla="*/ 4055962 h 4055962"/>
              <a:gd name="connsiteX6" fmla="*/ 22942 w 3989213"/>
              <a:gd name="connsiteY6" fmla="*/ 3789041 h 4055962"/>
              <a:gd name="connsiteX7" fmla="*/ 3885074 w 3989213"/>
              <a:gd name="connsiteY7" fmla="*/ 4662 h 4055962"/>
              <a:gd name="connsiteX8" fmla="*/ 3957883 w 3989213"/>
              <a:gd name="connsiteY8" fmla="*/ 933 h 4055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89213" h="4055962">
                <a:moveTo>
                  <a:pt x="3989213" y="0"/>
                </a:moveTo>
                <a:lnTo>
                  <a:pt x="3989213" y="2389338"/>
                </a:lnTo>
                <a:lnTo>
                  <a:pt x="3858525" y="2411278"/>
                </a:lnTo>
                <a:cubicBezTo>
                  <a:pt x="2993398" y="2575443"/>
                  <a:pt x="2647939" y="3036171"/>
                  <a:pt x="2529280" y="3871987"/>
                </a:cubicBezTo>
                <a:lnTo>
                  <a:pt x="2507974" y="4055962"/>
                </a:lnTo>
                <a:lnTo>
                  <a:pt x="0" y="4055962"/>
                </a:lnTo>
                <a:lnTo>
                  <a:pt x="22942" y="3789041"/>
                </a:lnTo>
                <a:cubicBezTo>
                  <a:pt x="290736" y="1521935"/>
                  <a:pt x="1510333" y="126899"/>
                  <a:pt x="3885074" y="4662"/>
                </a:cubicBezTo>
                <a:cubicBezTo>
                  <a:pt x="3906982" y="3233"/>
                  <a:pt x="3931449" y="1983"/>
                  <a:pt x="3957883" y="933"/>
                </a:cubicBezTo>
                <a:close/>
              </a:path>
            </a:pathLst>
          </a:custGeom>
          <a:solidFill>
            <a:schemeClr val="bg2">
              <a:lumMod val="20000"/>
              <a:lumOff val="80000"/>
              <a:alpha val="20000"/>
            </a:schemeClr>
          </a:solidFill>
          <a:ln w="12700" cap="flat">
            <a:noFill/>
            <a:prstDash val="solid"/>
            <a:miter/>
          </a:ln>
        </p:spPr>
        <p:txBody>
          <a:bodyPr rtlCol="0" anchor="ctr"/>
          <a:lstStyle/>
          <a:p>
            <a:endParaRPr lang="de-DE"/>
          </a:p>
        </p:txBody>
      </p:sp>
      <p:pic>
        <p:nvPicPr>
          <p:cNvPr id="7" name="Grafik 6">
            <a:extLst>
              <a:ext uri="{FF2B5EF4-FFF2-40B4-BE49-F238E27FC236}">
                <a16:creationId xmlns:a16="http://schemas.microsoft.com/office/drawing/2014/main" xmlns="" id="{6E066742-228D-427F-905A-967890648B2D}"/>
              </a:ext>
            </a:extLst>
          </p:cNvPr>
          <p:cNvPicPr>
            <a:picLocks noChangeAspect="1"/>
          </p:cNvPicPr>
          <p:nvPr userDrawn="1"/>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xmlns="" r:embed="rId3"/>
              </a:ext>
            </a:extLst>
          </a:blip>
          <a:stretch>
            <a:fillRect/>
          </a:stretch>
        </p:blipFill>
        <p:spPr>
          <a:xfrm>
            <a:off x="10877358" y="358969"/>
            <a:ext cx="950656" cy="737079"/>
          </a:xfrm>
          <a:prstGeom prst="rect">
            <a:avLst/>
          </a:prstGeom>
        </p:spPr>
      </p:pic>
    </p:spTree>
    <p:extLst>
      <p:ext uri="{BB962C8B-B14F-4D97-AF65-F5344CB8AC3E}">
        <p14:creationId xmlns:p14="http://schemas.microsoft.com/office/powerpoint/2010/main" val="22657781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xmlns="" id="{0072B7B4-27E0-4F7C-BEF9-A2BE5E461AF3}"/>
              </a:ext>
            </a:extLst>
          </p:cNvPr>
          <p:cNvSpPr>
            <a:spLocks noGrp="1"/>
          </p:cNvSpPr>
          <p:nvPr>
            <p:ph type="sldNum" sz="quarter" idx="4"/>
          </p:nvPr>
        </p:nvSpPr>
        <p:spPr>
          <a:xfrm>
            <a:off x="11146737" y="6364924"/>
            <a:ext cx="680085" cy="365125"/>
          </a:xfrm>
          <a:prstGeom prst="rect">
            <a:avLst/>
          </a:prstGeom>
        </p:spPr>
        <p:txBody>
          <a:bodyPr vert="horz" lIns="0" tIns="0" rIns="0" bIns="0" rtlCol="0" anchor="ctr"/>
          <a:lstStyle>
            <a:lvl1pPr algn="r">
              <a:defRPr sz="1550" b="1">
                <a:solidFill>
                  <a:srgbClr val="6D7373"/>
                </a:solidFill>
                <a:latin typeface="SRH Text" panose="020B0503020204020204" pitchFamily="34" charset="0"/>
                <a:ea typeface="SRH Text" panose="020B0503020204020204" pitchFamily="34" charset="0"/>
                <a:cs typeface="SRH Text" panose="020B0503020204020204" pitchFamily="34" charset="0"/>
              </a:defRPr>
            </a:lvl1pPr>
          </a:lstStyle>
          <a:p>
            <a:fld id="{075B144D-941B-4DFC-AF5F-0416193D12EC}" type="slidenum">
              <a:rPr lang="de-DE" smtClean="0"/>
              <a:pPr/>
              <a:t>‹#›</a:t>
            </a:fld>
            <a:endParaRPr lang="de-DE" dirty="0"/>
          </a:p>
        </p:txBody>
      </p:sp>
      <p:sp>
        <p:nvSpPr>
          <p:cNvPr id="4" name="Datumsplatzhalter 3">
            <a:extLst>
              <a:ext uri="{FF2B5EF4-FFF2-40B4-BE49-F238E27FC236}">
                <a16:creationId xmlns:a16="http://schemas.microsoft.com/office/drawing/2014/main" xmlns="" id="{E9DB9242-2198-4F50-9940-0EBA7C6A7F79}"/>
              </a:ext>
            </a:extLst>
          </p:cNvPr>
          <p:cNvSpPr>
            <a:spLocks noGrp="1"/>
          </p:cNvSpPr>
          <p:nvPr>
            <p:ph type="dt" sz="half" idx="2"/>
          </p:nvPr>
        </p:nvSpPr>
        <p:spPr>
          <a:xfrm>
            <a:off x="367645" y="6356350"/>
            <a:ext cx="874559" cy="365125"/>
          </a:xfrm>
          <a:prstGeom prst="rect">
            <a:avLst/>
          </a:prstGeom>
        </p:spPr>
        <p:txBody>
          <a:bodyPr vert="horz" lIns="0" tIns="0" rIns="0" bIns="0" rtlCol="0" anchor="ctr"/>
          <a:lstStyle>
            <a:lvl1pPr algn="l">
              <a:defRPr sz="900" b="1">
                <a:solidFill>
                  <a:srgbClr val="6D7373"/>
                </a:solidFill>
                <a:latin typeface="SRH Text" panose="020B0503020204020204" pitchFamily="34" charset="0"/>
                <a:ea typeface="SRH Text" panose="020B0503020204020204" pitchFamily="34" charset="0"/>
                <a:cs typeface="SRH Text" panose="020B0503020204020204" pitchFamily="34" charset="0"/>
              </a:defRPr>
            </a:lvl1pPr>
          </a:lstStyle>
          <a:p>
            <a:fld id="{BB407523-F632-4ECE-916C-36E48BAD4A2C}" type="datetime1">
              <a:rPr lang="en-CA" smtClean="0"/>
              <a:t>2025-09-13</a:t>
            </a:fld>
            <a:endParaRPr lang="de-DE" dirty="0"/>
          </a:p>
        </p:txBody>
      </p:sp>
      <p:sp>
        <p:nvSpPr>
          <p:cNvPr id="5" name="Fußzeilenplatzhalter 4">
            <a:extLst>
              <a:ext uri="{FF2B5EF4-FFF2-40B4-BE49-F238E27FC236}">
                <a16:creationId xmlns:a16="http://schemas.microsoft.com/office/drawing/2014/main" xmlns="" id="{1DAD1664-878F-4F30-B2A4-1377B1AD93D7}"/>
              </a:ext>
            </a:extLst>
          </p:cNvPr>
          <p:cNvSpPr>
            <a:spLocks noGrp="1"/>
          </p:cNvSpPr>
          <p:nvPr>
            <p:ph type="ftr" sz="quarter" idx="3"/>
          </p:nvPr>
        </p:nvSpPr>
        <p:spPr>
          <a:xfrm>
            <a:off x="1319842" y="6356350"/>
            <a:ext cx="6495690" cy="365125"/>
          </a:xfrm>
          <a:prstGeom prst="rect">
            <a:avLst/>
          </a:prstGeom>
        </p:spPr>
        <p:txBody>
          <a:bodyPr vert="horz" lIns="0" tIns="0" rIns="0" bIns="0" rtlCol="0" anchor="ctr"/>
          <a:lstStyle>
            <a:lvl1pPr algn="l">
              <a:defRPr sz="900" b="1">
                <a:solidFill>
                  <a:srgbClr val="6D7373"/>
                </a:solidFill>
                <a:latin typeface="SRH Text" panose="020B0503020204020204" pitchFamily="34" charset="0"/>
                <a:ea typeface="SRH Text" panose="020B0503020204020204" pitchFamily="34" charset="0"/>
                <a:cs typeface="SRH Text" panose="020B0503020204020204" pitchFamily="34" charset="0"/>
              </a:defRPr>
            </a:lvl1pPr>
          </a:lstStyle>
          <a:p>
            <a:r>
              <a:rPr lang="de-DE"/>
              <a:t>SRH Hochschule Heidelberg</a:t>
            </a:r>
            <a:endParaRPr lang="de-DE" dirty="0"/>
          </a:p>
        </p:txBody>
      </p:sp>
      <p:sp>
        <p:nvSpPr>
          <p:cNvPr id="3" name="Textplatzhalter 2">
            <a:extLst>
              <a:ext uri="{FF2B5EF4-FFF2-40B4-BE49-F238E27FC236}">
                <a16:creationId xmlns:a16="http://schemas.microsoft.com/office/drawing/2014/main" xmlns="" id="{53CA1C0B-8B72-4C84-BAB1-FEBDDAC945E9}"/>
              </a:ext>
            </a:extLst>
          </p:cNvPr>
          <p:cNvSpPr>
            <a:spLocks noGrp="1"/>
          </p:cNvSpPr>
          <p:nvPr>
            <p:ph type="body" idx="1"/>
          </p:nvPr>
        </p:nvSpPr>
        <p:spPr>
          <a:xfrm>
            <a:off x="359400" y="1728000"/>
            <a:ext cx="9157663" cy="4230000"/>
          </a:xfrm>
          <a:prstGeom prst="rect">
            <a:avLst/>
          </a:prstGeom>
          <a:noFill/>
        </p:spPr>
        <p:txBody>
          <a:bodyPr vert="horz" lIns="0" tIns="0" rIns="0" bIns="0" rtlCol="0">
            <a:noAutofit/>
          </a:bodyPr>
          <a:lstStyle/>
          <a:p>
            <a:pPr lvl="0"/>
            <a:r>
              <a:rPr lang="de-DE" dirty="0" err="1"/>
              <a:t>Copy</a:t>
            </a:r>
            <a:r>
              <a:rPr lang="de-DE" dirty="0"/>
              <a:t> 18 Pt.</a:t>
            </a:r>
          </a:p>
          <a:p>
            <a:pPr lvl="1"/>
            <a:r>
              <a:rPr lang="de-DE" dirty="0" err="1"/>
              <a:t>Copy</a:t>
            </a:r>
            <a:r>
              <a:rPr lang="de-DE" dirty="0"/>
              <a:t> mit </a:t>
            </a:r>
            <a:r>
              <a:rPr lang="de-DE" dirty="0" err="1"/>
              <a:t>Bulletpoint</a:t>
            </a:r>
            <a:r>
              <a:rPr lang="de-DE" dirty="0"/>
              <a:t> 18 Pt.</a:t>
            </a:r>
          </a:p>
          <a:p>
            <a:pPr lvl="2"/>
            <a:r>
              <a:rPr lang="de-DE" dirty="0" err="1"/>
              <a:t>Copy</a:t>
            </a:r>
            <a:r>
              <a:rPr lang="de-DE" dirty="0"/>
              <a:t> mit </a:t>
            </a:r>
            <a:r>
              <a:rPr lang="de-DE" dirty="0" err="1"/>
              <a:t>Bulletpoint</a:t>
            </a:r>
            <a:r>
              <a:rPr lang="de-DE" dirty="0"/>
              <a:t>, eingerückt 16 Pt.</a:t>
            </a:r>
          </a:p>
          <a:p>
            <a:pPr lvl="3"/>
            <a:r>
              <a:rPr lang="de-DE" dirty="0"/>
              <a:t>Zwischenüberschrift 20 Pt. </a:t>
            </a:r>
            <a:r>
              <a:rPr lang="de-DE" dirty="0" err="1"/>
              <a:t>Bold</a:t>
            </a:r>
            <a:endParaRPr lang="de-DE" dirty="0"/>
          </a:p>
          <a:p>
            <a:pPr lvl="4"/>
            <a:r>
              <a:rPr lang="de-DE" dirty="0"/>
              <a:t>Einleitungstext 20 Pt. </a:t>
            </a:r>
            <a:r>
              <a:rPr lang="de-DE" dirty="0" err="1"/>
              <a:t>Bold</a:t>
            </a:r>
            <a:endParaRPr lang="de-DE" dirty="0"/>
          </a:p>
          <a:p>
            <a:pPr lvl="5"/>
            <a:r>
              <a:rPr lang="de-DE" dirty="0" err="1"/>
              <a:t>Subline</a:t>
            </a:r>
            <a:r>
              <a:rPr lang="de-DE" dirty="0"/>
              <a:t> 24 Pt.</a:t>
            </a:r>
          </a:p>
          <a:p>
            <a:pPr lvl="6"/>
            <a:r>
              <a:rPr lang="de-DE" dirty="0"/>
              <a:t>Statements!</a:t>
            </a:r>
          </a:p>
          <a:p>
            <a:pPr lvl="7"/>
            <a:r>
              <a:rPr lang="de-DE" dirty="0"/>
              <a:t>SRH </a:t>
            </a:r>
          </a:p>
          <a:p>
            <a:pPr lvl="8"/>
            <a:r>
              <a:rPr lang="de-DE" dirty="0"/>
              <a:t>Quelle</a:t>
            </a:r>
          </a:p>
        </p:txBody>
      </p:sp>
      <p:sp>
        <p:nvSpPr>
          <p:cNvPr id="2" name="Titelplatzhalter 1">
            <a:extLst>
              <a:ext uri="{FF2B5EF4-FFF2-40B4-BE49-F238E27FC236}">
                <a16:creationId xmlns:a16="http://schemas.microsoft.com/office/drawing/2014/main" xmlns="" id="{92B4C745-B760-4320-98AD-BE2F6A54EBB9}"/>
              </a:ext>
            </a:extLst>
          </p:cNvPr>
          <p:cNvSpPr>
            <a:spLocks noGrp="1"/>
          </p:cNvSpPr>
          <p:nvPr>
            <p:ph type="title"/>
          </p:nvPr>
        </p:nvSpPr>
        <p:spPr>
          <a:xfrm>
            <a:off x="360000" y="358969"/>
            <a:ext cx="9157663" cy="835093"/>
          </a:xfrm>
          <a:prstGeom prst="rect">
            <a:avLst/>
          </a:prstGeom>
        </p:spPr>
        <p:txBody>
          <a:bodyPr vert="horz" lIns="0" tIns="0" rIns="0" bIns="0" rtlCol="0" anchor="b">
            <a:noAutofit/>
          </a:bodyPr>
          <a:lstStyle/>
          <a:p>
            <a:r>
              <a:rPr lang="de-DE" dirty="0"/>
              <a:t>Mastertitelformat bearbeiten</a:t>
            </a:r>
          </a:p>
        </p:txBody>
      </p:sp>
      <p:sp>
        <p:nvSpPr>
          <p:cNvPr id="12" name="Freihandform: Form 11">
            <a:extLst>
              <a:ext uri="{FF2B5EF4-FFF2-40B4-BE49-F238E27FC236}">
                <a16:creationId xmlns:a16="http://schemas.microsoft.com/office/drawing/2014/main" xmlns="" id="{E5453D28-3A12-4B40-BDC5-01A066B0461A}"/>
              </a:ext>
            </a:extLst>
          </p:cNvPr>
          <p:cNvSpPr/>
          <p:nvPr/>
        </p:nvSpPr>
        <p:spPr>
          <a:xfrm>
            <a:off x="10878555" y="361156"/>
            <a:ext cx="948335" cy="733815"/>
          </a:xfrm>
          <a:custGeom>
            <a:avLst/>
            <a:gdLst>
              <a:gd name="connsiteX0" fmla="*/ 619905 w 948335"/>
              <a:gd name="connsiteY0" fmla="*/ 599045 h 733815"/>
              <a:gd name="connsiteX1" fmla="*/ 708360 w 948335"/>
              <a:gd name="connsiteY1" fmla="*/ 599045 h 733815"/>
              <a:gd name="connsiteX2" fmla="*/ 708360 w 948335"/>
              <a:gd name="connsiteY2" fmla="*/ 175 h 733815"/>
              <a:gd name="connsiteX3" fmla="*/ 619905 w 948335"/>
              <a:gd name="connsiteY3" fmla="*/ 175 h 733815"/>
              <a:gd name="connsiteX4" fmla="*/ 619905 w 948335"/>
              <a:gd name="connsiteY4" fmla="*/ 599045 h 733815"/>
              <a:gd name="connsiteX5" fmla="*/ 811823 w 948335"/>
              <a:gd name="connsiteY5" fmla="*/ 196963 h 733815"/>
              <a:gd name="connsiteX6" fmla="*/ 753805 w 948335"/>
              <a:gd name="connsiteY6" fmla="*/ 199399 h 733815"/>
              <a:gd name="connsiteX7" fmla="*/ 753805 w 948335"/>
              <a:gd name="connsiteY7" fmla="*/ 281323 h 733815"/>
              <a:gd name="connsiteX8" fmla="*/ 860105 w 948335"/>
              <a:gd name="connsiteY8" fmla="*/ 364907 h 733815"/>
              <a:gd name="connsiteX9" fmla="*/ 860105 w 948335"/>
              <a:gd name="connsiteY9" fmla="*/ 599045 h 733815"/>
              <a:gd name="connsiteX10" fmla="*/ 948560 w 948335"/>
              <a:gd name="connsiteY10" fmla="*/ 599045 h 733815"/>
              <a:gd name="connsiteX11" fmla="*/ 948560 w 948335"/>
              <a:gd name="connsiteY11" fmla="*/ 353981 h 733815"/>
              <a:gd name="connsiteX12" fmla="*/ 811823 w 948335"/>
              <a:gd name="connsiteY12" fmla="*/ 196963 h 733815"/>
              <a:gd name="connsiteX13" fmla="*/ 208777 w 948335"/>
              <a:gd name="connsiteY13" fmla="*/ 199800 h 733815"/>
              <a:gd name="connsiteX14" fmla="*/ 72849 w 948335"/>
              <a:gd name="connsiteY14" fmla="*/ 366560 h 733815"/>
              <a:gd name="connsiteX15" fmla="*/ 72849 w 948335"/>
              <a:gd name="connsiteY15" fmla="*/ 567022 h 733815"/>
              <a:gd name="connsiteX16" fmla="*/ 225 w 948335"/>
              <a:gd name="connsiteY16" fmla="*/ 651830 h 733815"/>
              <a:gd name="connsiteX17" fmla="*/ 225 w 948335"/>
              <a:gd name="connsiteY17" fmla="*/ 732932 h 733815"/>
              <a:gd name="connsiteX18" fmla="*/ 25376 w 948335"/>
              <a:gd name="connsiteY18" fmla="*/ 733742 h 733815"/>
              <a:gd name="connsiteX19" fmla="*/ 161297 w 948335"/>
              <a:gd name="connsiteY19" fmla="*/ 566989 h 733815"/>
              <a:gd name="connsiteX20" fmla="*/ 161297 w 948335"/>
              <a:gd name="connsiteY20" fmla="*/ 366527 h 733815"/>
              <a:gd name="connsiteX21" fmla="*/ 233520 w 948335"/>
              <a:gd name="connsiteY21" fmla="*/ 281732 h 733815"/>
              <a:gd name="connsiteX22" fmla="*/ 233520 w 948335"/>
              <a:gd name="connsiteY22" fmla="*/ 200209 h 733815"/>
              <a:gd name="connsiteX23" fmla="*/ 208777 w 948335"/>
              <a:gd name="connsiteY23" fmla="*/ 199800 h 733815"/>
              <a:gd name="connsiteX24" fmla="*/ 480210 w 948335"/>
              <a:gd name="connsiteY24" fmla="*/ 199800 h 733815"/>
              <a:gd name="connsiteX25" fmla="*/ 344283 w 948335"/>
              <a:gd name="connsiteY25" fmla="*/ 366560 h 733815"/>
              <a:gd name="connsiteX26" fmla="*/ 344283 w 948335"/>
              <a:gd name="connsiteY26" fmla="*/ 599045 h 733815"/>
              <a:gd name="connsiteX27" fmla="*/ 432731 w 948335"/>
              <a:gd name="connsiteY27" fmla="*/ 599045 h 733815"/>
              <a:gd name="connsiteX28" fmla="*/ 432731 w 948335"/>
              <a:gd name="connsiteY28" fmla="*/ 366527 h 733815"/>
              <a:gd name="connsiteX29" fmla="*/ 505362 w 948335"/>
              <a:gd name="connsiteY29" fmla="*/ 281732 h 733815"/>
              <a:gd name="connsiteX30" fmla="*/ 505362 w 948335"/>
              <a:gd name="connsiteY30" fmla="*/ 200209 h 733815"/>
              <a:gd name="connsiteX31" fmla="*/ 480210 w 948335"/>
              <a:gd name="connsiteY31" fmla="*/ 199800 h 7338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948335" h="733815">
                <a:moveTo>
                  <a:pt x="619905" y="599045"/>
                </a:moveTo>
                <a:lnTo>
                  <a:pt x="708360" y="599045"/>
                </a:lnTo>
                <a:lnTo>
                  <a:pt x="708360" y="175"/>
                </a:lnTo>
                <a:lnTo>
                  <a:pt x="619905" y="175"/>
                </a:lnTo>
                <a:lnTo>
                  <a:pt x="619905" y="599045"/>
                </a:lnTo>
                <a:close/>
                <a:moveTo>
                  <a:pt x="811823" y="196963"/>
                </a:moveTo>
                <a:cubicBezTo>
                  <a:pt x="795196" y="196154"/>
                  <a:pt x="774500" y="196963"/>
                  <a:pt x="753805" y="199399"/>
                </a:cubicBezTo>
                <a:lnTo>
                  <a:pt x="753805" y="281323"/>
                </a:lnTo>
                <a:cubicBezTo>
                  <a:pt x="831702" y="281323"/>
                  <a:pt x="860105" y="292732"/>
                  <a:pt x="860105" y="364907"/>
                </a:cubicBezTo>
                <a:lnTo>
                  <a:pt x="860105" y="599045"/>
                </a:lnTo>
                <a:lnTo>
                  <a:pt x="948560" y="599045"/>
                </a:lnTo>
                <a:lnTo>
                  <a:pt x="948560" y="353981"/>
                </a:lnTo>
                <a:cubicBezTo>
                  <a:pt x="948560" y="263505"/>
                  <a:pt x="897033" y="200209"/>
                  <a:pt x="811823" y="196963"/>
                </a:cubicBezTo>
                <a:close/>
                <a:moveTo>
                  <a:pt x="208777" y="199800"/>
                </a:moveTo>
                <a:cubicBezTo>
                  <a:pt x="114634" y="204671"/>
                  <a:pt x="72849" y="267152"/>
                  <a:pt x="72849" y="366560"/>
                </a:cubicBezTo>
                <a:lnTo>
                  <a:pt x="72849" y="567022"/>
                </a:lnTo>
                <a:cubicBezTo>
                  <a:pt x="72849" y="625455"/>
                  <a:pt x="61073" y="650613"/>
                  <a:pt x="225" y="651830"/>
                </a:cubicBezTo>
                <a:lnTo>
                  <a:pt x="225" y="732932"/>
                </a:lnTo>
                <a:cubicBezTo>
                  <a:pt x="7525" y="734156"/>
                  <a:pt x="19288" y="734156"/>
                  <a:pt x="25376" y="733742"/>
                </a:cubicBezTo>
                <a:cubicBezTo>
                  <a:pt x="119907" y="728068"/>
                  <a:pt x="161297" y="665179"/>
                  <a:pt x="161297" y="566989"/>
                </a:cubicBezTo>
                <a:lnTo>
                  <a:pt x="161297" y="366527"/>
                </a:lnTo>
                <a:cubicBezTo>
                  <a:pt x="161297" y="307693"/>
                  <a:pt x="172257" y="282943"/>
                  <a:pt x="233520" y="281732"/>
                </a:cubicBezTo>
                <a:lnTo>
                  <a:pt x="233520" y="200209"/>
                </a:lnTo>
                <a:cubicBezTo>
                  <a:pt x="226622" y="199399"/>
                  <a:pt x="214859" y="199399"/>
                  <a:pt x="208777" y="199800"/>
                </a:cubicBezTo>
                <a:close/>
                <a:moveTo>
                  <a:pt x="480210" y="199800"/>
                </a:moveTo>
                <a:cubicBezTo>
                  <a:pt x="386483" y="204671"/>
                  <a:pt x="344283" y="267560"/>
                  <a:pt x="344283" y="366560"/>
                </a:cubicBezTo>
                <a:lnTo>
                  <a:pt x="344283" y="599045"/>
                </a:lnTo>
                <a:lnTo>
                  <a:pt x="432731" y="599045"/>
                </a:lnTo>
                <a:lnTo>
                  <a:pt x="432731" y="366527"/>
                </a:lnTo>
                <a:cubicBezTo>
                  <a:pt x="432731" y="308094"/>
                  <a:pt x="444507" y="282943"/>
                  <a:pt x="505362" y="281732"/>
                </a:cubicBezTo>
                <a:lnTo>
                  <a:pt x="505362" y="200209"/>
                </a:lnTo>
                <a:cubicBezTo>
                  <a:pt x="498055" y="199399"/>
                  <a:pt x="486292" y="199399"/>
                  <a:pt x="480210" y="199800"/>
                </a:cubicBezTo>
                <a:close/>
              </a:path>
            </a:pathLst>
          </a:custGeom>
          <a:solidFill>
            <a:schemeClr val="accent1"/>
          </a:solidFill>
          <a:ln w="6638" cap="flat">
            <a:noFill/>
            <a:prstDash val="solid"/>
            <a:round/>
          </a:ln>
        </p:spPr>
        <p:txBody>
          <a:bodyPr rtlCol="0" anchor="ctr"/>
          <a:lstStyle/>
          <a:p>
            <a:endParaRPr lang="de-DE"/>
          </a:p>
        </p:txBody>
      </p:sp>
    </p:spTree>
    <p:extLst>
      <p:ext uri="{BB962C8B-B14F-4D97-AF65-F5344CB8AC3E}">
        <p14:creationId xmlns:p14="http://schemas.microsoft.com/office/powerpoint/2010/main" val="1098669299"/>
      </p:ext>
    </p:extLst>
  </p:cSld>
  <p:clrMap bg1="lt1" tx1="dk1" bg2="lt2" tx2="dk2" accent1="accent1" accent2="accent2" accent3="accent3" accent4="accent4" accent5="accent5" accent6="accent6" hlink="hlink" folHlink="folHlink"/>
  <p:sldLayoutIdLst>
    <p:sldLayoutId id="2147483679" r:id="rId1"/>
    <p:sldLayoutId id="2147483649" r:id="rId2"/>
    <p:sldLayoutId id="2147483676" r:id="rId3"/>
    <p:sldLayoutId id="2147483650" r:id="rId4"/>
    <p:sldLayoutId id="2147483651" r:id="rId5"/>
    <p:sldLayoutId id="2147483666" r:id="rId6"/>
    <p:sldLayoutId id="2147483686" r:id="rId7"/>
    <p:sldLayoutId id="2147483667" r:id="rId8"/>
    <p:sldLayoutId id="2147483664" r:id="rId9"/>
    <p:sldLayoutId id="2147483665" r:id="rId10"/>
    <p:sldLayoutId id="2147483661" r:id="rId11"/>
    <p:sldLayoutId id="2147483671" r:id="rId12"/>
    <p:sldLayoutId id="2147483672" r:id="rId13"/>
    <p:sldLayoutId id="2147483678" r:id="rId14"/>
    <p:sldLayoutId id="2147483673" r:id="rId15"/>
    <p:sldLayoutId id="2147483677" r:id="rId16"/>
    <p:sldLayoutId id="2147483683" r:id="rId17"/>
    <p:sldLayoutId id="2147483680" r:id="rId18"/>
    <p:sldLayoutId id="2147483684" r:id="rId19"/>
    <p:sldLayoutId id="2147483654" r:id="rId20"/>
    <p:sldLayoutId id="2147483655" r:id="rId21"/>
    <p:sldLayoutId id="2147483681" r:id="rId22"/>
    <p:sldLayoutId id="2147483682" r:id="rId23"/>
  </p:sldLayoutIdLst>
  <p:hf hdr="0"/>
  <p:txStyles>
    <p:titleStyle>
      <a:lvl1pPr algn="l" defTabSz="914400" rtl="0" eaLnBrk="1" latinLnBrk="0" hangingPunct="1">
        <a:lnSpc>
          <a:spcPct val="100000"/>
        </a:lnSpc>
        <a:spcBef>
          <a:spcPct val="0"/>
        </a:spcBef>
        <a:buNone/>
        <a:defRPr sz="3000" b="1" kern="1200">
          <a:solidFill>
            <a:schemeClr val="tx1"/>
          </a:solidFill>
          <a:latin typeface="SRH Headline" panose="020B0603020204020204" pitchFamily="34" charset="0"/>
          <a:ea typeface="SRH Headline" panose="020B0603020204020204" pitchFamily="34" charset="0"/>
          <a:cs typeface="SRH Headline" panose="020B0603020204020204" pitchFamily="34" charset="0"/>
        </a:defRPr>
      </a:lvl1pPr>
    </p:titleStyle>
    <p:bodyStyle>
      <a:lvl1pPr marL="0" indent="0" algn="l" defTabSz="914400" rtl="0" eaLnBrk="1" latinLnBrk="0" hangingPunct="1">
        <a:lnSpc>
          <a:spcPct val="110000"/>
        </a:lnSpc>
        <a:spcBef>
          <a:spcPts val="1200"/>
        </a:spcBef>
        <a:buFont typeface="Arial" panose="020B0604020202020204" pitchFamily="34" charset="0"/>
        <a:buNone/>
        <a:defRPr sz="18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1pPr>
      <a:lvl2pPr marL="360000" indent="-360000" algn="l" defTabSz="914400" rtl="0" eaLnBrk="1" latinLnBrk="0" hangingPunct="1">
        <a:lnSpc>
          <a:spcPct val="110000"/>
        </a:lnSpc>
        <a:spcBef>
          <a:spcPts val="1200"/>
        </a:spcBef>
        <a:spcAft>
          <a:spcPts val="0"/>
        </a:spcAft>
        <a:buClr>
          <a:schemeClr val="accent1"/>
        </a:buClr>
        <a:buFont typeface="SRH" panose="020B0503020204020204" pitchFamily="34" charset="0"/>
        <a:buChar char="—"/>
        <a:defRPr sz="18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720000" indent="-360000" algn="l" defTabSz="914400" rtl="0" eaLnBrk="1" latinLnBrk="0" hangingPunct="1">
        <a:lnSpc>
          <a:spcPct val="110000"/>
        </a:lnSpc>
        <a:spcBef>
          <a:spcPts val="0"/>
        </a:spcBef>
        <a:buClr>
          <a:schemeClr val="accent1"/>
        </a:buClr>
        <a:buFont typeface="SRH" panose="020B0503020204020204" pitchFamily="34" charset="0"/>
        <a:buChar char="—"/>
        <a:defRPr sz="16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3pPr>
      <a:lvl4pPr marL="0" indent="0" algn="l" defTabSz="914400" rtl="0" eaLnBrk="1" latinLnBrk="0" hangingPunct="1">
        <a:lnSpc>
          <a:spcPct val="110000"/>
        </a:lnSpc>
        <a:spcBef>
          <a:spcPts val="2400"/>
        </a:spcBef>
        <a:buFont typeface="SRH" panose="020B0503020204020204" pitchFamily="34" charset="0"/>
        <a:buNone/>
        <a:defRPr sz="2000" b="1" kern="1200">
          <a:solidFill>
            <a:schemeClr val="accent1"/>
          </a:solidFill>
          <a:latin typeface="SRH Text" panose="020B0503020204020204" pitchFamily="34" charset="0"/>
          <a:ea typeface="SRH Text" panose="020B0503020204020204" pitchFamily="34" charset="0"/>
          <a:cs typeface="SRH Text" panose="020B0503020204020204" pitchFamily="34" charset="0"/>
        </a:defRPr>
      </a:lvl4pPr>
      <a:lvl5pPr marL="0" indent="0" algn="l" defTabSz="914400" rtl="0" eaLnBrk="1" latinLnBrk="0" hangingPunct="1">
        <a:lnSpc>
          <a:spcPct val="110000"/>
        </a:lnSpc>
        <a:spcBef>
          <a:spcPts val="1200"/>
        </a:spcBef>
        <a:buFont typeface="SRH" panose="020B0503020204020204" pitchFamily="34" charset="0"/>
        <a:buNone/>
        <a:defRPr sz="2000" b="1" kern="1200">
          <a:solidFill>
            <a:schemeClr val="tx1"/>
          </a:solidFill>
          <a:latin typeface="SRH Headline" panose="020B0603020204020204" pitchFamily="34" charset="0"/>
          <a:ea typeface="SRH Headline" panose="020B0603020204020204" pitchFamily="34" charset="0"/>
          <a:cs typeface="SRH Headline" panose="020B0603020204020204" pitchFamily="34" charset="0"/>
        </a:defRPr>
      </a:lvl5pPr>
      <a:lvl6pPr marL="0" indent="0" algn="l" defTabSz="914400" rtl="0" eaLnBrk="1" latinLnBrk="0" hangingPunct="1">
        <a:lnSpc>
          <a:spcPct val="110000"/>
        </a:lnSpc>
        <a:spcBef>
          <a:spcPts val="1200"/>
        </a:spcBef>
        <a:buFont typeface="Arial" panose="020B0604020202020204" pitchFamily="34" charset="0"/>
        <a:buNone/>
        <a:defRPr sz="2400" b="0" kern="1200">
          <a:solidFill>
            <a:schemeClr val="tx1"/>
          </a:solidFill>
          <a:latin typeface="SRH Headline" panose="020B0603020204020204" pitchFamily="34" charset="0"/>
          <a:ea typeface="SRH Headline" panose="020B0603020204020204" pitchFamily="34" charset="0"/>
          <a:cs typeface="SRH Headline" panose="020B0603020204020204" pitchFamily="34" charset="0"/>
        </a:defRPr>
      </a:lvl6pPr>
      <a:lvl7pPr marL="0" indent="0" algn="l" defTabSz="914400" rtl="0" eaLnBrk="1" latinLnBrk="0" hangingPunct="1">
        <a:lnSpc>
          <a:spcPct val="98000"/>
        </a:lnSpc>
        <a:spcBef>
          <a:spcPts val="1200"/>
        </a:spcBef>
        <a:buFont typeface="Arial" panose="020B0604020202020204" pitchFamily="34" charset="0"/>
        <a:buNone/>
        <a:defRPr sz="4800" b="1" kern="1200">
          <a:solidFill>
            <a:schemeClr val="accent1"/>
          </a:solidFill>
          <a:latin typeface="SRH Headline" panose="020B0603020204020204" pitchFamily="34" charset="0"/>
          <a:ea typeface="SRH Headline" panose="020B0603020204020204" pitchFamily="34" charset="0"/>
          <a:cs typeface="SRH Headline" panose="020B0603020204020204" pitchFamily="34" charset="0"/>
        </a:defRPr>
      </a:lvl7pPr>
      <a:lvl8pPr marL="0" indent="0" algn="l" defTabSz="914400" rtl="0" eaLnBrk="1" latinLnBrk="0" hangingPunct="1">
        <a:lnSpc>
          <a:spcPct val="98000"/>
        </a:lnSpc>
        <a:spcBef>
          <a:spcPts val="1200"/>
        </a:spcBef>
        <a:buFont typeface="Arial" panose="020B0604020202020204" pitchFamily="34" charset="0"/>
        <a:buNone/>
        <a:defRPr sz="2000" b="1" kern="1200">
          <a:solidFill>
            <a:schemeClr val="tx1"/>
          </a:solidFill>
          <a:latin typeface="SRH Text" panose="020B0503020204020204" pitchFamily="34" charset="0"/>
          <a:ea typeface="SRH Text" panose="020B0503020204020204" pitchFamily="34" charset="0"/>
          <a:cs typeface="SRH Text" panose="020B0503020204020204" pitchFamily="34" charset="0"/>
        </a:defRPr>
      </a:lvl8pPr>
      <a:lvl9pPr marL="0" indent="0" algn="l" defTabSz="914400" rtl="0" eaLnBrk="1" latinLnBrk="0" hangingPunct="1">
        <a:lnSpc>
          <a:spcPct val="110000"/>
        </a:lnSpc>
        <a:spcBef>
          <a:spcPts val="600"/>
        </a:spcBef>
        <a:buFont typeface="Arial" panose="020B0604020202020204" pitchFamily="34" charset="0"/>
        <a:buNone/>
        <a:defRPr sz="12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userDrawn="1">
          <p15:clr>
            <a:srgbClr val="F26B43"/>
          </p15:clr>
        </p15:guide>
        <p15:guide id="2" pos="7680" userDrawn="1">
          <p15:clr>
            <a:srgbClr val="F26B43"/>
          </p15:clr>
        </p15:guide>
        <p15:guide id="3" pos="226" userDrawn="1">
          <p15:clr>
            <a:srgbClr val="F26B43"/>
          </p15:clr>
        </p15:guide>
        <p15:guide id="4" pos="7453" userDrawn="1">
          <p15:clr>
            <a:srgbClr val="F26B43"/>
          </p15:clr>
        </p15:guide>
        <p15:guide id="5" orient="horz" userDrawn="1">
          <p15:clr>
            <a:srgbClr val="F26B43"/>
          </p15:clr>
        </p15:guide>
        <p15:guide id="6" orient="horz" pos="4320" userDrawn="1">
          <p15:clr>
            <a:srgbClr val="F26B43"/>
          </p15:clr>
        </p15:guide>
        <p15:guide id="7" orient="horz" pos="1088" userDrawn="1">
          <p15:clr>
            <a:srgbClr val="F26B43"/>
          </p15:clr>
        </p15:guide>
        <p15:guide id="8" orient="horz" pos="3753" userDrawn="1">
          <p15:clr>
            <a:srgbClr val="F26B43"/>
          </p15:clr>
        </p15:guide>
        <p15:guide id="9" orient="horz" pos="690" userDrawn="1">
          <p15:clr>
            <a:srgbClr val="F26B43"/>
          </p15:clr>
        </p15:guide>
        <p15:guide id="10" pos="599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emf"/><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xmlns="" id="{C7B85632-E4AE-45C1-B77F-DC305DB7A4D9}"/>
              </a:ext>
            </a:extLst>
          </p:cNvPr>
          <p:cNvSpPr>
            <a:spLocks noGrp="1"/>
          </p:cNvSpPr>
          <p:nvPr>
            <p:ph type="title"/>
          </p:nvPr>
        </p:nvSpPr>
        <p:spPr>
          <a:xfrm>
            <a:off x="288978" y="1484754"/>
            <a:ext cx="11256846" cy="2026542"/>
          </a:xfrm>
        </p:spPr>
        <p:txBody>
          <a:bodyPr/>
          <a:lstStyle/>
          <a:p>
            <a:pPr algn="ctr"/>
            <a:r>
              <a:rPr lang="en-US" sz="4000" dirty="0" smtClean="0"/>
              <a:t>Case Study 2:</a:t>
            </a:r>
            <a:r>
              <a:rPr lang="en-US" sz="4000" dirty="0"/>
              <a:t/>
            </a:r>
            <a:br>
              <a:rPr lang="en-US" sz="4000" dirty="0"/>
            </a:br>
            <a:r>
              <a:rPr lang="en-US" sz="4000" dirty="0"/>
              <a:t>Machine Learning Approaches for Energy Consumption Prediction in Buildings</a:t>
            </a:r>
            <a:endParaRPr lang="de-DE" dirty="0"/>
          </a:p>
        </p:txBody>
      </p:sp>
      <p:sp>
        <p:nvSpPr>
          <p:cNvPr id="4" name="object 12">
            <a:extLst>
              <a:ext uri="{FF2B5EF4-FFF2-40B4-BE49-F238E27FC236}">
                <a16:creationId xmlns:a16="http://schemas.microsoft.com/office/drawing/2014/main" xmlns="" id="{B5CB50DE-6234-301F-040B-68BED36C8732}"/>
              </a:ext>
            </a:extLst>
          </p:cNvPr>
          <p:cNvSpPr txBox="1"/>
          <p:nvPr/>
        </p:nvSpPr>
        <p:spPr>
          <a:xfrm>
            <a:off x="438912" y="3974069"/>
            <a:ext cx="5876544" cy="2944396"/>
          </a:xfrm>
          <a:prstGeom prst="rect">
            <a:avLst/>
          </a:prstGeom>
        </p:spPr>
        <p:txBody>
          <a:bodyPr vert="horz" wrap="square" lIns="0" tIns="12700" rIns="0" bIns="0" rtlCol="0">
            <a:spAutoFit/>
          </a:bodyPr>
          <a:lstStyle/>
          <a:p>
            <a:pPr marL="12700">
              <a:spcBef>
                <a:spcPts val="3345"/>
              </a:spcBef>
            </a:pPr>
            <a:r>
              <a:rPr lang="en-US" sz="2400" b="1" dirty="0" smtClean="0">
                <a:solidFill>
                  <a:schemeClr val="bg1"/>
                </a:solidFill>
                <a:latin typeface="SRH Headline" panose="020B0603020204020204" pitchFamily="34" charset="0"/>
                <a:ea typeface="SRH Headline" panose="020B0603020204020204" pitchFamily="34" charset="0"/>
                <a:cs typeface="SRH Headline" panose="020B0603020204020204" pitchFamily="34" charset="0"/>
              </a:rPr>
              <a:t>Amin</a:t>
            </a:r>
            <a:r>
              <a:rPr lang="en-US" sz="2400" dirty="0" smtClean="0"/>
              <a:t> </a:t>
            </a:r>
            <a:r>
              <a:rPr lang="en-US" sz="2400" b="1" dirty="0" err="1" smtClean="0">
                <a:solidFill>
                  <a:schemeClr val="bg1"/>
                </a:solidFill>
                <a:latin typeface="SRH Headline" panose="020B0603020204020204" pitchFamily="34" charset="0"/>
                <a:ea typeface="SRH Headline" panose="020B0603020204020204" pitchFamily="34" charset="0"/>
                <a:cs typeface="SRH Headline" panose="020B0603020204020204" pitchFamily="34" charset="0"/>
              </a:rPr>
              <a:t>Feli</a:t>
            </a:r>
            <a:r>
              <a:rPr lang="fa-IR" sz="2400" b="1" dirty="0" smtClean="0">
                <a:solidFill>
                  <a:schemeClr val="bg1"/>
                </a:solidFill>
                <a:latin typeface="SRH Headline" panose="020B0603020204020204" pitchFamily="34" charset="0"/>
                <a:ea typeface="SRH Headline" panose="020B0603020204020204" pitchFamily="34" charset="0"/>
                <a:cs typeface="SRH Headline" panose="020B0603020204020204" pitchFamily="34" charset="0"/>
              </a:rPr>
              <a:t> </a:t>
            </a:r>
            <a:r>
              <a:rPr lang="en-US" sz="2400" b="1" dirty="0" smtClean="0">
                <a:solidFill>
                  <a:schemeClr val="bg1"/>
                </a:solidFill>
                <a:latin typeface="SRH Headline" panose="020B0603020204020204" pitchFamily="34" charset="0"/>
                <a:ea typeface="SRH Headline" panose="020B0603020204020204" pitchFamily="34" charset="0"/>
                <a:cs typeface="SRH Headline" panose="020B0603020204020204" pitchFamily="34" charset="0"/>
              </a:rPr>
              <a:t>(11038701)</a:t>
            </a:r>
            <a:r>
              <a:rPr lang="fa-IR" sz="2400" b="1" dirty="0" smtClean="0">
                <a:solidFill>
                  <a:schemeClr val="bg1"/>
                </a:solidFill>
                <a:latin typeface="SRH Headline" panose="020B0603020204020204" pitchFamily="34" charset="0"/>
                <a:ea typeface="SRH Headline" panose="020B0603020204020204" pitchFamily="34" charset="0"/>
                <a:cs typeface="SRH Headline" panose="020B0603020204020204" pitchFamily="34" charset="0"/>
              </a:rPr>
              <a:t> </a:t>
            </a:r>
            <a:endParaRPr lang="en-US" sz="2400" b="1" dirty="0" smtClean="0">
              <a:solidFill>
                <a:schemeClr val="bg1"/>
              </a:solidFill>
              <a:latin typeface="SRH Headline" panose="020B0603020204020204" pitchFamily="34" charset="0"/>
              <a:ea typeface="SRH Headline" panose="020B0603020204020204" pitchFamily="34" charset="0"/>
              <a:cs typeface="SRH Headline" panose="020B0603020204020204" pitchFamily="34" charset="0"/>
            </a:endParaRPr>
          </a:p>
          <a:p>
            <a:pPr marL="12700">
              <a:spcBef>
                <a:spcPts val="3345"/>
              </a:spcBef>
            </a:pPr>
            <a:r>
              <a:rPr lang="en-US" sz="2400" b="1" dirty="0" smtClean="0">
                <a:solidFill>
                  <a:schemeClr val="bg1"/>
                </a:solidFill>
                <a:latin typeface="SRH Headline" panose="020B0603020204020204" pitchFamily="34" charset="0"/>
                <a:ea typeface="SRH Headline" panose="020B0603020204020204" pitchFamily="34" charset="0"/>
                <a:cs typeface="SRH Headline" panose="020B0603020204020204" pitchFamily="34" charset="0"/>
              </a:rPr>
              <a:t>Supervisor</a:t>
            </a:r>
            <a:r>
              <a:rPr lang="en-US" sz="2400" b="1" dirty="0">
                <a:solidFill>
                  <a:schemeClr val="bg1"/>
                </a:solidFill>
                <a:latin typeface="SRH Headline" panose="020B0603020204020204" pitchFamily="34" charset="0"/>
                <a:ea typeface="SRH Headline" panose="020B0603020204020204" pitchFamily="34" charset="0"/>
                <a:cs typeface="SRH Headline" panose="020B0603020204020204" pitchFamily="34" charset="0"/>
              </a:rPr>
              <a:t>: </a:t>
            </a:r>
            <a:r>
              <a:rPr lang="en-US" sz="2400" b="1" dirty="0" smtClean="0">
                <a:solidFill>
                  <a:schemeClr val="bg1"/>
                </a:solidFill>
                <a:latin typeface="SRH Headline" panose="020B0603020204020204" pitchFamily="34" charset="0"/>
                <a:ea typeface="SRH Headline" panose="020B0603020204020204" pitchFamily="34" charset="0"/>
                <a:cs typeface="SRH Headline" panose="020B0603020204020204" pitchFamily="34" charset="0"/>
              </a:rPr>
              <a:t>Prof</a:t>
            </a:r>
            <a:r>
              <a:rPr lang="fa-IR" sz="2400" b="1" dirty="0" smtClean="0">
                <a:solidFill>
                  <a:schemeClr val="bg1"/>
                </a:solidFill>
                <a:latin typeface="SRH Headline" panose="020B0603020204020204" pitchFamily="34" charset="0"/>
                <a:ea typeface="SRH Headline" panose="020B0603020204020204" pitchFamily="34" charset="0"/>
                <a:cs typeface="SRH Headline" panose="020B0603020204020204" pitchFamily="34" charset="0"/>
              </a:rPr>
              <a:t> . </a:t>
            </a:r>
            <a:r>
              <a:rPr lang="en-US" sz="2400" b="1" dirty="0">
                <a:solidFill>
                  <a:schemeClr val="bg1"/>
                </a:solidFill>
                <a:latin typeface="SRH Headline" panose="020B0603020204020204" pitchFamily="34" charset="0"/>
                <a:ea typeface="SRH Headline" panose="020B0603020204020204" pitchFamily="34" charset="0"/>
                <a:cs typeface="SRH Headline" panose="020B0603020204020204" pitchFamily="34" charset="0"/>
              </a:rPr>
              <a:t>Dr. </a:t>
            </a:r>
            <a:r>
              <a:rPr lang="en-US" sz="2400" b="1" dirty="0" err="1">
                <a:solidFill>
                  <a:schemeClr val="bg1"/>
                </a:solidFill>
                <a:latin typeface="SRH Headline" panose="020B0603020204020204" pitchFamily="34" charset="0"/>
                <a:ea typeface="SRH Headline" panose="020B0603020204020204" pitchFamily="34" charset="0"/>
                <a:cs typeface="SRH Headline" panose="020B0603020204020204" pitchFamily="34" charset="0"/>
              </a:rPr>
              <a:t>Sina</a:t>
            </a:r>
            <a:r>
              <a:rPr lang="en-US" sz="2400" b="1" dirty="0">
                <a:solidFill>
                  <a:schemeClr val="bg1"/>
                </a:solidFill>
                <a:latin typeface="SRH Headline" panose="020B0603020204020204" pitchFamily="34" charset="0"/>
                <a:ea typeface="SRH Headline" panose="020B0603020204020204" pitchFamily="34" charset="0"/>
                <a:cs typeface="SRH Headline" panose="020B0603020204020204" pitchFamily="34" charset="0"/>
              </a:rPr>
              <a:t> </a:t>
            </a:r>
            <a:r>
              <a:rPr lang="en-US" sz="2400" b="1" dirty="0" err="1">
                <a:solidFill>
                  <a:schemeClr val="bg1"/>
                </a:solidFill>
                <a:latin typeface="SRH Headline" panose="020B0603020204020204" pitchFamily="34" charset="0"/>
                <a:ea typeface="SRH Headline" panose="020B0603020204020204" pitchFamily="34" charset="0"/>
                <a:cs typeface="SRH Headline" panose="020B0603020204020204" pitchFamily="34" charset="0"/>
              </a:rPr>
              <a:t>Mehraeen</a:t>
            </a:r>
            <a:endParaRPr lang="en-US" sz="2400" b="1" dirty="0">
              <a:solidFill>
                <a:schemeClr val="bg1"/>
              </a:solidFill>
              <a:latin typeface="SRH Headline" panose="020B0603020204020204" pitchFamily="34" charset="0"/>
              <a:ea typeface="SRH Headline" panose="020B0603020204020204" pitchFamily="34" charset="0"/>
              <a:cs typeface="SRH Headline" panose="020B0603020204020204" pitchFamily="34" charset="0"/>
            </a:endParaRPr>
          </a:p>
          <a:p>
            <a:pPr marL="12700">
              <a:spcBef>
                <a:spcPts val="3345"/>
              </a:spcBef>
            </a:pPr>
            <a:r>
              <a:rPr lang="en-US" sz="2400" b="1" dirty="0" smtClean="0">
                <a:solidFill>
                  <a:schemeClr val="bg1"/>
                </a:solidFill>
                <a:latin typeface="SRH Headline" panose="020B0603020204020204" pitchFamily="34" charset="0"/>
                <a:ea typeface="SRH Headline" panose="020B0603020204020204" pitchFamily="34" charset="0"/>
                <a:cs typeface="SRH Headline" panose="020B0603020204020204" pitchFamily="34" charset="0"/>
              </a:rPr>
              <a:t>SRH </a:t>
            </a:r>
            <a:r>
              <a:rPr lang="en-US" sz="2400" b="1" dirty="0" err="1">
                <a:solidFill>
                  <a:schemeClr val="bg1"/>
                </a:solidFill>
                <a:latin typeface="SRH Headline" panose="020B0603020204020204" pitchFamily="34" charset="0"/>
                <a:ea typeface="SRH Headline" panose="020B0603020204020204" pitchFamily="34" charset="0"/>
                <a:cs typeface="SRH Headline" panose="020B0603020204020204" pitchFamily="34" charset="0"/>
              </a:rPr>
              <a:t>Hochschule</a:t>
            </a:r>
            <a:r>
              <a:rPr lang="en-US" sz="2400" b="1" dirty="0">
                <a:solidFill>
                  <a:schemeClr val="bg1"/>
                </a:solidFill>
                <a:latin typeface="SRH Headline" panose="020B0603020204020204" pitchFamily="34" charset="0"/>
                <a:ea typeface="SRH Headline" panose="020B0603020204020204" pitchFamily="34" charset="0"/>
                <a:cs typeface="SRH Headline" panose="020B0603020204020204" pitchFamily="34" charset="0"/>
              </a:rPr>
              <a:t> Heidelberg</a:t>
            </a:r>
          </a:p>
          <a:p>
            <a:pPr marL="12700">
              <a:lnSpc>
                <a:spcPct val="150000"/>
              </a:lnSpc>
              <a:spcBef>
                <a:spcPts val="3345"/>
              </a:spcBef>
            </a:pPr>
            <a:endParaRPr sz="2400" b="1" dirty="0">
              <a:solidFill>
                <a:schemeClr val="bg1"/>
              </a:solidFill>
              <a:latin typeface="SRH Headline" panose="020B0603020204020204" pitchFamily="34" charset="0"/>
              <a:ea typeface="SRH Headline" panose="020B0603020204020204" pitchFamily="34" charset="0"/>
              <a:cs typeface="SRH Headline" panose="020B0603020204020204" pitchFamily="34" charset="0"/>
            </a:endParaRPr>
          </a:p>
        </p:txBody>
      </p:sp>
      <p:sp>
        <p:nvSpPr>
          <p:cNvPr id="3" name="Date Placeholder 2">
            <a:extLst>
              <a:ext uri="{FF2B5EF4-FFF2-40B4-BE49-F238E27FC236}">
                <a16:creationId xmlns:a16="http://schemas.microsoft.com/office/drawing/2014/main" xmlns="" id="{D062EF82-FCFC-9AA7-3334-61AA312DB646}"/>
              </a:ext>
            </a:extLst>
          </p:cNvPr>
          <p:cNvSpPr>
            <a:spLocks noGrp="1"/>
          </p:cNvSpPr>
          <p:nvPr>
            <p:ph type="dt" sz="half" idx="10"/>
          </p:nvPr>
        </p:nvSpPr>
        <p:spPr>
          <a:xfrm>
            <a:off x="172336" y="6232063"/>
            <a:ext cx="874559" cy="365125"/>
          </a:xfrm>
        </p:spPr>
        <p:txBody>
          <a:bodyPr/>
          <a:lstStyle/>
          <a:p>
            <a:fld id="{B1D4E7C8-1F4A-452F-A8FF-E146E5AEE4BD}" type="datetime1">
              <a:rPr lang="en-CA" smtClean="0"/>
              <a:t>2025-09-13</a:t>
            </a:fld>
            <a:endParaRPr lang="de-DE" dirty="0"/>
          </a:p>
        </p:txBody>
      </p:sp>
      <p:sp>
        <p:nvSpPr>
          <p:cNvPr id="6" name="Footer Placeholder 5">
            <a:extLst>
              <a:ext uri="{FF2B5EF4-FFF2-40B4-BE49-F238E27FC236}">
                <a16:creationId xmlns:a16="http://schemas.microsoft.com/office/drawing/2014/main" xmlns="" id="{3B4045A5-9BF7-8A24-BCA7-54A5BEA4BA30}"/>
              </a:ext>
            </a:extLst>
          </p:cNvPr>
          <p:cNvSpPr>
            <a:spLocks noGrp="1"/>
          </p:cNvSpPr>
          <p:nvPr>
            <p:ph type="ftr" sz="quarter" idx="11"/>
          </p:nvPr>
        </p:nvSpPr>
        <p:spPr>
          <a:xfrm>
            <a:off x="1133410" y="6284964"/>
            <a:ext cx="6495690" cy="365125"/>
          </a:xfrm>
        </p:spPr>
        <p:txBody>
          <a:bodyPr/>
          <a:lstStyle/>
          <a:p>
            <a:r>
              <a:rPr lang="de-DE" dirty="0"/>
              <a:t>SRH Hochschule Heidelberg</a:t>
            </a:r>
          </a:p>
        </p:txBody>
      </p:sp>
      <p:sp>
        <p:nvSpPr>
          <p:cNvPr id="8" name="Slide Number Placeholder 7">
            <a:extLst>
              <a:ext uri="{FF2B5EF4-FFF2-40B4-BE49-F238E27FC236}">
                <a16:creationId xmlns:a16="http://schemas.microsoft.com/office/drawing/2014/main" xmlns="" id="{626EEF6D-79AE-4055-1E16-36FF1B0FEA42}"/>
              </a:ext>
            </a:extLst>
          </p:cNvPr>
          <p:cNvSpPr>
            <a:spLocks noGrp="1"/>
          </p:cNvSpPr>
          <p:nvPr>
            <p:ph type="sldNum" sz="quarter" idx="12"/>
          </p:nvPr>
        </p:nvSpPr>
        <p:spPr>
          <a:xfrm>
            <a:off x="11058590" y="6311536"/>
            <a:ext cx="680085" cy="365125"/>
          </a:xfrm>
        </p:spPr>
        <p:txBody>
          <a:bodyPr/>
          <a:lstStyle/>
          <a:p>
            <a:fld id="{075B144D-941B-4DFC-AF5F-0416193D12EC}" type="slidenum">
              <a:rPr lang="de-DE" smtClean="0"/>
              <a:pPr/>
              <a:t>1</a:t>
            </a:fld>
            <a:endParaRPr lang="de-DE"/>
          </a:p>
        </p:txBody>
      </p:sp>
    </p:spTree>
    <p:extLst>
      <p:ext uri="{BB962C8B-B14F-4D97-AF65-F5344CB8AC3E}">
        <p14:creationId xmlns:p14="http://schemas.microsoft.com/office/powerpoint/2010/main" val="13147421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xmlns="" id="{6753252F-4873-4F63-801D-CC719279A7D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xmlns="" id="{047C8CCB-F95D-4249-92DD-651249D3535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2013557" cy="6858000"/>
          </a:xfrm>
          <a:prstGeom prst="rect">
            <a:avLst/>
          </a:prstGeom>
          <a:solidFill>
            <a:srgbClr val="4043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el 1">
            <a:extLst>
              <a:ext uri="{FF2B5EF4-FFF2-40B4-BE49-F238E27FC236}">
                <a16:creationId xmlns:a16="http://schemas.microsoft.com/office/drawing/2014/main" xmlns="" id="{F7231CF0-6FCC-D137-B4E1-3D6F59F65E2F}"/>
              </a:ext>
            </a:extLst>
          </p:cNvPr>
          <p:cNvSpPr>
            <a:spLocks noGrp="1"/>
          </p:cNvSpPr>
          <p:nvPr>
            <p:ph type="title"/>
          </p:nvPr>
        </p:nvSpPr>
        <p:spPr>
          <a:xfrm>
            <a:off x="219456" y="2074363"/>
            <a:ext cx="2743200" cy="2595173"/>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lnSpc>
                <a:spcPct val="90000"/>
              </a:lnSpc>
            </a:pPr>
            <a:endParaRPr lang="en-US" sz="2000" kern="1200" dirty="0">
              <a:solidFill>
                <a:srgbClr val="DF4807"/>
              </a:solidFill>
              <a:latin typeface="+mj-lt"/>
              <a:ea typeface="+mj-ea"/>
              <a:cs typeface="+mj-cs"/>
            </a:endParaRPr>
          </a:p>
        </p:txBody>
      </p:sp>
      <p:sp>
        <p:nvSpPr>
          <p:cNvPr id="4" name="Date Placeholder 3">
            <a:extLst>
              <a:ext uri="{FF2B5EF4-FFF2-40B4-BE49-F238E27FC236}">
                <a16:creationId xmlns:a16="http://schemas.microsoft.com/office/drawing/2014/main" xmlns="" id="{22FFF6B7-3EB4-79CE-96BE-9958BA3E2B92}"/>
              </a:ext>
            </a:extLst>
          </p:cNvPr>
          <p:cNvSpPr>
            <a:spLocks noGrp="1"/>
          </p:cNvSpPr>
          <p:nvPr>
            <p:ph type="dt" sz="half" idx="10"/>
          </p:nvPr>
        </p:nvSpPr>
        <p:spPr>
          <a:xfrm>
            <a:off x="413657" y="6356350"/>
            <a:ext cx="1480457" cy="365125"/>
          </a:xfrm>
        </p:spPr>
        <p:txBody>
          <a:bodyPr vert="horz" lIns="91440" tIns="45720" rIns="91440" bIns="45720" rtlCol="0" anchor="ctr">
            <a:normAutofit/>
          </a:bodyPr>
          <a:lstStyle/>
          <a:p>
            <a:pPr>
              <a:spcAft>
                <a:spcPts val="600"/>
              </a:spcAft>
            </a:pPr>
            <a:fld id="{C32F80D5-B22E-47E9-A805-827E20872E3F}" type="datetime1">
              <a:rPr lang="en-US" sz="1200" smtClean="0">
                <a:solidFill>
                  <a:srgbClr val="FFFFFF"/>
                </a:solidFill>
                <a:latin typeface="+mn-lt"/>
                <a:ea typeface="+mn-ea"/>
                <a:cs typeface="+mn-cs"/>
              </a:rPr>
              <a:pPr>
                <a:spcAft>
                  <a:spcPts val="600"/>
                </a:spcAft>
              </a:pPr>
              <a:t>9/13/2025</a:t>
            </a:fld>
            <a:endParaRPr lang="en-US" sz="1200">
              <a:solidFill>
                <a:srgbClr val="FFFFFF"/>
              </a:solidFill>
              <a:latin typeface="+mn-lt"/>
              <a:ea typeface="+mn-ea"/>
              <a:cs typeface="+mn-cs"/>
            </a:endParaRPr>
          </a:p>
        </p:txBody>
      </p:sp>
      <p:sp>
        <p:nvSpPr>
          <p:cNvPr id="3" name="Footer Placeholder 2">
            <a:extLst>
              <a:ext uri="{FF2B5EF4-FFF2-40B4-BE49-F238E27FC236}">
                <a16:creationId xmlns:a16="http://schemas.microsoft.com/office/drawing/2014/main" xmlns="" id="{0C54DAEE-5313-386B-BF96-CF21183181DA}"/>
              </a:ext>
            </a:extLst>
          </p:cNvPr>
          <p:cNvSpPr>
            <a:spLocks noGrp="1"/>
          </p:cNvSpPr>
          <p:nvPr>
            <p:ph type="ftr" sz="quarter" idx="11"/>
          </p:nvPr>
        </p:nvSpPr>
        <p:spPr>
          <a:xfrm>
            <a:off x="4116613" y="6356350"/>
            <a:ext cx="7032172" cy="365125"/>
          </a:xfrm>
        </p:spPr>
        <p:txBody>
          <a:bodyPr vert="horz" lIns="91440" tIns="45720" rIns="91440" bIns="45720" rtlCol="0" anchor="ctr">
            <a:normAutofit/>
          </a:bodyPr>
          <a:lstStyle/>
          <a:p>
            <a:pPr algn="ctr">
              <a:spcAft>
                <a:spcPts val="600"/>
              </a:spcAft>
            </a:pPr>
            <a:r>
              <a:rPr lang="en-US" sz="1200" kern="1200" dirty="0">
                <a:solidFill>
                  <a:srgbClr val="898989"/>
                </a:solidFill>
                <a:latin typeface="+mn-lt"/>
                <a:ea typeface="+mn-ea"/>
                <a:cs typeface="+mn-cs"/>
              </a:rPr>
              <a:t>SRH Hochschule Heidelberg</a:t>
            </a:r>
          </a:p>
        </p:txBody>
      </p:sp>
      <p:sp>
        <p:nvSpPr>
          <p:cNvPr id="6" name="Slide Number Placeholder 5">
            <a:extLst>
              <a:ext uri="{FF2B5EF4-FFF2-40B4-BE49-F238E27FC236}">
                <a16:creationId xmlns:a16="http://schemas.microsoft.com/office/drawing/2014/main" xmlns="" id="{CA7903D3-C765-3627-CA36-B3BD543FDFBF}"/>
              </a:ext>
            </a:extLst>
          </p:cNvPr>
          <p:cNvSpPr>
            <a:spLocks noGrp="1"/>
          </p:cNvSpPr>
          <p:nvPr>
            <p:ph type="sldNum" sz="quarter" idx="12"/>
          </p:nvPr>
        </p:nvSpPr>
        <p:spPr>
          <a:xfrm>
            <a:off x="11292502" y="6356350"/>
            <a:ext cx="560009" cy="365125"/>
          </a:xfrm>
        </p:spPr>
        <p:txBody>
          <a:bodyPr vert="horz" lIns="91440" tIns="45720" rIns="91440" bIns="45720" rtlCol="0" anchor="ctr">
            <a:normAutofit/>
          </a:bodyPr>
          <a:lstStyle/>
          <a:p>
            <a:pPr>
              <a:spcAft>
                <a:spcPts val="600"/>
              </a:spcAft>
            </a:pPr>
            <a:fld id="{075B144D-941B-4DFC-AF5F-0416193D12EC}" type="slidenum">
              <a:rPr lang="en-US" sz="1400" smtClean="0">
                <a:solidFill>
                  <a:srgbClr val="898989"/>
                </a:solidFill>
                <a:latin typeface="SRH Text" panose="020B0604020202020204" charset="0"/>
                <a:ea typeface="SRH Text" panose="020B0604020202020204" charset="0"/>
                <a:cs typeface="SRH Text" panose="020B0604020202020204" charset="0"/>
              </a:rPr>
              <a:pPr>
                <a:spcAft>
                  <a:spcPts val="600"/>
                </a:spcAft>
              </a:pPr>
              <a:t>2</a:t>
            </a:fld>
            <a:endParaRPr lang="en-US" sz="1400" dirty="0">
              <a:solidFill>
                <a:srgbClr val="898989"/>
              </a:solidFill>
              <a:latin typeface="SRH Text" panose="020B0604020202020204" charset="0"/>
              <a:ea typeface="SRH Text" panose="020B0604020202020204" charset="0"/>
              <a:cs typeface="SRH Text" panose="020B0604020202020204" charset="0"/>
            </a:endParaRP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36730" y="1001934"/>
            <a:ext cx="8926069" cy="5020914"/>
          </a:xfrm>
          <a:prstGeom prst="rect">
            <a:avLst/>
          </a:prstGeom>
        </p:spPr>
      </p:pic>
    </p:spTree>
    <p:extLst>
      <p:ext uri="{BB962C8B-B14F-4D97-AF65-F5344CB8AC3E}">
        <p14:creationId xmlns:p14="http://schemas.microsoft.com/office/powerpoint/2010/main" val="418057907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191760" y="90745"/>
            <a:ext cx="9157663" cy="835093"/>
          </a:xfrm>
        </p:spPr>
        <p:txBody>
          <a:bodyPr/>
          <a:lstStyle/>
          <a:p>
            <a:r>
              <a:rPr lang="en-US" dirty="0">
                <a:solidFill>
                  <a:srgbClr val="DF4807"/>
                </a:solidFill>
              </a:rPr>
              <a:t>Problem Statement</a:t>
            </a:r>
            <a:r>
              <a:rPr lang="en-US" dirty="0" smtClean="0">
                <a:solidFill>
                  <a:srgbClr val="DF4807"/>
                </a:solidFill>
              </a:rPr>
              <a:t>:</a:t>
            </a:r>
            <a:endParaRPr lang="de-DE" dirty="0">
              <a:solidFill>
                <a:srgbClr val="DF4807"/>
              </a:solidFill>
            </a:endParaRPr>
          </a:p>
        </p:txBody>
      </p:sp>
      <p:sp>
        <p:nvSpPr>
          <p:cNvPr id="6" name="Inhaltsplatzhalter 5"/>
          <p:cNvSpPr>
            <a:spLocks noGrp="1"/>
          </p:cNvSpPr>
          <p:nvPr>
            <p:ph idx="1"/>
          </p:nvPr>
        </p:nvSpPr>
        <p:spPr>
          <a:xfrm>
            <a:off x="277104" y="987552"/>
            <a:ext cx="10805424" cy="5705856"/>
          </a:xfrm>
        </p:spPr>
        <p:txBody>
          <a:bodyPr/>
          <a:lstStyle/>
          <a:p>
            <a:pPr marL="0" lvl="1" indent="0" algn="just" fontAlgn="base">
              <a:lnSpc>
                <a:spcPct val="200000"/>
              </a:lnSpc>
              <a:buNone/>
            </a:pPr>
            <a:r>
              <a:rPr lang="en-US" dirty="0"/>
              <a:t>Accurately forecasting energy consumption in buildings is a complex and challenging task. Energy usage depends on multiple dynamic factors, including </a:t>
            </a:r>
            <a:r>
              <a:rPr lang="en-US" b="1" dirty="0"/>
              <a:t>weather </a:t>
            </a:r>
            <a:r>
              <a:rPr lang="en-US" b="1" dirty="0" smtClean="0"/>
              <a:t>conditions</a:t>
            </a:r>
            <a:r>
              <a:rPr lang="en-US" b="1" dirty="0" smtClean="0"/>
              <a:t>(</a:t>
            </a:r>
            <a:r>
              <a:rPr lang="en-US" dirty="0" smtClean="0"/>
              <a:t>Temperature,</a:t>
            </a:r>
            <a:r>
              <a:rPr lang="en-US" dirty="0"/>
              <a:t> </a:t>
            </a:r>
            <a:r>
              <a:rPr lang="en-US" dirty="0" smtClean="0"/>
              <a:t>Humidity,</a:t>
            </a:r>
            <a:r>
              <a:rPr lang="en-US" dirty="0"/>
              <a:t> Wind</a:t>
            </a:r>
            <a:r>
              <a:rPr lang="en-US" b="1" dirty="0"/>
              <a:t>)</a:t>
            </a:r>
            <a:r>
              <a:rPr lang="en-US" dirty="0" smtClean="0"/>
              <a:t>, </a:t>
            </a:r>
            <a:r>
              <a:rPr lang="en-US" b="1" dirty="0"/>
              <a:t>occupancy levels</a:t>
            </a:r>
            <a:r>
              <a:rPr lang="en-US" dirty="0"/>
              <a:t>, </a:t>
            </a:r>
            <a:r>
              <a:rPr lang="en-US" b="1" dirty="0"/>
              <a:t>operational </a:t>
            </a:r>
            <a:r>
              <a:rPr lang="en-US" b="1" dirty="0" smtClean="0"/>
              <a:t>systems(</a:t>
            </a:r>
            <a:r>
              <a:rPr lang="en-US" dirty="0"/>
              <a:t>Heating, Cooling and Lighting systems</a:t>
            </a:r>
            <a:r>
              <a:rPr lang="en-US" b="1" dirty="0" smtClean="0"/>
              <a:t>)</a:t>
            </a:r>
            <a:r>
              <a:rPr lang="en-US" dirty="0" smtClean="0"/>
              <a:t>, </a:t>
            </a:r>
            <a:r>
              <a:rPr lang="en-US" dirty="0"/>
              <a:t>and equipment characteristics. Traditional approaches often fail to account for these complexities, making it difficult to predict consumption patterns reliably. As a result, building managers, energy providers, and policymakers face challenges in optimizing energy allocation, reducing operational costs, and implementing effective energy-saving strategies. There is a clear need for advanced predictive models that can analyze real-time data and provide actionable insights to support sustainable building operations.”</a:t>
            </a:r>
            <a:endParaRPr lang="en-US" b="1" dirty="0"/>
          </a:p>
        </p:txBody>
      </p:sp>
      <p:sp>
        <p:nvSpPr>
          <p:cNvPr id="3" name="Datumsplatzhalter 2"/>
          <p:cNvSpPr>
            <a:spLocks noGrp="1"/>
          </p:cNvSpPr>
          <p:nvPr>
            <p:ph type="dt" sz="half" idx="10"/>
          </p:nvPr>
        </p:nvSpPr>
        <p:spPr/>
        <p:txBody>
          <a:bodyPr/>
          <a:lstStyle/>
          <a:p>
            <a:fld id="{E540CF33-2647-468B-9968-71926D7AD72D}" type="datetime1">
              <a:rPr lang="en-CA" smtClean="0"/>
              <a:t>2025-09-14</a:t>
            </a:fld>
            <a:endParaRPr lang="de-DE" dirty="0"/>
          </a:p>
        </p:txBody>
      </p:sp>
      <p:sp>
        <p:nvSpPr>
          <p:cNvPr id="4" name="Fußzeilenplatzhalter 3"/>
          <p:cNvSpPr>
            <a:spLocks noGrp="1"/>
          </p:cNvSpPr>
          <p:nvPr>
            <p:ph type="ftr" sz="quarter" idx="11"/>
          </p:nvPr>
        </p:nvSpPr>
        <p:spPr>
          <a:xfrm>
            <a:off x="1242204" y="6366194"/>
            <a:ext cx="6495690" cy="365125"/>
          </a:xfrm>
        </p:spPr>
        <p:txBody>
          <a:bodyPr/>
          <a:lstStyle/>
          <a:p>
            <a:r>
              <a:rPr lang="nl-NL" sz="900" kern="0" spc="-30" dirty="0">
                <a:solidFill>
                  <a:schemeClr val="tx1"/>
                </a:solidFill>
                <a:latin typeface="Arial MT"/>
                <a:cs typeface="Arial MT"/>
              </a:rPr>
              <a:t>SRH Hochschule Heidelberg</a:t>
            </a:r>
            <a:endParaRPr lang="de-DE" dirty="0"/>
          </a:p>
        </p:txBody>
      </p:sp>
      <p:sp>
        <p:nvSpPr>
          <p:cNvPr id="5" name="Foliennummernplatzhalter 4"/>
          <p:cNvSpPr>
            <a:spLocks noGrp="1"/>
          </p:cNvSpPr>
          <p:nvPr>
            <p:ph type="sldNum" sz="quarter" idx="12"/>
          </p:nvPr>
        </p:nvSpPr>
        <p:spPr/>
        <p:txBody>
          <a:bodyPr/>
          <a:lstStyle/>
          <a:p>
            <a:fld id="{075B144D-941B-4DFC-AF5F-0416193D12EC}" type="slidenum">
              <a:rPr lang="de-DE" smtClean="0"/>
              <a:pPr/>
              <a:t>3</a:t>
            </a:fld>
            <a:endParaRPr lang="de-DE"/>
          </a:p>
        </p:txBody>
      </p:sp>
    </p:spTree>
    <p:extLst>
      <p:ext uri="{BB962C8B-B14F-4D97-AF65-F5344CB8AC3E}">
        <p14:creationId xmlns:p14="http://schemas.microsoft.com/office/powerpoint/2010/main" val="194391974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04881" y="109728"/>
            <a:ext cx="9157663" cy="835093"/>
          </a:xfrm>
        </p:spPr>
        <p:txBody>
          <a:bodyPr/>
          <a:lstStyle/>
          <a:p>
            <a:r>
              <a:rPr lang="en-US" dirty="0">
                <a:solidFill>
                  <a:srgbClr val="DF4807"/>
                </a:solidFill>
              </a:rPr>
              <a:t>Table of Content</a:t>
            </a:r>
            <a:endParaRPr lang="de-DE" dirty="0">
              <a:solidFill>
                <a:srgbClr val="DF4807"/>
              </a:solidFill>
            </a:endParaRPr>
          </a:p>
        </p:txBody>
      </p:sp>
      <p:sp>
        <p:nvSpPr>
          <p:cNvPr id="6" name="Inhaltsplatzhalter 5"/>
          <p:cNvSpPr>
            <a:spLocks noGrp="1"/>
          </p:cNvSpPr>
          <p:nvPr>
            <p:ph idx="1"/>
          </p:nvPr>
        </p:nvSpPr>
        <p:spPr>
          <a:xfrm>
            <a:off x="304881" y="1109472"/>
            <a:ext cx="11371936" cy="5181600"/>
          </a:xfrm>
        </p:spPr>
        <p:txBody>
          <a:bodyPr/>
          <a:lstStyle/>
          <a:p>
            <a:pPr lvl="1" algn="just"/>
            <a:r>
              <a:rPr lang="en-US" b="1" dirty="0"/>
              <a:t>Introduction</a:t>
            </a:r>
            <a:endParaRPr lang="en-US" b="1" dirty="0"/>
          </a:p>
          <a:p>
            <a:pPr lvl="1" algn="just"/>
            <a:r>
              <a:rPr lang="en-US" b="1" dirty="0"/>
              <a:t>Dataset </a:t>
            </a:r>
            <a:r>
              <a:rPr lang="en-US" b="1" dirty="0" smtClean="0"/>
              <a:t>Description</a:t>
            </a:r>
            <a:endParaRPr lang="fa-IR" b="1" dirty="0" smtClean="0"/>
          </a:p>
          <a:p>
            <a:pPr lvl="1" algn="just"/>
            <a:r>
              <a:rPr lang="en-US" b="1" dirty="0" smtClean="0"/>
              <a:t>Related Work</a:t>
            </a:r>
            <a:endParaRPr lang="fa-IR" dirty="0"/>
          </a:p>
          <a:p>
            <a:pPr lvl="1" algn="just"/>
            <a:r>
              <a:rPr lang="en-US" b="1" dirty="0" smtClean="0"/>
              <a:t>Exploratory </a:t>
            </a:r>
            <a:r>
              <a:rPr lang="en-US" b="1" dirty="0"/>
              <a:t>Data Analysis (</a:t>
            </a:r>
            <a:r>
              <a:rPr lang="en-US" b="1" dirty="0" smtClean="0"/>
              <a:t>EDA)</a:t>
            </a:r>
            <a:endParaRPr lang="fa-IR" dirty="0"/>
          </a:p>
          <a:p>
            <a:pPr lvl="1" algn="just"/>
            <a:r>
              <a:rPr lang="en-US" b="1" dirty="0" smtClean="0"/>
              <a:t>Feature Importance</a:t>
            </a:r>
            <a:endParaRPr lang="fa-IR" b="1" dirty="0" smtClean="0"/>
          </a:p>
          <a:p>
            <a:pPr lvl="1" algn="just"/>
            <a:r>
              <a:rPr lang="en-US" b="1" dirty="0" smtClean="0"/>
              <a:t>Modeling </a:t>
            </a:r>
            <a:r>
              <a:rPr lang="en-US" b="1" dirty="0"/>
              <a:t>and </a:t>
            </a:r>
            <a:r>
              <a:rPr lang="en-US" b="1" dirty="0" smtClean="0"/>
              <a:t>Algorithms</a:t>
            </a:r>
            <a:endParaRPr lang="fa-IR" b="1" dirty="0" smtClean="0"/>
          </a:p>
          <a:p>
            <a:pPr lvl="1" algn="just"/>
            <a:r>
              <a:rPr lang="en-US" b="1" dirty="0" smtClean="0"/>
              <a:t>Results </a:t>
            </a:r>
            <a:r>
              <a:rPr lang="en-US" b="1" dirty="0"/>
              <a:t>&amp; </a:t>
            </a:r>
            <a:r>
              <a:rPr lang="en-US" b="1" dirty="0" smtClean="0"/>
              <a:t>Discussion</a:t>
            </a:r>
            <a:endParaRPr lang="fa-IR" b="1" dirty="0" smtClean="0"/>
          </a:p>
          <a:p>
            <a:pPr lvl="1" algn="just"/>
            <a:r>
              <a:rPr lang="en-US" b="1" dirty="0" smtClean="0"/>
              <a:t>Conclusion </a:t>
            </a:r>
            <a:r>
              <a:rPr lang="en-US" b="1" dirty="0"/>
              <a:t>&amp; Future </a:t>
            </a:r>
            <a:r>
              <a:rPr lang="en-US" b="1" dirty="0" smtClean="0"/>
              <a:t>Work</a:t>
            </a:r>
            <a:endParaRPr lang="fa-IR" b="1" dirty="0" smtClean="0"/>
          </a:p>
        </p:txBody>
      </p:sp>
      <p:sp>
        <p:nvSpPr>
          <p:cNvPr id="3" name="Datumsplatzhalter 2"/>
          <p:cNvSpPr>
            <a:spLocks noGrp="1"/>
          </p:cNvSpPr>
          <p:nvPr>
            <p:ph type="dt" sz="half" idx="10"/>
          </p:nvPr>
        </p:nvSpPr>
        <p:spPr/>
        <p:txBody>
          <a:bodyPr/>
          <a:lstStyle/>
          <a:p>
            <a:fld id="{E540CF33-2647-468B-9968-71926D7AD72D}" type="datetime1">
              <a:rPr lang="en-CA" smtClean="0"/>
              <a:t>2025-09-13</a:t>
            </a:fld>
            <a:endParaRPr lang="de-DE" dirty="0"/>
          </a:p>
        </p:txBody>
      </p:sp>
      <p:sp>
        <p:nvSpPr>
          <p:cNvPr id="4" name="Fußzeilenplatzhalter 3"/>
          <p:cNvSpPr>
            <a:spLocks noGrp="1"/>
          </p:cNvSpPr>
          <p:nvPr>
            <p:ph type="ftr" sz="quarter" idx="11"/>
          </p:nvPr>
        </p:nvSpPr>
        <p:spPr>
          <a:xfrm>
            <a:off x="1242204" y="6366194"/>
            <a:ext cx="6495690" cy="365125"/>
          </a:xfrm>
        </p:spPr>
        <p:txBody>
          <a:bodyPr/>
          <a:lstStyle/>
          <a:p>
            <a:r>
              <a:rPr lang="nl-NL" sz="900" kern="0" spc="-30" dirty="0">
                <a:solidFill>
                  <a:schemeClr val="tx1"/>
                </a:solidFill>
                <a:latin typeface="Arial MT"/>
                <a:cs typeface="Arial MT"/>
              </a:rPr>
              <a:t>SRH Hochschule Heidelberg</a:t>
            </a:r>
            <a:endParaRPr lang="de-DE" dirty="0"/>
          </a:p>
        </p:txBody>
      </p:sp>
      <p:sp>
        <p:nvSpPr>
          <p:cNvPr id="5" name="Foliennummernplatzhalter 4"/>
          <p:cNvSpPr>
            <a:spLocks noGrp="1"/>
          </p:cNvSpPr>
          <p:nvPr>
            <p:ph type="sldNum" sz="quarter" idx="12"/>
          </p:nvPr>
        </p:nvSpPr>
        <p:spPr/>
        <p:txBody>
          <a:bodyPr/>
          <a:lstStyle/>
          <a:p>
            <a:fld id="{075B144D-941B-4DFC-AF5F-0416193D12EC}" type="slidenum">
              <a:rPr lang="de-DE" smtClean="0"/>
              <a:pPr/>
              <a:t>4</a:t>
            </a:fld>
            <a:endParaRPr lang="de-DE" dirty="0"/>
          </a:p>
        </p:txBody>
      </p:sp>
    </p:spTree>
    <p:extLst>
      <p:ext uri="{BB962C8B-B14F-4D97-AF65-F5344CB8AC3E}">
        <p14:creationId xmlns:p14="http://schemas.microsoft.com/office/powerpoint/2010/main" val="292969704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487679" y="-77100"/>
            <a:ext cx="9225457" cy="835093"/>
          </a:xfrm>
        </p:spPr>
        <p:txBody>
          <a:bodyPr/>
          <a:lstStyle/>
          <a:p>
            <a:r>
              <a:rPr lang="en-US" dirty="0" smtClean="0">
                <a:solidFill>
                  <a:srgbClr val="DF4807"/>
                </a:solidFill>
              </a:rPr>
              <a:t>Introduction</a:t>
            </a:r>
            <a:endParaRPr lang="en-US" dirty="0">
              <a:solidFill>
                <a:srgbClr val="DF4807"/>
              </a:solidFill>
            </a:endParaRP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5</a:t>
            </a:fld>
            <a:endParaRPr lang="de-DE"/>
          </a:p>
        </p:txBody>
      </p:sp>
      <p:sp>
        <p:nvSpPr>
          <p:cNvPr id="8" name="Content Placeholder 2">
            <a:extLst>
              <a:ext uri="{FF2B5EF4-FFF2-40B4-BE49-F238E27FC236}">
                <a16:creationId xmlns:a16="http://schemas.microsoft.com/office/drawing/2014/main" xmlns="" id="{9E1E67C1-343C-E4A8-0DFF-9165B0C2868A}"/>
              </a:ext>
            </a:extLst>
          </p:cNvPr>
          <p:cNvSpPr>
            <a:spLocks noGrp="1"/>
          </p:cNvSpPr>
          <p:nvPr>
            <p:ph idx="1"/>
          </p:nvPr>
        </p:nvSpPr>
        <p:spPr>
          <a:xfrm>
            <a:off x="366908" y="792480"/>
            <a:ext cx="10337668" cy="5486400"/>
          </a:xfrm>
        </p:spPr>
        <p:txBody>
          <a:bodyPr/>
          <a:lstStyle/>
          <a:p>
            <a:pPr marL="285750" indent="-285750">
              <a:lnSpc>
                <a:spcPct val="150000"/>
              </a:lnSpc>
              <a:buFont typeface="Wingdings" panose="05000000000000000000" pitchFamily="2" charset="2"/>
              <a:buChar char="Ø"/>
            </a:pPr>
            <a:r>
              <a:rPr lang="en-US" dirty="0"/>
              <a:t>Buildings consume a significant portion of electricity and contribute heavily to </a:t>
            </a:r>
            <a:r>
              <a:rPr lang="en-US" b="1" dirty="0"/>
              <a:t>greenhouse gas emissions</a:t>
            </a:r>
            <a:r>
              <a:rPr lang="en-US" dirty="0"/>
              <a:t>.</a:t>
            </a:r>
          </a:p>
          <a:p>
            <a:pPr marL="285750" indent="-285750">
              <a:lnSpc>
                <a:spcPct val="150000"/>
              </a:lnSpc>
              <a:buFont typeface="Wingdings" panose="05000000000000000000" pitchFamily="2" charset="2"/>
              <a:buChar char="Ø"/>
            </a:pPr>
            <a:r>
              <a:rPr lang="en-US" dirty="0"/>
              <a:t>Efficient energy management is key to reducing costs, improving resource use, and supporting sustainability.</a:t>
            </a:r>
          </a:p>
          <a:p>
            <a:pPr marL="285750" indent="-285750">
              <a:lnSpc>
                <a:spcPct val="150000"/>
              </a:lnSpc>
              <a:buFont typeface="Wingdings" panose="05000000000000000000" pitchFamily="2" charset="2"/>
              <a:buChar char="Ø"/>
            </a:pPr>
            <a:r>
              <a:rPr lang="en-US" dirty="0"/>
              <a:t>Accurate energy consumption prediction helps building managers, utility providers, and policymakers to:</a:t>
            </a:r>
          </a:p>
          <a:p>
            <a:pPr marL="285750" indent="-285750">
              <a:lnSpc>
                <a:spcPct val="150000"/>
              </a:lnSpc>
              <a:buFont typeface="Wingdings" panose="05000000000000000000" pitchFamily="2" charset="2"/>
              <a:buChar char="Ø"/>
            </a:pPr>
            <a:r>
              <a:rPr lang="en-US" dirty="0"/>
              <a:t>Anticipate peak demand and optimize energy supply</a:t>
            </a:r>
          </a:p>
          <a:p>
            <a:pPr marL="285750" indent="-285750">
              <a:lnSpc>
                <a:spcPct val="150000"/>
              </a:lnSpc>
              <a:buFont typeface="Wingdings" panose="05000000000000000000" pitchFamily="2" charset="2"/>
              <a:buChar char="Ø"/>
            </a:pPr>
            <a:r>
              <a:rPr lang="en-US" dirty="0"/>
              <a:t>Identify high-impact energy-consuming systems</a:t>
            </a:r>
          </a:p>
          <a:p>
            <a:pPr marL="285750" indent="-285750">
              <a:lnSpc>
                <a:spcPct val="150000"/>
              </a:lnSpc>
              <a:buFont typeface="Wingdings" panose="05000000000000000000" pitchFamily="2" charset="2"/>
              <a:buChar char="Ø"/>
            </a:pPr>
            <a:r>
              <a:rPr lang="en-US" dirty="0"/>
              <a:t>Implement targeted strategies for cost and energy </a:t>
            </a:r>
            <a:r>
              <a:rPr lang="en-US" dirty="0" smtClean="0"/>
              <a:t>savings</a:t>
            </a:r>
            <a:endParaRPr lang="en-US" dirty="0"/>
          </a:p>
        </p:txBody>
      </p:sp>
    </p:spTree>
    <p:extLst>
      <p:ext uri="{BB962C8B-B14F-4D97-AF65-F5344CB8AC3E}">
        <p14:creationId xmlns:p14="http://schemas.microsoft.com/office/powerpoint/2010/main" val="412330344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67959" y="291455"/>
            <a:ext cx="9157663" cy="668323"/>
          </a:xfrm>
        </p:spPr>
        <p:txBody>
          <a:bodyPr/>
          <a:lstStyle/>
          <a:p>
            <a:r>
              <a:rPr lang="en-US" dirty="0" smtClean="0">
                <a:solidFill>
                  <a:srgbClr val="DF4807"/>
                </a:solidFill>
              </a:rPr>
              <a:t>Dataset</a:t>
            </a:r>
            <a:endParaRPr lang="de-DE" dirty="0">
              <a:solidFill>
                <a:srgbClr val="FF0000"/>
              </a:solidFill>
            </a:endParaRPr>
          </a:p>
        </p:txBody>
      </p:sp>
      <p:sp>
        <p:nvSpPr>
          <p:cNvPr id="3" name="Datumsplatzhalter 2"/>
          <p:cNvSpPr>
            <a:spLocks noGrp="1"/>
          </p:cNvSpPr>
          <p:nvPr>
            <p:ph type="dt" sz="half" idx="10"/>
          </p:nvPr>
        </p:nvSpPr>
        <p:spPr/>
        <p:txBody>
          <a:bodyPr/>
          <a:lstStyle/>
          <a:p>
            <a:fld id="{055F91DD-07BD-4CA0-8CA1-FDDE6286BC29}" type="datetime1">
              <a:rPr lang="en-CA" smtClean="0"/>
              <a:t>2025-09-13</a:t>
            </a:fld>
            <a:endParaRPr lang="de-DE" dirty="0"/>
          </a:p>
        </p:txBody>
      </p:sp>
      <p:sp>
        <p:nvSpPr>
          <p:cNvPr id="4" name="Fußzeilenplatzhalter 3"/>
          <p:cNvSpPr>
            <a:spLocks noGrp="1"/>
          </p:cNvSpPr>
          <p:nvPr>
            <p:ph type="ftr" sz="quarter" idx="11"/>
          </p:nvPr>
        </p:nvSpPr>
        <p:spPr/>
        <p:txBody>
          <a:bodyPr/>
          <a:lstStyle/>
          <a:p>
            <a:r>
              <a:rPr lang="de-DE" dirty="0"/>
              <a:t>SRH Hochschule Heidelberg</a:t>
            </a:r>
          </a:p>
        </p:txBody>
      </p:sp>
      <p:sp>
        <p:nvSpPr>
          <p:cNvPr id="5" name="Foliennummernplatzhalter 4"/>
          <p:cNvSpPr>
            <a:spLocks noGrp="1"/>
          </p:cNvSpPr>
          <p:nvPr>
            <p:ph type="sldNum" sz="quarter" idx="12"/>
          </p:nvPr>
        </p:nvSpPr>
        <p:spPr/>
        <p:txBody>
          <a:bodyPr/>
          <a:lstStyle/>
          <a:p>
            <a:fld id="{075B144D-941B-4DFC-AF5F-0416193D12EC}" type="slidenum">
              <a:rPr lang="de-DE" smtClean="0"/>
              <a:pPr/>
              <a:t>6</a:t>
            </a:fld>
            <a:endParaRPr lang="de-DE"/>
          </a:p>
        </p:txBody>
      </p:sp>
      <p:sp>
        <p:nvSpPr>
          <p:cNvPr id="8" name="Inhaltsplatzhalter 5">
            <a:extLst>
              <a:ext uri="{FF2B5EF4-FFF2-40B4-BE49-F238E27FC236}">
                <a16:creationId xmlns:a16="http://schemas.microsoft.com/office/drawing/2014/main" xmlns="" id="{2036CC28-DAB4-BA43-955D-7428FB9B0529}"/>
              </a:ext>
            </a:extLst>
          </p:cNvPr>
          <p:cNvSpPr txBox="1">
            <a:spLocks/>
          </p:cNvSpPr>
          <p:nvPr/>
        </p:nvSpPr>
        <p:spPr>
          <a:xfrm>
            <a:off x="267958" y="1146048"/>
            <a:ext cx="10521962" cy="5090160"/>
          </a:xfrm>
          <a:prstGeom prst="rect">
            <a:avLst/>
          </a:prstGeom>
          <a:noFill/>
        </p:spPr>
        <p:txBody>
          <a:bodyPr vert="horz" lIns="0" tIns="0" rIns="0" bIns="0" rtlCol="0">
            <a:noAutofit/>
          </a:bodyPr>
          <a:lstStyle>
            <a:lvl1pPr marL="0" indent="0" algn="l" defTabSz="914400" rtl="0" eaLnBrk="1" latinLnBrk="0" hangingPunct="1">
              <a:lnSpc>
                <a:spcPct val="110000"/>
              </a:lnSpc>
              <a:spcBef>
                <a:spcPts val="1200"/>
              </a:spcBef>
              <a:buFont typeface="Arial" panose="020B0604020202020204" pitchFamily="34" charset="0"/>
              <a:buNone/>
              <a:defRPr sz="18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1pPr>
            <a:lvl2pPr marL="360000" indent="-360000" algn="l" defTabSz="914400" rtl="0" eaLnBrk="1" latinLnBrk="0" hangingPunct="1">
              <a:lnSpc>
                <a:spcPct val="110000"/>
              </a:lnSpc>
              <a:spcBef>
                <a:spcPts val="1200"/>
              </a:spcBef>
              <a:spcAft>
                <a:spcPts val="0"/>
              </a:spcAft>
              <a:buClr>
                <a:schemeClr val="accent1"/>
              </a:buClr>
              <a:buFont typeface="SRH" panose="020B0503020204020204" pitchFamily="34" charset="0"/>
              <a:buChar char="—"/>
              <a:defRPr sz="18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720000" indent="-360000" algn="l" defTabSz="914400" rtl="0" eaLnBrk="1" latinLnBrk="0" hangingPunct="1">
              <a:lnSpc>
                <a:spcPct val="110000"/>
              </a:lnSpc>
              <a:spcBef>
                <a:spcPts val="0"/>
              </a:spcBef>
              <a:buClr>
                <a:schemeClr val="accent1"/>
              </a:buClr>
              <a:buFont typeface="SRH" panose="020B0503020204020204" pitchFamily="34" charset="0"/>
              <a:buChar char="—"/>
              <a:defRPr sz="16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3pPr>
            <a:lvl4pPr marL="0" indent="0" algn="l" defTabSz="914400" rtl="0" eaLnBrk="1" latinLnBrk="0" hangingPunct="1">
              <a:lnSpc>
                <a:spcPct val="110000"/>
              </a:lnSpc>
              <a:spcBef>
                <a:spcPts val="2400"/>
              </a:spcBef>
              <a:buFont typeface="SRH" panose="020B0503020204020204" pitchFamily="34" charset="0"/>
              <a:buNone/>
              <a:defRPr sz="2000" b="1" kern="1200">
                <a:solidFill>
                  <a:schemeClr val="accent1"/>
                </a:solidFill>
                <a:latin typeface="SRH Text" panose="020B0503020204020204" pitchFamily="34" charset="0"/>
                <a:ea typeface="SRH Text" panose="020B0503020204020204" pitchFamily="34" charset="0"/>
                <a:cs typeface="SRH Text" panose="020B0503020204020204" pitchFamily="34" charset="0"/>
              </a:defRPr>
            </a:lvl4pPr>
            <a:lvl5pPr marL="0" indent="0" algn="l" defTabSz="914400" rtl="0" eaLnBrk="1" latinLnBrk="0" hangingPunct="1">
              <a:lnSpc>
                <a:spcPct val="110000"/>
              </a:lnSpc>
              <a:spcBef>
                <a:spcPts val="1200"/>
              </a:spcBef>
              <a:buFont typeface="SRH" panose="020B0503020204020204" pitchFamily="34" charset="0"/>
              <a:buNone/>
              <a:defRPr sz="2000" b="1" kern="1200">
                <a:solidFill>
                  <a:schemeClr val="tx1"/>
                </a:solidFill>
                <a:latin typeface="SRH Headline" panose="020B0603020204020204" pitchFamily="34" charset="0"/>
                <a:ea typeface="SRH Headline" panose="020B0603020204020204" pitchFamily="34" charset="0"/>
                <a:cs typeface="SRH Headline" panose="020B0603020204020204" pitchFamily="34" charset="0"/>
              </a:defRPr>
            </a:lvl5pPr>
            <a:lvl6pPr marL="0" indent="0" algn="l" defTabSz="914400" rtl="0" eaLnBrk="1" latinLnBrk="0" hangingPunct="1">
              <a:lnSpc>
                <a:spcPct val="110000"/>
              </a:lnSpc>
              <a:spcBef>
                <a:spcPts val="1200"/>
              </a:spcBef>
              <a:buFont typeface="Arial" panose="020B0604020202020204" pitchFamily="34" charset="0"/>
              <a:buNone/>
              <a:defRPr sz="2400" b="0" kern="1200">
                <a:solidFill>
                  <a:schemeClr val="tx1"/>
                </a:solidFill>
                <a:latin typeface="SRH Headline" panose="020B0603020204020204" pitchFamily="34" charset="0"/>
                <a:ea typeface="SRH Headline" panose="020B0603020204020204" pitchFamily="34" charset="0"/>
                <a:cs typeface="SRH Headline" panose="020B0603020204020204" pitchFamily="34" charset="0"/>
              </a:defRPr>
            </a:lvl6pPr>
            <a:lvl7pPr marL="0" indent="0" algn="l" defTabSz="914400" rtl="0" eaLnBrk="1" latinLnBrk="0" hangingPunct="1">
              <a:lnSpc>
                <a:spcPct val="98000"/>
              </a:lnSpc>
              <a:spcBef>
                <a:spcPts val="1200"/>
              </a:spcBef>
              <a:buFont typeface="Arial" panose="020B0604020202020204" pitchFamily="34" charset="0"/>
              <a:buNone/>
              <a:defRPr sz="4800" b="1" kern="1200">
                <a:solidFill>
                  <a:schemeClr val="accent1"/>
                </a:solidFill>
                <a:latin typeface="SRH Headline" panose="020B0603020204020204" pitchFamily="34" charset="0"/>
                <a:ea typeface="SRH Headline" panose="020B0603020204020204" pitchFamily="34" charset="0"/>
                <a:cs typeface="SRH Headline" panose="020B0603020204020204" pitchFamily="34" charset="0"/>
              </a:defRPr>
            </a:lvl7pPr>
            <a:lvl8pPr marL="0" indent="0" algn="l" defTabSz="914400" rtl="0" eaLnBrk="1" latinLnBrk="0" hangingPunct="1">
              <a:lnSpc>
                <a:spcPct val="98000"/>
              </a:lnSpc>
              <a:spcBef>
                <a:spcPts val="1200"/>
              </a:spcBef>
              <a:buFont typeface="Arial" panose="020B0604020202020204" pitchFamily="34" charset="0"/>
              <a:buNone/>
              <a:defRPr sz="2000" b="1" kern="1200">
                <a:solidFill>
                  <a:schemeClr val="tx1"/>
                </a:solidFill>
                <a:latin typeface="SRH Text" panose="020B0503020204020204" pitchFamily="34" charset="0"/>
                <a:ea typeface="SRH Text" panose="020B0503020204020204" pitchFamily="34" charset="0"/>
                <a:cs typeface="SRH Text" panose="020B0503020204020204" pitchFamily="34" charset="0"/>
              </a:defRPr>
            </a:lvl8pPr>
            <a:lvl9pPr marL="0" indent="0" algn="l" defTabSz="914400" rtl="0" eaLnBrk="1" latinLnBrk="0" hangingPunct="1">
              <a:lnSpc>
                <a:spcPct val="110000"/>
              </a:lnSpc>
              <a:spcBef>
                <a:spcPts val="600"/>
              </a:spcBef>
              <a:buFont typeface="Arial" panose="020B0604020202020204" pitchFamily="34" charset="0"/>
              <a:buNone/>
              <a:defRPr sz="12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9pPr>
          </a:lstStyle>
          <a:p>
            <a:pPr marL="0" lvl="1" indent="0" algn="just">
              <a:buNone/>
            </a:pPr>
            <a:r>
              <a:rPr lang="en-US" sz="2000" b="1" dirty="0" smtClean="0">
                <a:solidFill>
                  <a:srgbClr val="DF4807"/>
                </a:solidFill>
              </a:rPr>
              <a:t>Data Source:</a:t>
            </a:r>
            <a:endParaRPr lang="en-US" sz="2000" b="1" dirty="0">
              <a:solidFill>
                <a:srgbClr val="DF4807"/>
              </a:solidFill>
            </a:endParaRPr>
          </a:p>
          <a:p>
            <a:pPr marL="0" lvl="1" indent="0" algn="just">
              <a:buNone/>
            </a:pPr>
            <a:r>
              <a:rPr lang="en-US" sz="2000" dirty="0" smtClean="0"/>
              <a:t>downloaded from the Kaggle.com</a:t>
            </a:r>
          </a:p>
          <a:p>
            <a:pPr marL="0" lvl="1" indent="0" algn="just">
              <a:buNone/>
            </a:pPr>
            <a:r>
              <a:rPr lang="en-US" sz="2000" b="1" dirty="0" smtClean="0">
                <a:solidFill>
                  <a:srgbClr val="DF4807"/>
                </a:solidFill>
              </a:rPr>
              <a:t>Description</a:t>
            </a:r>
            <a:r>
              <a:rPr lang="en-US" sz="2000" b="1" dirty="0" smtClean="0"/>
              <a:t> </a:t>
            </a:r>
            <a:r>
              <a:rPr lang="de-DE" sz="2000" b="1" dirty="0" smtClean="0">
                <a:solidFill>
                  <a:srgbClr val="DF4807"/>
                </a:solidFill>
              </a:rPr>
              <a:t>:</a:t>
            </a:r>
            <a:endParaRPr lang="fa-IR" sz="2000" b="1" dirty="0" smtClean="0">
              <a:solidFill>
                <a:srgbClr val="DF4807"/>
              </a:solidFill>
            </a:endParaRPr>
          </a:p>
          <a:p>
            <a:pPr fontAlgn="base"/>
            <a:r>
              <a:rPr lang="en-US" b="1" dirty="0"/>
              <a:t>Southern California Energy Consumption</a:t>
            </a:r>
          </a:p>
          <a:p>
            <a:pPr marL="0" lvl="1" indent="0" algn="just">
              <a:buNone/>
            </a:pPr>
            <a:r>
              <a:rPr lang="en-US" b="1" dirty="0" smtClean="0">
                <a:solidFill>
                  <a:srgbClr val="DF4807"/>
                </a:solidFill>
              </a:rPr>
              <a:t>About the Dataset:</a:t>
            </a:r>
          </a:p>
          <a:p>
            <a:pPr marL="0" lvl="1" indent="0" algn="just">
              <a:lnSpc>
                <a:spcPct val="150000"/>
              </a:lnSpc>
              <a:buNone/>
            </a:pPr>
            <a:r>
              <a:rPr lang="en-US" dirty="0"/>
              <a:t>This dataset contains </a:t>
            </a:r>
            <a:r>
              <a:rPr lang="en-US" b="1" dirty="0"/>
              <a:t>comprehensive energy consumption data</a:t>
            </a:r>
            <a:r>
              <a:rPr lang="en-US" dirty="0"/>
              <a:t> collected from over 100 buildings in Southern California between </a:t>
            </a:r>
            <a:r>
              <a:rPr lang="en-US" b="1" dirty="0"/>
              <a:t>January 2018 and January 2024</a:t>
            </a:r>
            <a:r>
              <a:rPr lang="en-US" dirty="0"/>
              <a:t>. It includes hourly electricity usage for residential, commercial, and industrial buildings, along with environmental and operational variables. The dataset is designed for applications in energy forecasting, management, sustainability, and AI-driven </a:t>
            </a:r>
            <a:r>
              <a:rPr lang="en-US" dirty="0" smtClean="0"/>
              <a:t>optimization. This </a:t>
            </a:r>
            <a:r>
              <a:rPr lang="en-US" dirty="0"/>
              <a:t>dataset </a:t>
            </a:r>
            <a:r>
              <a:rPr lang="en-US" dirty="0" smtClean="0"/>
              <a:t>including </a:t>
            </a:r>
            <a:r>
              <a:rPr lang="en-US" b="1" dirty="0" smtClean="0"/>
              <a:t>30 </a:t>
            </a:r>
            <a:r>
              <a:rPr lang="en-US" b="1" dirty="0"/>
              <a:t>numerical features</a:t>
            </a:r>
            <a:r>
              <a:rPr lang="en-US" dirty="0"/>
              <a:t> and </a:t>
            </a:r>
            <a:r>
              <a:rPr lang="en-US" b="1" dirty="0"/>
              <a:t>10 categorical features</a:t>
            </a:r>
            <a:r>
              <a:rPr lang="en-US" dirty="0"/>
              <a:t>.</a:t>
            </a:r>
            <a:endParaRPr lang="en-US" b="1" dirty="0">
              <a:solidFill>
                <a:srgbClr val="DF4807"/>
              </a:solidFill>
            </a:endParaRPr>
          </a:p>
        </p:txBody>
      </p:sp>
    </p:spTree>
    <p:extLst>
      <p:ext uri="{BB962C8B-B14F-4D97-AF65-F5344CB8AC3E}">
        <p14:creationId xmlns:p14="http://schemas.microsoft.com/office/powerpoint/2010/main" val="94080690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xmlns="" id="{C103BA3B-CE6C-3917-B2A7-8BD026497CC8}"/>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C2E426AE-3F7E-0B57-AD00-A4F86C1D8170}"/>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27812147-363E-F121-28AC-6C927E413DCE}"/>
              </a:ext>
            </a:extLst>
          </p:cNvPr>
          <p:cNvSpPr>
            <a:spLocks noGrp="1"/>
          </p:cNvSpPr>
          <p:nvPr>
            <p:ph type="sldNum" sz="quarter" idx="12"/>
          </p:nvPr>
        </p:nvSpPr>
        <p:spPr/>
        <p:txBody>
          <a:bodyPr/>
          <a:lstStyle/>
          <a:p>
            <a:fld id="{075B144D-941B-4DFC-AF5F-0416193D12EC}" type="slidenum">
              <a:rPr lang="de-DE" smtClean="0"/>
              <a:t>7</a:t>
            </a:fld>
            <a:endParaRPr lang="de-DE"/>
          </a:p>
        </p:txBody>
      </p:sp>
      <p:sp>
        <p:nvSpPr>
          <p:cNvPr id="12" name="Title 11"/>
          <p:cNvSpPr>
            <a:spLocks noGrp="1"/>
          </p:cNvSpPr>
          <p:nvPr>
            <p:ph type="title"/>
          </p:nvPr>
        </p:nvSpPr>
        <p:spPr/>
        <p:txBody>
          <a:bodyPr/>
          <a:lstStyle/>
          <a:p>
            <a:endParaRPr lang="en-US"/>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06880" y="1076324"/>
            <a:ext cx="8570976" cy="5176291"/>
          </a:xfrm>
          <a:prstGeom prst="rect">
            <a:avLst/>
          </a:prstGeom>
        </p:spPr>
      </p:pic>
    </p:spTree>
    <p:extLst>
      <p:ext uri="{BB962C8B-B14F-4D97-AF65-F5344CB8AC3E}">
        <p14:creationId xmlns:p14="http://schemas.microsoft.com/office/powerpoint/2010/main" val="43042972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67959" y="291455"/>
            <a:ext cx="9157663" cy="668323"/>
          </a:xfrm>
        </p:spPr>
        <p:txBody>
          <a:bodyPr/>
          <a:lstStyle/>
          <a:p>
            <a:r>
              <a:rPr lang="en-US" dirty="0">
                <a:solidFill>
                  <a:srgbClr val="C00000"/>
                </a:solidFill>
              </a:rPr>
              <a:t>EDA Workflow</a:t>
            </a:r>
            <a:endParaRPr lang="de-DE" dirty="0">
              <a:solidFill>
                <a:srgbClr val="C00000"/>
              </a:solidFill>
            </a:endParaRPr>
          </a:p>
        </p:txBody>
      </p:sp>
      <p:sp>
        <p:nvSpPr>
          <p:cNvPr id="3" name="Datumsplatzhalter 2"/>
          <p:cNvSpPr>
            <a:spLocks noGrp="1"/>
          </p:cNvSpPr>
          <p:nvPr>
            <p:ph type="dt" sz="half" idx="10"/>
          </p:nvPr>
        </p:nvSpPr>
        <p:spPr/>
        <p:txBody>
          <a:bodyPr/>
          <a:lstStyle/>
          <a:p>
            <a:fld id="{055F91DD-07BD-4CA0-8CA1-FDDE6286BC29}" type="datetime1">
              <a:rPr lang="en-CA" smtClean="0"/>
              <a:t>2025-09-13</a:t>
            </a:fld>
            <a:endParaRPr lang="de-DE" dirty="0"/>
          </a:p>
        </p:txBody>
      </p:sp>
      <p:sp>
        <p:nvSpPr>
          <p:cNvPr id="4" name="Fußzeilenplatzhalter 3"/>
          <p:cNvSpPr>
            <a:spLocks noGrp="1"/>
          </p:cNvSpPr>
          <p:nvPr>
            <p:ph type="ftr" sz="quarter" idx="11"/>
          </p:nvPr>
        </p:nvSpPr>
        <p:spPr/>
        <p:txBody>
          <a:bodyPr/>
          <a:lstStyle/>
          <a:p>
            <a:r>
              <a:rPr lang="de-DE" dirty="0"/>
              <a:t>SRH Hochschule Heidelberg</a:t>
            </a:r>
          </a:p>
        </p:txBody>
      </p:sp>
      <p:sp>
        <p:nvSpPr>
          <p:cNvPr id="5" name="Foliennummernplatzhalter 4"/>
          <p:cNvSpPr>
            <a:spLocks noGrp="1"/>
          </p:cNvSpPr>
          <p:nvPr>
            <p:ph type="sldNum" sz="quarter" idx="12"/>
          </p:nvPr>
        </p:nvSpPr>
        <p:spPr/>
        <p:txBody>
          <a:bodyPr/>
          <a:lstStyle/>
          <a:p>
            <a:fld id="{075B144D-941B-4DFC-AF5F-0416193D12EC}" type="slidenum">
              <a:rPr lang="de-DE" smtClean="0"/>
              <a:pPr/>
              <a:t>8</a:t>
            </a:fld>
            <a:endParaRPr lang="de-DE"/>
          </a:p>
        </p:txBody>
      </p:sp>
      <p:sp>
        <p:nvSpPr>
          <p:cNvPr id="8" name="Inhaltsplatzhalter 5">
            <a:extLst>
              <a:ext uri="{FF2B5EF4-FFF2-40B4-BE49-F238E27FC236}">
                <a16:creationId xmlns:a16="http://schemas.microsoft.com/office/drawing/2014/main" xmlns="" id="{2036CC28-DAB4-BA43-955D-7428FB9B0529}"/>
              </a:ext>
            </a:extLst>
          </p:cNvPr>
          <p:cNvSpPr txBox="1">
            <a:spLocks/>
          </p:cNvSpPr>
          <p:nvPr/>
        </p:nvSpPr>
        <p:spPr>
          <a:xfrm>
            <a:off x="267958" y="1146048"/>
            <a:ext cx="10521962" cy="5090160"/>
          </a:xfrm>
          <a:prstGeom prst="rect">
            <a:avLst/>
          </a:prstGeom>
          <a:noFill/>
        </p:spPr>
        <p:txBody>
          <a:bodyPr vert="horz" lIns="0" tIns="0" rIns="0" bIns="0" rtlCol="0">
            <a:noAutofit/>
          </a:bodyPr>
          <a:lstStyle>
            <a:lvl1pPr marL="0" indent="0" algn="l" defTabSz="914400" rtl="0" eaLnBrk="1" latinLnBrk="0" hangingPunct="1">
              <a:lnSpc>
                <a:spcPct val="110000"/>
              </a:lnSpc>
              <a:spcBef>
                <a:spcPts val="1200"/>
              </a:spcBef>
              <a:buFont typeface="Arial" panose="020B0604020202020204" pitchFamily="34" charset="0"/>
              <a:buNone/>
              <a:defRPr sz="18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1pPr>
            <a:lvl2pPr marL="360000" indent="-360000" algn="l" defTabSz="914400" rtl="0" eaLnBrk="1" latinLnBrk="0" hangingPunct="1">
              <a:lnSpc>
                <a:spcPct val="110000"/>
              </a:lnSpc>
              <a:spcBef>
                <a:spcPts val="1200"/>
              </a:spcBef>
              <a:spcAft>
                <a:spcPts val="0"/>
              </a:spcAft>
              <a:buClr>
                <a:schemeClr val="accent1"/>
              </a:buClr>
              <a:buFont typeface="SRH" panose="020B0503020204020204" pitchFamily="34" charset="0"/>
              <a:buChar char="—"/>
              <a:defRPr sz="18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720000" indent="-360000" algn="l" defTabSz="914400" rtl="0" eaLnBrk="1" latinLnBrk="0" hangingPunct="1">
              <a:lnSpc>
                <a:spcPct val="110000"/>
              </a:lnSpc>
              <a:spcBef>
                <a:spcPts val="0"/>
              </a:spcBef>
              <a:buClr>
                <a:schemeClr val="accent1"/>
              </a:buClr>
              <a:buFont typeface="SRH" panose="020B0503020204020204" pitchFamily="34" charset="0"/>
              <a:buChar char="—"/>
              <a:defRPr sz="16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3pPr>
            <a:lvl4pPr marL="0" indent="0" algn="l" defTabSz="914400" rtl="0" eaLnBrk="1" latinLnBrk="0" hangingPunct="1">
              <a:lnSpc>
                <a:spcPct val="110000"/>
              </a:lnSpc>
              <a:spcBef>
                <a:spcPts val="2400"/>
              </a:spcBef>
              <a:buFont typeface="SRH" panose="020B0503020204020204" pitchFamily="34" charset="0"/>
              <a:buNone/>
              <a:defRPr sz="2000" b="1" kern="1200">
                <a:solidFill>
                  <a:schemeClr val="accent1"/>
                </a:solidFill>
                <a:latin typeface="SRH Text" panose="020B0503020204020204" pitchFamily="34" charset="0"/>
                <a:ea typeface="SRH Text" panose="020B0503020204020204" pitchFamily="34" charset="0"/>
                <a:cs typeface="SRH Text" panose="020B0503020204020204" pitchFamily="34" charset="0"/>
              </a:defRPr>
            </a:lvl4pPr>
            <a:lvl5pPr marL="0" indent="0" algn="l" defTabSz="914400" rtl="0" eaLnBrk="1" latinLnBrk="0" hangingPunct="1">
              <a:lnSpc>
                <a:spcPct val="110000"/>
              </a:lnSpc>
              <a:spcBef>
                <a:spcPts val="1200"/>
              </a:spcBef>
              <a:buFont typeface="SRH" panose="020B0503020204020204" pitchFamily="34" charset="0"/>
              <a:buNone/>
              <a:defRPr sz="2000" b="1" kern="1200">
                <a:solidFill>
                  <a:schemeClr val="tx1"/>
                </a:solidFill>
                <a:latin typeface="SRH Headline" panose="020B0603020204020204" pitchFamily="34" charset="0"/>
                <a:ea typeface="SRH Headline" panose="020B0603020204020204" pitchFamily="34" charset="0"/>
                <a:cs typeface="SRH Headline" panose="020B0603020204020204" pitchFamily="34" charset="0"/>
              </a:defRPr>
            </a:lvl5pPr>
            <a:lvl6pPr marL="0" indent="0" algn="l" defTabSz="914400" rtl="0" eaLnBrk="1" latinLnBrk="0" hangingPunct="1">
              <a:lnSpc>
                <a:spcPct val="110000"/>
              </a:lnSpc>
              <a:spcBef>
                <a:spcPts val="1200"/>
              </a:spcBef>
              <a:buFont typeface="Arial" panose="020B0604020202020204" pitchFamily="34" charset="0"/>
              <a:buNone/>
              <a:defRPr sz="2400" b="0" kern="1200">
                <a:solidFill>
                  <a:schemeClr val="tx1"/>
                </a:solidFill>
                <a:latin typeface="SRH Headline" panose="020B0603020204020204" pitchFamily="34" charset="0"/>
                <a:ea typeface="SRH Headline" panose="020B0603020204020204" pitchFamily="34" charset="0"/>
                <a:cs typeface="SRH Headline" panose="020B0603020204020204" pitchFamily="34" charset="0"/>
              </a:defRPr>
            </a:lvl6pPr>
            <a:lvl7pPr marL="0" indent="0" algn="l" defTabSz="914400" rtl="0" eaLnBrk="1" latinLnBrk="0" hangingPunct="1">
              <a:lnSpc>
                <a:spcPct val="98000"/>
              </a:lnSpc>
              <a:spcBef>
                <a:spcPts val="1200"/>
              </a:spcBef>
              <a:buFont typeface="Arial" panose="020B0604020202020204" pitchFamily="34" charset="0"/>
              <a:buNone/>
              <a:defRPr sz="4800" b="1" kern="1200">
                <a:solidFill>
                  <a:schemeClr val="accent1"/>
                </a:solidFill>
                <a:latin typeface="SRH Headline" panose="020B0603020204020204" pitchFamily="34" charset="0"/>
                <a:ea typeface="SRH Headline" panose="020B0603020204020204" pitchFamily="34" charset="0"/>
                <a:cs typeface="SRH Headline" panose="020B0603020204020204" pitchFamily="34" charset="0"/>
              </a:defRPr>
            </a:lvl7pPr>
            <a:lvl8pPr marL="0" indent="0" algn="l" defTabSz="914400" rtl="0" eaLnBrk="1" latinLnBrk="0" hangingPunct="1">
              <a:lnSpc>
                <a:spcPct val="98000"/>
              </a:lnSpc>
              <a:spcBef>
                <a:spcPts val="1200"/>
              </a:spcBef>
              <a:buFont typeface="Arial" panose="020B0604020202020204" pitchFamily="34" charset="0"/>
              <a:buNone/>
              <a:defRPr sz="2000" b="1" kern="1200">
                <a:solidFill>
                  <a:schemeClr val="tx1"/>
                </a:solidFill>
                <a:latin typeface="SRH Text" panose="020B0503020204020204" pitchFamily="34" charset="0"/>
                <a:ea typeface="SRH Text" panose="020B0503020204020204" pitchFamily="34" charset="0"/>
                <a:cs typeface="SRH Text" panose="020B0503020204020204" pitchFamily="34" charset="0"/>
              </a:defRPr>
            </a:lvl8pPr>
            <a:lvl9pPr marL="0" indent="0" algn="l" defTabSz="914400" rtl="0" eaLnBrk="1" latinLnBrk="0" hangingPunct="1">
              <a:lnSpc>
                <a:spcPct val="110000"/>
              </a:lnSpc>
              <a:spcBef>
                <a:spcPts val="600"/>
              </a:spcBef>
              <a:buFont typeface="Arial" panose="020B0604020202020204" pitchFamily="34" charset="0"/>
              <a:buNone/>
              <a:defRPr sz="12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9pPr>
          </a:lstStyle>
          <a:p>
            <a:r>
              <a:rPr lang="en-US" b="1" dirty="0" smtClean="0">
                <a:solidFill>
                  <a:srgbClr val="C00000"/>
                </a:solidFill>
              </a:rPr>
              <a:t>1. Data Cleaning</a:t>
            </a:r>
            <a:endParaRPr lang="en-US" dirty="0" smtClean="0">
              <a:solidFill>
                <a:srgbClr val="C00000"/>
              </a:solidFill>
            </a:endParaRPr>
          </a:p>
          <a:p>
            <a:r>
              <a:rPr lang="en-US" b="1" dirty="0" smtClean="0"/>
              <a:t>Missing values:</a:t>
            </a:r>
            <a:r>
              <a:rPr lang="en-US" dirty="0" smtClean="0"/>
              <a:t> Many datasets have gaps. If we don’t handle them, models may misinterpret the data. We can fill missing values with averages/medians or remove rows if necessary.</a:t>
            </a:r>
          </a:p>
          <a:p>
            <a:r>
              <a:rPr lang="en-US" b="1" dirty="0" smtClean="0"/>
              <a:t>Duplicates:</a:t>
            </a:r>
            <a:r>
              <a:rPr lang="en-US" dirty="0" smtClean="0"/>
              <a:t> Repeated rows add no value and can bias results. Detecting and removing duplicates ensures cleaner analysis.</a:t>
            </a:r>
          </a:p>
          <a:p>
            <a:r>
              <a:rPr lang="en-US" b="1" dirty="0" smtClean="0"/>
              <a:t>Data types:</a:t>
            </a:r>
            <a:r>
              <a:rPr lang="en-US" dirty="0" smtClean="0"/>
              <a:t> Correct data type assignment (categorical vs. numerical) is important because algorithms treat them differently. For example, temperature is numerical, while building type is categorical.</a:t>
            </a:r>
          </a:p>
          <a:p>
            <a:r>
              <a:rPr lang="en-US" b="1" dirty="0" smtClean="0">
                <a:solidFill>
                  <a:srgbClr val="C00000"/>
                </a:solidFill>
              </a:rPr>
              <a:t>2. </a:t>
            </a:r>
            <a:r>
              <a:rPr lang="en-US" b="1" dirty="0" err="1" smtClean="0">
                <a:solidFill>
                  <a:srgbClr val="C00000"/>
                </a:solidFill>
              </a:rPr>
              <a:t>Univariate</a:t>
            </a:r>
            <a:r>
              <a:rPr lang="en-US" b="1" dirty="0" smtClean="0">
                <a:solidFill>
                  <a:srgbClr val="C00000"/>
                </a:solidFill>
              </a:rPr>
              <a:t> Analysis</a:t>
            </a:r>
            <a:endParaRPr lang="en-US" dirty="0" smtClean="0">
              <a:solidFill>
                <a:srgbClr val="C00000"/>
              </a:solidFill>
            </a:endParaRPr>
          </a:p>
          <a:p>
            <a:r>
              <a:rPr lang="en-US" b="1" dirty="0" smtClean="0"/>
              <a:t>Distribution of features:</a:t>
            </a:r>
            <a:r>
              <a:rPr lang="en-US" dirty="0" smtClean="0"/>
              <a:t> By looking at histograms or boxplots, we understand how each feature is spread. For example, energy usage might be normally distributed or skewed.</a:t>
            </a:r>
          </a:p>
          <a:p>
            <a:endParaRPr lang="en-US" dirty="0"/>
          </a:p>
        </p:txBody>
      </p:sp>
    </p:spTree>
    <p:extLst>
      <p:ext uri="{BB962C8B-B14F-4D97-AF65-F5344CB8AC3E}">
        <p14:creationId xmlns:p14="http://schemas.microsoft.com/office/powerpoint/2010/main" val="321250171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67959" y="291455"/>
            <a:ext cx="9157663" cy="668323"/>
          </a:xfrm>
        </p:spPr>
        <p:txBody>
          <a:bodyPr/>
          <a:lstStyle/>
          <a:p>
            <a:r>
              <a:rPr lang="en-US" dirty="0" err="1">
                <a:solidFill>
                  <a:srgbClr val="C00000"/>
                </a:solidFill>
              </a:rPr>
              <a:t>Skewness</a:t>
            </a:r>
            <a:endParaRPr lang="de-DE" dirty="0">
              <a:solidFill>
                <a:srgbClr val="C00000"/>
              </a:solidFill>
            </a:endParaRPr>
          </a:p>
        </p:txBody>
      </p:sp>
      <p:sp>
        <p:nvSpPr>
          <p:cNvPr id="3" name="Datumsplatzhalter 2"/>
          <p:cNvSpPr>
            <a:spLocks noGrp="1"/>
          </p:cNvSpPr>
          <p:nvPr>
            <p:ph type="dt" sz="half" idx="10"/>
          </p:nvPr>
        </p:nvSpPr>
        <p:spPr/>
        <p:txBody>
          <a:bodyPr/>
          <a:lstStyle/>
          <a:p>
            <a:fld id="{055F91DD-07BD-4CA0-8CA1-FDDE6286BC29}" type="datetime1">
              <a:rPr lang="en-CA" smtClean="0"/>
              <a:t>2025-09-13</a:t>
            </a:fld>
            <a:endParaRPr lang="de-DE" dirty="0"/>
          </a:p>
        </p:txBody>
      </p:sp>
      <p:sp>
        <p:nvSpPr>
          <p:cNvPr id="4" name="Fußzeilenplatzhalter 3"/>
          <p:cNvSpPr>
            <a:spLocks noGrp="1"/>
          </p:cNvSpPr>
          <p:nvPr>
            <p:ph type="ftr" sz="quarter" idx="11"/>
          </p:nvPr>
        </p:nvSpPr>
        <p:spPr/>
        <p:txBody>
          <a:bodyPr/>
          <a:lstStyle/>
          <a:p>
            <a:r>
              <a:rPr lang="de-DE" dirty="0"/>
              <a:t>SRH Hochschule Heidelberg</a:t>
            </a:r>
          </a:p>
        </p:txBody>
      </p:sp>
      <p:sp>
        <p:nvSpPr>
          <p:cNvPr id="5" name="Foliennummernplatzhalter 4"/>
          <p:cNvSpPr>
            <a:spLocks noGrp="1"/>
          </p:cNvSpPr>
          <p:nvPr>
            <p:ph type="sldNum" sz="quarter" idx="12"/>
          </p:nvPr>
        </p:nvSpPr>
        <p:spPr/>
        <p:txBody>
          <a:bodyPr/>
          <a:lstStyle/>
          <a:p>
            <a:fld id="{075B144D-941B-4DFC-AF5F-0416193D12EC}" type="slidenum">
              <a:rPr lang="de-DE" smtClean="0"/>
              <a:pPr/>
              <a:t>9</a:t>
            </a:fld>
            <a:endParaRPr lang="de-DE"/>
          </a:p>
        </p:txBody>
      </p:sp>
      <p:sp>
        <p:nvSpPr>
          <p:cNvPr id="8" name="Inhaltsplatzhalter 5">
            <a:extLst>
              <a:ext uri="{FF2B5EF4-FFF2-40B4-BE49-F238E27FC236}">
                <a16:creationId xmlns:a16="http://schemas.microsoft.com/office/drawing/2014/main" xmlns="" id="{2036CC28-DAB4-BA43-955D-7428FB9B0529}"/>
              </a:ext>
            </a:extLst>
          </p:cNvPr>
          <p:cNvSpPr txBox="1">
            <a:spLocks/>
          </p:cNvSpPr>
          <p:nvPr/>
        </p:nvSpPr>
        <p:spPr>
          <a:xfrm>
            <a:off x="267958" y="1146048"/>
            <a:ext cx="10521962" cy="5090160"/>
          </a:xfrm>
          <a:prstGeom prst="rect">
            <a:avLst/>
          </a:prstGeom>
          <a:noFill/>
        </p:spPr>
        <p:txBody>
          <a:bodyPr vert="horz" lIns="0" tIns="0" rIns="0" bIns="0" rtlCol="0">
            <a:noAutofit/>
          </a:bodyPr>
          <a:lstStyle>
            <a:lvl1pPr marL="0" indent="0" algn="l" defTabSz="914400" rtl="0" eaLnBrk="1" latinLnBrk="0" hangingPunct="1">
              <a:lnSpc>
                <a:spcPct val="110000"/>
              </a:lnSpc>
              <a:spcBef>
                <a:spcPts val="1200"/>
              </a:spcBef>
              <a:buFont typeface="Arial" panose="020B0604020202020204" pitchFamily="34" charset="0"/>
              <a:buNone/>
              <a:defRPr sz="18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1pPr>
            <a:lvl2pPr marL="360000" indent="-360000" algn="l" defTabSz="914400" rtl="0" eaLnBrk="1" latinLnBrk="0" hangingPunct="1">
              <a:lnSpc>
                <a:spcPct val="110000"/>
              </a:lnSpc>
              <a:spcBef>
                <a:spcPts val="1200"/>
              </a:spcBef>
              <a:spcAft>
                <a:spcPts val="0"/>
              </a:spcAft>
              <a:buClr>
                <a:schemeClr val="accent1"/>
              </a:buClr>
              <a:buFont typeface="SRH" panose="020B0503020204020204" pitchFamily="34" charset="0"/>
              <a:buChar char="—"/>
              <a:defRPr sz="18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720000" indent="-360000" algn="l" defTabSz="914400" rtl="0" eaLnBrk="1" latinLnBrk="0" hangingPunct="1">
              <a:lnSpc>
                <a:spcPct val="110000"/>
              </a:lnSpc>
              <a:spcBef>
                <a:spcPts val="0"/>
              </a:spcBef>
              <a:buClr>
                <a:schemeClr val="accent1"/>
              </a:buClr>
              <a:buFont typeface="SRH" panose="020B0503020204020204" pitchFamily="34" charset="0"/>
              <a:buChar char="—"/>
              <a:defRPr sz="16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3pPr>
            <a:lvl4pPr marL="0" indent="0" algn="l" defTabSz="914400" rtl="0" eaLnBrk="1" latinLnBrk="0" hangingPunct="1">
              <a:lnSpc>
                <a:spcPct val="110000"/>
              </a:lnSpc>
              <a:spcBef>
                <a:spcPts val="2400"/>
              </a:spcBef>
              <a:buFont typeface="SRH" panose="020B0503020204020204" pitchFamily="34" charset="0"/>
              <a:buNone/>
              <a:defRPr sz="2000" b="1" kern="1200">
                <a:solidFill>
                  <a:schemeClr val="accent1"/>
                </a:solidFill>
                <a:latin typeface="SRH Text" panose="020B0503020204020204" pitchFamily="34" charset="0"/>
                <a:ea typeface="SRH Text" panose="020B0503020204020204" pitchFamily="34" charset="0"/>
                <a:cs typeface="SRH Text" panose="020B0503020204020204" pitchFamily="34" charset="0"/>
              </a:defRPr>
            </a:lvl4pPr>
            <a:lvl5pPr marL="0" indent="0" algn="l" defTabSz="914400" rtl="0" eaLnBrk="1" latinLnBrk="0" hangingPunct="1">
              <a:lnSpc>
                <a:spcPct val="110000"/>
              </a:lnSpc>
              <a:spcBef>
                <a:spcPts val="1200"/>
              </a:spcBef>
              <a:buFont typeface="SRH" panose="020B0503020204020204" pitchFamily="34" charset="0"/>
              <a:buNone/>
              <a:defRPr sz="2000" b="1" kern="1200">
                <a:solidFill>
                  <a:schemeClr val="tx1"/>
                </a:solidFill>
                <a:latin typeface="SRH Headline" panose="020B0603020204020204" pitchFamily="34" charset="0"/>
                <a:ea typeface="SRH Headline" panose="020B0603020204020204" pitchFamily="34" charset="0"/>
                <a:cs typeface="SRH Headline" panose="020B0603020204020204" pitchFamily="34" charset="0"/>
              </a:defRPr>
            </a:lvl5pPr>
            <a:lvl6pPr marL="0" indent="0" algn="l" defTabSz="914400" rtl="0" eaLnBrk="1" latinLnBrk="0" hangingPunct="1">
              <a:lnSpc>
                <a:spcPct val="110000"/>
              </a:lnSpc>
              <a:spcBef>
                <a:spcPts val="1200"/>
              </a:spcBef>
              <a:buFont typeface="Arial" panose="020B0604020202020204" pitchFamily="34" charset="0"/>
              <a:buNone/>
              <a:defRPr sz="2400" b="0" kern="1200">
                <a:solidFill>
                  <a:schemeClr val="tx1"/>
                </a:solidFill>
                <a:latin typeface="SRH Headline" panose="020B0603020204020204" pitchFamily="34" charset="0"/>
                <a:ea typeface="SRH Headline" panose="020B0603020204020204" pitchFamily="34" charset="0"/>
                <a:cs typeface="SRH Headline" panose="020B0603020204020204" pitchFamily="34" charset="0"/>
              </a:defRPr>
            </a:lvl6pPr>
            <a:lvl7pPr marL="0" indent="0" algn="l" defTabSz="914400" rtl="0" eaLnBrk="1" latinLnBrk="0" hangingPunct="1">
              <a:lnSpc>
                <a:spcPct val="98000"/>
              </a:lnSpc>
              <a:spcBef>
                <a:spcPts val="1200"/>
              </a:spcBef>
              <a:buFont typeface="Arial" panose="020B0604020202020204" pitchFamily="34" charset="0"/>
              <a:buNone/>
              <a:defRPr sz="4800" b="1" kern="1200">
                <a:solidFill>
                  <a:schemeClr val="accent1"/>
                </a:solidFill>
                <a:latin typeface="SRH Headline" panose="020B0603020204020204" pitchFamily="34" charset="0"/>
                <a:ea typeface="SRH Headline" panose="020B0603020204020204" pitchFamily="34" charset="0"/>
                <a:cs typeface="SRH Headline" panose="020B0603020204020204" pitchFamily="34" charset="0"/>
              </a:defRPr>
            </a:lvl7pPr>
            <a:lvl8pPr marL="0" indent="0" algn="l" defTabSz="914400" rtl="0" eaLnBrk="1" latinLnBrk="0" hangingPunct="1">
              <a:lnSpc>
                <a:spcPct val="98000"/>
              </a:lnSpc>
              <a:spcBef>
                <a:spcPts val="1200"/>
              </a:spcBef>
              <a:buFont typeface="Arial" panose="020B0604020202020204" pitchFamily="34" charset="0"/>
              <a:buNone/>
              <a:defRPr sz="2000" b="1" kern="1200">
                <a:solidFill>
                  <a:schemeClr val="tx1"/>
                </a:solidFill>
                <a:latin typeface="SRH Text" panose="020B0503020204020204" pitchFamily="34" charset="0"/>
                <a:ea typeface="SRH Text" panose="020B0503020204020204" pitchFamily="34" charset="0"/>
                <a:cs typeface="SRH Text" panose="020B0503020204020204" pitchFamily="34" charset="0"/>
              </a:defRPr>
            </a:lvl8pPr>
            <a:lvl9pPr marL="0" indent="0" algn="l" defTabSz="914400" rtl="0" eaLnBrk="1" latinLnBrk="0" hangingPunct="1">
              <a:lnSpc>
                <a:spcPct val="110000"/>
              </a:lnSpc>
              <a:spcBef>
                <a:spcPts val="600"/>
              </a:spcBef>
              <a:buFont typeface="Arial" panose="020B0604020202020204" pitchFamily="34" charset="0"/>
              <a:buNone/>
              <a:defRPr sz="12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9pPr>
          </a:lstStyle>
          <a:p>
            <a:r>
              <a:rPr lang="en-US" dirty="0"/>
              <a:t>🔹 </a:t>
            </a:r>
            <a:r>
              <a:rPr lang="en-US" dirty="0" err="1"/>
              <a:t>Skewness</a:t>
            </a:r>
            <a:r>
              <a:rPr lang="en-US" dirty="0"/>
              <a:t>: -0.0087 </a:t>
            </a:r>
            <a:endParaRPr lang="en-US" dirty="0" smtClean="0"/>
          </a:p>
          <a:p>
            <a:r>
              <a:rPr lang="en-US" dirty="0" smtClean="0"/>
              <a:t>🔹 </a:t>
            </a:r>
            <a:r>
              <a:rPr lang="en-US" dirty="0"/>
              <a:t>Kurtosis: -0.1610</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3112" y="2231136"/>
            <a:ext cx="5307576" cy="3700271"/>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95410" y="2075679"/>
            <a:ext cx="5248667" cy="4160529"/>
          </a:xfrm>
          <a:prstGeom prst="rect">
            <a:avLst/>
          </a:prstGeom>
        </p:spPr>
      </p:pic>
    </p:spTree>
    <p:extLst>
      <p:ext uri="{BB962C8B-B14F-4D97-AF65-F5344CB8AC3E}">
        <p14:creationId xmlns:p14="http://schemas.microsoft.com/office/powerpoint/2010/main" val="112797290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170687" y="-77100"/>
            <a:ext cx="9542449" cy="835093"/>
          </a:xfrm>
        </p:spPr>
        <p:txBody>
          <a:bodyPr/>
          <a:lstStyle/>
          <a:p>
            <a:r>
              <a:rPr lang="en-US" dirty="0">
                <a:solidFill>
                  <a:srgbClr val="C00000"/>
                </a:solidFill>
              </a:rPr>
              <a:t>Anomaly Detection </a:t>
            </a:r>
            <a:r>
              <a:rPr lang="en-US" dirty="0" smtClean="0">
                <a:solidFill>
                  <a:srgbClr val="C00000"/>
                </a:solidFill>
              </a:rPr>
              <a:t>Methods(Outliers)</a:t>
            </a:r>
            <a:endParaRPr lang="en-US" dirty="0">
              <a:solidFill>
                <a:srgbClr val="C00000"/>
              </a:solidFill>
            </a:endParaRP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10</a:t>
            </a:fld>
            <a:endParaRPr lang="de-DE"/>
          </a:p>
        </p:txBody>
      </p:sp>
      <p:sp>
        <p:nvSpPr>
          <p:cNvPr id="8" name="Content Placeholder 2">
            <a:extLst>
              <a:ext uri="{FF2B5EF4-FFF2-40B4-BE49-F238E27FC236}">
                <a16:creationId xmlns:a16="http://schemas.microsoft.com/office/drawing/2014/main" xmlns="" id="{9E1E67C1-343C-E4A8-0DFF-9165B0C2868A}"/>
              </a:ext>
            </a:extLst>
          </p:cNvPr>
          <p:cNvSpPr>
            <a:spLocks noGrp="1"/>
          </p:cNvSpPr>
          <p:nvPr>
            <p:ph idx="1"/>
          </p:nvPr>
        </p:nvSpPr>
        <p:spPr>
          <a:xfrm>
            <a:off x="219456" y="1048512"/>
            <a:ext cx="11180064" cy="5809488"/>
          </a:xfrm>
        </p:spPr>
        <p:txBody>
          <a:bodyPr/>
          <a:lstStyle/>
          <a:p>
            <a:r>
              <a:rPr lang="en-US" dirty="0" smtClean="0"/>
              <a:t>Outliers </a:t>
            </a:r>
            <a:r>
              <a:rPr lang="en-US" dirty="0"/>
              <a:t>are extreme values that may distort model performance. Boxplots help us identify them, and depending on context, we either keep (if valid) or treat/remove them.</a:t>
            </a:r>
          </a:p>
          <a:p>
            <a:r>
              <a:rPr lang="en-US" b="1" dirty="0" smtClean="0">
                <a:solidFill>
                  <a:srgbClr val="C00000"/>
                </a:solidFill>
              </a:rPr>
              <a:t> </a:t>
            </a:r>
            <a:r>
              <a:rPr lang="en-US" b="1" dirty="0">
                <a:solidFill>
                  <a:srgbClr val="C00000"/>
                </a:solidFill>
              </a:rPr>
              <a:t>Statistical </a:t>
            </a:r>
            <a:r>
              <a:rPr lang="en-US" b="1" dirty="0" smtClean="0">
                <a:solidFill>
                  <a:srgbClr val="C00000"/>
                </a:solidFill>
              </a:rPr>
              <a:t>Methods</a:t>
            </a:r>
            <a:endParaRPr lang="en-US" dirty="0" smtClean="0">
              <a:solidFill>
                <a:srgbClr val="C00000"/>
              </a:solidFill>
            </a:endParaRPr>
          </a:p>
          <a:p>
            <a:r>
              <a:rPr lang="en-US" b="1" dirty="0"/>
              <a:t>Examples:</a:t>
            </a:r>
            <a:r>
              <a:rPr lang="en-US" dirty="0"/>
              <a:t> Z-Score, IQR, REHWS</a:t>
            </a:r>
          </a:p>
          <a:p>
            <a:r>
              <a:rPr lang="en-US" b="1" dirty="0"/>
              <a:t>Idea:</a:t>
            </a:r>
            <a:r>
              <a:rPr lang="en-US" dirty="0"/>
              <a:t> These methods assume the data follows a known </a:t>
            </a:r>
            <a:r>
              <a:rPr lang="en-US" b="1" dirty="0"/>
              <a:t>statistical distribution </a:t>
            </a:r>
            <a:r>
              <a:rPr lang="en-US" dirty="0"/>
              <a:t>(e.g., normal distribution). Any point that deviates strongly from this distribution is marked as an outlier.</a:t>
            </a:r>
          </a:p>
          <a:p>
            <a:r>
              <a:rPr lang="en-US" b="1" dirty="0"/>
              <a:t>Pros:</a:t>
            </a:r>
            <a:r>
              <a:rPr lang="en-US" dirty="0"/>
              <a:t> Simple, fast, and easy to </a:t>
            </a:r>
            <a:r>
              <a:rPr lang="en-US" dirty="0" smtClean="0"/>
              <a:t>interpret.</a:t>
            </a:r>
          </a:p>
          <a:p>
            <a:r>
              <a:rPr lang="en-US" b="1" dirty="0" smtClean="0"/>
              <a:t>Cons</a:t>
            </a:r>
            <a:r>
              <a:rPr lang="en-US" b="1" dirty="0"/>
              <a:t>:</a:t>
            </a:r>
            <a:r>
              <a:rPr lang="en-US" dirty="0"/>
              <a:t> Not suitable if the data does not follow the assumed </a:t>
            </a:r>
            <a:r>
              <a:rPr lang="en-US" dirty="0" smtClean="0"/>
              <a:t>distribution</a:t>
            </a:r>
            <a:r>
              <a:rPr lang="en-US" dirty="0">
                <a:sym typeface="Wingdings" panose="05000000000000000000" pitchFamily="2" charset="2"/>
              </a:rPr>
              <a:t></a:t>
            </a:r>
            <a:r>
              <a:rPr lang="en-US" dirty="0"/>
              <a:t>(problem with high-dimensional data)</a:t>
            </a:r>
          </a:p>
          <a:p>
            <a:endParaRPr lang="en-US" dirty="0"/>
          </a:p>
          <a:p>
            <a:pPr lvl="1"/>
            <a:endParaRPr lang="en-US" dirty="0"/>
          </a:p>
        </p:txBody>
      </p:sp>
    </p:spTree>
    <p:extLst>
      <p:ext uri="{BB962C8B-B14F-4D97-AF65-F5344CB8AC3E}">
        <p14:creationId xmlns:p14="http://schemas.microsoft.com/office/powerpoint/2010/main" val="127929920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170687" y="-77100"/>
            <a:ext cx="9542449" cy="835093"/>
          </a:xfrm>
        </p:spPr>
        <p:txBody>
          <a:bodyPr/>
          <a:lstStyle/>
          <a:p>
            <a:r>
              <a:rPr lang="en-US" dirty="0">
                <a:solidFill>
                  <a:srgbClr val="C00000"/>
                </a:solidFill>
              </a:rPr>
              <a:t>Z-Score </a:t>
            </a: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11</a:t>
            </a:fld>
            <a:endParaRPr lang="de-DE"/>
          </a:p>
        </p:txBody>
      </p:sp>
      <p:sp>
        <p:nvSpPr>
          <p:cNvPr id="8" name="Content Placeholder 2">
            <a:extLst>
              <a:ext uri="{FF2B5EF4-FFF2-40B4-BE49-F238E27FC236}">
                <a16:creationId xmlns:a16="http://schemas.microsoft.com/office/drawing/2014/main" xmlns="" id="{9E1E67C1-343C-E4A8-0DFF-9165B0C2868A}"/>
              </a:ext>
            </a:extLst>
          </p:cNvPr>
          <p:cNvSpPr>
            <a:spLocks noGrp="1"/>
          </p:cNvSpPr>
          <p:nvPr>
            <p:ph idx="1"/>
          </p:nvPr>
        </p:nvSpPr>
        <p:spPr>
          <a:xfrm>
            <a:off x="366908" y="792480"/>
            <a:ext cx="10825348" cy="5937504"/>
          </a:xfrm>
        </p:spPr>
        <p:txBody>
          <a:bodyPr/>
          <a:lstStyle/>
          <a:p>
            <a:r>
              <a:rPr lang="en-US" b="1" dirty="0"/>
              <a:t>Local Context, Not Just Global</a:t>
            </a:r>
            <a:endParaRPr lang="en-US" dirty="0"/>
          </a:p>
          <a:p>
            <a:r>
              <a:rPr lang="en-US" dirty="0"/>
              <a:t>Energy consumption data is a </a:t>
            </a:r>
            <a:r>
              <a:rPr lang="en-US" b="1" dirty="0"/>
              <a:t>time series</a:t>
            </a:r>
            <a:r>
              <a:rPr lang="en-US" dirty="0"/>
              <a:t> → patterns change over time.</a:t>
            </a:r>
          </a:p>
          <a:p>
            <a:r>
              <a:rPr lang="en-US" dirty="0"/>
              <a:t>A </a:t>
            </a:r>
            <a:r>
              <a:rPr lang="en-US" b="1" dirty="0"/>
              <a:t>rolling Z-score </a:t>
            </a:r>
            <a:r>
              <a:rPr lang="en-US" dirty="0"/>
              <a:t>evaluates each new point </a:t>
            </a:r>
            <a:r>
              <a:rPr lang="en-US" b="1" dirty="0"/>
              <a:t>relative to its recent history</a:t>
            </a:r>
            <a:r>
              <a:rPr lang="en-US" dirty="0"/>
              <a:t>, not just the overall dataset.</a:t>
            </a:r>
          </a:p>
          <a:p>
            <a:r>
              <a:rPr lang="en-US" dirty="0"/>
              <a:t>This means it can catch </a:t>
            </a:r>
            <a:r>
              <a:rPr lang="en-US" b="1" dirty="0"/>
              <a:t>short-term anomalies</a:t>
            </a:r>
            <a:r>
              <a:rPr lang="en-US" dirty="0"/>
              <a:t> </a:t>
            </a:r>
            <a:r>
              <a:rPr lang="en-US" dirty="0" smtClean="0"/>
              <a:t>that </a:t>
            </a:r>
            <a:r>
              <a:rPr lang="en-US" dirty="0"/>
              <a:t>global methods might miss.</a:t>
            </a:r>
          </a:p>
          <a:p>
            <a:r>
              <a:rPr lang="en-US" b="1" dirty="0"/>
              <a:t>Adaptive to Seasonality and Trends</a:t>
            </a:r>
            <a:endParaRPr lang="en-US" dirty="0"/>
          </a:p>
          <a:p>
            <a:r>
              <a:rPr lang="en-US" dirty="0"/>
              <a:t>By using a </a:t>
            </a:r>
            <a:r>
              <a:rPr lang="en-US" b="1" dirty="0"/>
              <a:t>moving window</a:t>
            </a:r>
            <a:r>
              <a:rPr lang="en-US" dirty="0"/>
              <a:t>, the method automatically adapts to local shifts (e.g., winter vs. summer usage).</a:t>
            </a:r>
          </a:p>
          <a:p>
            <a:r>
              <a:rPr lang="en-US" dirty="0"/>
              <a:t>If consumption gradually increases, the Z-score adjusts with it.</a:t>
            </a:r>
          </a:p>
          <a:p>
            <a:r>
              <a:rPr lang="en-US" b="1" dirty="0"/>
              <a:t>Sensitivity Control</a:t>
            </a:r>
            <a:endParaRPr lang="en-US" dirty="0"/>
          </a:p>
          <a:p>
            <a:r>
              <a:rPr lang="en-US" dirty="0"/>
              <a:t>Easy to tune with two parameters:</a:t>
            </a:r>
          </a:p>
          <a:p>
            <a:pPr lvl="1"/>
            <a:r>
              <a:rPr lang="en-US" b="1" dirty="0"/>
              <a:t>Window size (N):</a:t>
            </a:r>
            <a:r>
              <a:rPr lang="en-US" dirty="0"/>
              <a:t> how much history to consider.</a:t>
            </a:r>
          </a:p>
          <a:p>
            <a:pPr lvl="1"/>
            <a:r>
              <a:rPr lang="en-US" b="1" dirty="0"/>
              <a:t>Threshold (e.g., 3σ):</a:t>
            </a:r>
            <a:r>
              <a:rPr lang="en-US" dirty="0"/>
              <a:t> how strict we are about flagging anomalies.</a:t>
            </a:r>
          </a:p>
          <a:p>
            <a:pPr lvl="1"/>
            <a:endParaRPr lang="en-US" dirty="0"/>
          </a:p>
          <a:p>
            <a:pPr lvl="1"/>
            <a:endParaRPr lang="en-US" dirty="0"/>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057697" y="3779513"/>
            <a:ext cx="5134303" cy="1932044"/>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val="339899222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170687" y="-77100"/>
            <a:ext cx="9542449" cy="835093"/>
          </a:xfrm>
        </p:spPr>
        <p:txBody>
          <a:bodyPr/>
          <a:lstStyle/>
          <a:p>
            <a:r>
              <a:rPr lang="en-US" dirty="0">
                <a:solidFill>
                  <a:srgbClr val="C00000"/>
                </a:solidFill>
              </a:rPr>
              <a:t>Anomaly Detection </a:t>
            </a:r>
            <a:r>
              <a:rPr lang="en-US" dirty="0" smtClean="0">
                <a:solidFill>
                  <a:srgbClr val="C00000"/>
                </a:solidFill>
              </a:rPr>
              <a:t>Methods(Outliers)</a:t>
            </a:r>
            <a:endParaRPr lang="en-US" dirty="0">
              <a:solidFill>
                <a:srgbClr val="C00000"/>
              </a:solidFill>
            </a:endParaRP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12</a:t>
            </a:fld>
            <a:endParaRPr lang="de-DE"/>
          </a:p>
        </p:txBody>
      </p:sp>
      <p:sp>
        <p:nvSpPr>
          <p:cNvPr id="8" name="Content Placeholder 2">
            <a:extLst>
              <a:ext uri="{FF2B5EF4-FFF2-40B4-BE49-F238E27FC236}">
                <a16:creationId xmlns:a16="http://schemas.microsoft.com/office/drawing/2014/main" xmlns="" id="{9E1E67C1-343C-E4A8-0DFF-9165B0C2868A}"/>
              </a:ext>
            </a:extLst>
          </p:cNvPr>
          <p:cNvSpPr>
            <a:spLocks noGrp="1"/>
          </p:cNvSpPr>
          <p:nvPr>
            <p:ph idx="1"/>
          </p:nvPr>
        </p:nvSpPr>
        <p:spPr>
          <a:xfrm>
            <a:off x="219456" y="853440"/>
            <a:ext cx="11180064" cy="6004560"/>
          </a:xfrm>
        </p:spPr>
        <p:txBody>
          <a:bodyPr/>
          <a:lstStyle/>
          <a:p>
            <a:r>
              <a:rPr lang="en-US" b="1" dirty="0">
                <a:solidFill>
                  <a:srgbClr val="C00000"/>
                </a:solidFill>
              </a:rPr>
              <a:t>REHWS </a:t>
            </a:r>
            <a:endParaRPr lang="fa-IR" b="1" dirty="0" smtClean="0">
              <a:solidFill>
                <a:srgbClr val="C00000"/>
              </a:solidFill>
            </a:endParaRPr>
          </a:p>
          <a:p>
            <a:pPr>
              <a:defRPr sz="2000"/>
            </a:pPr>
            <a:r>
              <a:rPr lang="en-US" dirty="0"/>
              <a:t>- Combination of Exponential Smoothing and Holt-Winters (for seasonal time series).</a:t>
            </a:r>
          </a:p>
          <a:p>
            <a:pPr>
              <a:defRPr sz="2000"/>
            </a:pPr>
            <a:r>
              <a:rPr lang="en-US" dirty="0" smtClean="0"/>
              <a:t>How </a:t>
            </a:r>
            <a:r>
              <a:rPr lang="en-US" dirty="0"/>
              <a:t>does it detect Outliers?</a:t>
            </a:r>
          </a:p>
          <a:p>
            <a:pPr>
              <a:defRPr sz="2000"/>
            </a:pPr>
            <a:r>
              <a:rPr lang="en-US" dirty="0"/>
              <a:t>1. Smoothing: Build a baseline signal (trend + seasonality) with Holt-Winters/Exponential Smoothing.</a:t>
            </a:r>
          </a:p>
          <a:p>
            <a:pPr>
              <a:defRPr sz="2000"/>
            </a:pPr>
            <a:r>
              <a:rPr lang="en-US" dirty="0"/>
              <a:t>2. Compare: Check actual data points against the smoothed/predicted values.</a:t>
            </a:r>
          </a:p>
          <a:p>
            <a:pPr>
              <a:defRPr sz="2000"/>
            </a:pPr>
            <a:r>
              <a:rPr lang="en-US" dirty="0"/>
              <a:t>3. Outlier Marking: If the difference is too large (above a threshold), mark the point as an outlier.</a:t>
            </a:r>
          </a:p>
          <a:p>
            <a:endParaRPr lang="en-US" dirty="0"/>
          </a:p>
          <a:p>
            <a:pPr lvl="1"/>
            <a:endParaRPr lang="en-US" dirty="0"/>
          </a:p>
        </p:txBody>
      </p:sp>
      <p:pic>
        <p:nvPicPr>
          <p:cNvPr id="9" name="Picture 8"/>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89376" y="4058213"/>
            <a:ext cx="6742175" cy="253708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59856007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170687" y="-77100"/>
            <a:ext cx="9542449" cy="835093"/>
          </a:xfrm>
        </p:spPr>
        <p:txBody>
          <a:bodyPr/>
          <a:lstStyle/>
          <a:p>
            <a:r>
              <a:rPr lang="en-US" dirty="0">
                <a:solidFill>
                  <a:srgbClr val="C00000"/>
                </a:solidFill>
              </a:rPr>
              <a:t>Anomaly Detection </a:t>
            </a:r>
            <a:r>
              <a:rPr lang="en-US" dirty="0" smtClean="0">
                <a:solidFill>
                  <a:srgbClr val="C00000"/>
                </a:solidFill>
              </a:rPr>
              <a:t>Methods(Outliers)</a:t>
            </a:r>
            <a:endParaRPr lang="en-US" dirty="0">
              <a:solidFill>
                <a:srgbClr val="C00000"/>
              </a:solidFill>
            </a:endParaRP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13</a:t>
            </a:fld>
            <a:endParaRPr lang="de-DE"/>
          </a:p>
        </p:txBody>
      </p:sp>
      <p:pic>
        <p:nvPicPr>
          <p:cNvPr id="9" name="Content Placeholder 8"/>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105999" y="3703091"/>
            <a:ext cx="5752915" cy="206372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8" name="Content Placeholder 2">
            <a:extLst>
              <a:ext uri="{FF2B5EF4-FFF2-40B4-BE49-F238E27FC236}">
                <a16:creationId xmlns:a16="http://schemas.microsoft.com/office/drawing/2014/main" xmlns="" id="{9E1E67C1-343C-E4A8-0DFF-9165B0C2868A}"/>
              </a:ext>
            </a:extLst>
          </p:cNvPr>
          <p:cNvSpPr txBox="1">
            <a:spLocks/>
          </p:cNvSpPr>
          <p:nvPr/>
        </p:nvSpPr>
        <p:spPr>
          <a:xfrm>
            <a:off x="316992" y="1048512"/>
            <a:ext cx="11180064" cy="6004560"/>
          </a:xfrm>
          <a:prstGeom prst="rect">
            <a:avLst/>
          </a:prstGeom>
          <a:noFill/>
        </p:spPr>
        <p:txBody>
          <a:bodyPr vert="horz" lIns="0" tIns="0" rIns="0" bIns="0" rtlCol="0">
            <a:noAutofit/>
          </a:bodyPr>
          <a:lstStyle>
            <a:lvl1pPr marL="0" indent="0" algn="l" defTabSz="914400" rtl="0" eaLnBrk="1" latinLnBrk="0" hangingPunct="1">
              <a:lnSpc>
                <a:spcPct val="110000"/>
              </a:lnSpc>
              <a:spcBef>
                <a:spcPts val="1200"/>
              </a:spcBef>
              <a:buFont typeface="Arial" panose="020B0604020202020204" pitchFamily="34" charset="0"/>
              <a:buNone/>
              <a:defRPr sz="18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1pPr>
            <a:lvl2pPr marL="360000" indent="-360000" algn="l" defTabSz="914400" rtl="0" eaLnBrk="1" latinLnBrk="0" hangingPunct="1">
              <a:lnSpc>
                <a:spcPct val="110000"/>
              </a:lnSpc>
              <a:spcBef>
                <a:spcPts val="1200"/>
              </a:spcBef>
              <a:spcAft>
                <a:spcPts val="0"/>
              </a:spcAft>
              <a:buClr>
                <a:schemeClr val="accent1"/>
              </a:buClr>
              <a:buFont typeface="SRH" panose="020B0503020204020204" pitchFamily="34" charset="0"/>
              <a:buChar char="—"/>
              <a:defRPr sz="18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2pPr>
            <a:lvl3pPr marL="720000" indent="-360000" algn="l" defTabSz="914400" rtl="0" eaLnBrk="1" latinLnBrk="0" hangingPunct="1">
              <a:lnSpc>
                <a:spcPct val="110000"/>
              </a:lnSpc>
              <a:spcBef>
                <a:spcPts val="0"/>
              </a:spcBef>
              <a:buClr>
                <a:schemeClr val="accent1"/>
              </a:buClr>
              <a:buFont typeface="SRH" panose="020B0503020204020204" pitchFamily="34" charset="0"/>
              <a:buChar char="—"/>
              <a:defRPr sz="16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3pPr>
            <a:lvl4pPr marL="0" indent="0" algn="l" defTabSz="914400" rtl="0" eaLnBrk="1" latinLnBrk="0" hangingPunct="1">
              <a:lnSpc>
                <a:spcPct val="110000"/>
              </a:lnSpc>
              <a:spcBef>
                <a:spcPts val="2400"/>
              </a:spcBef>
              <a:buFont typeface="SRH" panose="020B0503020204020204" pitchFamily="34" charset="0"/>
              <a:buNone/>
              <a:defRPr sz="2000" b="1" kern="1200">
                <a:solidFill>
                  <a:schemeClr val="accent1"/>
                </a:solidFill>
                <a:latin typeface="SRH Text" panose="020B0503020204020204" pitchFamily="34" charset="0"/>
                <a:ea typeface="SRH Text" panose="020B0503020204020204" pitchFamily="34" charset="0"/>
                <a:cs typeface="SRH Text" panose="020B0503020204020204" pitchFamily="34" charset="0"/>
              </a:defRPr>
            </a:lvl4pPr>
            <a:lvl5pPr marL="0" indent="0" algn="l" defTabSz="914400" rtl="0" eaLnBrk="1" latinLnBrk="0" hangingPunct="1">
              <a:lnSpc>
                <a:spcPct val="110000"/>
              </a:lnSpc>
              <a:spcBef>
                <a:spcPts val="1200"/>
              </a:spcBef>
              <a:buFont typeface="SRH" panose="020B0503020204020204" pitchFamily="34" charset="0"/>
              <a:buNone/>
              <a:defRPr sz="2000" b="1" kern="1200">
                <a:solidFill>
                  <a:schemeClr val="tx1"/>
                </a:solidFill>
                <a:latin typeface="SRH Headline" panose="020B0603020204020204" pitchFamily="34" charset="0"/>
                <a:ea typeface="SRH Headline" panose="020B0603020204020204" pitchFamily="34" charset="0"/>
                <a:cs typeface="SRH Headline" panose="020B0603020204020204" pitchFamily="34" charset="0"/>
              </a:defRPr>
            </a:lvl5pPr>
            <a:lvl6pPr marL="0" indent="0" algn="l" defTabSz="914400" rtl="0" eaLnBrk="1" latinLnBrk="0" hangingPunct="1">
              <a:lnSpc>
                <a:spcPct val="110000"/>
              </a:lnSpc>
              <a:spcBef>
                <a:spcPts val="1200"/>
              </a:spcBef>
              <a:buFont typeface="Arial" panose="020B0604020202020204" pitchFamily="34" charset="0"/>
              <a:buNone/>
              <a:defRPr sz="2400" b="0" kern="1200">
                <a:solidFill>
                  <a:schemeClr val="tx1"/>
                </a:solidFill>
                <a:latin typeface="SRH Headline" panose="020B0603020204020204" pitchFamily="34" charset="0"/>
                <a:ea typeface="SRH Headline" panose="020B0603020204020204" pitchFamily="34" charset="0"/>
                <a:cs typeface="SRH Headline" panose="020B0603020204020204" pitchFamily="34" charset="0"/>
              </a:defRPr>
            </a:lvl6pPr>
            <a:lvl7pPr marL="0" indent="0" algn="l" defTabSz="914400" rtl="0" eaLnBrk="1" latinLnBrk="0" hangingPunct="1">
              <a:lnSpc>
                <a:spcPct val="98000"/>
              </a:lnSpc>
              <a:spcBef>
                <a:spcPts val="1200"/>
              </a:spcBef>
              <a:buFont typeface="Arial" panose="020B0604020202020204" pitchFamily="34" charset="0"/>
              <a:buNone/>
              <a:defRPr sz="4800" b="1" kern="1200">
                <a:solidFill>
                  <a:schemeClr val="accent1"/>
                </a:solidFill>
                <a:latin typeface="SRH Headline" panose="020B0603020204020204" pitchFamily="34" charset="0"/>
                <a:ea typeface="SRH Headline" panose="020B0603020204020204" pitchFamily="34" charset="0"/>
                <a:cs typeface="SRH Headline" panose="020B0603020204020204" pitchFamily="34" charset="0"/>
              </a:defRPr>
            </a:lvl7pPr>
            <a:lvl8pPr marL="0" indent="0" algn="l" defTabSz="914400" rtl="0" eaLnBrk="1" latinLnBrk="0" hangingPunct="1">
              <a:lnSpc>
                <a:spcPct val="98000"/>
              </a:lnSpc>
              <a:spcBef>
                <a:spcPts val="1200"/>
              </a:spcBef>
              <a:buFont typeface="Arial" panose="020B0604020202020204" pitchFamily="34" charset="0"/>
              <a:buNone/>
              <a:defRPr sz="2000" b="1" kern="1200">
                <a:solidFill>
                  <a:schemeClr val="tx1"/>
                </a:solidFill>
                <a:latin typeface="SRH Text" panose="020B0503020204020204" pitchFamily="34" charset="0"/>
                <a:ea typeface="SRH Text" panose="020B0503020204020204" pitchFamily="34" charset="0"/>
                <a:cs typeface="SRH Text" panose="020B0503020204020204" pitchFamily="34" charset="0"/>
              </a:defRPr>
            </a:lvl8pPr>
            <a:lvl9pPr marL="0" indent="0" algn="l" defTabSz="914400" rtl="0" eaLnBrk="1" latinLnBrk="0" hangingPunct="1">
              <a:lnSpc>
                <a:spcPct val="110000"/>
              </a:lnSpc>
              <a:spcBef>
                <a:spcPts val="600"/>
              </a:spcBef>
              <a:buFont typeface="Arial" panose="020B0604020202020204" pitchFamily="34" charset="0"/>
              <a:buNone/>
              <a:defRPr sz="1200" b="0" kern="1200">
                <a:solidFill>
                  <a:schemeClr val="tx1"/>
                </a:solidFill>
                <a:latin typeface="SRH Text" panose="020B0503020204020204" pitchFamily="34" charset="0"/>
                <a:ea typeface="SRH Text" panose="020B0503020204020204" pitchFamily="34" charset="0"/>
                <a:cs typeface="SRH Text" panose="020B0503020204020204" pitchFamily="34" charset="0"/>
              </a:defRPr>
            </a:lvl9pPr>
          </a:lstStyle>
          <a:p>
            <a:pPr>
              <a:defRPr sz="1800"/>
            </a:pPr>
            <a:r>
              <a:rPr lang="en-US" b="1" dirty="0">
                <a:solidFill>
                  <a:srgbClr val="C00000"/>
                </a:solidFill>
              </a:rPr>
              <a:t>IQR = Interquartile Range</a:t>
            </a:r>
          </a:p>
          <a:p>
            <a:pPr>
              <a:defRPr sz="1800"/>
            </a:pPr>
            <a:r>
              <a:rPr lang="en-US" dirty="0" smtClean="0"/>
              <a:t>1</a:t>
            </a:r>
            <a:r>
              <a:rPr lang="en-US" dirty="0"/>
              <a:t>. Compute Quartiles:</a:t>
            </a:r>
          </a:p>
          <a:p>
            <a:pPr>
              <a:defRPr sz="1800"/>
            </a:pPr>
            <a:r>
              <a:rPr lang="en-US" dirty="0"/>
              <a:t>   - Q1 (25th percentile): 25% of data below this value</a:t>
            </a:r>
          </a:p>
          <a:p>
            <a:pPr>
              <a:defRPr sz="1800"/>
            </a:pPr>
            <a:r>
              <a:rPr lang="en-US" dirty="0"/>
              <a:t>   - Q3 (75th percentile): 75% of data below this value</a:t>
            </a:r>
          </a:p>
          <a:p>
            <a:pPr>
              <a:defRPr sz="1800"/>
            </a:pPr>
            <a:r>
              <a:rPr lang="en-US" dirty="0"/>
              <a:t>2. Compute IQR:</a:t>
            </a:r>
          </a:p>
          <a:p>
            <a:pPr>
              <a:defRPr sz="1800"/>
            </a:pPr>
            <a:r>
              <a:rPr lang="en-US" dirty="0"/>
              <a:t>   - IQR = Q3 - Q1</a:t>
            </a:r>
          </a:p>
          <a:p>
            <a:pPr>
              <a:defRPr sz="1800"/>
            </a:pPr>
            <a:r>
              <a:rPr lang="en-US" dirty="0"/>
              <a:t>   - Represents the range of the central 50% of data</a:t>
            </a:r>
          </a:p>
          <a:p>
            <a:pPr>
              <a:defRPr sz="1800"/>
            </a:pPr>
            <a:r>
              <a:rPr lang="en-US" dirty="0"/>
              <a:t>3. Determine Thresholds:</a:t>
            </a:r>
          </a:p>
          <a:p>
            <a:pPr>
              <a:defRPr sz="1800"/>
            </a:pPr>
            <a:r>
              <a:rPr lang="en-US" dirty="0"/>
              <a:t>   - Lower Bound = Q1 - 1.5 × IQR</a:t>
            </a:r>
          </a:p>
          <a:p>
            <a:pPr>
              <a:defRPr sz="1800"/>
            </a:pPr>
            <a:r>
              <a:rPr lang="en-US" dirty="0"/>
              <a:t>   - Upper Bound = Q3 + 1.5 × IQR</a:t>
            </a:r>
          </a:p>
          <a:p>
            <a:pPr>
              <a:defRPr sz="1800"/>
            </a:pPr>
            <a:r>
              <a:rPr lang="en-US" dirty="0"/>
              <a:t>4. Identify Outliers:</a:t>
            </a:r>
          </a:p>
          <a:p>
            <a:pPr>
              <a:defRPr sz="1800"/>
            </a:pPr>
            <a:r>
              <a:rPr lang="en-US" dirty="0"/>
              <a:t>- Any data point outside these bounds is considered an outlier</a:t>
            </a:r>
          </a:p>
          <a:p>
            <a:pPr>
              <a:defRPr sz="2000"/>
            </a:pPr>
            <a:r>
              <a:rPr lang="en-US" sz="2000" dirty="0" smtClean="0"/>
              <a:t>.</a:t>
            </a:r>
          </a:p>
          <a:p>
            <a:endParaRPr lang="en-US" dirty="0" smtClean="0"/>
          </a:p>
          <a:p>
            <a:pPr lvl="1"/>
            <a:endParaRPr lang="en-US" dirty="0"/>
          </a:p>
        </p:txBody>
      </p:sp>
    </p:spTree>
    <p:extLst>
      <p:ext uri="{BB962C8B-B14F-4D97-AF65-F5344CB8AC3E}">
        <p14:creationId xmlns:p14="http://schemas.microsoft.com/office/powerpoint/2010/main" val="412718861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14</a:t>
            </a:fld>
            <a:endParaRPr lang="de-DE"/>
          </a:p>
        </p:txBody>
      </p:sp>
      <p:sp>
        <p:nvSpPr>
          <p:cNvPr id="3" name="Content Placeholder 2"/>
          <p:cNvSpPr>
            <a:spLocks noGrp="1"/>
          </p:cNvSpPr>
          <p:nvPr>
            <p:ph idx="1"/>
          </p:nvPr>
        </p:nvSpPr>
        <p:spPr>
          <a:xfrm>
            <a:off x="359400" y="512064"/>
            <a:ext cx="10113528" cy="5445936"/>
          </a:xfrm>
        </p:spPr>
        <p:txBody>
          <a:bodyPr/>
          <a:lstStyle/>
          <a:p>
            <a:r>
              <a:rPr lang="en-US" b="1" dirty="0" smtClean="0">
                <a:solidFill>
                  <a:srgbClr val="C00000"/>
                </a:solidFill>
              </a:rPr>
              <a:t> </a:t>
            </a:r>
            <a:r>
              <a:rPr lang="en-US" b="1" dirty="0">
                <a:solidFill>
                  <a:srgbClr val="C00000"/>
                </a:solidFill>
              </a:rPr>
              <a:t>Deep Learning (DL)</a:t>
            </a:r>
            <a:endParaRPr lang="en-US" dirty="0">
              <a:solidFill>
                <a:srgbClr val="C00000"/>
              </a:solidFill>
            </a:endParaRPr>
          </a:p>
          <a:p>
            <a:r>
              <a:rPr lang="en-US" b="1" dirty="0"/>
              <a:t>Examples:</a:t>
            </a:r>
            <a:r>
              <a:rPr lang="en-US" dirty="0"/>
              <a:t> , DAGMM(Deep </a:t>
            </a:r>
            <a:r>
              <a:rPr lang="en-US" dirty="0" err="1"/>
              <a:t>Autoencoding</a:t>
            </a:r>
            <a:r>
              <a:rPr lang="en-US" dirty="0"/>
              <a:t> Gaussian Mixture Model)</a:t>
            </a:r>
          </a:p>
          <a:p>
            <a:r>
              <a:rPr lang="en-US" b="1" dirty="0" smtClean="0"/>
              <a:t>Idea</a:t>
            </a:r>
            <a:r>
              <a:rPr lang="en-US" b="1" dirty="0"/>
              <a:t>:</a:t>
            </a:r>
            <a:r>
              <a:rPr lang="en-US" dirty="0"/>
              <a:t> These models learn </a:t>
            </a:r>
            <a:r>
              <a:rPr lang="en-US" b="1" dirty="0"/>
              <a:t>complex and sequential patterns </a:t>
            </a:r>
            <a:r>
              <a:rPr lang="en-US" dirty="0"/>
              <a:t>in the data. They can capture temporal dynamics, making them very effective for time series anomaly detection (like energy consumption).</a:t>
            </a:r>
          </a:p>
          <a:p>
            <a:r>
              <a:rPr lang="en-US" b="1" dirty="0"/>
              <a:t>Pros:</a:t>
            </a:r>
            <a:r>
              <a:rPr lang="en-US" dirty="0"/>
              <a:t> High accuracy for large and complex datasets, especially sequential data.</a:t>
            </a:r>
          </a:p>
          <a:p>
            <a:r>
              <a:rPr lang="en-US" b="1" dirty="0"/>
              <a:t>Cons:</a:t>
            </a:r>
            <a:r>
              <a:rPr lang="en-US" dirty="0"/>
              <a:t> Requires more data, computational power, and training time.</a:t>
            </a:r>
          </a:p>
          <a:p>
            <a:endParaRPr lang="en-US" dirty="0"/>
          </a:p>
        </p:txBody>
      </p:sp>
    </p:spTree>
    <p:extLst>
      <p:ext uri="{BB962C8B-B14F-4D97-AF65-F5344CB8AC3E}">
        <p14:creationId xmlns:p14="http://schemas.microsoft.com/office/powerpoint/2010/main" val="335215808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15</a:t>
            </a:fld>
            <a:endParaRPr lang="de-DE"/>
          </a:p>
        </p:txBody>
      </p:sp>
      <p:sp>
        <p:nvSpPr>
          <p:cNvPr id="3" name="Content Placeholder 2"/>
          <p:cNvSpPr>
            <a:spLocks noGrp="1"/>
          </p:cNvSpPr>
          <p:nvPr>
            <p:ph idx="1"/>
          </p:nvPr>
        </p:nvSpPr>
        <p:spPr>
          <a:xfrm>
            <a:off x="359400" y="512064"/>
            <a:ext cx="11137656" cy="5571744"/>
          </a:xfrm>
        </p:spPr>
        <p:txBody>
          <a:bodyPr/>
          <a:lstStyle/>
          <a:p>
            <a:r>
              <a:rPr lang="en-US" b="1" dirty="0" smtClean="0">
                <a:solidFill>
                  <a:srgbClr val="C00000"/>
                </a:solidFill>
              </a:rPr>
              <a:t>DAGMM(Deep </a:t>
            </a:r>
            <a:r>
              <a:rPr lang="en-US" b="1" dirty="0" err="1">
                <a:solidFill>
                  <a:srgbClr val="C00000"/>
                </a:solidFill>
              </a:rPr>
              <a:t>Autoencoding</a:t>
            </a:r>
            <a:r>
              <a:rPr lang="en-US" b="1" dirty="0">
                <a:solidFill>
                  <a:srgbClr val="C00000"/>
                </a:solidFill>
              </a:rPr>
              <a:t> Gaussian Mixture Model)</a:t>
            </a:r>
          </a:p>
          <a:p>
            <a:r>
              <a:rPr lang="en-US" b="1" dirty="0"/>
              <a:t>Encoding with </a:t>
            </a:r>
            <a:r>
              <a:rPr lang="en-US" b="1" dirty="0" err="1"/>
              <a:t>Autoencoder</a:t>
            </a:r>
            <a:r>
              <a:rPr lang="en-US" b="1" dirty="0" smtClean="0"/>
              <a:t>:</a:t>
            </a:r>
            <a:endParaRPr lang="fa-IR" b="1" dirty="0" smtClean="0"/>
          </a:p>
          <a:p>
            <a:r>
              <a:rPr lang="en-US" dirty="0" smtClean="0"/>
              <a:t>Input </a:t>
            </a:r>
            <a:r>
              <a:rPr lang="en-US" dirty="0"/>
              <a:t>data is encoded and reconstructed</a:t>
            </a:r>
          </a:p>
          <a:p>
            <a:r>
              <a:rPr lang="en-US" dirty="0"/>
              <a:t>Produces compressed representation and latent features</a:t>
            </a:r>
          </a:p>
          <a:p>
            <a:r>
              <a:rPr lang="en-US" b="1" dirty="0"/>
              <a:t>Reconstruction Error:</a:t>
            </a:r>
            <a:endParaRPr lang="en-US" dirty="0"/>
          </a:p>
          <a:p>
            <a:r>
              <a:rPr lang="en-US" dirty="0"/>
              <a:t>Difference between actual and reconstructed data is calculated</a:t>
            </a:r>
          </a:p>
          <a:p>
            <a:r>
              <a:rPr lang="en-US" dirty="0"/>
              <a:t>Outliers usually have higher reconstruction error because </a:t>
            </a:r>
            <a:r>
              <a:rPr lang="en-US" dirty="0" err="1"/>
              <a:t>Autoencoder</a:t>
            </a:r>
            <a:r>
              <a:rPr lang="en-US" dirty="0"/>
              <a:t> cannot reconstruct them well</a:t>
            </a:r>
          </a:p>
          <a:p>
            <a:r>
              <a:rPr lang="en-US" b="1" dirty="0" smtClean="0"/>
              <a:t>Anomaly </a:t>
            </a:r>
            <a:r>
              <a:rPr lang="en-US" b="1" dirty="0"/>
              <a:t>Score Calculation:</a:t>
            </a:r>
            <a:endParaRPr lang="en-US" dirty="0"/>
          </a:p>
          <a:p>
            <a:r>
              <a:rPr lang="en-US" dirty="0"/>
              <a:t>Each sample's probability under GMM is calculated</a:t>
            </a:r>
          </a:p>
          <a:p>
            <a:r>
              <a:rPr lang="en-US" dirty="0"/>
              <a:t>Samples with low probability or in rare parts of the distribution → </a:t>
            </a:r>
            <a:r>
              <a:rPr lang="en-US" b="1" dirty="0"/>
              <a:t>Outliers</a:t>
            </a:r>
            <a:endParaRPr lang="en-US" dirty="0"/>
          </a:p>
          <a:p>
            <a:endParaRPr lang="en-US" dirty="0"/>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40096" y="4958027"/>
            <a:ext cx="5815584" cy="1899973"/>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115069379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170687" y="-77100"/>
            <a:ext cx="10680193" cy="835093"/>
          </a:xfrm>
        </p:spPr>
        <p:txBody>
          <a:bodyPr/>
          <a:lstStyle/>
          <a:p>
            <a:r>
              <a:rPr lang="en-US" dirty="0">
                <a:solidFill>
                  <a:srgbClr val="C00000"/>
                </a:solidFill>
              </a:rPr>
              <a:t>Feature Importance</a:t>
            </a: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16</a:t>
            </a:fld>
            <a:endParaRPr lang="de-DE"/>
          </a:p>
        </p:txBody>
      </p:sp>
      <p:sp>
        <p:nvSpPr>
          <p:cNvPr id="8" name="Content Placeholder 2">
            <a:extLst>
              <a:ext uri="{FF2B5EF4-FFF2-40B4-BE49-F238E27FC236}">
                <a16:creationId xmlns:a16="http://schemas.microsoft.com/office/drawing/2014/main" xmlns="" id="{9E1E67C1-343C-E4A8-0DFF-9165B0C2868A}"/>
              </a:ext>
            </a:extLst>
          </p:cNvPr>
          <p:cNvSpPr>
            <a:spLocks noGrp="1"/>
          </p:cNvSpPr>
          <p:nvPr>
            <p:ph idx="1"/>
          </p:nvPr>
        </p:nvSpPr>
        <p:spPr>
          <a:xfrm>
            <a:off x="366908" y="1097280"/>
            <a:ext cx="10861924" cy="5303520"/>
          </a:xfrm>
        </p:spPr>
        <p:txBody>
          <a:bodyPr/>
          <a:lstStyle/>
          <a:p>
            <a:pPr>
              <a:lnSpc>
                <a:spcPct val="150000"/>
              </a:lnSpc>
            </a:pPr>
            <a:r>
              <a:rPr lang="en-US" dirty="0"/>
              <a:t>Feature importance tells us </a:t>
            </a:r>
            <a:r>
              <a:rPr lang="en-US" b="1" dirty="0"/>
              <a:t>which input variables (features)</a:t>
            </a:r>
            <a:r>
              <a:rPr lang="en-US" dirty="0"/>
              <a:t> have the most influence in predicting the target variable (here: </a:t>
            </a:r>
            <a:r>
              <a:rPr lang="en-US" b="1" dirty="0"/>
              <a:t>Energy Consumption</a:t>
            </a:r>
            <a:r>
              <a:rPr lang="en-US" dirty="0"/>
              <a:t>).</a:t>
            </a:r>
          </a:p>
          <a:p>
            <a:pPr>
              <a:lnSpc>
                <a:spcPct val="150000"/>
              </a:lnSpc>
            </a:pPr>
            <a:r>
              <a:rPr lang="en-US" dirty="0" smtClean="0"/>
              <a:t>Feature </a:t>
            </a:r>
            <a:r>
              <a:rPr lang="en-US" dirty="0"/>
              <a:t>importance </a:t>
            </a:r>
            <a:r>
              <a:rPr lang="en-US" b="1" dirty="0"/>
              <a:t>quantifies that contribution</a:t>
            </a:r>
            <a:r>
              <a:rPr lang="en-US" dirty="0"/>
              <a:t>, usually by measuring how much a feature reduces prediction error when it is used in decision splits.</a:t>
            </a:r>
          </a:p>
          <a:p>
            <a:pPr lvl="1">
              <a:lnSpc>
                <a:spcPct val="150000"/>
              </a:lnSpc>
            </a:pPr>
            <a:r>
              <a:rPr lang="en-US" dirty="0" smtClean="0"/>
              <a:t>Permutation </a:t>
            </a:r>
            <a:r>
              <a:rPr lang="en-US" dirty="0"/>
              <a:t>Feature Importance</a:t>
            </a:r>
          </a:p>
          <a:p>
            <a:pPr lvl="1">
              <a:lnSpc>
                <a:spcPct val="150000"/>
              </a:lnSpc>
            </a:pPr>
            <a:r>
              <a:rPr lang="en-US" dirty="0" smtClean="0"/>
              <a:t>Variance Threshold</a:t>
            </a:r>
          </a:p>
          <a:p>
            <a:pPr lvl="1">
              <a:lnSpc>
                <a:spcPct val="150000"/>
              </a:lnSpc>
            </a:pPr>
            <a:r>
              <a:rPr lang="en-US" dirty="0"/>
              <a:t>Mutual </a:t>
            </a:r>
            <a:r>
              <a:rPr lang="en-US" dirty="0" smtClean="0"/>
              <a:t>Information-MI</a:t>
            </a:r>
          </a:p>
          <a:p>
            <a:pPr lvl="1">
              <a:lnSpc>
                <a:spcPct val="150000"/>
              </a:lnSpc>
            </a:pPr>
            <a:r>
              <a:rPr lang="en-US" dirty="0" smtClean="0"/>
              <a:t>Correlation Matrix</a:t>
            </a:r>
            <a:endParaRPr lang="en-US" dirty="0" smtClean="0"/>
          </a:p>
          <a:p>
            <a:pPr lvl="1"/>
            <a:endParaRPr lang="en-US" dirty="0"/>
          </a:p>
          <a:p>
            <a:pPr lvl="1"/>
            <a:endParaRPr lang="en-US" dirty="0"/>
          </a:p>
          <a:p>
            <a:pPr lvl="1"/>
            <a:endParaRPr lang="en-US" dirty="0" smtClean="0"/>
          </a:p>
          <a:p>
            <a:pPr lvl="1"/>
            <a:endParaRPr lang="en-US" dirty="0"/>
          </a:p>
          <a:p>
            <a:pPr lvl="1"/>
            <a:endParaRPr lang="en-US" dirty="0"/>
          </a:p>
        </p:txBody>
      </p:sp>
    </p:spTree>
    <p:extLst>
      <p:ext uri="{BB962C8B-B14F-4D97-AF65-F5344CB8AC3E}">
        <p14:creationId xmlns:p14="http://schemas.microsoft.com/office/powerpoint/2010/main" val="59514432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170687" y="-77100"/>
            <a:ext cx="10680193" cy="835093"/>
          </a:xfrm>
        </p:spPr>
        <p:txBody>
          <a:bodyPr/>
          <a:lstStyle/>
          <a:p>
            <a:r>
              <a:rPr lang="en-US" dirty="0">
                <a:solidFill>
                  <a:srgbClr val="C00000"/>
                </a:solidFill>
              </a:rPr>
              <a:t>Permutation Feature Importance</a:t>
            </a: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17</a:t>
            </a:fld>
            <a:endParaRPr lang="de-DE"/>
          </a:p>
        </p:txBody>
      </p:sp>
      <p:sp>
        <p:nvSpPr>
          <p:cNvPr id="8" name="Content Placeholder 2">
            <a:extLst>
              <a:ext uri="{FF2B5EF4-FFF2-40B4-BE49-F238E27FC236}">
                <a16:creationId xmlns:a16="http://schemas.microsoft.com/office/drawing/2014/main" xmlns="" id="{9E1E67C1-343C-E4A8-0DFF-9165B0C2868A}"/>
              </a:ext>
            </a:extLst>
          </p:cNvPr>
          <p:cNvSpPr>
            <a:spLocks noGrp="1"/>
          </p:cNvSpPr>
          <p:nvPr>
            <p:ph idx="1"/>
          </p:nvPr>
        </p:nvSpPr>
        <p:spPr>
          <a:xfrm>
            <a:off x="110876" y="1173264"/>
            <a:ext cx="10337668" cy="1935696"/>
          </a:xfrm>
        </p:spPr>
        <p:txBody>
          <a:bodyPr/>
          <a:lstStyle/>
          <a:p>
            <a:pPr marL="285750" indent="-285750">
              <a:buFont typeface="Wingdings" panose="05000000000000000000" pitchFamily="2" charset="2"/>
              <a:buChar char="§"/>
            </a:pPr>
            <a:r>
              <a:rPr lang="en-US" dirty="0"/>
              <a:t>A method to measure the importance of each feature in a machine learning model</a:t>
            </a:r>
            <a:r>
              <a:rPr lang="en-US" dirty="0" smtClean="0"/>
              <a:t>.</a:t>
            </a:r>
            <a:endParaRPr lang="fa-IR" dirty="0" smtClean="0"/>
          </a:p>
          <a:p>
            <a:pPr marL="285750" indent="-285750">
              <a:buFont typeface="Wingdings" panose="05000000000000000000" pitchFamily="2" charset="2"/>
              <a:buChar char="§"/>
            </a:pPr>
            <a:r>
              <a:rPr lang="en-US" dirty="0"/>
              <a:t>Idea: Randomly shuffle a feature’s values and see how the model performance changes.</a:t>
            </a:r>
            <a:endParaRPr lang="fa-IR" b="1" dirty="0"/>
          </a:p>
          <a:p>
            <a:r>
              <a:rPr lang="en-US" b="1" dirty="0"/>
              <a:t>How it works:</a:t>
            </a:r>
            <a:endParaRPr lang="en-US" dirty="0"/>
          </a:p>
          <a:p>
            <a:r>
              <a:rPr lang="en-US" dirty="0"/>
              <a:t>Train the model on the data and calculate </a:t>
            </a:r>
            <a:r>
              <a:rPr lang="en-US" b="1" dirty="0"/>
              <a:t>baseline performance</a:t>
            </a:r>
            <a:r>
              <a:rPr lang="en-US" dirty="0"/>
              <a:t> (e.g., accuracy, R²).</a:t>
            </a:r>
          </a:p>
          <a:p>
            <a:r>
              <a:rPr lang="en-US" dirty="0"/>
              <a:t>For each feature:</a:t>
            </a:r>
          </a:p>
          <a:p>
            <a:pPr lvl="1"/>
            <a:r>
              <a:rPr lang="en-US" dirty="0"/>
              <a:t>Shuffle its values randomly.</a:t>
            </a:r>
          </a:p>
          <a:p>
            <a:pPr lvl="1"/>
            <a:r>
              <a:rPr lang="en-US" dirty="0"/>
              <a:t>Re-evaluate the model performance.</a:t>
            </a:r>
          </a:p>
          <a:p>
            <a:r>
              <a:rPr lang="en-US" dirty="0"/>
              <a:t>Compare performance:</a:t>
            </a:r>
          </a:p>
          <a:p>
            <a:pPr lvl="1"/>
            <a:r>
              <a:rPr lang="en-US" b="1" dirty="0"/>
              <a:t>Big drop in performance → feature is very important</a:t>
            </a:r>
            <a:endParaRPr lang="en-US" dirty="0"/>
          </a:p>
          <a:p>
            <a:pPr lvl="1"/>
            <a:r>
              <a:rPr lang="en-US" b="1" dirty="0"/>
              <a:t>Little or no change → feature is less important</a:t>
            </a:r>
            <a:endParaRPr lang="en-US" dirty="0"/>
          </a:p>
          <a:p>
            <a:pPr lvl="1"/>
            <a:endParaRPr lang="fa-IR" dirty="0" smtClean="0"/>
          </a:p>
          <a:p>
            <a:pPr marL="0" lvl="1" indent="0">
              <a:buNone/>
            </a:pPr>
            <a:endParaRPr lang="en-US"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59168" y="2865120"/>
            <a:ext cx="5132831" cy="3523488"/>
          </a:xfrm>
          <a:prstGeom prst="rect">
            <a:avLst/>
          </a:prstGeom>
        </p:spPr>
      </p:pic>
    </p:spTree>
    <p:extLst>
      <p:ext uri="{BB962C8B-B14F-4D97-AF65-F5344CB8AC3E}">
        <p14:creationId xmlns:p14="http://schemas.microsoft.com/office/powerpoint/2010/main" val="355158897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170687" y="-77100"/>
            <a:ext cx="9542449" cy="835093"/>
          </a:xfrm>
        </p:spPr>
        <p:txBody>
          <a:bodyPr/>
          <a:lstStyle/>
          <a:p>
            <a:r>
              <a:rPr lang="en-US" dirty="0">
                <a:solidFill>
                  <a:srgbClr val="C00000"/>
                </a:solidFill>
              </a:rPr>
              <a:t>Variance Threshold</a:t>
            </a: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18</a:t>
            </a:fld>
            <a:endParaRPr lang="de-DE"/>
          </a:p>
        </p:txBody>
      </p:sp>
      <p:sp>
        <p:nvSpPr>
          <p:cNvPr id="3" name="Content Placeholder 2"/>
          <p:cNvSpPr>
            <a:spLocks noGrp="1"/>
          </p:cNvSpPr>
          <p:nvPr>
            <p:ph idx="1"/>
          </p:nvPr>
        </p:nvSpPr>
        <p:spPr>
          <a:xfrm>
            <a:off x="359400" y="1072896"/>
            <a:ext cx="10503672" cy="2426208"/>
          </a:xfrm>
        </p:spPr>
        <p:txBody>
          <a:bodyPr/>
          <a:lstStyle/>
          <a:p>
            <a:r>
              <a:rPr lang="en-US" b="1" dirty="0" smtClean="0"/>
              <a:t>A </a:t>
            </a:r>
            <a:r>
              <a:rPr lang="en-US" b="1" dirty="0"/>
              <a:t>feature selection method </a:t>
            </a:r>
            <a:r>
              <a:rPr lang="en-US" dirty="0"/>
              <a:t>that removes features with </a:t>
            </a:r>
            <a:r>
              <a:rPr lang="en-US" b="1" dirty="0"/>
              <a:t>very low variance</a:t>
            </a:r>
            <a:r>
              <a:rPr lang="en-US" dirty="0"/>
              <a:t> (i.e., </a:t>
            </a:r>
            <a:r>
              <a:rPr lang="en-US" b="1" dirty="0"/>
              <a:t>almost constant </a:t>
            </a:r>
            <a:r>
              <a:rPr lang="en-US" dirty="0"/>
              <a:t>values).</a:t>
            </a:r>
          </a:p>
          <a:p>
            <a:r>
              <a:rPr lang="en-US" b="1" dirty="0"/>
              <a:t>Why it matters:</a:t>
            </a:r>
            <a:endParaRPr lang="en-US" dirty="0"/>
          </a:p>
          <a:p>
            <a:r>
              <a:rPr lang="en-US" dirty="0"/>
              <a:t>Features with no variability don’t help the model.</a:t>
            </a:r>
          </a:p>
          <a:p>
            <a:r>
              <a:rPr lang="en-US" dirty="0"/>
              <a:t>Reduces dataset size, speeds up training, and avoids </a:t>
            </a:r>
            <a:r>
              <a:rPr lang="en-US" dirty="0" err="1"/>
              <a:t>overfitting</a:t>
            </a:r>
            <a:r>
              <a:rPr lang="en-US" dirty="0" smtClean="0"/>
              <a:t>.</a:t>
            </a:r>
          </a:p>
          <a:p>
            <a:endParaRPr lang="en-US" dirty="0"/>
          </a:p>
          <a:p>
            <a:r>
              <a:rPr lang="en-US" dirty="0"/>
              <a:t>Low variance features: </a:t>
            </a:r>
            <a:endParaRPr lang="en-US" dirty="0" smtClean="0"/>
          </a:p>
          <a:p>
            <a:r>
              <a:rPr lang="en-US" dirty="0" smtClean="0"/>
              <a:t>Original </a:t>
            </a:r>
            <a:r>
              <a:rPr lang="en-US" dirty="0"/>
              <a:t>feature count: 41 </a:t>
            </a:r>
            <a:endParaRPr lang="en-US" dirty="0" smtClean="0"/>
          </a:p>
          <a:p>
            <a:r>
              <a:rPr lang="en-US" dirty="0" smtClean="0"/>
              <a:t>Selected </a:t>
            </a:r>
            <a:r>
              <a:rPr lang="en-US" dirty="0"/>
              <a:t>feature count: 40</a:t>
            </a:r>
          </a:p>
          <a:p>
            <a:endParaRPr lang="en-US" dirty="0"/>
          </a:p>
        </p:txBody>
      </p:sp>
    </p:spTree>
    <p:extLst>
      <p:ext uri="{BB962C8B-B14F-4D97-AF65-F5344CB8AC3E}">
        <p14:creationId xmlns:p14="http://schemas.microsoft.com/office/powerpoint/2010/main" val="208785473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170687" y="-77100"/>
            <a:ext cx="9542449" cy="835093"/>
          </a:xfrm>
        </p:spPr>
        <p:txBody>
          <a:bodyPr/>
          <a:lstStyle/>
          <a:p>
            <a:r>
              <a:rPr lang="en-US" dirty="0">
                <a:solidFill>
                  <a:srgbClr val="C00000"/>
                </a:solidFill>
              </a:rPr>
              <a:t>Mutual Information (MI)</a:t>
            </a: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19</a:t>
            </a:fld>
            <a:endParaRPr lang="de-DE"/>
          </a:p>
        </p:txBody>
      </p:sp>
      <p:sp>
        <p:nvSpPr>
          <p:cNvPr id="3" name="Content Placeholder 2"/>
          <p:cNvSpPr>
            <a:spLocks noGrp="1"/>
          </p:cNvSpPr>
          <p:nvPr>
            <p:ph idx="1"/>
          </p:nvPr>
        </p:nvSpPr>
        <p:spPr>
          <a:xfrm>
            <a:off x="109728" y="963168"/>
            <a:ext cx="5193792" cy="5218176"/>
          </a:xfrm>
        </p:spPr>
        <p:txBody>
          <a:bodyPr/>
          <a:lstStyle/>
          <a:p>
            <a:r>
              <a:rPr lang="en-US" dirty="0" smtClean="0"/>
              <a:t>A </a:t>
            </a:r>
            <a:r>
              <a:rPr lang="en-US" dirty="0"/>
              <a:t>measure from information theory that tells us </a:t>
            </a:r>
            <a:r>
              <a:rPr lang="en-US" b="1" dirty="0"/>
              <a:t>how much knowing one variable reduces uncertainty about another</a:t>
            </a:r>
            <a:r>
              <a:rPr lang="en-US" dirty="0"/>
              <a:t>.</a:t>
            </a:r>
          </a:p>
          <a:p>
            <a:r>
              <a:rPr lang="en-US" b="1" dirty="0"/>
              <a:t>Why it matters:</a:t>
            </a:r>
            <a:endParaRPr lang="en-US" dirty="0"/>
          </a:p>
          <a:p>
            <a:r>
              <a:rPr lang="en-US" dirty="0"/>
              <a:t>Used for feature selection → finds </a:t>
            </a:r>
            <a:r>
              <a:rPr lang="en-US" b="1" dirty="0"/>
              <a:t>nonlinear relationships</a:t>
            </a:r>
            <a:r>
              <a:rPr lang="en-US" dirty="0"/>
              <a:t> between features and target.</a:t>
            </a:r>
          </a:p>
          <a:p>
            <a:r>
              <a:rPr lang="en-US" dirty="0"/>
              <a:t>More flexible than correlation because it captures </a:t>
            </a:r>
            <a:r>
              <a:rPr lang="en-US" b="1" dirty="0"/>
              <a:t>both linear &amp; nonlinear dependencies</a:t>
            </a:r>
            <a:r>
              <a:rPr lang="en-US" dirty="0"/>
              <a:t>.</a:t>
            </a:r>
          </a:p>
          <a:p>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93748" y="1121480"/>
            <a:ext cx="6266603" cy="5736520"/>
          </a:xfrm>
          <a:prstGeom prst="rect">
            <a:avLst/>
          </a:prstGeom>
        </p:spPr>
      </p:pic>
    </p:spTree>
    <p:extLst>
      <p:ext uri="{BB962C8B-B14F-4D97-AF65-F5344CB8AC3E}">
        <p14:creationId xmlns:p14="http://schemas.microsoft.com/office/powerpoint/2010/main" val="222451406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67959" y="291455"/>
            <a:ext cx="9157663" cy="668323"/>
          </a:xfrm>
        </p:spPr>
        <p:txBody>
          <a:bodyPr/>
          <a:lstStyle/>
          <a:p>
            <a:r>
              <a:rPr lang="en-US" dirty="0" smtClean="0">
                <a:solidFill>
                  <a:srgbClr val="DF4807"/>
                </a:solidFill>
              </a:rPr>
              <a:t>Related Articles</a:t>
            </a:r>
            <a:endParaRPr lang="de-DE" dirty="0">
              <a:solidFill>
                <a:srgbClr val="FF0000"/>
              </a:solidFill>
            </a:endParaRPr>
          </a:p>
        </p:txBody>
      </p:sp>
      <p:sp>
        <p:nvSpPr>
          <p:cNvPr id="3" name="Datumsplatzhalter 2"/>
          <p:cNvSpPr>
            <a:spLocks noGrp="1"/>
          </p:cNvSpPr>
          <p:nvPr>
            <p:ph type="dt" sz="half" idx="10"/>
          </p:nvPr>
        </p:nvSpPr>
        <p:spPr/>
        <p:txBody>
          <a:bodyPr/>
          <a:lstStyle/>
          <a:p>
            <a:fld id="{055F91DD-07BD-4CA0-8CA1-FDDE6286BC29}" type="datetime1">
              <a:rPr lang="en-CA" smtClean="0"/>
              <a:t>2025-09-13</a:t>
            </a:fld>
            <a:endParaRPr lang="de-DE" dirty="0"/>
          </a:p>
        </p:txBody>
      </p:sp>
      <p:sp>
        <p:nvSpPr>
          <p:cNvPr id="4" name="Fußzeilenplatzhalter 3"/>
          <p:cNvSpPr>
            <a:spLocks noGrp="1"/>
          </p:cNvSpPr>
          <p:nvPr>
            <p:ph type="ftr" sz="quarter" idx="11"/>
          </p:nvPr>
        </p:nvSpPr>
        <p:spPr/>
        <p:txBody>
          <a:bodyPr/>
          <a:lstStyle/>
          <a:p>
            <a:r>
              <a:rPr lang="de-DE" dirty="0"/>
              <a:t>SRH Hochschule Heidelberg</a:t>
            </a:r>
          </a:p>
        </p:txBody>
      </p:sp>
      <p:sp>
        <p:nvSpPr>
          <p:cNvPr id="5" name="Foliennummernplatzhalter 4"/>
          <p:cNvSpPr>
            <a:spLocks noGrp="1"/>
          </p:cNvSpPr>
          <p:nvPr>
            <p:ph type="sldNum" sz="quarter" idx="12"/>
          </p:nvPr>
        </p:nvSpPr>
        <p:spPr/>
        <p:txBody>
          <a:bodyPr/>
          <a:lstStyle/>
          <a:p>
            <a:fld id="{075B144D-941B-4DFC-AF5F-0416193D12EC}" type="slidenum">
              <a:rPr lang="de-DE" smtClean="0"/>
              <a:pPr/>
              <a:t>20</a:t>
            </a:fld>
            <a:endParaRPr lang="de-DE"/>
          </a:p>
        </p:txBody>
      </p:sp>
      <p:graphicFrame>
        <p:nvGraphicFramePr>
          <p:cNvPr id="9" name="Table 8"/>
          <p:cNvGraphicFramePr>
            <a:graphicFrameLocks noGrp="1"/>
          </p:cNvGraphicFramePr>
          <p:nvPr>
            <p:extLst>
              <p:ext uri="{D42A27DB-BD31-4B8C-83A1-F6EECF244321}">
                <p14:modId xmlns:p14="http://schemas.microsoft.com/office/powerpoint/2010/main" val="1301501721"/>
              </p:ext>
            </p:extLst>
          </p:nvPr>
        </p:nvGraphicFramePr>
        <p:xfrm>
          <a:off x="499872" y="1511808"/>
          <a:ext cx="11326368" cy="4733590"/>
        </p:xfrm>
        <a:graphic>
          <a:graphicData uri="http://schemas.openxmlformats.org/drawingml/2006/table">
            <a:tbl>
              <a:tblPr/>
              <a:tblGrid>
                <a:gridCol w="2040127"/>
                <a:gridCol w="1564640"/>
                <a:gridCol w="1564640"/>
                <a:gridCol w="1564640"/>
                <a:gridCol w="1564640"/>
                <a:gridCol w="3027681"/>
              </a:tblGrid>
              <a:tr h="938784">
                <a:tc>
                  <a:txBody>
                    <a:bodyPr/>
                    <a:lstStyle/>
                    <a:p>
                      <a:pPr algn="ctr"/>
                      <a:r>
                        <a:rPr lang="en-US" sz="1400" b="1" dirty="0"/>
                        <a:t>Algorithm</a:t>
                      </a:r>
                    </a:p>
                  </a:txBody>
                  <a:tcPr marL="42718" marR="42718" marT="21359" marB="21359" anchor="ctr">
                    <a:lnL>
                      <a:noFill/>
                    </a:lnL>
                    <a:lnR>
                      <a:noFill/>
                    </a:lnR>
                    <a:lnT>
                      <a:noFill/>
                    </a:lnT>
                    <a:lnB>
                      <a:noFill/>
                    </a:lnB>
                  </a:tcPr>
                </a:tc>
                <a:tc>
                  <a:txBody>
                    <a:bodyPr/>
                    <a:lstStyle/>
                    <a:p>
                      <a:pPr algn="ctr"/>
                      <a:r>
                        <a:rPr lang="en-US" sz="1400" b="1"/>
                        <a:t>Type</a:t>
                      </a:r>
                    </a:p>
                  </a:txBody>
                  <a:tcPr marL="42718" marR="42718" marT="21359" marB="21359" anchor="ctr">
                    <a:lnL>
                      <a:noFill/>
                    </a:lnL>
                    <a:lnR>
                      <a:noFill/>
                    </a:lnR>
                    <a:lnT>
                      <a:noFill/>
                    </a:lnT>
                    <a:lnB>
                      <a:noFill/>
                    </a:lnB>
                  </a:tcPr>
                </a:tc>
                <a:tc>
                  <a:txBody>
                    <a:bodyPr/>
                    <a:lstStyle/>
                    <a:p>
                      <a:pPr algn="ctr"/>
                      <a:r>
                        <a:rPr lang="en-US" sz="1400" b="1" dirty="0"/>
                        <a:t>MAE (↓)</a:t>
                      </a:r>
                    </a:p>
                  </a:txBody>
                  <a:tcPr marL="42718" marR="42718" marT="21359" marB="21359" anchor="ctr">
                    <a:lnL>
                      <a:noFill/>
                    </a:lnL>
                    <a:lnR>
                      <a:noFill/>
                    </a:lnR>
                    <a:lnT>
                      <a:noFill/>
                    </a:lnT>
                    <a:lnB>
                      <a:noFill/>
                    </a:lnB>
                  </a:tcPr>
                </a:tc>
                <a:tc>
                  <a:txBody>
                    <a:bodyPr/>
                    <a:lstStyle/>
                    <a:p>
                      <a:pPr algn="ctr"/>
                      <a:r>
                        <a:rPr lang="en-US" sz="1400" b="1" dirty="0"/>
                        <a:t>R² (↑)</a:t>
                      </a:r>
                    </a:p>
                  </a:txBody>
                  <a:tcPr marL="42718" marR="42718" marT="21359" marB="21359" anchor="ctr">
                    <a:lnL>
                      <a:noFill/>
                    </a:lnL>
                    <a:lnR>
                      <a:noFill/>
                    </a:lnR>
                    <a:lnT>
                      <a:noFill/>
                    </a:lnT>
                    <a:lnB>
                      <a:noFill/>
                    </a:lnB>
                  </a:tcPr>
                </a:tc>
                <a:tc>
                  <a:txBody>
                    <a:bodyPr/>
                    <a:lstStyle/>
                    <a:p>
                      <a:pPr algn="ctr"/>
                      <a:r>
                        <a:rPr lang="en-US" sz="1400" b="1"/>
                        <a:t>Supervised / Unsupervised</a:t>
                      </a:r>
                    </a:p>
                  </a:txBody>
                  <a:tcPr marL="42718" marR="42718" marT="21359" marB="21359" anchor="ctr">
                    <a:lnL>
                      <a:noFill/>
                    </a:lnL>
                    <a:lnR>
                      <a:noFill/>
                    </a:lnR>
                    <a:lnT>
                      <a:noFill/>
                    </a:lnT>
                    <a:lnB>
                      <a:noFill/>
                    </a:lnB>
                  </a:tcPr>
                </a:tc>
                <a:tc>
                  <a:txBody>
                    <a:bodyPr/>
                    <a:lstStyle/>
                    <a:p>
                      <a:pPr algn="ctr"/>
                      <a:r>
                        <a:rPr lang="en-US" sz="1400" b="1" dirty="0"/>
                        <a:t>Notes</a:t>
                      </a:r>
                    </a:p>
                  </a:txBody>
                  <a:tcPr marL="42718" marR="42718" marT="21359" marB="21359" anchor="ctr">
                    <a:lnL>
                      <a:noFill/>
                    </a:lnL>
                    <a:lnR>
                      <a:noFill/>
                    </a:lnR>
                    <a:lnT>
                      <a:noFill/>
                    </a:lnT>
                    <a:lnB>
                      <a:noFill/>
                    </a:lnB>
                  </a:tcPr>
                </a:tc>
              </a:tr>
              <a:tr h="749236">
                <a:tc>
                  <a:txBody>
                    <a:bodyPr/>
                    <a:lstStyle/>
                    <a:p>
                      <a:r>
                        <a:rPr lang="en-US" sz="1400" b="0" dirty="0"/>
                        <a:t>ANN (Artificial Neural Network)</a:t>
                      </a:r>
                    </a:p>
                  </a:txBody>
                  <a:tcPr marL="42718" marR="42718" marT="21359" marB="21359" anchor="ctr">
                    <a:lnL>
                      <a:noFill/>
                    </a:lnL>
                    <a:lnR>
                      <a:noFill/>
                    </a:lnR>
                    <a:lnT>
                      <a:noFill/>
                    </a:lnT>
                    <a:lnB>
                      <a:noFill/>
                    </a:lnB>
                  </a:tcPr>
                </a:tc>
                <a:tc>
                  <a:txBody>
                    <a:bodyPr/>
                    <a:lstStyle/>
                    <a:p>
                      <a:r>
                        <a:rPr lang="en-US" sz="1400" b="0"/>
                        <a:t>Neural Network</a:t>
                      </a:r>
                    </a:p>
                  </a:txBody>
                  <a:tcPr marL="42718" marR="42718" marT="21359" marB="21359" anchor="ctr">
                    <a:lnL>
                      <a:noFill/>
                    </a:lnL>
                    <a:lnR>
                      <a:noFill/>
                    </a:lnR>
                    <a:lnT>
                      <a:noFill/>
                    </a:lnT>
                    <a:lnB>
                      <a:noFill/>
                    </a:lnB>
                  </a:tcPr>
                </a:tc>
                <a:tc>
                  <a:txBody>
                    <a:bodyPr/>
                    <a:lstStyle/>
                    <a:p>
                      <a:pPr algn="ctr"/>
                      <a:r>
                        <a:rPr lang="en-US" sz="1400" b="0" dirty="0"/>
                        <a:t>~2.1</a:t>
                      </a:r>
                    </a:p>
                  </a:txBody>
                  <a:tcPr marL="42718" marR="42718" marT="21359" marB="21359" anchor="ctr">
                    <a:lnL>
                      <a:noFill/>
                    </a:lnL>
                    <a:lnR>
                      <a:noFill/>
                    </a:lnR>
                    <a:lnT>
                      <a:noFill/>
                    </a:lnT>
                    <a:lnB>
                      <a:noFill/>
                    </a:lnB>
                  </a:tcPr>
                </a:tc>
                <a:tc>
                  <a:txBody>
                    <a:bodyPr/>
                    <a:lstStyle/>
                    <a:p>
                      <a:pPr algn="ctr"/>
                      <a:r>
                        <a:rPr lang="en-US" sz="1400" b="0" dirty="0"/>
                        <a:t>0.85</a:t>
                      </a:r>
                    </a:p>
                  </a:txBody>
                  <a:tcPr marL="42718" marR="42718" marT="21359" marB="21359" anchor="ctr">
                    <a:lnL>
                      <a:noFill/>
                    </a:lnL>
                    <a:lnR>
                      <a:noFill/>
                    </a:lnR>
                    <a:lnT>
                      <a:noFill/>
                    </a:lnT>
                    <a:lnB>
                      <a:noFill/>
                    </a:lnB>
                  </a:tcPr>
                </a:tc>
                <a:tc>
                  <a:txBody>
                    <a:bodyPr/>
                    <a:lstStyle/>
                    <a:p>
                      <a:r>
                        <a:rPr lang="en-US" sz="1400" b="0" dirty="0"/>
                        <a:t>Supervised</a:t>
                      </a:r>
                    </a:p>
                  </a:txBody>
                  <a:tcPr marL="42718" marR="42718" marT="21359" marB="21359" anchor="ctr">
                    <a:lnL>
                      <a:noFill/>
                    </a:lnL>
                    <a:lnR>
                      <a:noFill/>
                    </a:lnR>
                    <a:lnT>
                      <a:noFill/>
                    </a:lnT>
                    <a:lnB>
                      <a:noFill/>
                    </a:lnB>
                  </a:tcPr>
                </a:tc>
                <a:tc>
                  <a:txBody>
                    <a:bodyPr/>
                    <a:lstStyle/>
                    <a:p>
                      <a:r>
                        <a:rPr lang="en-US" sz="1400" b="0"/>
                        <a:t>Handles non-linear patterns, good for medium datasets</a:t>
                      </a:r>
                    </a:p>
                  </a:txBody>
                  <a:tcPr marL="42718" marR="42718" marT="21359" marB="21359" anchor="ctr">
                    <a:lnL>
                      <a:noFill/>
                    </a:lnL>
                    <a:lnR>
                      <a:noFill/>
                    </a:lnR>
                    <a:lnT>
                      <a:noFill/>
                    </a:lnT>
                    <a:lnB>
                      <a:noFill/>
                    </a:lnB>
                  </a:tcPr>
                </a:tc>
              </a:tr>
              <a:tr h="867537">
                <a:tc>
                  <a:txBody>
                    <a:bodyPr/>
                    <a:lstStyle/>
                    <a:p>
                      <a:r>
                        <a:rPr lang="en-US" sz="1400" b="0"/>
                        <a:t>DNN (Deep Neural Network)</a:t>
                      </a:r>
                    </a:p>
                  </a:txBody>
                  <a:tcPr marL="42718" marR="42718" marT="21359" marB="21359" anchor="ctr">
                    <a:lnL>
                      <a:noFill/>
                    </a:lnL>
                    <a:lnR>
                      <a:noFill/>
                    </a:lnR>
                    <a:lnT>
                      <a:noFill/>
                    </a:lnT>
                    <a:lnB>
                      <a:noFill/>
                    </a:lnB>
                  </a:tcPr>
                </a:tc>
                <a:tc>
                  <a:txBody>
                    <a:bodyPr/>
                    <a:lstStyle/>
                    <a:p>
                      <a:r>
                        <a:rPr lang="en-US" sz="1400" b="0"/>
                        <a:t>Neural Network</a:t>
                      </a:r>
                    </a:p>
                  </a:txBody>
                  <a:tcPr marL="42718" marR="42718" marT="21359" marB="21359" anchor="ctr">
                    <a:lnL>
                      <a:noFill/>
                    </a:lnL>
                    <a:lnR>
                      <a:noFill/>
                    </a:lnR>
                    <a:lnT>
                      <a:noFill/>
                    </a:lnT>
                    <a:lnB>
                      <a:noFill/>
                    </a:lnB>
                  </a:tcPr>
                </a:tc>
                <a:tc>
                  <a:txBody>
                    <a:bodyPr/>
                    <a:lstStyle/>
                    <a:p>
                      <a:pPr algn="ctr"/>
                      <a:r>
                        <a:rPr lang="en-US" sz="1400" b="0" dirty="0"/>
                        <a:t>~1.16</a:t>
                      </a:r>
                    </a:p>
                  </a:txBody>
                  <a:tcPr marL="42718" marR="42718" marT="21359" marB="21359" anchor="ctr">
                    <a:lnL>
                      <a:noFill/>
                    </a:lnL>
                    <a:lnR>
                      <a:noFill/>
                    </a:lnR>
                    <a:lnT>
                      <a:noFill/>
                    </a:lnT>
                    <a:lnB>
                      <a:noFill/>
                    </a:lnB>
                  </a:tcPr>
                </a:tc>
                <a:tc>
                  <a:txBody>
                    <a:bodyPr/>
                    <a:lstStyle/>
                    <a:p>
                      <a:pPr algn="ctr"/>
                      <a:r>
                        <a:rPr lang="en-US" sz="1400" b="0" dirty="0"/>
                        <a:t>0.92</a:t>
                      </a:r>
                    </a:p>
                  </a:txBody>
                  <a:tcPr marL="42718" marR="42718" marT="21359" marB="21359" anchor="ctr">
                    <a:lnL>
                      <a:noFill/>
                    </a:lnL>
                    <a:lnR>
                      <a:noFill/>
                    </a:lnR>
                    <a:lnT>
                      <a:noFill/>
                    </a:lnT>
                    <a:lnB>
                      <a:noFill/>
                    </a:lnB>
                  </a:tcPr>
                </a:tc>
                <a:tc>
                  <a:txBody>
                    <a:bodyPr/>
                    <a:lstStyle/>
                    <a:p>
                      <a:r>
                        <a:rPr lang="en-US" sz="1400" b="0"/>
                        <a:t>Supervised</a:t>
                      </a:r>
                    </a:p>
                  </a:txBody>
                  <a:tcPr marL="42718" marR="42718" marT="21359" marB="21359" anchor="ctr">
                    <a:lnL>
                      <a:noFill/>
                    </a:lnL>
                    <a:lnR>
                      <a:noFill/>
                    </a:lnR>
                    <a:lnT>
                      <a:noFill/>
                    </a:lnT>
                    <a:lnB>
                      <a:noFill/>
                    </a:lnB>
                  </a:tcPr>
                </a:tc>
                <a:tc>
                  <a:txBody>
                    <a:bodyPr/>
                    <a:lstStyle/>
                    <a:p>
                      <a:r>
                        <a:rPr lang="en-US" sz="1400" b="0" dirty="0"/>
                        <a:t>Very accurate with large data, but computationally expensive</a:t>
                      </a:r>
                    </a:p>
                  </a:txBody>
                  <a:tcPr marL="42718" marR="42718" marT="21359" marB="21359" anchor="ctr">
                    <a:lnL>
                      <a:noFill/>
                    </a:lnL>
                    <a:lnR>
                      <a:noFill/>
                    </a:lnR>
                    <a:lnT>
                      <a:noFill/>
                    </a:lnT>
                    <a:lnB>
                      <a:noFill/>
                    </a:lnB>
                  </a:tcPr>
                </a:tc>
              </a:tr>
              <a:tr h="630936">
                <a:tc>
                  <a:txBody>
                    <a:bodyPr/>
                    <a:lstStyle/>
                    <a:p>
                      <a:r>
                        <a:rPr lang="en-US" sz="1400" b="0" dirty="0"/>
                        <a:t>SVM / SVR (Support Vector Machine/Regression)</a:t>
                      </a:r>
                    </a:p>
                  </a:txBody>
                  <a:tcPr marL="42718" marR="42718" marT="21359" marB="21359" anchor="ctr">
                    <a:lnL>
                      <a:noFill/>
                    </a:lnL>
                    <a:lnR>
                      <a:noFill/>
                    </a:lnR>
                    <a:lnT>
                      <a:noFill/>
                    </a:lnT>
                    <a:lnB>
                      <a:noFill/>
                    </a:lnB>
                  </a:tcPr>
                </a:tc>
                <a:tc>
                  <a:txBody>
                    <a:bodyPr/>
                    <a:lstStyle/>
                    <a:p>
                      <a:r>
                        <a:rPr lang="en-US" sz="1400" b="0"/>
                        <a:t>Kernel-based</a:t>
                      </a:r>
                    </a:p>
                  </a:txBody>
                  <a:tcPr marL="42718" marR="42718" marT="21359" marB="21359" anchor="ctr">
                    <a:lnL>
                      <a:noFill/>
                    </a:lnL>
                    <a:lnR>
                      <a:noFill/>
                    </a:lnR>
                    <a:lnT>
                      <a:noFill/>
                    </a:lnT>
                    <a:lnB>
                      <a:noFill/>
                    </a:lnB>
                  </a:tcPr>
                </a:tc>
                <a:tc>
                  <a:txBody>
                    <a:bodyPr/>
                    <a:lstStyle/>
                    <a:p>
                      <a:pPr algn="ctr"/>
                      <a:r>
                        <a:rPr lang="en-US" sz="1400" b="0" dirty="0"/>
                        <a:t>~2.5</a:t>
                      </a:r>
                    </a:p>
                  </a:txBody>
                  <a:tcPr marL="42718" marR="42718" marT="21359" marB="21359" anchor="ctr">
                    <a:lnL>
                      <a:noFill/>
                    </a:lnL>
                    <a:lnR>
                      <a:noFill/>
                    </a:lnR>
                    <a:lnT>
                      <a:noFill/>
                    </a:lnT>
                    <a:lnB>
                      <a:noFill/>
                    </a:lnB>
                  </a:tcPr>
                </a:tc>
                <a:tc>
                  <a:txBody>
                    <a:bodyPr/>
                    <a:lstStyle/>
                    <a:p>
                      <a:pPr algn="ctr"/>
                      <a:r>
                        <a:rPr lang="en-US" sz="1400" b="0" dirty="0"/>
                        <a:t>0.80</a:t>
                      </a:r>
                    </a:p>
                  </a:txBody>
                  <a:tcPr marL="42718" marR="42718" marT="21359" marB="21359" anchor="ctr">
                    <a:lnL>
                      <a:noFill/>
                    </a:lnL>
                    <a:lnR>
                      <a:noFill/>
                    </a:lnR>
                    <a:lnT>
                      <a:noFill/>
                    </a:lnT>
                    <a:lnB>
                      <a:noFill/>
                    </a:lnB>
                  </a:tcPr>
                </a:tc>
                <a:tc>
                  <a:txBody>
                    <a:bodyPr/>
                    <a:lstStyle/>
                    <a:p>
                      <a:r>
                        <a:rPr lang="en-US" sz="1400" b="0"/>
                        <a:t>Supervised</a:t>
                      </a:r>
                    </a:p>
                  </a:txBody>
                  <a:tcPr marL="42718" marR="42718" marT="21359" marB="21359" anchor="ctr">
                    <a:lnL>
                      <a:noFill/>
                    </a:lnL>
                    <a:lnR>
                      <a:noFill/>
                    </a:lnR>
                    <a:lnT>
                      <a:noFill/>
                    </a:lnT>
                    <a:lnB>
                      <a:noFill/>
                    </a:lnB>
                  </a:tcPr>
                </a:tc>
                <a:tc>
                  <a:txBody>
                    <a:bodyPr/>
                    <a:lstStyle/>
                    <a:p>
                      <a:r>
                        <a:rPr lang="en-US" sz="1400" b="0"/>
                        <a:t>Works well for small datasets, but less scalable</a:t>
                      </a:r>
                    </a:p>
                  </a:txBody>
                  <a:tcPr marL="42718" marR="42718" marT="21359" marB="21359" anchor="ctr">
                    <a:lnL>
                      <a:noFill/>
                    </a:lnL>
                    <a:lnR>
                      <a:noFill/>
                    </a:lnR>
                    <a:lnT>
                      <a:noFill/>
                    </a:lnT>
                    <a:lnB>
                      <a:noFill/>
                    </a:lnB>
                  </a:tcPr>
                </a:tc>
              </a:tr>
              <a:tr h="512635">
                <a:tc>
                  <a:txBody>
                    <a:bodyPr/>
                    <a:lstStyle/>
                    <a:p>
                      <a:r>
                        <a:rPr lang="en-US" sz="1400" b="0"/>
                        <a:t>Decision Tree (DT)</a:t>
                      </a:r>
                    </a:p>
                  </a:txBody>
                  <a:tcPr marL="42718" marR="42718" marT="21359" marB="21359" anchor="ctr">
                    <a:lnL>
                      <a:noFill/>
                    </a:lnL>
                    <a:lnR>
                      <a:noFill/>
                    </a:lnR>
                    <a:lnT>
                      <a:noFill/>
                    </a:lnT>
                    <a:lnB>
                      <a:noFill/>
                    </a:lnB>
                  </a:tcPr>
                </a:tc>
                <a:tc>
                  <a:txBody>
                    <a:bodyPr/>
                    <a:lstStyle/>
                    <a:p>
                      <a:r>
                        <a:rPr lang="en-US" sz="1400" b="0"/>
                        <a:t>Tree-based</a:t>
                      </a:r>
                    </a:p>
                  </a:txBody>
                  <a:tcPr marL="42718" marR="42718" marT="21359" marB="21359" anchor="ctr">
                    <a:lnL>
                      <a:noFill/>
                    </a:lnL>
                    <a:lnR>
                      <a:noFill/>
                    </a:lnR>
                    <a:lnT>
                      <a:noFill/>
                    </a:lnT>
                    <a:lnB>
                      <a:noFill/>
                    </a:lnB>
                  </a:tcPr>
                </a:tc>
                <a:tc>
                  <a:txBody>
                    <a:bodyPr/>
                    <a:lstStyle/>
                    <a:p>
                      <a:pPr algn="ctr"/>
                      <a:r>
                        <a:rPr lang="en-US" sz="1400" b="0" dirty="0"/>
                        <a:t>~3.0</a:t>
                      </a:r>
                    </a:p>
                  </a:txBody>
                  <a:tcPr marL="42718" marR="42718" marT="21359" marB="21359" anchor="ctr">
                    <a:lnL>
                      <a:noFill/>
                    </a:lnL>
                    <a:lnR>
                      <a:noFill/>
                    </a:lnR>
                    <a:lnT>
                      <a:noFill/>
                    </a:lnT>
                    <a:lnB>
                      <a:noFill/>
                    </a:lnB>
                  </a:tcPr>
                </a:tc>
                <a:tc>
                  <a:txBody>
                    <a:bodyPr/>
                    <a:lstStyle/>
                    <a:p>
                      <a:pPr algn="ctr"/>
                      <a:r>
                        <a:rPr lang="en-US" sz="1400" b="0" dirty="0"/>
                        <a:t>0.75</a:t>
                      </a:r>
                    </a:p>
                  </a:txBody>
                  <a:tcPr marL="42718" marR="42718" marT="21359" marB="21359" anchor="ctr">
                    <a:lnL>
                      <a:noFill/>
                    </a:lnL>
                    <a:lnR>
                      <a:noFill/>
                    </a:lnR>
                    <a:lnT>
                      <a:noFill/>
                    </a:lnT>
                    <a:lnB>
                      <a:noFill/>
                    </a:lnB>
                  </a:tcPr>
                </a:tc>
                <a:tc>
                  <a:txBody>
                    <a:bodyPr/>
                    <a:lstStyle/>
                    <a:p>
                      <a:r>
                        <a:rPr lang="en-US" sz="1400" b="0"/>
                        <a:t>Supervised</a:t>
                      </a:r>
                    </a:p>
                  </a:txBody>
                  <a:tcPr marL="42718" marR="42718" marT="21359" marB="21359" anchor="ctr">
                    <a:lnL>
                      <a:noFill/>
                    </a:lnL>
                    <a:lnR>
                      <a:noFill/>
                    </a:lnR>
                    <a:lnT>
                      <a:noFill/>
                    </a:lnT>
                    <a:lnB>
                      <a:noFill/>
                    </a:lnB>
                  </a:tcPr>
                </a:tc>
                <a:tc>
                  <a:txBody>
                    <a:bodyPr/>
                    <a:lstStyle/>
                    <a:p>
                      <a:r>
                        <a:rPr lang="en-US" sz="1400" b="0"/>
                        <a:t>Easy to interpret, but less accurate</a:t>
                      </a:r>
                    </a:p>
                  </a:txBody>
                  <a:tcPr marL="42718" marR="42718" marT="21359" marB="21359" anchor="ctr">
                    <a:lnL>
                      <a:noFill/>
                    </a:lnL>
                    <a:lnR>
                      <a:noFill/>
                    </a:lnR>
                    <a:lnT>
                      <a:noFill/>
                    </a:lnT>
                    <a:lnB>
                      <a:noFill/>
                    </a:lnB>
                  </a:tcPr>
                </a:tc>
              </a:tr>
              <a:tr h="982600">
                <a:tc>
                  <a:txBody>
                    <a:bodyPr/>
                    <a:lstStyle/>
                    <a:p>
                      <a:r>
                        <a:rPr lang="en-US" sz="1400" b="0"/>
                        <a:t>Clustering (K-Means, etc.)</a:t>
                      </a:r>
                    </a:p>
                  </a:txBody>
                  <a:tcPr marL="42718" marR="42718" marT="21359" marB="21359" anchor="ctr">
                    <a:lnL>
                      <a:noFill/>
                    </a:lnL>
                    <a:lnR>
                      <a:noFill/>
                    </a:lnR>
                    <a:lnT>
                      <a:noFill/>
                    </a:lnT>
                    <a:lnB>
                      <a:noFill/>
                    </a:lnB>
                  </a:tcPr>
                </a:tc>
                <a:tc>
                  <a:txBody>
                    <a:bodyPr/>
                    <a:lstStyle/>
                    <a:p>
                      <a:r>
                        <a:rPr lang="en-US" sz="1400" b="0"/>
                        <a:t>Statistical</a:t>
                      </a:r>
                    </a:p>
                  </a:txBody>
                  <a:tcPr marL="42718" marR="42718" marT="21359" marB="21359" anchor="ctr">
                    <a:lnL>
                      <a:noFill/>
                    </a:lnL>
                    <a:lnR>
                      <a:noFill/>
                    </a:lnR>
                    <a:lnT>
                      <a:noFill/>
                    </a:lnT>
                    <a:lnB>
                      <a:noFill/>
                    </a:lnB>
                  </a:tcPr>
                </a:tc>
                <a:tc>
                  <a:txBody>
                    <a:bodyPr/>
                    <a:lstStyle/>
                    <a:p>
                      <a:pPr algn="ctr"/>
                      <a:r>
                        <a:rPr lang="en-US" sz="1400" b="0" dirty="0"/>
                        <a:t>–</a:t>
                      </a:r>
                    </a:p>
                  </a:txBody>
                  <a:tcPr marL="42718" marR="42718" marT="21359" marB="21359" anchor="ctr">
                    <a:lnL>
                      <a:noFill/>
                    </a:lnL>
                    <a:lnR>
                      <a:noFill/>
                    </a:lnR>
                    <a:lnT>
                      <a:noFill/>
                    </a:lnT>
                    <a:lnB>
                      <a:noFill/>
                    </a:lnB>
                  </a:tcPr>
                </a:tc>
                <a:tc>
                  <a:txBody>
                    <a:bodyPr/>
                    <a:lstStyle/>
                    <a:p>
                      <a:pPr algn="ctr"/>
                      <a:r>
                        <a:rPr lang="en-US" sz="1400" b="0" dirty="0"/>
                        <a:t>–</a:t>
                      </a:r>
                    </a:p>
                  </a:txBody>
                  <a:tcPr marL="42718" marR="42718" marT="21359" marB="21359" anchor="ctr">
                    <a:lnL>
                      <a:noFill/>
                    </a:lnL>
                    <a:lnR>
                      <a:noFill/>
                    </a:lnR>
                    <a:lnT>
                      <a:noFill/>
                    </a:lnT>
                    <a:lnB>
                      <a:noFill/>
                    </a:lnB>
                  </a:tcPr>
                </a:tc>
                <a:tc>
                  <a:txBody>
                    <a:bodyPr/>
                    <a:lstStyle/>
                    <a:p>
                      <a:r>
                        <a:rPr lang="en-US" sz="1400" b="0"/>
                        <a:t>Unsupervised</a:t>
                      </a:r>
                    </a:p>
                  </a:txBody>
                  <a:tcPr marL="42718" marR="42718" marT="21359" marB="21359" anchor="ctr">
                    <a:lnL>
                      <a:noFill/>
                    </a:lnL>
                    <a:lnR>
                      <a:noFill/>
                    </a:lnR>
                    <a:lnT>
                      <a:noFill/>
                    </a:lnT>
                    <a:lnB>
                      <a:noFill/>
                    </a:lnB>
                  </a:tcPr>
                </a:tc>
                <a:tc>
                  <a:txBody>
                    <a:bodyPr/>
                    <a:lstStyle/>
                    <a:p>
                      <a:r>
                        <a:rPr lang="en-US" sz="1400" b="0" dirty="0"/>
                        <a:t>Useful for grouping patterns, but not directly predictive</a:t>
                      </a:r>
                    </a:p>
                  </a:txBody>
                  <a:tcPr marL="42718" marR="42718" marT="21359" marB="21359" anchor="ctr">
                    <a:lnL>
                      <a:noFill/>
                    </a:lnL>
                    <a:lnR>
                      <a:noFill/>
                    </a:lnR>
                    <a:lnT>
                      <a:noFill/>
                    </a:lnT>
                    <a:lnB>
                      <a:noFill/>
                    </a:lnB>
                  </a:tcPr>
                </a:tc>
              </a:tr>
            </a:tbl>
          </a:graphicData>
        </a:graphic>
      </p:graphicFrame>
      <p:sp>
        <p:nvSpPr>
          <p:cNvPr id="10" name="Rectangle 2"/>
          <p:cNvSpPr>
            <a:spLocks noChangeArrowheads="1"/>
          </p:cNvSpPr>
          <p:nvPr/>
        </p:nvSpPr>
        <p:spPr bwMode="auto">
          <a:xfrm>
            <a:off x="2225739" y="1174624"/>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300" b="1" i="0" u="none" strike="noStrike" cap="none" normalizeH="0" baseline="0" dirty="0" smtClean="0">
                <a:ln>
                  <a:noFill/>
                </a:ln>
                <a:solidFill>
                  <a:schemeClr val="tx1"/>
                </a:solidFill>
                <a:effectLst/>
                <a:latin typeface="Arial" charset="0"/>
                <a:cs typeface="Arial" charset="0"/>
              </a:rPr>
              <a:t>Comparison of Machine Learning Algorithms for Residential Buildings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charset="0"/>
              <a:cs typeface="Arial" charset="0"/>
            </a:endParaRPr>
          </a:p>
        </p:txBody>
      </p:sp>
    </p:spTree>
    <p:extLst>
      <p:ext uri="{BB962C8B-B14F-4D97-AF65-F5344CB8AC3E}">
        <p14:creationId xmlns:p14="http://schemas.microsoft.com/office/powerpoint/2010/main" val="240702381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426720" y="-77100"/>
            <a:ext cx="9286416" cy="835093"/>
          </a:xfrm>
        </p:spPr>
        <p:txBody>
          <a:bodyPr/>
          <a:lstStyle/>
          <a:p>
            <a:r>
              <a:rPr lang="en-US" dirty="0">
                <a:solidFill>
                  <a:srgbClr val="C00000"/>
                </a:solidFill>
              </a:rPr>
              <a:t>Algorithms</a:t>
            </a: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21</a:t>
            </a:fld>
            <a:endParaRPr lang="de-DE"/>
          </a:p>
        </p:txBody>
      </p:sp>
      <p:sp>
        <p:nvSpPr>
          <p:cNvPr id="3" name="Content Placeholder 2"/>
          <p:cNvSpPr>
            <a:spLocks noGrp="1"/>
          </p:cNvSpPr>
          <p:nvPr>
            <p:ph idx="1"/>
          </p:nvPr>
        </p:nvSpPr>
        <p:spPr>
          <a:xfrm>
            <a:off x="359400" y="1048512"/>
            <a:ext cx="10150104" cy="4909488"/>
          </a:xfrm>
        </p:spPr>
        <p:txBody>
          <a:bodyPr/>
          <a:lstStyle/>
          <a:p>
            <a:r>
              <a:rPr lang="en-US" b="1" dirty="0" smtClean="0"/>
              <a:t>1</a:t>
            </a:r>
            <a:r>
              <a:rPr lang="en-US" b="1" dirty="0"/>
              <a:t>. Prophet (by Facebook/Meta)</a:t>
            </a:r>
          </a:p>
          <a:p>
            <a:r>
              <a:rPr lang="en-US" b="1" dirty="0"/>
              <a:t>What it is</a:t>
            </a:r>
            <a:r>
              <a:rPr lang="en-US" dirty="0"/>
              <a:t>: A statistical forecasting model specialized for </a:t>
            </a:r>
            <a:r>
              <a:rPr lang="en-US" b="1" dirty="0"/>
              <a:t>time series</a:t>
            </a:r>
            <a:r>
              <a:rPr lang="en-US" dirty="0"/>
              <a:t>.</a:t>
            </a:r>
          </a:p>
          <a:p>
            <a:r>
              <a:rPr lang="en-US" b="1" dirty="0"/>
              <a:t>What it does</a:t>
            </a:r>
            <a:r>
              <a:rPr lang="en-US" dirty="0"/>
              <a:t>: Decomposes the data into</a:t>
            </a:r>
          </a:p>
          <a:p>
            <a:pPr lvl="1"/>
            <a:r>
              <a:rPr lang="en-US" b="1" dirty="0"/>
              <a:t>Trend</a:t>
            </a:r>
            <a:r>
              <a:rPr lang="en-US" dirty="0"/>
              <a:t> (long-term growth/decline),</a:t>
            </a:r>
          </a:p>
          <a:p>
            <a:pPr lvl="1"/>
            <a:r>
              <a:rPr lang="en-US" b="1" dirty="0"/>
              <a:t>Seasonality</a:t>
            </a:r>
            <a:r>
              <a:rPr lang="en-US" dirty="0"/>
              <a:t> (daily, weekly, yearly patterns),</a:t>
            </a:r>
          </a:p>
          <a:p>
            <a:pPr lvl="1"/>
            <a:r>
              <a:rPr lang="en-US" b="1" dirty="0"/>
              <a:t>Holidays/Events</a:t>
            </a:r>
            <a:r>
              <a:rPr lang="en-US" dirty="0"/>
              <a:t>.</a:t>
            </a:r>
          </a:p>
          <a:p>
            <a:r>
              <a:rPr lang="en-US" b="1" dirty="0"/>
              <a:t>Why we use it</a:t>
            </a:r>
            <a:r>
              <a:rPr lang="en-US" dirty="0"/>
              <a:t>: Very good at capturing </a:t>
            </a:r>
            <a:r>
              <a:rPr lang="en-US" b="1" dirty="0"/>
              <a:t>seasonal patterns</a:t>
            </a:r>
            <a:r>
              <a:rPr lang="en-US" dirty="0"/>
              <a:t> in building energy (e.g., weekday </a:t>
            </a:r>
            <a:r>
              <a:rPr lang="en-US" dirty="0" err="1"/>
              <a:t>vs</a:t>
            </a:r>
            <a:r>
              <a:rPr lang="en-US" dirty="0"/>
              <a:t> weekend, summer </a:t>
            </a:r>
            <a:r>
              <a:rPr lang="en-US" dirty="0" err="1"/>
              <a:t>vs</a:t>
            </a:r>
            <a:r>
              <a:rPr lang="en-US" dirty="0"/>
              <a:t> winter).</a:t>
            </a:r>
          </a:p>
          <a:p>
            <a:endParaRPr lang="en-US" dirty="0"/>
          </a:p>
        </p:txBody>
      </p:sp>
    </p:spTree>
    <p:extLst>
      <p:ext uri="{BB962C8B-B14F-4D97-AF65-F5344CB8AC3E}">
        <p14:creationId xmlns:p14="http://schemas.microsoft.com/office/powerpoint/2010/main" val="93984338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170687" y="-77100"/>
            <a:ext cx="9542449" cy="835093"/>
          </a:xfrm>
        </p:spPr>
        <p:txBody>
          <a:bodyPr/>
          <a:lstStyle/>
          <a:p>
            <a:r>
              <a:rPr lang="en-US" dirty="0">
                <a:solidFill>
                  <a:srgbClr val="C00000"/>
                </a:solidFill>
              </a:rPr>
              <a:t>LSTM (Long Short-Term Memory – Deep Learning)</a:t>
            </a: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22</a:t>
            </a:fld>
            <a:endParaRPr lang="de-DE"/>
          </a:p>
        </p:txBody>
      </p:sp>
      <p:sp>
        <p:nvSpPr>
          <p:cNvPr id="3" name="Content Placeholder 2"/>
          <p:cNvSpPr>
            <a:spLocks noGrp="1"/>
          </p:cNvSpPr>
          <p:nvPr>
            <p:ph idx="1"/>
          </p:nvPr>
        </p:nvSpPr>
        <p:spPr>
          <a:xfrm>
            <a:off x="249672" y="1264704"/>
            <a:ext cx="10345176" cy="4230000"/>
          </a:xfrm>
        </p:spPr>
        <p:txBody>
          <a:bodyPr/>
          <a:lstStyle/>
          <a:p>
            <a:r>
              <a:rPr lang="en-US" b="1" dirty="0"/>
              <a:t>LSTM (Long Short-Term Memory – Deep Learning)</a:t>
            </a:r>
          </a:p>
          <a:p>
            <a:r>
              <a:rPr lang="en-US" b="1" dirty="0"/>
              <a:t>What it is</a:t>
            </a:r>
            <a:r>
              <a:rPr lang="en-US" dirty="0" smtClean="0"/>
              <a:t>:</a:t>
            </a:r>
          </a:p>
          <a:p>
            <a:r>
              <a:rPr lang="en-US" dirty="0" smtClean="0"/>
              <a:t> </a:t>
            </a:r>
            <a:r>
              <a:rPr lang="en-US" dirty="0"/>
              <a:t>A type of </a:t>
            </a:r>
            <a:r>
              <a:rPr lang="en-US" b="1" dirty="0"/>
              <a:t>Recurrent Neural Network (RNN)</a:t>
            </a:r>
            <a:r>
              <a:rPr lang="en-US" dirty="0"/>
              <a:t> designed for sequential data.</a:t>
            </a:r>
          </a:p>
          <a:p>
            <a:r>
              <a:rPr lang="en-US" b="1" dirty="0"/>
              <a:t>What it does</a:t>
            </a:r>
            <a:r>
              <a:rPr lang="en-US" dirty="0" smtClean="0"/>
              <a:t>:</a:t>
            </a:r>
          </a:p>
          <a:p>
            <a:r>
              <a:rPr lang="en-US" dirty="0" smtClean="0"/>
              <a:t> </a:t>
            </a:r>
            <a:r>
              <a:rPr lang="en-US" dirty="0"/>
              <a:t>Learns </a:t>
            </a:r>
            <a:r>
              <a:rPr lang="en-US" b="1" dirty="0"/>
              <a:t>short-term and long-term dependencies</a:t>
            </a:r>
            <a:r>
              <a:rPr lang="en-US" dirty="0"/>
              <a:t> in the time series by remembering past information over long horizons.</a:t>
            </a:r>
          </a:p>
          <a:p>
            <a:r>
              <a:rPr lang="en-US" b="1" dirty="0"/>
              <a:t>Why we use </a:t>
            </a:r>
            <a:r>
              <a:rPr lang="en-US" b="1" dirty="0" smtClean="0"/>
              <a:t>it:</a:t>
            </a:r>
          </a:p>
          <a:p>
            <a:r>
              <a:rPr lang="en-US" dirty="0" smtClean="0"/>
              <a:t>: </a:t>
            </a:r>
            <a:r>
              <a:rPr lang="en-US" dirty="0"/>
              <a:t>Energy data has </a:t>
            </a:r>
            <a:r>
              <a:rPr lang="en-US" b="1" dirty="0"/>
              <a:t>complex fluctuations</a:t>
            </a:r>
            <a:r>
              <a:rPr lang="en-US" dirty="0"/>
              <a:t> (hourly changes, sudden peaks due to appliances, AC, etc.). LSTM can capture these non-linear, dynamic patterns better than Prophet</a:t>
            </a:r>
          </a:p>
          <a:p>
            <a:endParaRPr lang="en-US" dirty="0"/>
          </a:p>
        </p:txBody>
      </p:sp>
    </p:spTree>
    <p:extLst>
      <p:ext uri="{BB962C8B-B14F-4D97-AF65-F5344CB8AC3E}">
        <p14:creationId xmlns:p14="http://schemas.microsoft.com/office/powerpoint/2010/main" val="18383346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92000D-8DB5-380A-319C-ADF5CF1AA903}"/>
              </a:ext>
            </a:extLst>
          </p:cNvPr>
          <p:cNvSpPr>
            <a:spLocks noGrp="1"/>
          </p:cNvSpPr>
          <p:nvPr>
            <p:ph type="title"/>
          </p:nvPr>
        </p:nvSpPr>
        <p:spPr>
          <a:xfrm>
            <a:off x="426720" y="-77100"/>
            <a:ext cx="10143744" cy="835093"/>
          </a:xfrm>
        </p:spPr>
        <p:txBody>
          <a:bodyPr/>
          <a:lstStyle/>
          <a:p>
            <a:r>
              <a:rPr lang="en-US" dirty="0" err="1">
                <a:solidFill>
                  <a:srgbClr val="C00000"/>
                </a:solidFill>
              </a:rPr>
              <a:t>XGBoost</a:t>
            </a:r>
            <a:r>
              <a:rPr lang="en-US" dirty="0">
                <a:solidFill>
                  <a:srgbClr val="C00000"/>
                </a:solidFill>
              </a:rPr>
              <a:t> (Extreme Gradient Boosting) as Meta-Learner</a:t>
            </a:r>
          </a:p>
        </p:txBody>
      </p:sp>
      <p:sp>
        <p:nvSpPr>
          <p:cNvPr id="4" name="Date Placeholder 3">
            <a:extLst>
              <a:ext uri="{FF2B5EF4-FFF2-40B4-BE49-F238E27FC236}">
                <a16:creationId xmlns:a16="http://schemas.microsoft.com/office/drawing/2014/main" xmlns="" id="{B2E3CB40-D969-6D8A-DC9E-F29849829E33}"/>
              </a:ext>
            </a:extLst>
          </p:cNvPr>
          <p:cNvSpPr>
            <a:spLocks noGrp="1"/>
          </p:cNvSpPr>
          <p:nvPr>
            <p:ph type="dt" sz="half" idx="10"/>
          </p:nvPr>
        </p:nvSpPr>
        <p:spPr/>
        <p:txBody>
          <a:bodyPr/>
          <a:lstStyle/>
          <a:p>
            <a:fld id="{6427C268-5D2E-407C-BB5C-4DE610B27149}" type="datetime1">
              <a:rPr lang="en-CA" smtClean="0"/>
              <a:t>2025-09-13</a:t>
            </a:fld>
            <a:endParaRPr lang="de-DE"/>
          </a:p>
        </p:txBody>
      </p:sp>
      <p:sp>
        <p:nvSpPr>
          <p:cNvPr id="5" name="Footer Placeholder 4">
            <a:extLst>
              <a:ext uri="{FF2B5EF4-FFF2-40B4-BE49-F238E27FC236}">
                <a16:creationId xmlns:a16="http://schemas.microsoft.com/office/drawing/2014/main" xmlns="" id="{BEA19595-C566-133D-4199-25867366CB3B}"/>
              </a:ext>
            </a:extLst>
          </p:cNvPr>
          <p:cNvSpPr>
            <a:spLocks noGrp="1"/>
          </p:cNvSpPr>
          <p:nvPr>
            <p:ph type="ftr" sz="quarter" idx="11"/>
          </p:nvPr>
        </p:nvSpPr>
        <p:spPr/>
        <p:txBody>
          <a:bodyPr/>
          <a:lstStyle/>
          <a:p>
            <a:r>
              <a:rPr lang="de-DE"/>
              <a:t>SRH Hochschule Heidelberg</a:t>
            </a:r>
            <a:endParaRPr lang="de-DE" dirty="0"/>
          </a:p>
        </p:txBody>
      </p:sp>
      <p:sp>
        <p:nvSpPr>
          <p:cNvPr id="6" name="Slide Number Placeholder 5">
            <a:extLst>
              <a:ext uri="{FF2B5EF4-FFF2-40B4-BE49-F238E27FC236}">
                <a16:creationId xmlns:a16="http://schemas.microsoft.com/office/drawing/2014/main" xmlns="" id="{DA47670A-F5A5-3AF6-357A-B0E614EE0749}"/>
              </a:ext>
            </a:extLst>
          </p:cNvPr>
          <p:cNvSpPr>
            <a:spLocks noGrp="1"/>
          </p:cNvSpPr>
          <p:nvPr>
            <p:ph type="sldNum" sz="quarter" idx="12"/>
          </p:nvPr>
        </p:nvSpPr>
        <p:spPr/>
        <p:txBody>
          <a:bodyPr/>
          <a:lstStyle/>
          <a:p>
            <a:fld id="{075B144D-941B-4DFC-AF5F-0416193D12EC}" type="slidenum">
              <a:rPr lang="de-DE" smtClean="0"/>
              <a:t>23</a:t>
            </a:fld>
            <a:endParaRPr lang="de-DE"/>
          </a:p>
        </p:txBody>
      </p:sp>
      <p:sp>
        <p:nvSpPr>
          <p:cNvPr id="3" name="Content Placeholder 2"/>
          <p:cNvSpPr>
            <a:spLocks noGrp="1"/>
          </p:cNvSpPr>
          <p:nvPr>
            <p:ph idx="1"/>
          </p:nvPr>
        </p:nvSpPr>
        <p:spPr>
          <a:xfrm>
            <a:off x="359400" y="1048512"/>
            <a:ext cx="10150104" cy="4909488"/>
          </a:xfrm>
        </p:spPr>
        <p:txBody>
          <a:bodyPr/>
          <a:lstStyle/>
          <a:p>
            <a:pPr>
              <a:lnSpc>
                <a:spcPct val="100000"/>
              </a:lnSpc>
            </a:pPr>
            <a:r>
              <a:rPr lang="en-US" b="1" dirty="0"/>
              <a:t>What it is</a:t>
            </a:r>
            <a:r>
              <a:rPr lang="en-US" dirty="0"/>
              <a:t>: A powerful </a:t>
            </a:r>
            <a:r>
              <a:rPr lang="en-US" b="1" dirty="0"/>
              <a:t>tree-based machine learning algorithm</a:t>
            </a:r>
            <a:r>
              <a:rPr lang="en-US" dirty="0"/>
              <a:t>.</a:t>
            </a:r>
          </a:p>
          <a:p>
            <a:pPr>
              <a:lnSpc>
                <a:spcPct val="100000"/>
              </a:lnSpc>
            </a:pPr>
            <a:r>
              <a:rPr lang="en-US" b="1" dirty="0"/>
              <a:t>What it does</a:t>
            </a:r>
            <a:r>
              <a:rPr lang="en-US" dirty="0"/>
              <a:t>: Takes predictions from Prophet and LSTM as input features, then learns how to combine them optimally.</a:t>
            </a:r>
          </a:p>
          <a:p>
            <a:pPr>
              <a:lnSpc>
                <a:spcPct val="100000"/>
              </a:lnSpc>
            </a:pPr>
            <a:r>
              <a:rPr lang="en-US" b="1" dirty="0"/>
              <a:t>Why we use it</a:t>
            </a:r>
            <a:r>
              <a:rPr lang="en-US" dirty="0"/>
              <a:t>: Instead of choosing one model, we let </a:t>
            </a:r>
            <a:r>
              <a:rPr lang="en-US" dirty="0" err="1"/>
              <a:t>XGBoost</a:t>
            </a:r>
            <a:r>
              <a:rPr lang="en-US" dirty="0"/>
              <a:t> decide how much weight to give to each prediction. This creates a </a:t>
            </a:r>
            <a:r>
              <a:rPr lang="en-US" b="1" dirty="0"/>
              <a:t>hybrid ensemble model</a:t>
            </a:r>
            <a:r>
              <a:rPr lang="en-US" dirty="0"/>
              <a:t> → usually better performance (lower error, higher R²</a:t>
            </a:r>
            <a:r>
              <a:rPr lang="en-US" dirty="0" smtClean="0"/>
              <a:t>).</a:t>
            </a:r>
          </a:p>
          <a:p>
            <a:pPr>
              <a:lnSpc>
                <a:spcPct val="100000"/>
              </a:lnSpc>
            </a:pPr>
            <a:endParaRPr lang="en-US" dirty="0" smtClean="0"/>
          </a:p>
          <a:p>
            <a:pPr>
              <a:lnSpc>
                <a:spcPct val="100000"/>
              </a:lnSpc>
            </a:pPr>
            <a:r>
              <a:rPr lang="en-US" b="1" dirty="0">
                <a:solidFill>
                  <a:srgbClr val="C00000"/>
                </a:solidFill>
              </a:rPr>
              <a:t>Why Combine </a:t>
            </a:r>
            <a:r>
              <a:rPr lang="en-US" b="1" dirty="0" smtClean="0">
                <a:solidFill>
                  <a:srgbClr val="C00000"/>
                </a:solidFill>
              </a:rPr>
              <a:t>Them</a:t>
            </a:r>
          </a:p>
          <a:p>
            <a:pPr>
              <a:lnSpc>
                <a:spcPct val="100000"/>
              </a:lnSpc>
            </a:pPr>
            <a:r>
              <a:rPr lang="en-US" b="1" dirty="0"/>
              <a:t>Prophet</a:t>
            </a:r>
            <a:r>
              <a:rPr lang="en-US" dirty="0"/>
              <a:t> → Captures </a:t>
            </a:r>
            <a:r>
              <a:rPr lang="en-US" b="1" dirty="0"/>
              <a:t>trend &amp; seasonality</a:t>
            </a:r>
            <a:r>
              <a:rPr lang="en-US" dirty="0"/>
              <a:t> well.</a:t>
            </a:r>
          </a:p>
          <a:p>
            <a:pPr>
              <a:lnSpc>
                <a:spcPct val="100000"/>
              </a:lnSpc>
            </a:pPr>
            <a:r>
              <a:rPr lang="en-US" b="1" dirty="0"/>
              <a:t>LSTM</a:t>
            </a:r>
            <a:r>
              <a:rPr lang="en-US" dirty="0"/>
              <a:t> → Captures </a:t>
            </a:r>
            <a:r>
              <a:rPr lang="en-US" b="1" dirty="0"/>
              <a:t>short-term fluctuations &amp; complex patterns</a:t>
            </a:r>
            <a:r>
              <a:rPr lang="en-US" dirty="0"/>
              <a:t>.</a:t>
            </a:r>
          </a:p>
          <a:p>
            <a:pPr>
              <a:lnSpc>
                <a:spcPct val="100000"/>
              </a:lnSpc>
            </a:pPr>
            <a:r>
              <a:rPr lang="en-US" b="1" dirty="0" err="1"/>
              <a:t>XGBoost</a:t>
            </a:r>
            <a:r>
              <a:rPr lang="en-US" dirty="0"/>
              <a:t> → Learns the </a:t>
            </a:r>
            <a:r>
              <a:rPr lang="en-US" b="1" dirty="0"/>
              <a:t>best mix</a:t>
            </a:r>
            <a:r>
              <a:rPr lang="en-US" dirty="0"/>
              <a:t> of Prophet + LSTM predictions.</a:t>
            </a:r>
          </a:p>
          <a:p>
            <a:pPr>
              <a:lnSpc>
                <a:spcPct val="100000"/>
              </a:lnSpc>
            </a:pPr>
            <a:r>
              <a:rPr lang="en-US" dirty="0"/>
              <a:t>👉 This combination balances </a:t>
            </a:r>
            <a:r>
              <a:rPr lang="en-US" b="1" dirty="0"/>
              <a:t>interpretability (Prophet)</a:t>
            </a:r>
            <a:r>
              <a:rPr lang="en-US" dirty="0"/>
              <a:t>, </a:t>
            </a:r>
            <a:r>
              <a:rPr lang="en-US" b="1" dirty="0"/>
              <a:t>deep learning power (LSTM)</a:t>
            </a:r>
            <a:r>
              <a:rPr lang="en-US" dirty="0"/>
              <a:t>, and </a:t>
            </a:r>
            <a:r>
              <a:rPr lang="en-US" b="1" dirty="0"/>
              <a:t>flexibility (</a:t>
            </a:r>
            <a:r>
              <a:rPr lang="en-US" b="1" dirty="0" err="1"/>
              <a:t>XGBoost</a:t>
            </a:r>
            <a:r>
              <a:rPr lang="en-US" b="1" dirty="0"/>
              <a:t>)</a:t>
            </a:r>
            <a:r>
              <a:rPr lang="en-US" dirty="0"/>
              <a:t> → resulting in more accurate and robust forecasts</a:t>
            </a:r>
          </a:p>
          <a:p>
            <a:pPr>
              <a:lnSpc>
                <a:spcPct val="150000"/>
              </a:lnSpc>
            </a:pPr>
            <a:endParaRPr lang="en-US" dirty="0" smtClean="0">
              <a:solidFill>
                <a:srgbClr val="C00000"/>
              </a:solidFill>
            </a:endParaRPr>
          </a:p>
          <a:p>
            <a:pPr>
              <a:lnSpc>
                <a:spcPct val="150000"/>
              </a:lnSpc>
            </a:pPr>
            <a:endParaRPr lang="en-US" dirty="0"/>
          </a:p>
          <a:p>
            <a:endParaRPr lang="en-US" dirty="0"/>
          </a:p>
        </p:txBody>
      </p:sp>
    </p:spTree>
    <p:extLst>
      <p:ext uri="{BB962C8B-B14F-4D97-AF65-F5344CB8AC3E}">
        <p14:creationId xmlns:p14="http://schemas.microsoft.com/office/powerpoint/2010/main" val="309738082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AE00FF8-25B9-F2A4-EA47-2CDD8E9B9B7A}"/>
              </a:ext>
            </a:extLst>
          </p:cNvPr>
          <p:cNvSpPr>
            <a:spLocks noGrp="1"/>
          </p:cNvSpPr>
          <p:nvPr>
            <p:ph type="title"/>
          </p:nvPr>
        </p:nvSpPr>
        <p:spPr>
          <a:xfrm>
            <a:off x="367645" y="136525"/>
            <a:ext cx="9157663" cy="835093"/>
          </a:xfrm>
        </p:spPr>
        <p:txBody>
          <a:bodyPr/>
          <a:lstStyle/>
          <a:p>
            <a:r>
              <a:rPr lang="en-IN" dirty="0">
                <a:solidFill>
                  <a:srgbClr val="C00000"/>
                </a:solidFill>
              </a:rPr>
              <a:t>Conclusion</a:t>
            </a:r>
          </a:p>
        </p:txBody>
      </p:sp>
      <p:sp>
        <p:nvSpPr>
          <p:cNvPr id="3" name="Content Placeholder 2">
            <a:extLst>
              <a:ext uri="{FF2B5EF4-FFF2-40B4-BE49-F238E27FC236}">
                <a16:creationId xmlns:a16="http://schemas.microsoft.com/office/drawing/2014/main" xmlns="" id="{9E1E67C1-343C-E4A8-0DFF-9165B0C2868A}"/>
              </a:ext>
            </a:extLst>
          </p:cNvPr>
          <p:cNvSpPr>
            <a:spLocks noGrp="1"/>
          </p:cNvSpPr>
          <p:nvPr>
            <p:ph idx="1"/>
          </p:nvPr>
        </p:nvSpPr>
        <p:spPr>
          <a:xfrm>
            <a:off x="366908" y="1197648"/>
            <a:ext cx="10349860" cy="4532592"/>
          </a:xfrm>
        </p:spPr>
        <p:txBody>
          <a:bodyPr/>
          <a:lstStyle/>
          <a:p>
            <a:pPr algn="just">
              <a:lnSpc>
                <a:spcPct val="200000"/>
              </a:lnSpc>
            </a:pPr>
            <a:r>
              <a:rPr lang="en-US" dirty="0"/>
              <a:t>The project successfully demonstrated the potential of machine learning in predicting building energy consumption. By combining </a:t>
            </a:r>
            <a:r>
              <a:rPr lang="en-US" b="1" dirty="0"/>
              <a:t>Prophet</a:t>
            </a:r>
            <a:r>
              <a:rPr lang="en-US" dirty="0"/>
              <a:t>, </a:t>
            </a:r>
            <a:r>
              <a:rPr lang="en-US" b="1" dirty="0"/>
              <a:t>LSTM</a:t>
            </a:r>
            <a:r>
              <a:rPr lang="en-US" dirty="0"/>
              <a:t>, and </a:t>
            </a:r>
            <a:r>
              <a:rPr lang="en-US" b="1" dirty="0" err="1"/>
              <a:t>XGBoost</a:t>
            </a:r>
            <a:r>
              <a:rPr lang="en-US" dirty="0"/>
              <a:t> in a hybrid ensemble, the model captured both long-term seasonal trends and short-term fluctuations with improved accuracy. Exploratory Data Analysis and feature selection methods highlighted the importance of environmental factors (e.g., temperature, humidity) and operational variables (e.g., building type, occupancy). The results show that advanced ML methods can support </a:t>
            </a:r>
            <a:r>
              <a:rPr lang="en-US" b="1" dirty="0"/>
              <a:t>energy managers, policymakers, and occupants</a:t>
            </a:r>
            <a:r>
              <a:rPr lang="en-US" dirty="0"/>
              <a:t> in making informed decisions, reducing costs, and promoting sustainable energy use.</a:t>
            </a:r>
            <a:endParaRPr lang="en-US" b="1" dirty="0"/>
          </a:p>
        </p:txBody>
      </p:sp>
      <p:sp>
        <p:nvSpPr>
          <p:cNvPr id="6" name="Slide Number Placeholder 5">
            <a:extLst>
              <a:ext uri="{FF2B5EF4-FFF2-40B4-BE49-F238E27FC236}">
                <a16:creationId xmlns:a16="http://schemas.microsoft.com/office/drawing/2014/main" xmlns="" id="{D6BA5B3A-063E-D4E5-BDAB-09C0ACFD2567}"/>
              </a:ext>
            </a:extLst>
          </p:cNvPr>
          <p:cNvSpPr>
            <a:spLocks noGrp="1"/>
          </p:cNvSpPr>
          <p:nvPr>
            <p:ph type="sldNum" sz="quarter" idx="12"/>
          </p:nvPr>
        </p:nvSpPr>
        <p:spPr/>
        <p:txBody>
          <a:bodyPr/>
          <a:lstStyle/>
          <a:p>
            <a:fld id="{075B144D-941B-4DFC-AF5F-0416193D12EC}" type="slidenum">
              <a:rPr lang="de-DE" smtClean="0"/>
              <a:t>24</a:t>
            </a:fld>
            <a:endParaRPr lang="de-DE"/>
          </a:p>
        </p:txBody>
      </p:sp>
      <p:sp>
        <p:nvSpPr>
          <p:cNvPr id="4" name="Date Placeholder 3">
            <a:extLst>
              <a:ext uri="{FF2B5EF4-FFF2-40B4-BE49-F238E27FC236}">
                <a16:creationId xmlns:a16="http://schemas.microsoft.com/office/drawing/2014/main" xmlns="" id="{268DE941-8298-EA6B-6BDB-8EEEC7C855F4}"/>
              </a:ext>
            </a:extLst>
          </p:cNvPr>
          <p:cNvSpPr>
            <a:spLocks noGrp="1"/>
          </p:cNvSpPr>
          <p:nvPr>
            <p:ph type="dt" sz="half" idx="10"/>
          </p:nvPr>
        </p:nvSpPr>
        <p:spPr/>
        <p:txBody>
          <a:bodyPr/>
          <a:lstStyle/>
          <a:p>
            <a:fld id="{3D825E89-22B0-4D69-ABE5-B56477392829}" type="datetime1">
              <a:rPr lang="en-CA" smtClean="0"/>
              <a:t>2025-09-13</a:t>
            </a:fld>
            <a:endParaRPr lang="de-DE"/>
          </a:p>
        </p:txBody>
      </p:sp>
      <p:sp>
        <p:nvSpPr>
          <p:cNvPr id="5" name="Footer Placeholder 4">
            <a:extLst>
              <a:ext uri="{FF2B5EF4-FFF2-40B4-BE49-F238E27FC236}">
                <a16:creationId xmlns:a16="http://schemas.microsoft.com/office/drawing/2014/main" xmlns="" id="{BCF19F79-E859-6514-1513-8505DEFCA5A4}"/>
              </a:ext>
            </a:extLst>
          </p:cNvPr>
          <p:cNvSpPr>
            <a:spLocks noGrp="1"/>
          </p:cNvSpPr>
          <p:nvPr>
            <p:ph type="ftr" sz="quarter" idx="11"/>
          </p:nvPr>
        </p:nvSpPr>
        <p:spPr/>
        <p:txBody>
          <a:bodyPr/>
          <a:lstStyle/>
          <a:p>
            <a:r>
              <a:rPr lang="de-DE"/>
              <a:t>SRH Hochschule Heidelberg</a:t>
            </a:r>
            <a:endParaRPr lang="de-DE" dirty="0"/>
          </a:p>
        </p:txBody>
      </p:sp>
    </p:spTree>
    <p:extLst>
      <p:ext uri="{BB962C8B-B14F-4D97-AF65-F5344CB8AC3E}">
        <p14:creationId xmlns:p14="http://schemas.microsoft.com/office/powerpoint/2010/main" val="223141802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AE00FF8-25B9-F2A4-EA47-2CDD8E9B9B7A}"/>
              </a:ext>
            </a:extLst>
          </p:cNvPr>
          <p:cNvSpPr>
            <a:spLocks noGrp="1"/>
          </p:cNvSpPr>
          <p:nvPr>
            <p:ph type="title"/>
          </p:nvPr>
        </p:nvSpPr>
        <p:spPr>
          <a:xfrm>
            <a:off x="367645" y="136525"/>
            <a:ext cx="9157663" cy="835093"/>
          </a:xfrm>
        </p:spPr>
        <p:txBody>
          <a:bodyPr/>
          <a:lstStyle/>
          <a:p>
            <a:r>
              <a:rPr lang="en-IN" dirty="0">
                <a:solidFill>
                  <a:srgbClr val="C00000"/>
                </a:solidFill>
              </a:rPr>
              <a:t>Learnings</a:t>
            </a:r>
          </a:p>
        </p:txBody>
      </p:sp>
      <p:sp>
        <p:nvSpPr>
          <p:cNvPr id="3" name="Content Placeholder 2">
            <a:extLst>
              <a:ext uri="{FF2B5EF4-FFF2-40B4-BE49-F238E27FC236}">
                <a16:creationId xmlns:a16="http://schemas.microsoft.com/office/drawing/2014/main" xmlns="" id="{9E1E67C1-343C-E4A8-0DFF-9165B0C2868A}"/>
              </a:ext>
            </a:extLst>
          </p:cNvPr>
          <p:cNvSpPr>
            <a:spLocks noGrp="1"/>
          </p:cNvSpPr>
          <p:nvPr>
            <p:ph idx="1"/>
          </p:nvPr>
        </p:nvSpPr>
        <p:spPr>
          <a:xfrm>
            <a:off x="366908" y="1197648"/>
            <a:ext cx="10569316" cy="4825200"/>
          </a:xfrm>
        </p:spPr>
        <p:txBody>
          <a:bodyPr/>
          <a:lstStyle/>
          <a:p>
            <a:pPr lvl="1" algn="just" fontAlgn="base">
              <a:lnSpc>
                <a:spcPct val="90000"/>
              </a:lnSpc>
              <a:buFont typeface="Arial" panose="020B0604020202020204" pitchFamily="34" charset="0"/>
              <a:buChar char="•"/>
            </a:pPr>
            <a:endParaRPr lang="en-IN" b="1" dirty="0"/>
          </a:p>
          <a:p>
            <a:r>
              <a:rPr lang="en-US" b="1" dirty="0"/>
              <a:t>Data Understanding:</a:t>
            </a:r>
            <a:r>
              <a:rPr lang="en-US" dirty="0"/>
              <a:t> Importance of handling missing values, outliers, and skewed distributions before modeling.</a:t>
            </a:r>
          </a:p>
          <a:p>
            <a:r>
              <a:rPr lang="en-US" b="1" dirty="0"/>
              <a:t>Feature Engineering:</a:t>
            </a:r>
            <a:r>
              <a:rPr lang="en-US" dirty="0"/>
              <a:t> Learned how feature importance techniques (Permutation, Mutual Information, ACF) influence model interpretability.</a:t>
            </a:r>
          </a:p>
          <a:p>
            <a:r>
              <a:rPr lang="en-US" b="1" dirty="0"/>
              <a:t>Modeling Skills:</a:t>
            </a:r>
            <a:r>
              <a:rPr lang="en-US" dirty="0"/>
              <a:t> Gained experience in applying statistical (Prophet), deep learning (LSTM), and ensemble (</a:t>
            </a:r>
            <a:r>
              <a:rPr lang="en-US" dirty="0" err="1"/>
              <a:t>XGBoost</a:t>
            </a:r>
            <a:r>
              <a:rPr lang="en-US" dirty="0"/>
              <a:t>) methods for time series forecasting.</a:t>
            </a:r>
          </a:p>
          <a:p>
            <a:r>
              <a:rPr lang="en-US" b="1" dirty="0"/>
              <a:t>Hybrid Approach:</a:t>
            </a:r>
            <a:r>
              <a:rPr lang="en-US" dirty="0"/>
              <a:t> Understood the value of combining models to leverage complementary strengths.</a:t>
            </a:r>
          </a:p>
          <a:p>
            <a:r>
              <a:rPr lang="en-US" b="1" dirty="0"/>
              <a:t>Practical Insights:</a:t>
            </a:r>
            <a:r>
              <a:rPr lang="en-US" dirty="0"/>
              <a:t> Realized the impact of weather, occupancy, and building type as key drivers of energy consumption.</a:t>
            </a:r>
          </a:p>
          <a:p>
            <a:pPr lvl="1" algn="just" fontAlgn="base">
              <a:lnSpc>
                <a:spcPct val="90000"/>
              </a:lnSpc>
              <a:buFont typeface="Arial" panose="020B0604020202020204" pitchFamily="34" charset="0"/>
              <a:buChar char="•"/>
            </a:pPr>
            <a:endParaRPr lang="en-IN" b="1" dirty="0"/>
          </a:p>
          <a:p>
            <a:pPr lvl="1" algn="just" fontAlgn="base">
              <a:lnSpc>
                <a:spcPct val="90000"/>
              </a:lnSpc>
              <a:buFont typeface="Arial" panose="020B0604020202020204" pitchFamily="34" charset="0"/>
              <a:buChar char="•"/>
            </a:pPr>
            <a:endParaRPr lang="en-US" b="1" dirty="0"/>
          </a:p>
        </p:txBody>
      </p:sp>
      <p:sp>
        <p:nvSpPr>
          <p:cNvPr id="6" name="Slide Number Placeholder 5">
            <a:extLst>
              <a:ext uri="{FF2B5EF4-FFF2-40B4-BE49-F238E27FC236}">
                <a16:creationId xmlns:a16="http://schemas.microsoft.com/office/drawing/2014/main" xmlns="" id="{D6BA5B3A-063E-D4E5-BDAB-09C0ACFD2567}"/>
              </a:ext>
            </a:extLst>
          </p:cNvPr>
          <p:cNvSpPr>
            <a:spLocks noGrp="1"/>
          </p:cNvSpPr>
          <p:nvPr>
            <p:ph type="sldNum" sz="quarter" idx="12"/>
          </p:nvPr>
        </p:nvSpPr>
        <p:spPr/>
        <p:txBody>
          <a:bodyPr/>
          <a:lstStyle/>
          <a:p>
            <a:fld id="{075B144D-941B-4DFC-AF5F-0416193D12EC}" type="slidenum">
              <a:rPr lang="de-DE" smtClean="0"/>
              <a:t>25</a:t>
            </a:fld>
            <a:endParaRPr lang="de-DE"/>
          </a:p>
        </p:txBody>
      </p:sp>
      <p:sp>
        <p:nvSpPr>
          <p:cNvPr id="4" name="Date Placeholder 3">
            <a:extLst>
              <a:ext uri="{FF2B5EF4-FFF2-40B4-BE49-F238E27FC236}">
                <a16:creationId xmlns:a16="http://schemas.microsoft.com/office/drawing/2014/main" xmlns="" id="{268DE941-8298-EA6B-6BDB-8EEEC7C855F4}"/>
              </a:ext>
            </a:extLst>
          </p:cNvPr>
          <p:cNvSpPr>
            <a:spLocks noGrp="1"/>
          </p:cNvSpPr>
          <p:nvPr>
            <p:ph type="dt" sz="half" idx="10"/>
          </p:nvPr>
        </p:nvSpPr>
        <p:spPr/>
        <p:txBody>
          <a:bodyPr/>
          <a:lstStyle/>
          <a:p>
            <a:fld id="{3D825E89-22B0-4D69-ABE5-B56477392829}" type="datetime1">
              <a:rPr lang="en-CA" smtClean="0"/>
              <a:t>2025-09-13</a:t>
            </a:fld>
            <a:endParaRPr lang="de-DE"/>
          </a:p>
        </p:txBody>
      </p:sp>
      <p:sp>
        <p:nvSpPr>
          <p:cNvPr id="5" name="Footer Placeholder 4">
            <a:extLst>
              <a:ext uri="{FF2B5EF4-FFF2-40B4-BE49-F238E27FC236}">
                <a16:creationId xmlns:a16="http://schemas.microsoft.com/office/drawing/2014/main" xmlns="" id="{BCF19F79-E859-6514-1513-8505DEFCA5A4}"/>
              </a:ext>
            </a:extLst>
          </p:cNvPr>
          <p:cNvSpPr>
            <a:spLocks noGrp="1"/>
          </p:cNvSpPr>
          <p:nvPr>
            <p:ph type="ftr" sz="quarter" idx="11"/>
          </p:nvPr>
        </p:nvSpPr>
        <p:spPr/>
        <p:txBody>
          <a:bodyPr/>
          <a:lstStyle/>
          <a:p>
            <a:r>
              <a:rPr lang="de-DE"/>
              <a:t>SRH Hochschule Heidelberg</a:t>
            </a:r>
            <a:endParaRPr lang="de-DE" dirty="0"/>
          </a:p>
        </p:txBody>
      </p:sp>
    </p:spTree>
    <p:extLst>
      <p:ext uri="{BB962C8B-B14F-4D97-AF65-F5344CB8AC3E}">
        <p14:creationId xmlns:p14="http://schemas.microsoft.com/office/powerpoint/2010/main" val="379710025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AE00FF8-25B9-F2A4-EA47-2CDD8E9B9B7A}"/>
              </a:ext>
            </a:extLst>
          </p:cNvPr>
          <p:cNvSpPr>
            <a:spLocks noGrp="1"/>
          </p:cNvSpPr>
          <p:nvPr>
            <p:ph type="title"/>
          </p:nvPr>
        </p:nvSpPr>
        <p:spPr>
          <a:xfrm>
            <a:off x="367645" y="136525"/>
            <a:ext cx="9157663" cy="835093"/>
          </a:xfrm>
        </p:spPr>
        <p:txBody>
          <a:bodyPr/>
          <a:lstStyle/>
          <a:p>
            <a:r>
              <a:rPr lang="en-IN" dirty="0">
                <a:solidFill>
                  <a:srgbClr val="C00000"/>
                </a:solidFill>
              </a:rPr>
              <a:t>Further Improvements</a:t>
            </a:r>
          </a:p>
        </p:txBody>
      </p:sp>
      <p:sp>
        <p:nvSpPr>
          <p:cNvPr id="3" name="Content Placeholder 2">
            <a:extLst>
              <a:ext uri="{FF2B5EF4-FFF2-40B4-BE49-F238E27FC236}">
                <a16:creationId xmlns:a16="http://schemas.microsoft.com/office/drawing/2014/main" xmlns="" id="{9E1E67C1-343C-E4A8-0DFF-9165B0C2868A}"/>
              </a:ext>
            </a:extLst>
          </p:cNvPr>
          <p:cNvSpPr>
            <a:spLocks noGrp="1"/>
          </p:cNvSpPr>
          <p:nvPr>
            <p:ph idx="1"/>
          </p:nvPr>
        </p:nvSpPr>
        <p:spPr>
          <a:xfrm>
            <a:off x="366908" y="1197648"/>
            <a:ext cx="10191364" cy="4300944"/>
          </a:xfrm>
        </p:spPr>
        <p:txBody>
          <a:bodyPr/>
          <a:lstStyle/>
          <a:p>
            <a:pPr lvl="1" algn="just" fontAlgn="base">
              <a:lnSpc>
                <a:spcPct val="150000"/>
              </a:lnSpc>
              <a:buFont typeface="Arial" panose="020B0604020202020204" pitchFamily="34" charset="0"/>
              <a:buChar char="•"/>
            </a:pPr>
            <a:r>
              <a:rPr lang="en-US" b="1" dirty="0"/>
              <a:t>Model Accuracy</a:t>
            </a:r>
            <a:r>
              <a:rPr lang="en-US" dirty="0"/>
              <a:t>: Enhance the predictive model's accuracy by incorporating </a:t>
            </a:r>
            <a:r>
              <a:rPr lang="en-US" b="1" dirty="0"/>
              <a:t>more features </a:t>
            </a:r>
            <a:r>
              <a:rPr lang="en-US" dirty="0"/>
              <a:t>and experimenting with advanced ML algorithms</a:t>
            </a:r>
            <a:r>
              <a:rPr lang="en-US" dirty="0" smtClean="0"/>
              <a:t>.</a:t>
            </a:r>
            <a:endParaRPr lang="fa-IR" dirty="0" smtClean="0"/>
          </a:p>
          <a:p>
            <a:pPr lvl="1" algn="just" fontAlgn="base">
              <a:lnSpc>
                <a:spcPct val="150000"/>
              </a:lnSpc>
              <a:buFont typeface="Arial" panose="020B0604020202020204" pitchFamily="34" charset="0"/>
              <a:buChar char="•"/>
            </a:pPr>
            <a:r>
              <a:rPr lang="en-US" b="1" dirty="0" smtClean="0"/>
              <a:t>Real-Time </a:t>
            </a:r>
            <a:r>
              <a:rPr lang="en-US" b="1" dirty="0"/>
              <a:t>Alerts</a:t>
            </a:r>
            <a:r>
              <a:rPr lang="en-US" dirty="0"/>
              <a:t>: Add </a:t>
            </a:r>
            <a:r>
              <a:rPr lang="en-US" b="1" dirty="0"/>
              <a:t>real-time alerting mechanisms </a:t>
            </a:r>
            <a:r>
              <a:rPr lang="en-US" dirty="0"/>
              <a:t>for critical weather conditions</a:t>
            </a:r>
            <a:r>
              <a:rPr lang="en-US" dirty="0" smtClean="0"/>
              <a:t>.</a:t>
            </a:r>
            <a:endParaRPr lang="fa-IR" dirty="0" smtClean="0"/>
          </a:p>
          <a:p>
            <a:pPr lvl="1" algn="just" fontAlgn="base">
              <a:lnSpc>
                <a:spcPct val="150000"/>
              </a:lnSpc>
              <a:buFont typeface="Arial" panose="020B0604020202020204" pitchFamily="34" charset="0"/>
              <a:buChar char="•"/>
            </a:pPr>
            <a:r>
              <a:rPr lang="en-US" b="1" dirty="0" smtClean="0"/>
              <a:t>User </a:t>
            </a:r>
            <a:r>
              <a:rPr lang="en-US" b="1" dirty="0"/>
              <a:t>Experience</a:t>
            </a:r>
            <a:r>
              <a:rPr lang="en-US" dirty="0"/>
              <a:t>: Improve the design and interactivity of </a:t>
            </a:r>
            <a:r>
              <a:rPr lang="en-US" b="1" dirty="0"/>
              <a:t>Tableau dashboards </a:t>
            </a:r>
            <a:r>
              <a:rPr lang="en-US" dirty="0"/>
              <a:t>to better cater to end-user needs.</a:t>
            </a:r>
            <a:endParaRPr lang="en-US" b="1" dirty="0"/>
          </a:p>
        </p:txBody>
      </p:sp>
      <p:sp>
        <p:nvSpPr>
          <p:cNvPr id="6" name="Slide Number Placeholder 5">
            <a:extLst>
              <a:ext uri="{FF2B5EF4-FFF2-40B4-BE49-F238E27FC236}">
                <a16:creationId xmlns:a16="http://schemas.microsoft.com/office/drawing/2014/main" xmlns="" id="{D6BA5B3A-063E-D4E5-BDAB-09C0ACFD2567}"/>
              </a:ext>
            </a:extLst>
          </p:cNvPr>
          <p:cNvSpPr>
            <a:spLocks noGrp="1"/>
          </p:cNvSpPr>
          <p:nvPr>
            <p:ph type="sldNum" sz="quarter" idx="12"/>
          </p:nvPr>
        </p:nvSpPr>
        <p:spPr/>
        <p:txBody>
          <a:bodyPr/>
          <a:lstStyle/>
          <a:p>
            <a:fld id="{075B144D-941B-4DFC-AF5F-0416193D12EC}" type="slidenum">
              <a:rPr lang="de-DE" smtClean="0"/>
              <a:t>26</a:t>
            </a:fld>
            <a:endParaRPr lang="de-DE"/>
          </a:p>
        </p:txBody>
      </p:sp>
      <p:sp>
        <p:nvSpPr>
          <p:cNvPr id="4" name="Date Placeholder 3">
            <a:extLst>
              <a:ext uri="{FF2B5EF4-FFF2-40B4-BE49-F238E27FC236}">
                <a16:creationId xmlns:a16="http://schemas.microsoft.com/office/drawing/2014/main" xmlns="" id="{268DE941-8298-EA6B-6BDB-8EEEC7C855F4}"/>
              </a:ext>
            </a:extLst>
          </p:cNvPr>
          <p:cNvSpPr>
            <a:spLocks noGrp="1"/>
          </p:cNvSpPr>
          <p:nvPr>
            <p:ph type="dt" sz="half" idx="10"/>
          </p:nvPr>
        </p:nvSpPr>
        <p:spPr/>
        <p:txBody>
          <a:bodyPr/>
          <a:lstStyle/>
          <a:p>
            <a:fld id="{3D825E89-22B0-4D69-ABE5-B56477392829}" type="datetime1">
              <a:rPr lang="en-CA" smtClean="0"/>
              <a:t>2025-09-13</a:t>
            </a:fld>
            <a:endParaRPr lang="de-DE"/>
          </a:p>
        </p:txBody>
      </p:sp>
      <p:sp>
        <p:nvSpPr>
          <p:cNvPr id="5" name="Footer Placeholder 4">
            <a:extLst>
              <a:ext uri="{FF2B5EF4-FFF2-40B4-BE49-F238E27FC236}">
                <a16:creationId xmlns:a16="http://schemas.microsoft.com/office/drawing/2014/main" xmlns="" id="{BCF19F79-E859-6514-1513-8505DEFCA5A4}"/>
              </a:ext>
            </a:extLst>
          </p:cNvPr>
          <p:cNvSpPr>
            <a:spLocks noGrp="1"/>
          </p:cNvSpPr>
          <p:nvPr>
            <p:ph type="ftr" sz="quarter" idx="11"/>
          </p:nvPr>
        </p:nvSpPr>
        <p:spPr/>
        <p:txBody>
          <a:bodyPr/>
          <a:lstStyle/>
          <a:p>
            <a:r>
              <a:rPr lang="de-DE"/>
              <a:t>SRH Hochschule Heidelberg</a:t>
            </a:r>
            <a:endParaRPr lang="de-DE" dirty="0"/>
          </a:p>
        </p:txBody>
      </p:sp>
    </p:spTree>
    <p:extLst>
      <p:ext uri="{BB962C8B-B14F-4D97-AF65-F5344CB8AC3E}">
        <p14:creationId xmlns:p14="http://schemas.microsoft.com/office/powerpoint/2010/main" val="313789073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xmlns="" id="{C7198457-6244-6BF3-87F5-2A92643F40CB}"/>
              </a:ext>
            </a:extLst>
          </p:cNvPr>
          <p:cNvPicPr>
            <a:picLocks noChangeAspect="1"/>
          </p:cNvPicPr>
          <p:nvPr/>
        </p:nvPicPr>
        <p:blipFill>
          <a:blip r:embed="rId2"/>
          <a:stretch>
            <a:fillRect/>
          </a:stretch>
        </p:blipFill>
        <p:spPr>
          <a:xfrm>
            <a:off x="101903" y="1472751"/>
            <a:ext cx="9450887" cy="1733027"/>
          </a:xfrm>
          <a:prstGeom prst="rect">
            <a:avLst/>
          </a:prstGeom>
        </p:spPr>
      </p:pic>
      <p:pic>
        <p:nvPicPr>
          <p:cNvPr id="12" name="Picture 11">
            <a:extLst>
              <a:ext uri="{FF2B5EF4-FFF2-40B4-BE49-F238E27FC236}">
                <a16:creationId xmlns:a16="http://schemas.microsoft.com/office/drawing/2014/main" xmlns="" id="{7A1FC364-F115-9574-3AE1-44BEB7292921}"/>
              </a:ext>
            </a:extLst>
          </p:cNvPr>
          <p:cNvPicPr>
            <a:picLocks noChangeAspect="1"/>
          </p:cNvPicPr>
          <p:nvPr/>
        </p:nvPicPr>
        <p:blipFill>
          <a:blip r:embed="rId3"/>
          <a:stretch>
            <a:fillRect/>
          </a:stretch>
        </p:blipFill>
        <p:spPr>
          <a:xfrm>
            <a:off x="1455786" y="2780328"/>
            <a:ext cx="7670800" cy="850900"/>
          </a:xfrm>
          <a:prstGeom prst="rect">
            <a:avLst/>
          </a:prstGeom>
        </p:spPr>
      </p:pic>
    </p:spTree>
    <p:extLst>
      <p:ext uri="{BB962C8B-B14F-4D97-AF65-F5344CB8AC3E}">
        <p14:creationId xmlns:p14="http://schemas.microsoft.com/office/powerpoint/2010/main" val="322662621"/>
      </p:ext>
    </p:extLst>
  </p:cSld>
  <p:clrMapOvr>
    <a:masterClrMapping/>
  </p:clrMapOvr>
  <p:timing>
    <p:tnLst>
      <p:par>
        <p:cTn id="1" dur="indefinite" restart="never" nodeType="tmRoot"/>
      </p:par>
    </p:tnLst>
  </p:timing>
</p:sld>
</file>

<file path=ppt/theme/theme1.xml><?xml version="1.0" encoding="utf-8"?>
<a:theme xmlns:a="http://schemas.openxmlformats.org/drawingml/2006/main" name="SRH">
  <a:themeElements>
    <a:clrScheme name="SRH Bildung">
      <a:dk1>
        <a:srgbClr val="575756"/>
      </a:dk1>
      <a:lt1>
        <a:sysClr val="window" lastClr="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SRH">
      <a:majorFont>
        <a:latin typeface="SRH Display"/>
        <a:ea typeface=""/>
        <a:cs typeface=""/>
      </a:majorFont>
      <a:minorFont>
        <a:latin typeface="SRH"/>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SRH Bildung">
        <a:dk1>
          <a:srgbClr val="575756"/>
        </a:dk1>
        <a:lt1>
          <a:sysClr val="window" lastClr="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extraClrScheme>
    <a:extraClrScheme>
      <a:clrScheme name="SRH Gesundheit">
        <a:dk1>
          <a:srgbClr val="575756"/>
        </a:dk1>
        <a:lt1>
          <a:sysClr val="window" lastClr="FFFFFF"/>
        </a:lt1>
        <a:dk2>
          <a:srgbClr val="35B4A0"/>
        </a:dk2>
        <a:lt2>
          <a:srgbClr val="AAA39D"/>
        </a:lt2>
        <a:accent1>
          <a:srgbClr val="00699A"/>
        </a:accent1>
        <a:accent2>
          <a:srgbClr val="CA007F"/>
        </a:accent2>
        <a:accent3>
          <a:srgbClr val="78C8D2"/>
        </a:accent3>
        <a:accent4>
          <a:srgbClr val="0D3A5D"/>
        </a:accent4>
        <a:accent5>
          <a:srgbClr val="DF4807"/>
        </a:accent5>
        <a:accent6>
          <a:srgbClr val="FCC61E"/>
        </a:accent6>
        <a:hlink>
          <a:srgbClr val="000000"/>
        </a:hlink>
        <a:folHlink>
          <a:srgbClr val="000000"/>
        </a:folHlink>
      </a:clrScheme>
    </a:extraClrScheme>
    <a:extraClrScheme>
      <a:clrScheme name="SRH Holding">
        <a:dk1>
          <a:srgbClr val="575756"/>
        </a:dk1>
        <a:lt1>
          <a:sysClr val="window" lastClr="FFFFFF"/>
        </a:lt1>
        <a:dk2>
          <a:srgbClr val="00699A"/>
        </a:dk2>
        <a:lt2>
          <a:srgbClr val="AAA39D"/>
        </a:lt2>
        <a:accent1>
          <a:srgbClr val="AAA39D"/>
        </a:accent1>
        <a:accent2>
          <a:srgbClr val="DF4807"/>
        </a:accent2>
        <a:accent3>
          <a:srgbClr val="575756"/>
        </a:accent3>
        <a:accent4>
          <a:srgbClr val="FCC61E"/>
        </a:accent4>
        <a:accent5>
          <a:srgbClr val="78C8D2"/>
        </a:accent5>
        <a:accent6>
          <a:srgbClr val="0D3A5D"/>
        </a:accent6>
        <a:hlink>
          <a:srgbClr val="000000"/>
        </a:hlink>
        <a:folHlink>
          <a:srgbClr val="000000"/>
        </a:folHlink>
      </a:clrScheme>
    </a:extraClrScheme>
    <a:extraClrScheme>
      <a:clrScheme name="SRH ServicePartner">
        <a:dk1>
          <a:srgbClr val="575756"/>
        </a:dk1>
        <a:lt1>
          <a:sysClr val="window" lastClr="FFFFFF"/>
        </a:lt1>
        <a:dk2>
          <a:srgbClr val="9C0C35"/>
        </a:dk2>
        <a:lt2>
          <a:srgbClr val="AAA39D"/>
        </a:lt2>
        <a:accent1>
          <a:srgbClr val="AAA39D"/>
        </a:accent1>
        <a:accent2>
          <a:srgbClr val="35B4A0"/>
        </a:accent2>
        <a:accent3>
          <a:srgbClr val="575756"/>
        </a:accent3>
        <a:accent4>
          <a:srgbClr val="0D3A5D"/>
        </a:accent4>
        <a:accent5>
          <a:srgbClr val="DF4807"/>
        </a:accent5>
        <a:accent6>
          <a:srgbClr val="00699A"/>
        </a:accent6>
        <a:hlink>
          <a:srgbClr val="000000"/>
        </a:hlink>
        <a:folHlink>
          <a:srgbClr val="000000"/>
        </a:folHlink>
      </a:clrScheme>
    </a:extraClrScheme>
  </a:extraClrSchemeLst>
  <a:custClrLst>
    <a:custClr name="SRH ORANGE">
      <a:srgbClr val="DF4807"/>
    </a:custClr>
    <a:custClr name="SRH WARM GREY">
      <a:srgbClr val="AAA39D"/>
    </a:custClr>
    <a:custClr name="SRH BLUE">
      <a:srgbClr val="00699A"/>
    </a:custClr>
    <a:custClr name="SRH SUN YELLOW">
      <a:srgbClr val="FCC61E"/>
    </a:custClr>
    <a:custClr name="SRH Fresh Mint">
      <a:srgbClr val="35B4A0"/>
    </a:custClr>
    <a:custClr name="SRH SWEET BERRY">
      <a:srgbClr val="CA007F"/>
    </a:custClr>
    <a:custClr name="WHITE">
      <a:srgbClr val="FFFFFF"/>
    </a:custClr>
    <a:custClr name="WHITE ">
      <a:srgbClr val="FFFFFF"/>
    </a:custClr>
    <a:custClr name="WHITE ">
      <a:srgbClr val="FFFFFF"/>
    </a:custClr>
    <a:custClr name="WHITE ">
      <a:srgbClr val="FFFFFF"/>
    </a:custClr>
    <a:custClr name="SRH PASSION RED">
      <a:srgbClr val="9C0C35"/>
    </a:custClr>
    <a:custClr name="SRH SMOKEY BLACK">
      <a:srgbClr val="575756"/>
    </a:custClr>
    <a:custClr name="SRH CALM OCEAN">
      <a:srgbClr val="78C8D2"/>
    </a:custClr>
    <a:custClr name="SRH MIDNIGHT BLUE">
      <a:srgbClr val="0D3A5D"/>
    </a:custClr>
    <a:custClr name="SRH DEEP BLUE">
      <a:srgbClr val="021E30"/>
    </a:custClr>
    <a:custClr name=" SRH Text ">
      <a:srgbClr val="575756"/>
    </a:custClr>
    <a:custClr name="WHITE ">
      <a:srgbClr val="FFFFFF"/>
    </a:custClr>
    <a:custClr name="WHITE ">
      <a:srgbClr val="FFFFFF"/>
    </a:custClr>
    <a:custClr name="WHITE ">
      <a:srgbClr val="FFFFFF"/>
    </a:custClr>
    <a:custClr name="WHITE ">
      <a:srgbClr val="FFFFFF"/>
    </a:custClr>
  </a:custClr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AC650D127C1943841983BA797B7B40" ma:contentTypeVersion="13" ma:contentTypeDescription="Create a new document." ma:contentTypeScope="" ma:versionID="58f50f58712277dacfc9d8d3e5f11936">
  <xsd:schema xmlns:xsd="http://www.w3.org/2001/XMLSchema" xmlns:xs="http://www.w3.org/2001/XMLSchema" xmlns:p="http://schemas.microsoft.com/office/2006/metadata/properties" xmlns:ns2="5a3b61bd-4313-46e3-b6d8-843ac17cb113" xmlns:ns3="189ec81c-5fe5-43b2-9f00-d5cfe7672b6f" targetNamespace="http://schemas.microsoft.com/office/2006/metadata/properties" ma:root="true" ma:fieldsID="82091000bb12f4a8bd213cb0602ba83e" ns2:_="" ns3:_="">
    <xsd:import namespace="5a3b61bd-4313-46e3-b6d8-843ac17cb113"/>
    <xsd:import namespace="189ec81c-5fe5-43b2-9f00-d5cfe7672b6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a3b61bd-4313-46e3-b6d8-843ac17cb113"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5005c3e6-41c8-4236-b537-f6702bd0c9cc}" ma:internalName="TaxCatchAll" ma:showField="CatchAllData" ma:web="5a3b61bd-4313-46e3-b6d8-843ac17cb11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89ec81c-5fe5-43b2-9f00-d5cfe7672b6f"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5745c0f-c6d2-4807-bc81-eae786d256f4"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6C67AA5-CE4D-42A5-803E-8D7A5EC545D2}">
  <ds:schemaRefs>
    <ds:schemaRef ds:uri="http://schemas.microsoft.com/sharepoint/v3/contenttype/forms"/>
  </ds:schemaRefs>
</ds:datastoreItem>
</file>

<file path=customXml/itemProps2.xml><?xml version="1.0" encoding="utf-8"?>
<ds:datastoreItem xmlns:ds="http://schemas.openxmlformats.org/officeDocument/2006/customXml" ds:itemID="{CED9B137-6C4D-4093-99EE-901F61F6B7B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a3b61bd-4313-46e3-b6d8-843ac17cb113"/>
    <ds:schemaRef ds:uri="189ec81c-5fe5-43b2-9f00-d5cfe7672b6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17426</TotalTime>
  <Words>2098</Words>
  <Application>Microsoft Office PowerPoint</Application>
  <PresentationFormat>Custom</PresentationFormat>
  <Paragraphs>286</Paragraphs>
  <Slides>27</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27</vt:i4>
      </vt:variant>
    </vt:vector>
  </HeadingPairs>
  <TitlesOfParts>
    <vt:vector size="36" baseType="lpstr">
      <vt:lpstr>Arial</vt:lpstr>
      <vt:lpstr>SRH Headline</vt:lpstr>
      <vt:lpstr>SRH Display</vt:lpstr>
      <vt:lpstr>SRH Text</vt:lpstr>
      <vt:lpstr>Wingdings</vt:lpstr>
      <vt:lpstr>SRH</vt:lpstr>
      <vt:lpstr>Calibri</vt:lpstr>
      <vt:lpstr>Arial MT</vt:lpstr>
      <vt:lpstr>SRH</vt:lpstr>
      <vt:lpstr>Case Study 2: Machine Learning Approaches for Energy Consumption Prediction in Buildings</vt:lpstr>
      <vt:lpstr>PowerPoint Presentation</vt:lpstr>
      <vt:lpstr>Problem Statement:</vt:lpstr>
      <vt:lpstr>Table of Content</vt:lpstr>
      <vt:lpstr>Introduction</vt:lpstr>
      <vt:lpstr>Dataset</vt:lpstr>
      <vt:lpstr>PowerPoint Presentation</vt:lpstr>
      <vt:lpstr>EDA Workflow</vt:lpstr>
      <vt:lpstr>Skewness</vt:lpstr>
      <vt:lpstr>Anomaly Detection Methods(Outliers)</vt:lpstr>
      <vt:lpstr>Z-Score </vt:lpstr>
      <vt:lpstr>Anomaly Detection Methods(Outliers)</vt:lpstr>
      <vt:lpstr>Anomaly Detection Methods(Outliers)</vt:lpstr>
      <vt:lpstr>PowerPoint Presentation</vt:lpstr>
      <vt:lpstr>PowerPoint Presentation</vt:lpstr>
      <vt:lpstr>Feature Importance</vt:lpstr>
      <vt:lpstr>Permutation Feature Importance</vt:lpstr>
      <vt:lpstr>Variance Threshold</vt:lpstr>
      <vt:lpstr>Mutual Information (MI)</vt:lpstr>
      <vt:lpstr>Related Articles</vt:lpstr>
      <vt:lpstr>Algorithms</vt:lpstr>
      <vt:lpstr>LSTM (Long Short-Term Memory – Deep Learning)</vt:lpstr>
      <vt:lpstr>XGBoost (Extreme Gradient Boosting) as Meta-Learner</vt:lpstr>
      <vt:lpstr>Conclusion</vt:lpstr>
      <vt:lpstr>Learnings</vt:lpstr>
      <vt:lpstr>Further Improvements</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Henrike Voelker</dc:creator>
  <cp:lastModifiedBy>Adrina</cp:lastModifiedBy>
  <cp:revision>635</cp:revision>
  <dcterms:created xsi:type="dcterms:W3CDTF">2020-06-05T16:20:53Z</dcterms:created>
  <dcterms:modified xsi:type="dcterms:W3CDTF">2025-09-15T13:07:04Z</dcterms:modified>
</cp:coreProperties>
</file>