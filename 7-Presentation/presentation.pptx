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ustom.xml" ContentType="application/vnd.openxmlformats-officedocument.custom-properties+xml"/>
  <Override PartName="/docProps/core.xml" ContentType="application/vnd.openxmlformats-package.core-properties+xml"/>
  <Override PartName="/docProps/app.xml" ContentType="application/vnd.openxmlformats-officedocument.extended-properties+xml"/>
  <Override PartName="/customXml/itemProps1.xml" ContentType="application/vnd.openxmlformats-officedocument.customXmlProperties+xml"/>
  <Override PartName="/customXml/itemProps2.xml" ContentType="application/vnd.openxmlformats-officedocument.customXmlProperties+xml"/>
  <Override PartName="/ppt/theme/theme1.xml" ContentType="application/vnd.openxmlformats-officedocument.theme+xml"/>
  <Override PartName="/ppt/theme/theme24.xml" ContentType="application/vnd.openxmlformats-officedocument.theme+xml"/>
  <Override PartName="/ppt/presentation.xml" ContentType="application/vnd.openxmlformats-officedocument.presentationml.presentation.main+xml"/>
  <Override PartName="/ppt/slides/slide18.xml" ContentType="application/vnd.openxmlformats-officedocument.presentationml.slide+xml"/>
  <Override PartName="/ppt/slides/slide1.xml" ContentType="application/vnd.openxmlformats-officedocument.presentationml.slide+xml"/>
  <Override PartName="/ppt/slides/slide20.xml" ContentType="application/vnd.openxmlformats-officedocument.presentationml.slide+xml"/>
  <Override PartName="/ppt/slides/slide2.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22.xml" ContentType="application/vnd.openxmlformats-officedocument.presentationml.slide+xml"/>
  <Override PartName="/ppt/slides/slide5.xml" ContentType="application/vnd.openxmlformats-officedocument.presentationml.slide+xml"/>
  <Override PartName="/ppt/slides/slide23.xml" ContentType="application/vnd.openxmlformats-officedocument.presentationml.slide+xml"/>
  <Override PartName="/ppt/slides/slide6.xml" ContentType="application/vnd.openxmlformats-officedocument.presentationml.slide+xml"/>
  <Override PartName="/ppt/slides/slide24.xml" ContentType="application/vnd.openxmlformats-officedocument.presentationml.slide+xml"/>
  <Override PartName="/ppt/slides/slide7.xml" ContentType="application/vnd.openxmlformats-officedocument.presentationml.slide+xml"/>
  <Override PartName="/ppt/slides/slide25.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26.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9.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media/image2.svg" ContentType="image/svg"/>
  <Override PartName="/ppt/media/image15.emf" ContentType="image/x-emf"/>
  <Override PartName="/ppt/media/image4.svg" ContentType="image/svg"/>
  <Override PartName="/ppt/media/image16.emf" ContentType="image/x-emf"/>
  <Override PartName="/ppt/slideMasters/slideMaster1.xml" ContentType="application/vnd.openxmlformats-officedocument.presentationml.slideMaster+xml"/>
  <Override PartName="/ppt/notesSlides/notesSlide24.xml" ContentType="application/vnd.openxmlformats-officedocument.presentationml.notesSlide+xml"/>
  <Override PartName="/ppt/slideLayouts/slideLayout23.xml" ContentType="application/vnd.openxmlformats-officedocument.presentationml.slideLayout+xml"/>
  <Override PartName="/ppt/slideLayouts/slideLayout1.xml" ContentType="application/vnd.openxmlformats-officedocument.presentationml.slideLayout+xml"/>
  <Override PartName="/ppt/slideLayouts/slideLayout20.xml" ContentType="application/vnd.openxmlformats-officedocument.presentationml.slideLayout+xml"/>
  <Override PartName="/ppt/slideLayouts/slideLayout2.xml" ContentType="application/vnd.openxmlformats-officedocument.presentationml.slideLayout+xml"/>
  <Override PartName="/ppt/slideLayouts/slideLayout2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2.xml" ContentType="application/vnd.openxmlformats-officedocument.presentationml.slideLayout+xml"/>
  <Override PartName="/ppt/presProps.xml" ContentType="application/vnd.openxmlformats-officedocument.presentationml.presPro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customXml" Target="../customXml/item1.xml"/><Relationship Id="rId5" Type="http://schemas.openxmlformats.org/officeDocument/2006/relationships/customXml" Target="../customXml/item2.xml"/><Relationship Id="rId6"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embedTrueTypeFonts="1">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Lst>
  <p:sldSz cx="12192000" cy="6858000"/>
  <p:notesSz cx="7772400" cy="10058400"/>
  <p:embeddedFontLst>
    <p:embeddedFont>
      <p:font typeface="SRH"/>
    </p:embeddedFont>
    <p:embeddedFont>
      <p:font typeface="SRH Text"/>
    </p:embeddedFont>
    <p:embeddedFont>
      <p:font typeface="SRH Headline"/>
    </p:embeddedFont>
    <p:embeddedFont>
      <p:font typeface="Arial MT"/>
    </p:embeddedFont>
    <p:embeddedFont>
      <p:font typeface="Wingdings"/>
      <p:regular r:id="rId31"/>
      <p:bold r:id="rId31"/>
    </p:embeddedFont>
  </p:embeddedFontLst>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font" Target="fonts/Font_1_Wingdings_Regular.fntdata"/><Relationship Id="rId32"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4.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4" name="PlaceHolder 1"/>
          <p:cNvSpPr>
            <a:spLocks noGrp="1"/>
          </p:cNvSpPr>
          <p:nvPr>
            <p:ph type="sldImg"/>
          </p:nvPr>
        </p:nvSpPr>
        <p:spPr>
          <a:xfrm>
            <a:off x="0" y="764280"/>
            <a:ext cx="0" cy="0"/>
          </a:xfrm>
          <a:prstGeom prst="rect">
            <a:avLst/>
          </a:prstGeom>
          <a:noFill/>
          <a:ln w="0">
            <a:noFill/>
          </a:ln>
        </p:spPr>
        <p:txBody>
          <a:bodyPr lIns="0" tIns="0" rIns="0" bIns="0" anchor="ctr">
            <a:noAutofit/>
          </a:bodyPr>
          <a:p>
            <a:pPr defTabSz="914400">
              <a:lnSpc>
                <a:spcPct val="98000"/>
              </a:lnSpc>
              <a:tabLst>
                <a:tab pos="0" algn="l"/>
              </a:tabLst>
            </a:pPr>
            <a:r>
              <a:rPr lang="de-DE" sz="4800" b="1" u="none" strike="noStrike">
                <a:solidFill>
                  <a:schemeClr val="lt1"/>
                </a:solidFill>
                <a:effectLst/>
                <a:uFillTx/>
                <a:latin typeface="SRH Headline"/>
              </a:rPr>
              <a:t>Click to move the slide</a:t>
            </a:r>
            <a:endParaRPr lang="de-DE" sz="4800" b="1" u="none" strike="noStrike">
              <a:solidFill>
                <a:schemeClr val="lt1"/>
              </a:solidFill>
              <a:effectLst/>
              <a:uFillTx/>
              <a:latin typeface="SRH Headline"/>
            </a:endParaRPr>
          </a:p>
        </p:txBody>
      </p:sp>
      <p:sp>
        <p:nvSpPr>
          <p:cNvPr id="185"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186" name="PlaceHolder 3"/>
          <p:cNvSpPr>
            <a:spLocks noGrp="1"/>
          </p:cNvSpPr>
          <p:nvPr>
            <p:ph type="hdr"/>
          </p:nvPr>
        </p:nvSpPr>
        <p:spPr>
          <a:xfrm>
            <a:off x="0" y="0"/>
            <a:ext cx="3372840" cy="50256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&lt;header&gt;</a:t>
            </a:r>
            <a:endParaRPr lang="en-US" sz="1400" b="0" u="none" strike="noStrike">
              <a:solidFill>
                <a:srgbClr val="000000"/>
              </a:solidFill>
              <a:effectLst/>
              <a:uFillTx/>
              <a:latin typeface="Times New Roman"/>
            </a:endParaRPr>
          </a:p>
        </p:txBody>
      </p:sp>
      <p:sp>
        <p:nvSpPr>
          <p:cNvPr id="187" name="PlaceHolder 4"/>
          <p:cNvSpPr>
            <a:spLocks noGrp="1"/>
          </p:cNvSpPr>
          <p:nvPr>
            <p:ph type="dt" idx="58"/>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188" name="PlaceHolder 5"/>
          <p:cNvSpPr>
            <a:spLocks noGrp="1"/>
          </p:cNvSpPr>
          <p:nvPr>
            <p:ph type="ftr" idx="59"/>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89" name="PlaceHolder 6"/>
          <p:cNvSpPr>
            <a:spLocks noGrp="1"/>
          </p:cNvSpPr>
          <p:nvPr>
            <p:ph type="sldNum" idx="60"/>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3397E222-4B80-401A-93D5-25490AE4EEE5}" type="slidenum">
              <a:rPr lang="en-US" sz="1400" b="0" u="none" strike="noStrike">
                <a:solidFill>
                  <a:srgbClr val="000000"/>
                </a:solidFill>
                <a:effectLst/>
                <a:uFillTx/>
                <a:latin typeface="Times New Roman"/>
              </a:rPr>
              <a:t>&lt;number&gt;</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0" name="PlaceHolder 1"/>
          <p:cNvSpPr>
            <a:spLocks noGrp="1"/>
          </p:cNvSpPr>
          <p:nvPr>
            <p:ph type="sldImg"/>
          </p:nvPr>
        </p:nvSpPr>
        <p:spPr>
          <a:xfrm>
            <a:off x="685800" y="1143000"/>
            <a:ext cx="5485680" cy="3085560"/>
          </a:xfrm>
          <a:prstGeom prst="rect">
            <a:avLst/>
          </a:prstGeom>
          <a:ln w="0">
            <a:noFill/>
          </a:ln>
        </p:spPr>
      </p:sp>
      <p:sp>
        <p:nvSpPr>
          <p:cNvPr id="26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262" name="PlaceHolder 3"/>
          <p:cNvSpPr>
            <a:spLocks noGrp="1"/>
          </p:cNvSpPr>
          <p:nvPr>
            <p:ph type="sldNum" idx="69"/>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effectLst/>
                <a:uFillTx/>
                <a:latin typeface="Times New Roman"/>
              </a:defRPr>
            </a:lvl1pPr>
          </a:lstStyle>
          <a:p>
            <a:pPr indent="0" algn="r">
              <a:lnSpc>
                <a:spcPct val="100000"/>
              </a:lnSpc>
              <a:buNone/>
              <a:tabLst>
                <a:tab pos="0" algn="l"/>
              </a:tabLst>
            </a:pPr>
            <a:fld id="{DC59AC45-D035-4389-B0EE-E1D3E7AAE5C5}" type="slidenum">
              <a:rPr lang="de-DE"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svg"/>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abelle auf weiss">
    <p:bg>
      <p:bgPr>
        <a:solidFill>
          <a:srgbClr val="FFFFFF"/>
        </a:solidFill>
      </p:bgPr>
    </p:bg>
    <p:spTree>
      <p:nvGrpSpPr>
        <p:cNvPr id="1" name=""/>
        <p:cNvGrpSpPr/>
        <p:nvPr/>
      </p:nvGrpSpPr>
      <p:grpSpPr>
        <a:xfrm>
          <a:off x="0" y="0"/>
          <a:ext cx="0" cy="0"/>
          <a:chOff x="0" y="0"/>
          <a:chExt cx="0" cy="0"/>
        </a:xfrm>
      </p:grpSpPr>
      <p:sp>
        <p:nvSpPr>
          <p:cNvPr id="2" name="Freihandform: Form 11"/>
          <p:cNvSpPr/>
          <p:nvPr/>
        </p:nvSpPr>
        <p:spPr>
          <a:xfrm>
            <a:off x="10878480" y="361080"/>
            <a:ext cx="947520" cy="732960"/>
          </a:xfrm>
          <a:custGeom>
            <a:avLst/>
            <a:gdLst>
              <a:gd name="textAreaLeft" fmla="*/ 0 w 947520"/>
              <a:gd name="textAreaRight" fmla="*/ 948240 w 947520"/>
              <a:gd name="textAreaTop" fmla="*/ 0 h 732960"/>
              <a:gd name="textAreaBottom" fmla="*/ 733680 h 732960"/>
              <a:gd name="GluePoint1X" fmla="*/ 619905 w 948335"/>
              <a:gd name="GluePoint1Y" fmla="*/ 599045 h 733815"/>
              <a:gd name="GluePoint2X" fmla="*/ 708360 w 948335"/>
              <a:gd name="GluePoint2Y" fmla="*/ 599045 h 733815"/>
              <a:gd name="GluePoint3X" fmla="*/ 708360 w 948335"/>
              <a:gd name="GluePoint3Y" fmla="*/ 175 h 733815"/>
              <a:gd name="GluePoint4X" fmla="*/ 619905 w 948335"/>
              <a:gd name="GluePoint4Y" fmla="*/ 175 h 733815"/>
              <a:gd name="GluePoint5X" fmla="*/ 619905 w 948335"/>
              <a:gd name="GluePoint5Y" fmla="*/ 599045 h 733815"/>
              <a:gd name="GluePoint6X" fmla="*/ 811823 w 948335"/>
              <a:gd name="GluePoint6Y" fmla="*/ 196963 h 733815"/>
              <a:gd name="GluePoint7X" fmla="*/ 753805 w 948335"/>
              <a:gd name="GluePoint7Y" fmla="*/ 199399 h 733815"/>
              <a:gd name="GluePoint8X" fmla="*/ 753805 w 948335"/>
              <a:gd name="GluePoint8Y" fmla="*/ 281323 h 733815"/>
              <a:gd name="GluePoint9X" fmla="*/ 860105 w 948335"/>
              <a:gd name="GluePoint9Y" fmla="*/ 364907 h 733815"/>
              <a:gd name="GluePoint10X" fmla="*/ 860105 w 948335"/>
              <a:gd name="GluePoint10Y" fmla="*/ 599045 h 733815"/>
              <a:gd name="GluePoint11X" fmla="*/ 948560 w 948335"/>
              <a:gd name="GluePoint11Y" fmla="*/ 599045 h 733815"/>
              <a:gd name="GluePoint12X" fmla="*/ 948560 w 948335"/>
              <a:gd name="GluePoint12Y" fmla="*/ 353981 h 733815"/>
              <a:gd name="GluePoint13X" fmla="*/ 811823 w 948335"/>
              <a:gd name="GluePoint13Y" fmla="*/ 196963 h 733815"/>
              <a:gd name="GluePoint14X" fmla="*/ 208777 w 948335"/>
              <a:gd name="GluePoint14Y" fmla="*/ 199800 h 733815"/>
              <a:gd name="GluePoint15X" fmla="*/ 72849 w 948335"/>
              <a:gd name="GluePoint15Y" fmla="*/ 366560 h 733815"/>
              <a:gd name="GluePoint16X" fmla="*/ 72849 w 948335"/>
              <a:gd name="GluePoint16Y" fmla="*/ 567022 h 733815"/>
              <a:gd name="GluePoint17X" fmla="*/ 225 w 948335"/>
              <a:gd name="GluePoint17Y" fmla="*/ 651830 h 733815"/>
              <a:gd name="GluePoint18X" fmla="*/ 225 w 948335"/>
              <a:gd name="GluePoint18Y" fmla="*/ 732932 h 733815"/>
              <a:gd name="GluePoint19X" fmla="*/ 25376 w 948335"/>
              <a:gd name="GluePoint19Y" fmla="*/ 733742 h 733815"/>
              <a:gd name="GluePoint20X" fmla="*/ 161297 w 948335"/>
              <a:gd name="GluePoint20Y" fmla="*/ 566989 h 733815"/>
              <a:gd name="GluePoint21X" fmla="*/ 161297 w 948335"/>
              <a:gd name="GluePoint21Y" fmla="*/ 366527 h 733815"/>
              <a:gd name="GluePoint22X" fmla="*/ 233520 w 948335"/>
              <a:gd name="GluePoint22Y" fmla="*/ 281732 h 733815"/>
              <a:gd name="GluePoint23X" fmla="*/ 233520 w 948335"/>
              <a:gd name="GluePoint23Y" fmla="*/ 200209 h 733815"/>
              <a:gd name="GluePoint24X" fmla="*/ 208777 w 948335"/>
              <a:gd name="GluePoint24Y" fmla="*/ 199800 h 733815"/>
              <a:gd name="GluePoint25X" fmla="*/ 480210 w 948335"/>
              <a:gd name="GluePoint25Y" fmla="*/ 199800 h 733815"/>
              <a:gd name="GluePoint26X" fmla="*/ 344283 w 948335"/>
              <a:gd name="GluePoint26Y" fmla="*/ 366560 h 733815"/>
              <a:gd name="GluePoint27X" fmla="*/ 344283 w 948335"/>
              <a:gd name="GluePoint27Y" fmla="*/ 599045 h 733815"/>
              <a:gd name="GluePoint28X" fmla="*/ 432731 w 948335"/>
              <a:gd name="GluePoint28Y" fmla="*/ 599045 h 733815"/>
              <a:gd name="GluePoint29X" fmla="*/ 432731 w 948335"/>
              <a:gd name="GluePoint29Y" fmla="*/ 366527 h 733815"/>
              <a:gd name="GluePoint30X" fmla="*/ 505362 w 948335"/>
              <a:gd name="GluePoint30Y" fmla="*/ 281732 h 733815"/>
              <a:gd name="GluePoint31X" fmla="*/ 505362 w 948335"/>
              <a:gd name="GluePoint31Y" fmla="*/ 200209 h 733815"/>
              <a:gd name="GluePoint32X" fmla="*/ 480210 w 948335"/>
              <a:gd name="GluePoint32Y" fmla="*/ 199800 h 73381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Lst>
            <a:rect l="textAreaLeft" t="textAreaTop" r="textAreaRight" b="textAreaBottom"/>
            <a:pathLst>
              <a:path w="948335" h="733815">
                <a:moveTo>
                  <a:pt x="619905" y="599045"/>
                </a:moveTo>
                <a:lnTo>
                  <a:pt x="708360" y="599045"/>
                </a:lnTo>
                <a:lnTo>
                  <a:pt x="708360" y="175"/>
                </a:lnTo>
                <a:lnTo>
                  <a:pt x="619905" y="175"/>
                </a:lnTo>
                <a:lnTo>
                  <a:pt x="619905" y="599045"/>
                </a:lnTo>
                <a:close/>
                <a:moveTo>
                  <a:pt x="811823" y="196963"/>
                </a:moveTo>
                <a:cubicBezTo>
                  <a:pt x="795196" y="196154"/>
                  <a:pt x="774500" y="196963"/>
                  <a:pt x="753805" y="199399"/>
                </a:cubicBezTo>
                <a:lnTo>
                  <a:pt x="753805" y="281323"/>
                </a:lnTo>
                <a:cubicBezTo>
                  <a:pt x="831702" y="281323"/>
                  <a:pt x="860105" y="292732"/>
                  <a:pt x="860105" y="364907"/>
                </a:cubicBezTo>
                <a:lnTo>
                  <a:pt x="860105" y="599045"/>
                </a:lnTo>
                <a:lnTo>
                  <a:pt x="948560" y="599045"/>
                </a:lnTo>
                <a:lnTo>
                  <a:pt x="948560" y="353981"/>
                </a:lnTo>
                <a:cubicBezTo>
                  <a:pt x="948560" y="263505"/>
                  <a:pt x="897033" y="200209"/>
                  <a:pt x="811823" y="196963"/>
                </a:cubicBezTo>
                <a:close/>
                <a:moveTo>
                  <a:pt x="208777" y="199800"/>
                </a:moveTo>
                <a:cubicBezTo>
                  <a:pt x="114634" y="204671"/>
                  <a:pt x="72849" y="267152"/>
                  <a:pt x="72849" y="366560"/>
                </a:cubicBezTo>
                <a:lnTo>
                  <a:pt x="72849" y="567022"/>
                </a:lnTo>
                <a:cubicBezTo>
                  <a:pt x="72849" y="625455"/>
                  <a:pt x="61073" y="650613"/>
                  <a:pt x="225" y="651830"/>
                </a:cubicBezTo>
                <a:lnTo>
                  <a:pt x="225" y="732932"/>
                </a:lnTo>
                <a:cubicBezTo>
                  <a:pt x="7525" y="734156"/>
                  <a:pt x="19288" y="734156"/>
                  <a:pt x="25376" y="733742"/>
                </a:cubicBezTo>
                <a:cubicBezTo>
                  <a:pt x="119907" y="728068"/>
                  <a:pt x="161297" y="665179"/>
                  <a:pt x="161297" y="566989"/>
                </a:cubicBezTo>
                <a:lnTo>
                  <a:pt x="161297" y="366527"/>
                </a:lnTo>
                <a:cubicBezTo>
                  <a:pt x="161297" y="307693"/>
                  <a:pt x="172257" y="282943"/>
                  <a:pt x="233520" y="281732"/>
                </a:cubicBezTo>
                <a:lnTo>
                  <a:pt x="233520" y="200209"/>
                </a:lnTo>
                <a:cubicBezTo>
                  <a:pt x="226622" y="199399"/>
                  <a:pt x="214859" y="199399"/>
                  <a:pt x="208777" y="199800"/>
                </a:cubicBezTo>
                <a:close/>
                <a:moveTo>
                  <a:pt x="480210" y="199800"/>
                </a:moveTo>
                <a:cubicBezTo>
                  <a:pt x="386483" y="204671"/>
                  <a:pt x="344283" y="267560"/>
                  <a:pt x="344283" y="366560"/>
                </a:cubicBezTo>
                <a:lnTo>
                  <a:pt x="344283" y="599045"/>
                </a:lnTo>
                <a:lnTo>
                  <a:pt x="432731" y="599045"/>
                </a:lnTo>
                <a:lnTo>
                  <a:pt x="432731" y="366527"/>
                </a:lnTo>
                <a:cubicBezTo>
                  <a:pt x="432731" y="308094"/>
                  <a:pt x="444507" y="282943"/>
                  <a:pt x="505362" y="281732"/>
                </a:cubicBezTo>
                <a:lnTo>
                  <a:pt x="505362" y="200209"/>
                </a:lnTo>
                <a:cubicBezTo>
                  <a:pt x="498055" y="199399"/>
                  <a:pt x="486292" y="199399"/>
                  <a:pt x="480210" y="199800"/>
                </a:cubicBezTo>
                <a:close/>
              </a:path>
            </a:pathLst>
          </a:custGeom>
          <a:solidFill>
            <a:schemeClr val="accent1"/>
          </a:solidFill>
          <a:ln w="6638">
            <a:noFill/>
          </a:ln>
        </p:spPr>
        <p:style>
          <a:lnRef idx="0"/>
          <a:fillRef idx="0"/>
          <a:effectRef idx="0"/>
          <a:fontRef idx="minor"/>
        </p:style>
        <p:txBody>
          <a:bodyPr lIns="90000" tIns="45000" rIns="90000" bIns="45000" anchor="ctr">
            <a:noAutofit/>
          </a:bodyPr>
          <a:p>
            <a:endParaRPr lang="de-DE" sz="1800" b="0" u="none" strike="noStrike">
              <a:solidFill>
                <a:schemeClr val="dk1"/>
              </a:solidFill>
              <a:effectLst/>
              <a:uFillTx/>
              <a:latin typeface="SRH"/>
            </a:endParaRPr>
          </a:p>
        </p:txBody>
      </p:sp>
      <p:sp>
        <p:nvSpPr>
          <p:cNvPr id="3" name="PlaceHolder 1"/>
          <p:cNvSpPr>
            <a:spLocks noGrp="1"/>
          </p:cNvSpPr>
          <p:nvPr>
            <p:ph type="title"/>
          </p:nvPr>
        </p:nvSpPr>
        <p:spPr>
          <a:xfrm>
            <a:off x="360000" y="358920"/>
            <a:ext cx="9156960" cy="834480"/>
          </a:xfrm>
          <a:prstGeom prst="rect">
            <a:avLst/>
          </a:prstGeom>
          <a:noFill/>
          <a:ln w="0">
            <a:noFill/>
          </a:ln>
        </p:spPr>
        <p:txBody>
          <a:bodyPr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4" name="PlaceHolder 2"/>
          <p:cNvSpPr>
            <a:spLocks noGrp="1"/>
          </p:cNvSpPr>
          <p:nvPr>
            <p:ph type="body"/>
          </p:nvPr>
        </p:nvSpPr>
        <p:spPr>
          <a:xfrm>
            <a:off x="360000" y="2873880"/>
            <a:ext cx="9157680" cy="2324880"/>
          </a:xfrm>
          <a:prstGeom prst="rect">
            <a:avLst/>
          </a:prstGeom>
          <a:noFill/>
          <a:ln w="0">
            <a:noFill/>
          </a:ln>
        </p:spPr>
        <p:txBody>
          <a:bodyPr lIns="90000" tIns="45000" rIns="90000" bIns="45000" anchor="t">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5" name="PlaceHolder 3"/>
          <p:cNvSpPr>
            <a:spLocks noGrp="1"/>
          </p:cNvSpPr>
          <p:nvPr>
            <p:ph type="dt" idx="1"/>
          </p:nvPr>
        </p:nvSpPr>
        <p:spPr>
          <a:xfrm>
            <a:off x="367560" y="6356520"/>
            <a:ext cx="873720" cy="364320"/>
          </a:xfrm>
          <a:prstGeom prst="rect">
            <a:avLst/>
          </a:prstGeom>
          <a:noFill/>
          <a:ln w="0">
            <a:noFill/>
          </a:ln>
        </p:spPr>
        <p:txBody>
          <a:bodyPr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Text"/>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Text"/>
              </a:rPr>
              <a:t>&lt;date/time&gt;</a:t>
            </a:r>
            <a:endParaRPr lang="en-US" sz="900" b="0" u="none" strike="noStrike">
              <a:solidFill>
                <a:srgbClr val="000000"/>
              </a:solidFill>
              <a:effectLst/>
              <a:uFillTx/>
              <a:latin typeface="Times New Roman"/>
            </a:endParaRPr>
          </a:p>
        </p:txBody>
      </p:sp>
      <p:sp>
        <p:nvSpPr>
          <p:cNvPr id="6" name="PlaceHolder 4"/>
          <p:cNvSpPr>
            <a:spLocks noGrp="1"/>
          </p:cNvSpPr>
          <p:nvPr>
            <p:ph type="ftr" idx="2"/>
          </p:nvPr>
        </p:nvSpPr>
        <p:spPr>
          <a:xfrm>
            <a:off x="1319760" y="6356520"/>
            <a:ext cx="6495120" cy="364320"/>
          </a:xfrm>
          <a:prstGeom prst="rect">
            <a:avLst/>
          </a:prstGeom>
          <a:noFill/>
          <a:ln w="0">
            <a:noFill/>
          </a:ln>
        </p:spPr>
        <p:txBody>
          <a:bodyPr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Text"/>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Text"/>
              </a:rPr>
              <a:t>&lt;footer&gt;</a:t>
            </a:r>
            <a:endParaRPr lang="en-US" sz="900" b="0" u="none" strike="noStrike">
              <a:solidFill>
                <a:srgbClr val="000000"/>
              </a:solidFill>
              <a:effectLst/>
              <a:uFillTx/>
              <a:latin typeface="Times New Roman"/>
            </a:endParaRPr>
          </a:p>
        </p:txBody>
      </p:sp>
      <p:sp>
        <p:nvSpPr>
          <p:cNvPr id="7" name="PlaceHolder 5"/>
          <p:cNvSpPr>
            <a:spLocks noGrp="1"/>
          </p:cNvSpPr>
          <p:nvPr>
            <p:ph type="sldNum" idx="3"/>
          </p:nvPr>
        </p:nvSpPr>
        <p:spPr>
          <a:xfrm>
            <a:off x="11146680" y="6364800"/>
            <a:ext cx="679320" cy="364320"/>
          </a:xfrm>
          <a:prstGeom prst="rect">
            <a:avLst/>
          </a:prstGeom>
          <a:noFill/>
          <a:ln w="0">
            <a:noFill/>
          </a:ln>
        </p:spPr>
        <p:txBody>
          <a:bodyPr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Text"/>
              </a:defRPr>
            </a:lvl1pPr>
          </a:lstStyle>
          <a:p>
            <a:pPr indent="0" algn="r" defTabSz="914400">
              <a:lnSpc>
                <a:spcPct val="100000"/>
              </a:lnSpc>
              <a:buNone/>
              <a:tabLst>
                <a:tab pos="0" algn="l"/>
              </a:tabLst>
            </a:pPr>
            <a:fld id="{78A736DB-E2F4-4F16-9BE6-8046A0B55D14}" type="slidenum">
              <a:rPr lang="de-DE" sz="1550" b="1" u="none" strike="noStrike">
                <a:solidFill>
                  <a:srgbClr val="6D7373"/>
                </a:solidFill>
                <a:effectLst/>
                <a:uFillTx/>
                <a:latin typeface="SRH Text"/>
                <a:ea typeface="SRH Text"/>
              </a:rPr>
              <a:t>&lt;number&gt;</a:t>
            </a:fld>
            <a:endParaRPr lang="en-US" sz="1550" b="0" u="none" strike="noStrike">
              <a:solidFill>
                <a:srgbClr val="000000"/>
              </a:solidFill>
              <a:effectLst/>
              <a:uFillTx/>
              <a:latin typeface="Times New Roman"/>
            </a:endParaRPr>
          </a:p>
        </p:txBody>
      </p:sp>
      <p:sp>
        <p:nvSpPr>
          <p:cNvPr id="8" name="PlaceHolder 6"/>
          <p:cNvSpPr>
            <a:spLocks noGrp="1"/>
          </p:cNvSpPr>
          <p:nvPr>
            <p:ph type="body"/>
          </p:nvPr>
        </p:nvSpPr>
        <p:spPr>
          <a:xfrm>
            <a:off x="360000" y="1728000"/>
            <a:ext cx="9157680" cy="780120"/>
          </a:xfrm>
          <a:prstGeom prst="rect">
            <a:avLst/>
          </a:prstGeom>
          <a:noFill/>
          <a:ln w="0">
            <a:noFill/>
          </a:ln>
        </p:spPr>
        <p:txBody>
          <a:bodyPr lIns="90000" tIns="45000" rIns="90000" bIns="45000" anchor="t">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9" name="PlaceHolder 7"/>
          <p:cNvSpPr>
            <a:spLocks noGrp="1"/>
          </p:cNvSpPr>
          <p:nvPr>
            <p:ph type="body"/>
          </p:nvPr>
        </p:nvSpPr>
        <p:spPr>
          <a:xfrm>
            <a:off x="360000" y="5463720"/>
            <a:ext cx="9157680" cy="493560"/>
          </a:xfrm>
          <a:prstGeom prst="rect">
            <a:avLst/>
          </a:prstGeom>
          <a:noFill/>
          <a:ln w="0">
            <a:noFill/>
          </a:ln>
        </p:spPr>
        <p:txBody>
          <a:bodyPr lIns="0" tIns="0" rIns="0" bIns="0" anchor="b">
            <a:noAutofit/>
          </a:bodyPr>
          <a:lstStyle>
            <a:lvl1pPr indent="0" algn="l" defTabSz="914400">
              <a:lnSpc>
                <a:spcPct val="110000"/>
              </a:lnSpc>
              <a:buNone/>
              <a:tabLst>
                <a:tab pos="0" algn="l"/>
              </a:tabLst>
              <a:defRPr lang="de-DE" sz="1200" b="0" u="none" strike="noStrike">
                <a:solidFill>
                  <a:schemeClr val="dk1"/>
                </a:solidFill>
                <a:effectLst/>
                <a:uFillTx/>
                <a:latin typeface="SRH Text"/>
                <a:ea typeface="SRH Text"/>
              </a:defRPr>
            </a:lvl1pPr>
          </a:lstStyle>
          <a:p>
            <a:pPr indent="0" algn="l" defTabSz="914400">
              <a:lnSpc>
                <a:spcPct val="110000"/>
              </a:lnSpc>
              <a:buNone/>
              <a:tabLst>
                <a:tab pos="0" algn="l"/>
              </a:tabLst>
            </a:pPr>
            <a:r>
              <a:rPr lang="de-DE" sz="1200" b="0" u="none" strike="noStrike">
                <a:solidFill>
                  <a:schemeClr val="dk1"/>
                </a:solidFill>
                <a:effectLst/>
                <a:uFillTx/>
                <a:latin typeface="SRH Text"/>
                <a:ea typeface="SRH Text"/>
              </a:rPr>
              <a:t>Mastertextformat bearbeiten</a:t>
            </a:r>
            <a:endParaRPr lang="de-DE" sz="1200" b="0" u="none" strike="noStrike">
              <a:solidFill>
                <a:schemeClr val="dk1"/>
              </a:solidFill>
              <a:effectLst/>
              <a:uFillTx/>
              <a:latin typeface="SRH Text"/>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abelle und Text auf warm grey">
    <p:bg>
      <p:bgPr>
        <a:solidFill>
          <a:srgbClr val="FFFFFF"/>
        </a:solidFill>
      </p:bgPr>
    </p:bg>
    <p:spTree>
      <p:nvGrpSpPr>
        <p:cNvPr id="1" name=""/>
        <p:cNvGrpSpPr/>
        <p:nvPr/>
      </p:nvGrpSpPr>
      <p:grpSpPr>
        <a:xfrm>
          <a:off x="0" y="0"/>
          <a:ext cx="0" cy="0"/>
          <a:chOff x="0" y="0"/>
          <a:chExt cx="0" cy="0"/>
        </a:xfrm>
      </p:grpSpPr>
      <p:sp>
        <p:nvSpPr>
          <p:cNvPr id="10" name="Freihandform: Form 11"/>
          <p:cNvSpPr/>
          <p:nvPr/>
        </p:nvSpPr>
        <p:spPr>
          <a:xfrm>
            <a:off x="10878480" y="361080"/>
            <a:ext cx="947520" cy="732960"/>
          </a:xfrm>
          <a:custGeom>
            <a:avLst/>
            <a:gdLst>
              <a:gd name="textAreaLeft" fmla="*/ 0 w 947520"/>
              <a:gd name="textAreaRight" fmla="*/ 948240 w 947520"/>
              <a:gd name="textAreaTop" fmla="*/ 0 h 732960"/>
              <a:gd name="textAreaBottom" fmla="*/ 733680 h 732960"/>
              <a:gd name="GluePoint1X" fmla="*/ 619905 w 948335"/>
              <a:gd name="GluePoint1Y" fmla="*/ 599045 h 733815"/>
              <a:gd name="GluePoint2X" fmla="*/ 708360 w 948335"/>
              <a:gd name="GluePoint2Y" fmla="*/ 599045 h 733815"/>
              <a:gd name="GluePoint3X" fmla="*/ 708360 w 948335"/>
              <a:gd name="GluePoint3Y" fmla="*/ 175 h 733815"/>
              <a:gd name="GluePoint4X" fmla="*/ 619905 w 948335"/>
              <a:gd name="GluePoint4Y" fmla="*/ 175 h 733815"/>
              <a:gd name="GluePoint5X" fmla="*/ 619905 w 948335"/>
              <a:gd name="GluePoint5Y" fmla="*/ 599045 h 733815"/>
              <a:gd name="GluePoint6X" fmla="*/ 811823 w 948335"/>
              <a:gd name="GluePoint6Y" fmla="*/ 196963 h 733815"/>
              <a:gd name="GluePoint7X" fmla="*/ 753805 w 948335"/>
              <a:gd name="GluePoint7Y" fmla="*/ 199399 h 733815"/>
              <a:gd name="GluePoint8X" fmla="*/ 753805 w 948335"/>
              <a:gd name="GluePoint8Y" fmla="*/ 281323 h 733815"/>
              <a:gd name="GluePoint9X" fmla="*/ 860105 w 948335"/>
              <a:gd name="GluePoint9Y" fmla="*/ 364907 h 733815"/>
              <a:gd name="GluePoint10X" fmla="*/ 860105 w 948335"/>
              <a:gd name="GluePoint10Y" fmla="*/ 599045 h 733815"/>
              <a:gd name="GluePoint11X" fmla="*/ 948560 w 948335"/>
              <a:gd name="GluePoint11Y" fmla="*/ 599045 h 733815"/>
              <a:gd name="GluePoint12X" fmla="*/ 948560 w 948335"/>
              <a:gd name="GluePoint12Y" fmla="*/ 353981 h 733815"/>
              <a:gd name="GluePoint13X" fmla="*/ 811823 w 948335"/>
              <a:gd name="GluePoint13Y" fmla="*/ 196963 h 733815"/>
              <a:gd name="GluePoint14X" fmla="*/ 208777 w 948335"/>
              <a:gd name="GluePoint14Y" fmla="*/ 199800 h 733815"/>
              <a:gd name="GluePoint15X" fmla="*/ 72849 w 948335"/>
              <a:gd name="GluePoint15Y" fmla="*/ 366560 h 733815"/>
              <a:gd name="GluePoint16X" fmla="*/ 72849 w 948335"/>
              <a:gd name="GluePoint16Y" fmla="*/ 567022 h 733815"/>
              <a:gd name="GluePoint17X" fmla="*/ 225 w 948335"/>
              <a:gd name="GluePoint17Y" fmla="*/ 651830 h 733815"/>
              <a:gd name="GluePoint18X" fmla="*/ 225 w 948335"/>
              <a:gd name="GluePoint18Y" fmla="*/ 732932 h 733815"/>
              <a:gd name="GluePoint19X" fmla="*/ 25376 w 948335"/>
              <a:gd name="GluePoint19Y" fmla="*/ 733742 h 733815"/>
              <a:gd name="GluePoint20X" fmla="*/ 161297 w 948335"/>
              <a:gd name="GluePoint20Y" fmla="*/ 566989 h 733815"/>
              <a:gd name="GluePoint21X" fmla="*/ 161297 w 948335"/>
              <a:gd name="GluePoint21Y" fmla="*/ 366527 h 733815"/>
              <a:gd name="GluePoint22X" fmla="*/ 233520 w 948335"/>
              <a:gd name="GluePoint22Y" fmla="*/ 281732 h 733815"/>
              <a:gd name="GluePoint23X" fmla="*/ 233520 w 948335"/>
              <a:gd name="GluePoint23Y" fmla="*/ 200209 h 733815"/>
              <a:gd name="GluePoint24X" fmla="*/ 208777 w 948335"/>
              <a:gd name="GluePoint24Y" fmla="*/ 199800 h 733815"/>
              <a:gd name="GluePoint25X" fmla="*/ 480210 w 948335"/>
              <a:gd name="GluePoint25Y" fmla="*/ 199800 h 733815"/>
              <a:gd name="GluePoint26X" fmla="*/ 344283 w 948335"/>
              <a:gd name="GluePoint26Y" fmla="*/ 366560 h 733815"/>
              <a:gd name="GluePoint27X" fmla="*/ 344283 w 948335"/>
              <a:gd name="GluePoint27Y" fmla="*/ 599045 h 733815"/>
              <a:gd name="GluePoint28X" fmla="*/ 432731 w 948335"/>
              <a:gd name="GluePoint28Y" fmla="*/ 599045 h 733815"/>
              <a:gd name="GluePoint29X" fmla="*/ 432731 w 948335"/>
              <a:gd name="GluePoint29Y" fmla="*/ 366527 h 733815"/>
              <a:gd name="GluePoint30X" fmla="*/ 505362 w 948335"/>
              <a:gd name="GluePoint30Y" fmla="*/ 281732 h 733815"/>
              <a:gd name="GluePoint31X" fmla="*/ 505362 w 948335"/>
              <a:gd name="GluePoint31Y" fmla="*/ 200209 h 733815"/>
              <a:gd name="GluePoint32X" fmla="*/ 480210 w 948335"/>
              <a:gd name="GluePoint32Y" fmla="*/ 199800 h 73381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Lst>
            <a:rect l="textAreaLeft" t="textAreaTop" r="textAreaRight" b="textAreaBottom"/>
            <a:pathLst>
              <a:path w="948335" h="733815">
                <a:moveTo>
                  <a:pt x="619905" y="599045"/>
                </a:moveTo>
                <a:lnTo>
                  <a:pt x="708360" y="599045"/>
                </a:lnTo>
                <a:lnTo>
                  <a:pt x="708360" y="175"/>
                </a:lnTo>
                <a:lnTo>
                  <a:pt x="619905" y="175"/>
                </a:lnTo>
                <a:lnTo>
                  <a:pt x="619905" y="599045"/>
                </a:lnTo>
                <a:close/>
                <a:moveTo>
                  <a:pt x="811823" y="196963"/>
                </a:moveTo>
                <a:cubicBezTo>
                  <a:pt x="795196" y="196154"/>
                  <a:pt x="774500" y="196963"/>
                  <a:pt x="753805" y="199399"/>
                </a:cubicBezTo>
                <a:lnTo>
                  <a:pt x="753805" y="281323"/>
                </a:lnTo>
                <a:cubicBezTo>
                  <a:pt x="831702" y="281323"/>
                  <a:pt x="860105" y="292732"/>
                  <a:pt x="860105" y="364907"/>
                </a:cubicBezTo>
                <a:lnTo>
                  <a:pt x="860105" y="599045"/>
                </a:lnTo>
                <a:lnTo>
                  <a:pt x="948560" y="599045"/>
                </a:lnTo>
                <a:lnTo>
                  <a:pt x="948560" y="353981"/>
                </a:lnTo>
                <a:cubicBezTo>
                  <a:pt x="948560" y="263505"/>
                  <a:pt x="897033" y="200209"/>
                  <a:pt x="811823" y="196963"/>
                </a:cubicBezTo>
                <a:close/>
                <a:moveTo>
                  <a:pt x="208777" y="199800"/>
                </a:moveTo>
                <a:cubicBezTo>
                  <a:pt x="114634" y="204671"/>
                  <a:pt x="72849" y="267152"/>
                  <a:pt x="72849" y="366560"/>
                </a:cubicBezTo>
                <a:lnTo>
                  <a:pt x="72849" y="567022"/>
                </a:lnTo>
                <a:cubicBezTo>
                  <a:pt x="72849" y="625455"/>
                  <a:pt x="61073" y="650613"/>
                  <a:pt x="225" y="651830"/>
                </a:cubicBezTo>
                <a:lnTo>
                  <a:pt x="225" y="732932"/>
                </a:lnTo>
                <a:cubicBezTo>
                  <a:pt x="7525" y="734156"/>
                  <a:pt x="19288" y="734156"/>
                  <a:pt x="25376" y="733742"/>
                </a:cubicBezTo>
                <a:cubicBezTo>
                  <a:pt x="119907" y="728068"/>
                  <a:pt x="161297" y="665179"/>
                  <a:pt x="161297" y="566989"/>
                </a:cubicBezTo>
                <a:lnTo>
                  <a:pt x="161297" y="366527"/>
                </a:lnTo>
                <a:cubicBezTo>
                  <a:pt x="161297" y="307693"/>
                  <a:pt x="172257" y="282943"/>
                  <a:pt x="233520" y="281732"/>
                </a:cubicBezTo>
                <a:lnTo>
                  <a:pt x="233520" y="200209"/>
                </a:lnTo>
                <a:cubicBezTo>
                  <a:pt x="226622" y="199399"/>
                  <a:pt x="214859" y="199399"/>
                  <a:pt x="208777" y="199800"/>
                </a:cubicBezTo>
                <a:close/>
                <a:moveTo>
                  <a:pt x="480210" y="199800"/>
                </a:moveTo>
                <a:cubicBezTo>
                  <a:pt x="386483" y="204671"/>
                  <a:pt x="344283" y="267560"/>
                  <a:pt x="344283" y="366560"/>
                </a:cubicBezTo>
                <a:lnTo>
                  <a:pt x="344283" y="599045"/>
                </a:lnTo>
                <a:lnTo>
                  <a:pt x="432731" y="599045"/>
                </a:lnTo>
                <a:lnTo>
                  <a:pt x="432731" y="366527"/>
                </a:lnTo>
                <a:cubicBezTo>
                  <a:pt x="432731" y="308094"/>
                  <a:pt x="444507" y="282943"/>
                  <a:pt x="505362" y="281732"/>
                </a:cubicBezTo>
                <a:lnTo>
                  <a:pt x="505362" y="200209"/>
                </a:lnTo>
                <a:cubicBezTo>
                  <a:pt x="498055" y="199399"/>
                  <a:pt x="486292" y="199399"/>
                  <a:pt x="480210" y="199800"/>
                </a:cubicBezTo>
                <a:close/>
              </a:path>
            </a:pathLst>
          </a:custGeom>
          <a:solidFill>
            <a:schemeClr val="accent1"/>
          </a:solidFill>
          <a:ln w="6638">
            <a:noFill/>
          </a:ln>
        </p:spPr>
        <p:style>
          <a:lnRef idx="0"/>
          <a:fillRef idx="0"/>
          <a:effectRef idx="0"/>
          <a:fontRef idx="minor"/>
        </p:style>
        <p:txBody>
          <a:bodyPr lIns="90000" tIns="45000" rIns="90000" bIns="45000" anchor="ctr">
            <a:noAutofit/>
          </a:bodyPr>
          <a:p>
            <a:endParaRPr lang="de-DE" sz="1800" b="0" u="none" strike="noStrike">
              <a:solidFill>
                <a:schemeClr val="dk1"/>
              </a:solidFill>
              <a:effectLst/>
              <a:uFillTx/>
              <a:latin typeface="SRH"/>
            </a:endParaRPr>
          </a:p>
        </p:txBody>
      </p:sp>
      <p:sp>
        <p:nvSpPr>
          <p:cNvPr id="11" name="Rechteck 13"/>
          <p:cNvSpPr/>
          <p:nvPr/>
        </p:nvSpPr>
        <p:spPr>
          <a:xfrm>
            <a:off x="0" y="1406160"/>
            <a:ext cx="12191400" cy="5451120"/>
          </a:xfrm>
          <a:prstGeom prst="rect">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p>
            <a:endParaRPr lang="de-DE" sz="1800" b="0" u="none" strike="noStrike">
              <a:solidFill>
                <a:schemeClr val="lt1"/>
              </a:solidFill>
              <a:effectLst/>
              <a:uFillTx/>
              <a:latin typeface="SRH"/>
            </a:endParaRPr>
          </a:p>
        </p:txBody>
      </p:sp>
      <p:sp>
        <p:nvSpPr>
          <p:cNvPr id="12" name="PlaceHolder 1"/>
          <p:cNvSpPr>
            <a:spLocks noGrp="1"/>
          </p:cNvSpPr>
          <p:nvPr>
            <p:ph type="title"/>
          </p:nvPr>
        </p:nvSpPr>
        <p:spPr>
          <a:xfrm>
            <a:off x="360000" y="358920"/>
            <a:ext cx="9156960" cy="834480"/>
          </a:xfrm>
          <a:prstGeom prst="rect">
            <a:avLst/>
          </a:prstGeom>
          <a:noFill/>
          <a:ln w="0">
            <a:noFill/>
          </a:ln>
        </p:spPr>
        <p:txBody>
          <a:bodyPr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3" name="PlaceHolder 2"/>
          <p:cNvSpPr>
            <a:spLocks noGrp="1"/>
          </p:cNvSpPr>
          <p:nvPr>
            <p:ph type="body"/>
          </p:nvPr>
        </p:nvSpPr>
        <p:spPr>
          <a:xfrm>
            <a:off x="360000" y="2873880"/>
            <a:ext cx="7527960" cy="2324880"/>
          </a:xfrm>
          <a:prstGeom prst="rect">
            <a:avLst/>
          </a:prstGeom>
          <a:noFill/>
          <a:ln w="0">
            <a:noFill/>
          </a:ln>
        </p:spPr>
        <p:txBody>
          <a:bodyPr lIns="90000" tIns="45000" rIns="90000" bIns="4500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0" u="none" strike="noStrike">
              <a:solidFill>
                <a:schemeClr val="dk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0" u="none" strike="noStrike">
              <a:solidFill>
                <a:schemeClr val="dk1"/>
              </a:solidFill>
              <a:effectLst/>
              <a:uFillTx/>
              <a:latin typeface="SRH Text"/>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4" name="PlaceHolder 3"/>
          <p:cNvSpPr>
            <a:spLocks noGrp="1"/>
          </p:cNvSpPr>
          <p:nvPr>
            <p:ph type="dt" idx="4"/>
          </p:nvPr>
        </p:nvSpPr>
        <p:spPr>
          <a:xfrm>
            <a:off x="367560" y="6356520"/>
            <a:ext cx="873720" cy="364320"/>
          </a:xfrm>
          <a:prstGeom prst="rect">
            <a:avLst/>
          </a:prstGeom>
          <a:noFill/>
          <a:ln w="0">
            <a:noFill/>
          </a:ln>
        </p:spPr>
        <p:txBody>
          <a:bodyPr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Text"/>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Text"/>
              </a:rPr>
              <a:t>&lt;date/time&gt;</a:t>
            </a:r>
            <a:endParaRPr lang="en-US" sz="900" b="0" u="none" strike="noStrike">
              <a:solidFill>
                <a:srgbClr val="000000"/>
              </a:solidFill>
              <a:effectLst/>
              <a:uFillTx/>
              <a:latin typeface="Times New Roman"/>
            </a:endParaRPr>
          </a:p>
        </p:txBody>
      </p:sp>
      <p:sp>
        <p:nvSpPr>
          <p:cNvPr id="15" name="PlaceHolder 4"/>
          <p:cNvSpPr>
            <a:spLocks noGrp="1"/>
          </p:cNvSpPr>
          <p:nvPr>
            <p:ph type="ftr" idx="5"/>
          </p:nvPr>
        </p:nvSpPr>
        <p:spPr>
          <a:xfrm>
            <a:off x="1319760" y="6356520"/>
            <a:ext cx="6495120" cy="364320"/>
          </a:xfrm>
          <a:prstGeom prst="rect">
            <a:avLst/>
          </a:prstGeom>
          <a:noFill/>
          <a:ln w="0">
            <a:noFill/>
          </a:ln>
        </p:spPr>
        <p:txBody>
          <a:bodyPr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Text"/>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Text"/>
              </a:rPr>
              <a:t>&lt;footer&gt;</a:t>
            </a:r>
            <a:endParaRPr lang="en-US" sz="900" b="0" u="none" strike="noStrike">
              <a:solidFill>
                <a:srgbClr val="000000"/>
              </a:solidFill>
              <a:effectLst/>
              <a:uFillTx/>
              <a:latin typeface="Times New Roman"/>
            </a:endParaRPr>
          </a:p>
        </p:txBody>
      </p:sp>
      <p:sp>
        <p:nvSpPr>
          <p:cNvPr id="16" name="PlaceHolder 5"/>
          <p:cNvSpPr>
            <a:spLocks noGrp="1"/>
          </p:cNvSpPr>
          <p:nvPr>
            <p:ph type="sldNum" idx="6"/>
          </p:nvPr>
        </p:nvSpPr>
        <p:spPr>
          <a:xfrm>
            <a:off x="11146680" y="6364800"/>
            <a:ext cx="679320" cy="364320"/>
          </a:xfrm>
          <a:prstGeom prst="rect">
            <a:avLst/>
          </a:prstGeom>
          <a:noFill/>
          <a:ln w="0">
            <a:noFill/>
          </a:ln>
        </p:spPr>
        <p:txBody>
          <a:bodyPr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Text"/>
              </a:defRPr>
            </a:lvl1pPr>
          </a:lstStyle>
          <a:p>
            <a:pPr indent="0" algn="r" defTabSz="914400">
              <a:lnSpc>
                <a:spcPct val="100000"/>
              </a:lnSpc>
              <a:buNone/>
              <a:tabLst>
                <a:tab pos="0" algn="l"/>
              </a:tabLst>
            </a:pPr>
            <a:fld id="{43BC71B6-3AA6-4109-AC5D-DACA33B41F45}" type="slidenum">
              <a:rPr lang="de-DE" sz="1550" b="1" u="none" strike="noStrike">
                <a:solidFill>
                  <a:srgbClr val="6D7373"/>
                </a:solidFill>
                <a:effectLst/>
                <a:uFillTx/>
                <a:latin typeface="SRH Text"/>
                <a:ea typeface="SRH Text"/>
              </a:rPr>
              <a:t>&lt;number&gt;</a:t>
            </a:fld>
            <a:endParaRPr lang="en-US" sz="1550" b="0" u="none" strike="noStrike">
              <a:solidFill>
                <a:srgbClr val="000000"/>
              </a:solidFill>
              <a:effectLst/>
              <a:uFillTx/>
              <a:latin typeface="Times New Roman"/>
            </a:endParaRPr>
          </a:p>
        </p:txBody>
      </p:sp>
      <p:sp>
        <p:nvSpPr>
          <p:cNvPr id="17" name="PlaceHolder 6"/>
          <p:cNvSpPr>
            <a:spLocks noGrp="1"/>
          </p:cNvSpPr>
          <p:nvPr>
            <p:ph type="body"/>
          </p:nvPr>
        </p:nvSpPr>
        <p:spPr>
          <a:xfrm>
            <a:off x="360000" y="1728000"/>
            <a:ext cx="7527960" cy="780120"/>
          </a:xfrm>
          <a:prstGeom prst="rect">
            <a:avLst/>
          </a:prstGeom>
          <a:noFill/>
          <a:ln w="0">
            <a:noFill/>
          </a:ln>
        </p:spPr>
        <p:txBody>
          <a:bodyPr lIns="90000" tIns="45000" rIns="90000" bIns="4500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0" u="none" strike="noStrike">
              <a:solidFill>
                <a:schemeClr val="dk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0" u="none" strike="noStrike">
              <a:solidFill>
                <a:schemeClr val="dk1"/>
              </a:solidFill>
              <a:effectLst/>
              <a:uFillTx/>
              <a:latin typeface="SRH Text"/>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8" name="PlaceHolder 7"/>
          <p:cNvSpPr>
            <a:spLocks noGrp="1"/>
          </p:cNvSpPr>
          <p:nvPr>
            <p:ph type="body"/>
          </p:nvPr>
        </p:nvSpPr>
        <p:spPr>
          <a:xfrm>
            <a:off x="360000" y="5463720"/>
            <a:ext cx="7527960" cy="492480"/>
          </a:xfrm>
          <a:prstGeom prst="rect">
            <a:avLst/>
          </a:prstGeom>
          <a:noFill/>
          <a:ln w="0">
            <a:noFill/>
          </a:ln>
        </p:spPr>
        <p:txBody>
          <a:bodyPr lIns="0" tIns="0" rIns="0" bIns="0" anchor="b">
            <a:noAutofit/>
          </a:bodyPr>
          <a:lstStyle>
            <a:lvl1pPr indent="0" algn="l" defTabSz="914400">
              <a:lnSpc>
                <a:spcPct val="110000"/>
              </a:lnSpc>
              <a:buNone/>
              <a:tabLst>
                <a:tab pos="0" algn="l"/>
              </a:tabLst>
              <a:defRPr lang="de-DE" sz="1200" b="0" u="none" strike="noStrike">
                <a:solidFill>
                  <a:schemeClr val="dk1"/>
                </a:solidFill>
                <a:effectLst/>
                <a:uFillTx/>
                <a:latin typeface="SRH Text"/>
                <a:ea typeface="SRH Text"/>
              </a:defRPr>
            </a:lvl1pPr>
          </a:lstStyle>
          <a:p>
            <a:pPr indent="0" algn="l" defTabSz="914400">
              <a:lnSpc>
                <a:spcPct val="110000"/>
              </a:lnSpc>
              <a:buNone/>
              <a:tabLst>
                <a:tab pos="0" algn="l"/>
              </a:tabLst>
            </a:pPr>
            <a:r>
              <a:rPr lang="de-DE" sz="1200" b="0" u="none" strike="noStrike">
                <a:solidFill>
                  <a:schemeClr val="dk1"/>
                </a:solidFill>
                <a:effectLst/>
                <a:uFillTx/>
                <a:latin typeface="SRH Text"/>
                <a:ea typeface="SRH Text"/>
              </a:rPr>
              <a:t>Mastertextformat bearbeiten</a:t>
            </a:r>
            <a:endParaRPr lang="de-DE" sz="1200" b="0" u="none" strike="noStrike">
              <a:solidFill>
                <a:schemeClr val="dk1"/>
              </a:solidFill>
              <a:effectLst/>
              <a:uFillTx/>
              <a:latin typeface="SRH Text"/>
            </a:endParaRPr>
          </a:p>
        </p:txBody>
      </p:sp>
      <p:sp>
        <p:nvSpPr>
          <p:cNvPr id="19" name="PlaceHolder 8"/>
          <p:cNvSpPr>
            <a:spLocks noGrp="1"/>
          </p:cNvSpPr>
          <p:nvPr>
            <p:ph type="body"/>
          </p:nvPr>
        </p:nvSpPr>
        <p:spPr>
          <a:xfrm>
            <a:off x="8248680" y="1728000"/>
            <a:ext cx="3583800" cy="4229280"/>
          </a:xfrm>
          <a:prstGeom prst="rect">
            <a:avLst/>
          </a:prstGeom>
          <a:noFill/>
          <a:ln w="0">
            <a:noFill/>
          </a:ln>
        </p:spPr>
        <p:txBody>
          <a:bodyPr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abelle und Text auf weiss">
    <p:bg>
      <p:bgPr>
        <a:solidFill>
          <a:srgbClr val="FFFFFF"/>
        </a:solidFill>
      </p:bgPr>
    </p:bg>
    <p:spTree>
      <p:nvGrpSpPr>
        <p:cNvPr id="1" name=""/>
        <p:cNvGrpSpPr/>
        <p:nvPr/>
      </p:nvGrpSpPr>
      <p:grpSpPr>
        <a:xfrm>
          <a:off x="0" y="0"/>
          <a:ext cx="0" cy="0"/>
          <a:chOff x="0" y="0"/>
          <a:chExt cx="0" cy="0"/>
        </a:xfrm>
      </p:grpSpPr>
      <p:sp>
        <p:nvSpPr>
          <p:cNvPr id="20" name="Freihandform: Form 11"/>
          <p:cNvSpPr/>
          <p:nvPr/>
        </p:nvSpPr>
        <p:spPr>
          <a:xfrm>
            <a:off x="10878480" y="361080"/>
            <a:ext cx="947520" cy="732960"/>
          </a:xfrm>
          <a:custGeom>
            <a:avLst/>
            <a:gdLst>
              <a:gd name="textAreaLeft" fmla="*/ 0 w 947520"/>
              <a:gd name="textAreaRight" fmla="*/ 948240 w 947520"/>
              <a:gd name="textAreaTop" fmla="*/ 0 h 732960"/>
              <a:gd name="textAreaBottom" fmla="*/ 733680 h 732960"/>
              <a:gd name="GluePoint1X" fmla="*/ 619905 w 948335"/>
              <a:gd name="GluePoint1Y" fmla="*/ 599045 h 733815"/>
              <a:gd name="GluePoint2X" fmla="*/ 708360 w 948335"/>
              <a:gd name="GluePoint2Y" fmla="*/ 599045 h 733815"/>
              <a:gd name="GluePoint3X" fmla="*/ 708360 w 948335"/>
              <a:gd name="GluePoint3Y" fmla="*/ 175 h 733815"/>
              <a:gd name="GluePoint4X" fmla="*/ 619905 w 948335"/>
              <a:gd name="GluePoint4Y" fmla="*/ 175 h 733815"/>
              <a:gd name="GluePoint5X" fmla="*/ 619905 w 948335"/>
              <a:gd name="GluePoint5Y" fmla="*/ 599045 h 733815"/>
              <a:gd name="GluePoint6X" fmla="*/ 811823 w 948335"/>
              <a:gd name="GluePoint6Y" fmla="*/ 196963 h 733815"/>
              <a:gd name="GluePoint7X" fmla="*/ 753805 w 948335"/>
              <a:gd name="GluePoint7Y" fmla="*/ 199399 h 733815"/>
              <a:gd name="GluePoint8X" fmla="*/ 753805 w 948335"/>
              <a:gd name="GluePoint8Y" fmla="*/ 281323 h 733815"/>
              <a:gd name="GluePoint9X" fmla="*/ 860105 w 948335"/>
              <a:gd name="GluePoint9Y" fmla="*/ 364907 h 733815"/>
              <a:gd name="GluePoint10X" fmla="*/ 860105 w 948335"/>
              <a:gd name="GluePoint10Y" fmla="*/ 599045 h 733815"/>
              <a:gd name="GluePoint11X" fmla="*/ 948560 w 948335"/>
              <a:gd name="GluePoint11Y" fmla="*/ 599045 h 733815"/>
              <a:gd name="GluePoint12X" fmla="*/ 948560 w 948335"/>
              <a:gd name="GluePoint12Y" fmla="*/ 353981 h 733815"/>
              <a:gd name="GluePoint13X" fmla="*/ 811823 w 948335"/>
              <a:gd name="GluePoint13Y" fmla="*/ 196963 h 733815"/>
              <a:gd name="GluePoint14X" fmla="*/ 208777 w 948335"/>
              <a:gd name="GluePoint14Y" fmla="*/ 199800 h 733815"/>
              <a:gd name="GluePoint15X" fmla="*/ 72849 w 948335"/>
              <a:gd name="GluePoint15Y" fmla="*/ 366560 h 733815"/>
              <a:gd name="GluePoint16X" fmla="*/ 72849 w 948335"/>
              <a:gd name="GluePoint16Y" fmla="*/ 567022 h 733815"/>
              <a:gd name="GluePoint17X" fmla="*/ 225 w 948335"/>
              <a:gd name="GluePoint17Y" fmla="*/ 651830 h 733815"/>
              <a:gd name="GluePoint18X" fmla="*/ 225 w 948335"/>
              <a:gd name="GluePoint18Y" fmla="*/ 732932 h 733815"/>
              <a:gd name="GluePoint19X" fmla="*/ 25376 w 948335"/>
              <a:gd name="GluePoint19Y" fmla="*/ 733742 h 733815"/>
              <a:gd name="GluePoint20X" fmla="*/ 161297 w 948335"/>
              <a:gd name="GluePoint20Y" fmla="*/ 566989 h 733815"/>
              <a:gd name="GluePoint21X" fmla="*/ 161297 w 948335"/>
              <a:gd name="GluePoint21Y" fmla="*/ 366527 h 733815"/>
              <a:gd name="GluePoint22X" fmla="*/ 233520 w 948335"/>
              <a:gd name="GluePoint22Y" fmla="*/ 281732 h 733815"/>
              <a:gd name="GluePoint23X" fmla="*/ 233520 w 948335"/>
              <a:gd name="GluePoint23Y" fmla="*/ 200209 h 733815"/>
              <a:gd name="GluePoint24X" fmla="*/ 208777 w 948335"/>
              <a:gd name="GluePoint24Y" fmla="*/ 199800 h 733815"/>
              <a:gd name="GluePoint25X" fmla="*/ 480210 w 948335"/>
              <a:gd name="GluePoint25Y" fmla="*/ 199800 h 733815"/>
              <a:gd name="GluePoint26X" fmla="*/ 344283 w 948335"/>
              <a:gd name="GluePoint26Y" fmla="*/ 366560 h 733815"/>
              <a:gd name="GluePoint27X" fmla="*/ 344283 w 948335"/>
              <a:gd name="GluePoint27Y" fmla="*/ 599045 h 733815"/>
              <a:gd name="GluePoint28X" fmla="*/ 432731 w 948335"/>
              <a:gd name="GluePoint28Y" fmla="*/ 599045 h 733815"/>
              <a:gd name="GluePoint29X" fmla="*/ 432731 w 948335"/>
              <a:gd name="GluePoint29Y" fmla="*/ 366527 h 733815"/>
              <a:gd name="GluePoint30X" fmla="*/ 505362 w 948335"/>
              <a:gd name="GluePoint30Y" fmla="*/ 281732 h 733815"/>
              <a:gd name="GluePoint31X" fmla="*/ 505362 w 948335"/>
              <a:gd name="GluePoint31Y" fmla="*/ 200209 h 733815"/>
              <a:gd name="GluePoint32X" fmla="*/ 480210 w 948335"/>
              <a:gd name="GluePoint32Y" fmla="*/ 199800 h 73381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Lst>
            <a:rect l="textAreaLeft" t="textAreaTop" r="textAreaRight" b="textAreaBottom"/>
            <a:pathLst>
              <a:path w="948335" h="733815">
                <a:moveTo>
                  <a:pt x="619905" y="599045"/>
                </a:moveTo>
                <a:lnTo>
                  <a:pt x="708360" y="599045"/>
                </a:lnTo>
                <a:lnTo>
                  <a:pt x="708360" y="175"/>
                </a:lnTo>
                <a:lnTo>
                  <a:pt x="619905" y="175"/>
                </a:lnTo>
                <a:lnTo>
                  <a:pt x="619905" y="599045"/>
                </a:lnTo>
                <a:close/>
                <a:moveTo>
                  <a:pt x="811823" y="196963"/>
                </a:moveTo>
                <a:cubicBezTo>
                  <a:pt x="795196" y="196154"/>
                  <a:pt x="774500" y="196963"/>
                  <a:pt x="753805" y="199399"/>
                </a:cubicBezTo>
                <a:lnTo>
                  <a:pt x="753805" y="281323"/>
                </a:lnTo>
                <a:cubicBezTo>
                  <a:pt x="831702" y="281323"/>
                  <a:pt x="860105" y="292732"/>
                  <a:pt x="860105" y="364907"/>
                </a:cubicBezTo>
                <a:lnTo>
                  <a:pt x="860105" y="599045"/>
                </a:lnTo>
                <a:lnTo>
                  <a:pt x="948560" y="599045"/>
                </a:lnTo>
                <a:lnTo>
                  <a:pt x="948560" y="353981"/>
                </a:lnTo>
                <a:cubicBezTo>
                  <a:pt x="948560" y="263505"/>
                  <a:pt x="897033" y="200209"/>
                  <a:pt x="811823" y="196963"/>
                </a:cubicBezTo>
                <a:close/>
                <a:moveTo>
                  <a:pt x="208777" y="199800"/>
                </a:moveTo>
                <a:cubicBezTo>
                  <a:pt x="114634" y="204671"/>
                  <a:pt x="72849" y="267152"/>
                  <a:pt x="72849" y="366560"/>
                </a:cubicBezTo>
                <a:lnTo>
                  <a:pt x="72849" y="567022"/>
                </a:lnTo>
                <a:cubicBezTo>
                  <a:pt x="72849" y="625455"/>
                  <a:pt x="61073" y="650613"/>
                  <a:pt x="225" y="651830"/>
                </a:cubicBezTo>
                <a:lnTo>
                  <a:pt x="225" y="732932"/>
                </a:lnTo>
                <a:cubicBezTo>
                  <a:pt x="7525" y="734156"/>
                  <a:pt x="19288" y="734156"/>
                  <a:pt x="25376" y="733742"/>
                </a:cubicBezTo>
                <a:cubicBezTo>
                  <a:pt x="119907" y="728068"/>
                  <a:pt x="161297" y="665179"/>
                  <a:pt x="161297" y="566989"/>
                </a:cubicBezTo>
                <a:lnTo>
                  <a:pt x="161297" y="366527"/>
                </a:lnTo>
                <a:cubicBezTo>
                  <a:pt x="161297" y="307693"/>
                  <a:pt x="172257" y="282943"/>
                  <a:pt x="233520" y="281732"/>
                </a:cubicBezTo>
                <a:lnTo>
                  <a:pt x="233520" y="200209"/>
                </a:lnTo>
                <a:cubicBezTo>
                  <a:pt x="226622" y="199399"/>
                  <a:pt x="214859" y="199399"/>
                  <a:pt x="208777" y="199800"/>
                </a:cubicBezTo>
                <a:close/>
                <a:moveTo>
                  <a:pt x="480210" y="199800"/>
                </a:moveTo>
                <a:cubicBezTo>
                  <a:pt x="386483" y="204671"/>
                  <a:pt x="344283" y="267560"/>
                  <a:pt x="344283" y="366560"/>
                </a:cubicBezTo>
                <a:lnTo>
                  <a:pt x="344283" y="599045"/>
                </a:lnTo>
                <a:lnTo>
                  <a:pt x="432731" y="599045"/>
                </a:lnTo>
                <a:lnTo>
                  <a:pt x="432731" y="366527"/>
                </a:lnTo>
                <a:cubicBezTo>
                  <a:pt x="432731" y="308094"/>
                  <a:pt x="444507" y="282943"/>
                  <a:pt x="505362" y="281732"/>
                </a:cubicBezTo>
                <a:lnTo>
                  <a:pt x="505362" y="200209"/>
                </a:lnTo>
                <a:cubicBezTo>
                  <a:pt x="498055" y="199399"/>
                  <a:pt x="486292" y="199399"/>
                  <a:pt x="480210" y="199800"/>
                </a:cubicBezTo>
                <a:close/>
              </a:path>
            </a:pathLst>
          </a:custGeom>
          <a:solidFill>
            <a:schemeClr val="accent1"/>
          </a:solidFill>
          <a:ln w="6638">
            <a:noFill/>
          </a:ln>
        </p:spPr>
        <p:style>
          <a:lnRef idx="0"/>
          <a:fillRef idx="0"/>
          <a:effectRef idx="0"/>
          <a:fontRef idx="minor"/>
        </p:style>
        <p:txBody>
          <a:bodyPr lIns="90000" tIns="45000" rIns="90000" bIns="45000" anchor="ctr">
            <a:noAutofit/>
          </a:bodyPr>
          <a:p>
            <a:endParaRPr lang="de-DE" sz="1800" b="0" u="none" strike="noStrike">
              <a:solidFill>
                <a:schemeClr val="dk1"/>
              </a:solidFill>
              <a:effectLst/>
              <a:uFillTx/>
              <a:latin typeface="SRH"/>
            </a:endParaRPr>
          </a:p>
        </p:txBody>
      </p:sp>
      <p:sp>
        <p:nvSpPr>
          <p:cNvPr id="21" name="PlaceHolder 1"/>
          <p:cNvSpPr>
            <a:spLocks noGrp="1"/>
          </p:cNvSpPr>
          <p:nvPr>
            <p:ph type="title"/>
          </p:nvPr>
        </p:nvSpPr>
        <p:spPr>
          <a:xfrm>
            <a:off x="360000" y="358920"/>
            <a:ext cx="9156960" cy="834480"/>
          </a:xfrm>
          <a:prstGeom prst="rect">
            <a:avLst/>
          </a:prstGeom>
          <a:noFill/>
          <a:ln w="0">
            <a:noFill/>
          </a:ln>
        </p:spPr>
        <p:txBody>
          <a:bodyPr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22" name="PlaceHolder 2"/>
          <p:cNvSpPr>
            <a:spLocks noGrp="1"/>
          </p:cNvSpPr>
          <p:nvPr>
            <p:ph type="body"/>
          </p:nvPr>
        </p:nvSpPr>
        <p:spPr>
          <a:xfrm>
            <a:off x="360000" y="2873880"/>
            <a:ext cx="7527960" cy="2324880"/>
          </a:xfrm>
          <a:prstGeom prst="rect">
            <a:avLst/>
          </a:prstGeom>
          <a:noFill/>
          <a:ln w="0">
            <a:noFill/>
          </a:ln>
        </p:spPr>
        <p:txBody>
          <a:bodyPr lIns="90000" tIns="45000" rIns="90000" bIns="4500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0" u="none" strike="noStrike">
              <a:solidFill>
                <a:schemeClr val="dk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0" u="none" strike="noStrike">
              <a:solidFill>
                <a:schemeClr val="dk1"/>
              </a:solidFill>
              <a:effectLst/>
              <a:uFillTx/>
              <a:latin typeface="SRH Text"/>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23" name="PlaceHolder 3"/>
          <p:cNvSpPr>
            <a:spLocks noGrp="1"/>
          </p:cNvSpPr>
          <p:nvPr>
            <p:ph type="dt" idx="7"/>
          </p:nvPr>
        </p:nvSpPr>
        <p:spPr>
          <a:xfrm>
            <a:off x="367560" y="6356520"/>
            <a:ext cx="873720" cy="364320"/>
          </a:xfrm>
          <a:prstGeom prst="rect">
            <a:avLst/>
          </a:prstGeom>
          <a:noFill/>
          <a:ln w="0">
            <a:noFill/>
          </a:ln>
        </p:spPr>
        <p:txBody>
          <a:bodyPr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Text"/>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Text"/>
              </a:rPr>
              <a:t>&lt;date/time&gt;</a:t>
            </a:r>
            <a:endParaRPr lang="en-US" sz="900" b="0" u="none" strike="noStrike">
              <a:solidFill>
                <a:srgbClr val="000000"/>
              </a:solidFill>
              <a:effectLst/>
              <a:uFillTx/>
              <a:latin typeface="Times New Roman"/>
            </a:endParaRPr>
          </a:p>
        </p:txBody>
      </p:sp>
      <p:sp>
        <p:nvSpPr>
          <p:cNvPr id="24" name="PlaceHolder 4"/>
          <p:cNvSpPr>
            <a:spLocks noGrp="1"/>
          </p:cNvSpPr>
          <p:nvPr>
            <p:ph type="ftr" idx="8"/>
          </p:nvPr>
        </p:nvSpPr>
        <p:spPr>
          <a:xfrm>
            <a:off x="1319760" y="6356520"/>
            <a:ext cx="6495120" cy="364320"/>
          </a:xfrm>
          <a:prstGeom prst="rect">
            <a:avLst/>
          </a:prstGeom>
          <a:noFill/>
          <a:ln w="0">
            <a:noFill/>
          </a:ln>
        </p:spPr>
        <p:txBody>
          <a:bodyPr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Text"/>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Text"/>
              </a:rPr>
              <a:t>&lt;footer&gt;</a:t>
            </a:r>
            <a:endParaRPr lang="en-US" sz="900" b="0" u="none" strike="noStrike">
              <a:solidFill>
                <a:srgbClr val="000000"/>
              </a:solidFill>
              <a:effectLst/>
              <a:uFillTx/>
              <a:latin typeface="Times New Roman"/>
            </a:endParaRPr>
          </a:p>
        </p:txBody>
      </p:sp>
      <p:sp>
        <p:nvSpPr>
          <p:cNvPr id="25" name="PlaceHolder 5"/>
          <p:cNvSpPr>
            <a:spLocks noGrp="1"/>
          </p:cNvSpPr>
          <p:nvPr>
            <p:ph type="sldNum" idx="9"/>
          </p:nvPr>
        </p:nvSpPr>
        <p:spPr>
          <a:xfrm>
            <a:off x="11146680" y="6364800"/>
            <a:ext cx="679320" cy="364320"/>
          </a:xfrm>
          <a:prstGeom prst="rect">
            <a:avLst/>
          </a:prstGeom>
          <a:noFill/>
          <a:ln w="0">
            <a:noFill/>
          </a:ln>
        </p:spPr>
        <p:txBody>
          <a:bodyPr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Text"/>
              </a:defRPr>
            </a:lvl1pPr>
          </a:lstStyle>
          <a:p>
            <a:pPr indent="0" algn="r" defTabSz="914400">
              <a:lnSpc>
                <a:spcPct val="100000"/>
              </a:lnSpc>
              <a:buNone/>
              <a:tabLst>
                <a:tab pos="0" algn="l"/>
              </a:tabLst>
            </a:pPr>
            <a:fld id="{7185A116-87FE-4E37-85D0-27190B14A6AD}" type="slidenum">
              <a:rPr lang="de-DE" sz="1550" b="1" u="none" strike="noStrike">
                <a:solidFill>
                  <a:srgbClr val="6D7373"/>
                </a:solidFill>
                <a:effectLst/>
                <a:uFillTx/>
                <a:latin typeface="SRH Text"/>
                <a:ea typeface="SRH Text"/>
              </a:rPr>
              <a:t>&lt;number&gt;</a:t>
            </a:fld>
            <a:endParaRPr lang="en-US" sz="1550" b="0" u="none" strike="noStrike">
              <a:solidFill>
                <a:srgbClr val="000000"/>
              </a:solidFill>
              <a:effectLst/>
              <a:uFillTx/>
              <a:latin typeface="Times New Roman"/>
            </a:endParaRPr>
          </a:p>
        </p:txBody>
      </p:sp>
      <p:sp>
        <p:nvSpPr>
          <p:cNvPr id="26" name="PlaceHolder 6"/>
          <p:cNvSpPr>
            <a:spLocks noGrp="1"/>
          </p:cNvSpPr>
          <p:nvPr>
            <p:ph type="body"/>
          </p:nvPr>
        </p:nvSpPr>
        <p:spPr>
          <a:xfrm>
            <a:off x="360000" y="1728000"/>
            <a:ext cx="7527960" cy="780120"/>
          </a:xfrm>
          <a:prstGeom prst="rect">
            <a:avLst/>
          </a:prstGeom>
          <a:noFill/>
          <a:ln w="0">
            <a:noFill/>
          </a:ln>
        </p:spPr>
        <p:txBody>
          <a:bodyPr lIns="90000" tIns="45000" rIns="90000" bIns="4500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0" u="none" strike="noStrike">
              <a:solidFill>
                <a:schemeClr val="dk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0" u="none" strike="noStrike">
              <a:solidFill>
                <a:schemeClr val="dk1"/>
              </a:solidFill>
              <a:effectLst/>
              <a:uFillTx/>
              <a:latin typeface="SRH Text"/>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27" name="PlaceHolder 7"/>
          <p:cNvSpPr>
            <a:spLocks noGrp="1"/>
          </p:cNvSpPr>
          <p:nvPr>
            <p:ph type="body"/>
          </p:nvPr>
        </p:nvSpPr>
        <p:spPr>
          <a:xfrm>
            <a:off x="360000" y="5463720"/>
            <a:ext cx="7527960" cy="492480"/>
          </a:xfrm>
          <a:prstGeom prst="rect">
            <a:avLst/>
          </a:prstGeom>
          <a:noFill/>
          <a:ln w="0">
            <a:noFill/>
          </a:ln>
        </p:spPr>
        <p:txBody>
          <a:bodyPr lIns="0" tIns="0" rIns="0" bIns="0" anchor="b">
            <a:noAutofit/>
          </a:bodyPr>
          <a:lstStyle>
            <a:lvl1pPr indent="0" algn="l" defTabSz="914400">
              <a:lnSpc>
                <a:spcPct val="110000"/>
              </a:lnSpc>
              <a:buNone/>
              <a:tabLst>
                <a:tab pos="0" algn="l"/>
              </a:tabLst>
              <a:defRPr lang="de-DE" sz="1200" b="0" u="none" strike="noStrike">
                <a:solidFill>
                  <a:schemeClr val="dk1"/>
                </a:solidFill>
                <a:effectLst/>
                <a:uFillTx/>
                <a:latin typeface="SRH Text"/>
                <a:ea typeface="SRH Text"/>
              </a:defRPr>
            </a:lvl1pPr>
          </a:lstStyle>
          <a:p>
            <a:pPr indent="0" algn="l" defTabSz="914400">
              <a:lnSpc>
                <a:spcPct val="110000"/>
              </a:lnSpc>
              <a:buNone/>
              <a:tabLst>
                <a:tab pos="0" algn="l"/>
              </a:tabLst>
            </a:pPr>
            <a:r>
              <a:rPr lang="de-DE" sz="1200" b="0" u="none" strike="noStrike">
                <a:solidFill>
                  <a:schemeClr val="dk1"/>
                </a:solidFill>
                <a:effectLst/>
                <a:uFillTx/>
                <a:latin typeface="SRH Text"/>
                <a:ea typeface="SRH Text"/>
              </a:rPr>
              <a:t>Mastertextformat bearbeiten</a:t>
            </a:r>
            <a:endParaRPr lang="de-DE" sz="1200" b="0" u="none" strike="noStrike">
              <a:solidFill>
                <a:schemeClr val="dk1"/>
              </a:solidFill>
              <a:effectLst/>
              <a:uFillTx/>
              <a:latin typeface="SRH Text"/>
            </a:endParaRPr>
          </a:p>
        </p:txBody>
      </p:sp>
      <p:sp>
        <p:nvSpPr>
          <p:cNvPr id="28" name="PlaceHolder 8"/>
          <p:cNvSpPr>
            <a:spLocks noGrp="1"/>
          </p:cNvSpPr>
          <p:nvPr>
            <p:ph type="body"/>
          </p:nvPr>
        </p:nvSpPr>
        <p:spPr>
          <a:xfrm>
            <a:off x="8248680" y="1728000"/>
            <a:ext cx="3583800" cy="4229280"/>
          </a:xfrm>
          <a:prstGeom prst="rect">
            <a:avLst/>
          </a:prstGeom>
          <a:noFill/>
          <a:ln w="0">
            <a:noFill/>
          </a:ln>
        </p:spPr>
        <p:txBody>
          <a:bodyPr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elfolie Logo weiß">
    <p:bg>
      <p:bgPr>
        <a:solidFill>
          <a:srgbClr val="FFFFFF"/>
        </a:solidFill>
      </p:bgPr>
    </p:bg>
    <p:spTree>
      <p:nvGrpSpPr>
        <p:cNvPr id="1" name=""/>
        <p:cNvGrpSpPr/>
        <p:nvPr/>
      </p:nvGrpSpPr>
      <p:grpSpPr>
        <a:xfrm>
          <a:off x="0" y="0"/>
          <a:ext cx="0" cy="0"/>
          <a:chOff x="0" y="0"/>
          <a:chExt cx="0" cy="0"/>
        </a:xfrm>
      </p:grpSpPr>
      <p:sp>
        <p:nvSpPr>
          <p:cNvPr id="29" name="Freihandform: Form 11" hidden="1"/>
          <p:cNvSpPr/>
          <p:nvPr/>
        </p:nvSpPr>
        <p:spPr>
          <a:xfrm>
            <a:off x="10878480" y="361080"/>
            <a:ext cx="947520" cy="732960"/>
          </a:xfrm>
          <a:custGeom>
            <a:avLst/>
            <a:gdLst>
              <a:gd name="textAreaLeft" fmla="*/ 0 w 947520"/>
              <a:gd name="textAreaRight" fmla="*/ 948240 w 947520"/>
              <a:gd name="textAreaTop" fmla="*/ 0 h 732960"/>
              <a:gd name="textAreaBottom" fmla="*/ 733680 h 732960"/>
              <a:gd name="GluePoint1X" fmla="*/ 619905 w 948335"/>
              <a:gd name="GluePoint1Y" fmla="*/ 599045 h 733815"/>
              <a:gd name="GluePoint2X" fmla="*/ 708360 w 948335"/>
              <a:gd name="GluePoint2Y" fmla="*/ 599045 h 733815"/>
              <a:gd name="GluePoint3X" fmla="*/ 708360 w 948335"/>
              <a:gd name="GluePoint3Y" fmla="*/ 175 h 733815"/>
              <a:gd name="GluePoint4X" fmla="*/ 619905 w 948335"/>
              <a:gd name="GluePoint4Y" fmla="*/ 175 h 733815"/>
              <a:gd name="GluePoint5X" fmla="*/ 619905 w 948335"/>
              <a:gd name="GluePoint5Y" fmla="*/ 599045 h 733815"/>
              <a:gd name="GluePoint6X" fmla="*/ 811823 w 948335"/>
              <a:gd name="GluePoint6Y" fmla="*/ 196963 h 733815"/>
              <a:gd name="GluePoint7X" fmla="*/ 753805 w 948335"/>
              <a:gd name="GluePoint7Y" fmla="*/ 199399 h 733815"/>
              <a:gd name="GluePoint8X" fmla="*/ 753805 w 948335"/>
              <a:gd name="GluePoint8Y" fmla="*/ 281323 h 733815"/>
              <a:gd name="GluePoint9X" fmla="*/ 860105 w 948335"/>
              <a:gd name="GluePoint9Y" fmla="*/ 364907 h 733815"/>
              <a:gd name="GluePoint10X" fmla="*/ 860105 w 948335"/>
              <a:gd name="GluePoint10Y" fmla="*/ 599045 h 733815"/>
              <a:gd name="GluePoint11X" fmla="*/ 948560 w 948335"/>
              <a:gd name="GluePoint11Y" fmla="*/ 599045 h 733815"/>
              <a:gd name="GluePoint12X" fmla="*/ 948560 w 948335"/>
              <a:gd name="GluePoint12Y" fmla="*/ 353981 h 733815"/>
              <a:gd name="GluePoint13X" fmla="*/ 811823 w 948335"/>
              <a:gd name="GluePoint13Y" fmla="*/ 196963 h 733815"/>
              <a:gd name="GluePoint14X" fmla="*/ 208777 w 948335"/>
              <a:gd name="GluePoint14Y" fmla="*/ 199800 h 733815"/>
              <a:gd name="GluePoint15X" fmla="*/ 72849 w 948335"/>
              <a:gd name="GluePoint15Y" fmla="*/ 366560 h 733815"/>
              <a:gd name="GluePoint16X" fmla="*/ 72849 w 948335"/>
              <a:gd name="GluePoint16Y" fmla="*/ 567022 h 733815"/>
              <a:gd name="GluePoint17X" fmla="*/ 225 w 948335"/>
              <a:gd name="GluePoint17Y" fmla="*/ 651830 h 733815"/>
              <a:gd name="GluePoint18X" fmla="*/ 225 w 948335"/>
              <a:gd name="GluePoint18Y" fmla="*/ 732932 h 733815"/>
              <a:gd name="GluePoint19X" fmla="*/ 25376 w 948335"/>
              <a:gd name="GluePoint19Y" fmla="*/ 733742 h 733815"/>
              <a:gd name="GluePoint20X" fmla="*/ 161297 w 948335"/>
              <a:gd name="GluePoint20Y" fmla="*/ 566989 h 733815"/>
              <a:gd name="GluePoint21X" fmla="*/ 161297 w 948335"/>
              <a:gd name="GluePoint21Y" fmla="*/ 366527 h 733815"/>
              <a:gd name="GluePoint22X" fmla="*/ 233520 w 948335"/>
              <a:gd name="GluePoint22Y" fmla="*/ 281732 h 733815"/>
              <a:gd name="GluePoint23X" fmla="*/ 233520 w 948335"/>
              <a:gd name="GluePoint23Y" fmla="*/ 200209 h 733815"/>
              <a:gd name="GluePoint24X" fmla="*/ 208777 w 948335"/>
              <a:gd name="GluePoint24Y" fmla="*/ 199800 h 733815"/>
              <a:gd name="GluePoint25X" fmla="*/ 480210 w 948335"/>
              <a:gd name="GluePoint25Y" fmla="*/ 199800 h 733815"/>
              <a:gd name="GluePoint26X" fmla="*/ 344283 w 948335"/>
              <a:gd name="GluePoint26Y" fmla="*/ 366560 h 733815"/>
              <a:gd name="GluePoint27X" fmla="*/ 344283 w 948335"/>
              <a:gd name="GluePoint27Y" fmla="*/ 599045 h 733815"/>
              <a:gd name="GluePoint28X" fmla="*/ 432731 w 948335"/>
              <a:gd name="GluePoint28Y" fmla="*/ 599045 h 733815"/>
              <a:gd name="GluePoint29X" fmla="*/ 432731 w 948335"/>
              <a:gd name="GluePoint29Y" fmla="*/ 366527 h 733815"/>
              <a:gd name="GluePoint30X" fmla="*/ 505362 w 948335"/>
              <a:gd name="GluePoint30Y" fmla="*/ 281732 h 733815"/>
              <a:gd name="GluePoint31X" fmla="*/ 505362 w 948335"/>
              <a:gd name="GluePoint31Y" fmla="*/ 200209 h 733815"/>
              <a:gd name="GluePoint32X" fmla="*/ 480210 w 948335"/>
              <a:gd name="GluePoint32Y" fmla="*/ 199800 h 73381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Lst>
            <a:rect l="textAreaLeft" t="textAreaTop" r="textAreaRight" b="textAreaBottom"/>
            <a:pathLst>
              <a:path w="948335" h="733815">
                <a:moveTo>
                  <a:pt x="619905" y="599045"/>
                </a:moveTo>
                <a:lnTo>
                  <a:pt x="708360" y="599045"/>
                </a:lnTo>
                <a:lnTo>
                  <a:pt x="708360" y="175"/>
                </a:lnTo>
                <a:lnTo>
                  <a:pt x="619905" y="175"/>
                </a:lnTo>
                <a:lnTo>
                  <a:pt x="619905" y="599045"/>
                </a:lnTo>
                <a:close/>
                <a:moveTo>
                  <a:pt x="811823" y="196963"/>
                </a:moveTo>
                <a:cubicBezTo>
                  <a:pt x="795196" y="196154"/>
                  <a:pt x="774500" y="196963"/>
                  <a:pt x="753805" y="199399"/>
                </a:cubicBezTo>
                <a:lnTo>
                  <a:pt x="753805" y="281323"/>
                </a:lnTo>
                <a:cubicBezTo>
                  <a:pt x="831702" y="281323"/>
                  <a:pt x="860105" y="292732"/>
                  <a:pt x="860105" y="364907"/>
                </a:cubicBezTo>
                <a:lnTo>
                  <a:pt x="860105" y="599045"/>
                </a:lnTo>
                <a:lnTo>
                  <a:pt x="948560" y="599045"/>
                </a:lnTo>
                <a:lnTo>
                  <a:pt x="948560" y="353981"/>
                </a:lnTo>
                <a:cubicBezTo>
                  <a:pt x="948560" y="263505"/>
                  <a:pt x="897033" y="200209"/>
                  <a:pt x="811823" y="196963"/>
                </a:cubicBezTo>
                <a:close/>
                <a:moveTo>
                  <a:pt x="208777" y="199800"/>
                </a:moveTo>
                <a:cubicBezTo>
                  <a:pt x="114634" y="204671"/>
                  <a:pt x="72849" y="267152"/>
                  <a:pt x="72849" y="366560"/>
                </a:cubicBezTo>
                <a:lnTo>
                  <a:pt x="72849" y="567022"/>
                </a:lnTo>
                <a:cubicBezTo>
                  <a:pt x="72849" y="625455"/>
                  <a:pt x="61073" y="650613"/>
                  <a:pt x="225" y="651830"/>
                </a:cubicBezTo>
                <a:lnTo>
                  <a:pt x="225" y="732932"/>
                </a:lnTo>
                <a:cubicBezTo>
                  <a:pt x="7525" y="734156"/>
                  <a:pt x="19288" y="734156"/>
                  <a:pt x="25376" y="733742"/>
                </a:cubicBezTo>
                <a:cubicBezTo>
                  <a:pt x="119907" y="728068"/>
                  <a:pt x="161297" y="665179"/>
                  <a:pt x="161297" y="566989"/>
                </a:cubicBezTo>
                <a:lnTo>
                  <a:pt x="161297" y="366527"/>
                </a:lnTo>
                <a:cubicBezTo>
                  <a:pt x="161297" y="307693"/>
                  <a:pt x="172257" y="282943"/>
                  <a:pt x="233520" y="281732"/>
                </a:cubicBezTo>
                <a:lnTo>
                  <a:pt x="233520" y="200209"/>
                </a:lnTo>
                <a:cubicBezTo>
                  <a:pt x="226622" y="199399"/>
                  <a:pt x="214859" y="199399"/>
                  <a:pt x="208777" y="199800"/>
                </a:cubicBezTo>
                <a:close/>
                <a:moveTo>
                  <a:pt x="480210" y="199800"/>
                </a:moveTo>
                <a:cubicBezTo>
                  <a:pt x="386483" y="204671"/>
                  <a:pt x="344283" y="267560"/>
                  <a:pt x="344283" y="366560"/>
                </a:cubicBezTo>
                <a:lnTo>
                  <a:pt x="344283" y="599045"/>
                </a:lnTo>
                <a:lnTo>
                  <a:pt x="432731" y="599045"/>
                </a:lnTo>
                <a:lnTo>
                  <a:pt x="432731" y="366527"/>
                </a:lnTo>
                <a:cubicBezTo>
                  <a:pt x="432731" y="308094"/>
                  <a:pt x="444507" y="282943"/>
                  <a:pt x="505362" y="281732"/>
                </a:cubicBezTo>
                <a:lnTo>
                  <a:pt x="505362" y="200209"/>
                </a:lnTo>
                <a:cubicBezTo>
                  <a:pt x="498055" y="199399"/>
                  <a:pt x="486292" y="199399"/>
                  <a:pt x="480210" y="199800"/>
                </a:cubicBezTo>
                <a:close/>
              </a:path>
            </a:pathLst>
          </a:custGeom>
          <a:solidFill>
            <a:schemeClr val="accent1"/>
          </a:solidFill>
          <a:ln w="6638">
            <a:noFill/>
          </a:ln>
        </p:spPr>
        <p:style>
          <a:lnRef idx="0"/>
          <a:fillRef idx="0"/>
          <a:effectRef idx="0"/>
          <a:fontRef idx="minor"/>
        </p:style>
        <p:txBody>
          <a:bodyPr lIns="90000" tIns="45000" rIns="90000" bIns="45000" anchor="ctr">
            <a:noAutofit/>
          </a:bodyPr>
          <a:p>
            <a:endParaRPr lang="de-DE" sz="1800" b="0" u="none" strike="noStrike">
              <a:solidFill>
                <a:schemeClr val="dk1"/>
              </a:solidFill>
              <a:effectLst/>
              <a:uFillTx/>
              <a:latin typeface="SRH"/>
            </a:endParaRPr>
          </a:p>
        </p:txBody>
      </p:sp>
      <p:sp>
        <p:nvSpPr>
          <p:cNvPr id="30" name="PlaceHolder 1"/>
          <p:cNvSpPr>
            <a:spLocks noGrp="1"/>
          </p:cNvSpPr>
          <p:nvPr>
            <p:ph type="body"/>
          </p:nvPr>
        </p:nvSpPr>
        <p:spPr>
          <a:xfrm>
            <a:off x="0" y="0"/>
            <a:ext cx="12191400" cy="6857280"/>
          </a:xfrm>
          <a:prstGeom prst="rect">
            <a:avLst/>
          </a:prstGeom>
          <a:solidFill>
            <a:schemeClr val="accent1">
              <a:lumMod val="20000"/>
              <a:lumOff val="80000"/>
            </a:schemeClr>
          </a:solidFill>
          <a:ln w="0">
            <a:noFill/>
          </a:ln>
        </p:spPr>
        <p:txBody>
          <a:bodyPr lIns="90000" tIns="45000" rIns="90000" bIns="45000" anchor="t">
            <a:noAutofit/>
          </a:bodyPr>
          <a:lstStyle>
            <a:lvl1pPr indent="0" algn="l" defTabSz="914400">
              <a:lnSpc>
                <a:spcPct val="94000"/>
              </a:lnSpc>
              <a:buNone/>
              <a:tabLst>
                <a:tab pos="0" algn="l"/>
              </a:tabLst>
              <a:defRPr lang="de-DE" sz="1800" b="1" u="none" strike="noStrike">
                <a:solidFill>
                  <a:schemeClr val="lt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94000"/>
              </a:lnSpc>
              <a:buNone/>
              <a:tabLst>
                <a:tab pos="0" algn="l"/>
              </a:tabLst>
            </a:pPr>
            <a:r>
              <a:rPr lang="de-DE" sz="1800" b="1" u="none" strike="noStrike">
                <a:solidFill>
                  <a:schemeClr val="lt1"/>
                </a:solidFill>
                <a:effectLst/>
                <a:uFillTx/>
                <a:latin typeface="SRH Text"/>
              </a:rPr>
              <a:t>Click to edit the outline text format</a:t>
            </a:r>
            <a:endParaRPr lang="de-DE" sz="1800" b="1" u="none" strike="noStrike">
              <a:solidFill>
                <a:schemeClr val="lt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31" name="PlaceHolder 2"/>
          <p:cNvSpPr>
            <a:spLocks noGrp="1"/>
          </p:cNvSpPr>
          <p:nvPr>
            <p:ph type="title"/>
          </p:nvPr>
        </p:nvSpPr>
        <p:spPr>
          <a:xfrm>
            <a:off x="630000" y="1079280"/>
            <a:ext cx="7400160" cy="3017520"/>
          </a:xfrm>
          <a:prstGeom prst="rect">
            <a:avLst/>
          </a:prstGeom>
          <a:noFill/>
          <a:ln w="0">
            <a:noFill/>
          </a:ln>
        </p:spPr>
        <p:txBody>
          <a:bodyPr lIns="0" tIns="0" rIns="0" bIns="0" anchor="b">
            <a:noAutofit/>
          </a:bodyPr>
          <a:lstStyle>
            <a:lvl1pPr indent="0" algn="l" defTabSz="914400">
              <a:lnSpc>
                <a:spcPct val="100000"/>
              </a:lnSpc>
              <a:buNone/>
              <a:tabLst>
                <a:tab pos="0" algn="l"/>
              </a:tabLst>
              <a:defRPr lang="de-DE" sz="4000" b="1" u="none" strike="noStrike">
                <a:solidFill>
                  <a:schemeClr val="lt1"/>
                </a:solidFill>
                <a:effectLst/>
                <a:uFillTx/>
                <a:latin typeface="SRH Headline"/>
                <a:ea typeface="SRH Headline"/>
              </a:defRPr>
            </a:lvl1pPr>
          </a:lstStyle>
          <a:p>
            <a:pPr indent="0" algn="l" defTabSz="914400">
              <a:lnSpc>
                <a:spcPct val="100000"/>
              </a:lnSpc>
              <a:buNone/>
              <a:tabLst>
                <a:tab pos="0" algn="l"/>
              </a:tabLst>
            </a:pPr>
            <a:r>
              <a:rPr lang="de-DE" sz="4000" b="1" u="none" strike="noStrike">
                <a:solidFill>
                  <a:schemeClr val="lt1"/>
                </a:solidFill>
                <a:effectLst/>
                <a:uFillTx/>
                <a:latin typeface="SRH Headline"/>
                <a:ea typeface="SRH Headline"/>
              </a:rPr>
              <a:t>Mastertitelformat bearbeiten</a:t>
            </a:r>
            <a:endParaRPr lang="de-DE" sz="4000" b="1" u="none" strike="noStrike">
              <a:solidFill>
                <a:schemeClr val="lt1"/>
              </a:solidFill>
              <a:effectLst/>
              <a:uFillTx/>
              <a:latin typeface="SRH Headline"/>
            </a:endParaRPr>
          </a:p>
        </p:txBody>
      </p:sp>
      <p:sp>
        <p:nvSpPr>
          <p:cNvPr id="32" name="PlaceHolder 3"/>
          <p:cNvSpPr>
            <a:spLocks noGrp="1"/>
          </p:cNvSpPr>
          <p:nvPr>
            <p:ph type="body"/>
          </p:nvPr>
        </p:nvSpPr>
        <p:spPr>
          <a:xfrm>
            <a:off x="9652680" y="622080"/>
            <a:ext cx="1985400" cy="552960"/>
          </a:xfrm>
          <a:prstGeom prst="rect">
            <a:avLst/>
          </a:prstGeom>
          <a:noFill/>
          <a:ln w="0">
            <a:noFill/>
          </a:ln>
        </p:spPr>
        <p:txBody>
          <a:bodyPr lIns="0" tIns="0" rIns="0" bIns="0" anchor="t">
            <a:noAutofit/>
          </a:bodyPr>
          <a:lstStyle>
            <a:lvl1pPr indent="0" algn="l" defTabSz="914400">
              <a:lnSpc>
                <a:spcPct val="94000"/>
              </a:lnSpc>
              <a:buNone/>
              <a:tabLst>
                <a:tab pos="0" algn="l"/>
              </a:tabLst>
              <a:defRPr lang="de-DE" sz="1550" b="1" u="none" strike="noStrike">
                <a:solidFill>
                  <a:schemeClr val="lt1"/>
                </a:solidFill>
                <a:effectLst/>
                <a:uFillTx/>
                <a:latin typeface="SRH Text"/>
                <a:ea typeface="SRH Text"/>
              </a:defRPr>
            </a:lvl1pPr>
          </a:lstStyle>
          <a:p>
            <a:pPr indent="0" algn="l" defTabSz="914400">
              <a:lnSpc>
                <a:spcPct val="94000"/>
              </a:lnSpc>
              <a:buNone/>
              <a:tabLst>
                <a:tab pos="0" algn="l"/>
              </a:tabLst>
            </a:pPr>
            <a:r>
              <a:rPr lang="de-DE" sz="1550" b="1" u="none" strike="noStrike">
                <a:solidFill>
                  <a:schemeClr val="lt1"/>
                </a:solidFill>
                <a:effectLst/>
                <a:uFillTx/>
                <a:latin typeface="SRH Text"/>
                <a:ea typeface="SRH Text"/>
              </a:rPr>
              <a:t>Mastertextformat bearbeiten</a:t>
            </a:r>
            <a:endParaRPr lang="de-DE" sz="1550" b="1" u="none" strike="noStrike">
              <a:solidFill>
                <a:schemeClr val="lt1"/>
              </a:solidFill>
              <a:effectLst/>
              <a:uFillTx/>
              <a:latin typeface="SRH Text"/>
            </a:endParaRPr>
          </a:p>
        </p:txBody>
      </p:sp>
      <p:sp>
        <p:nvSpPr>
          <p:cNvPr id="33" name="PlaceHolder 4"/>
          <p:cNvSpPr>
            <a:spLocks noGrp="1"/>
          </p:cNvSpPr>
          <p:nvPr>
            <p:ph type="body"/>
          </p:nvPr>
        </p:nvSpPr>
        <p:spPr>
          <a:xfrm>
            <a:off x="630000" y="457920"/>
            <a:ext cx="947520" cy="732960"/>
          </a:xfrm>
          <a:prstGeom prst="rect">
            <a:avLst/>
          </a:prstGeom>
          <a:blipFill rotWithShape="0">
            <a:blip r:embed="rId2">
              <a:extLst>
                <a:ext uri="{96DAC541-7B7A-43D3-8B79-37D633B846F1}">
                  <asvg:svgBlip xmlns:asvg="http://schemas.microsoft.com/office/drawing/2016/SVG/main" r:embed="rId3"/>
                </a:ext>
              </a:extLst>
            </a:blip>
            <a:stretch/>
          </a:blipFill>
          <a:ln w="0">
            <a:noFill/>
          </a:ln>
        </p:spPr>
        <p:txBody>
          <a:bodyPr lIns="90000" tIns="45000" rIns="90000" bIns="45000" anchor="t">
            <a:normAutofit fontScale="25000" lnSpcReduction="19999"/>
          </a:bodyPr>
          <a:lstStyle>
            <a:lvl1pPr indent="0" algn="l" defTabSz="914400">
              <a:lnSpc>
                <a:spcPct val="94000"/>
              </a:lnSpc>
              <a:buNone/>
              <a:tabLst>
                <a:tab pos="0" algn="l"/>
              </a:tabLst>
              <a:defRPr lang="de-DE" sz="100" b="1" u="none" strike="noStrike">
                <a:solidFill>
                  <a:schemeClr val="lt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00" b="1" u="none" strike="noStrike">
                <a:solidFill>
                  <a:schemeClr val="accent1"/>
                </a:solidFill>
                <a:effectLst/>
                <a:uFillTx/>
                <a:latin typeface="SRH Headline"/>
              </a:defRPr>
            </a:lvl7pPr>
          </a:lstStyle>
          <a:p>
            <a:pPr indent="0" algn="l" defTabSz="914400">
              <a:lnSpc>
                <a:spcPct val="94000"/>
              </a:lnSpc>
              <a:buNone/>
              <a:tabLst>
                <a:tab pos="0" algn="l"/>
              </a:tabLst>
            </a:pPr>
            <a:r>
              <a:rPr lang="de-DE" sz="100" b="1" u="none" strike="noStrike">
                <a:solidFill>
                  <a:schemeClr val="lt1"/>
                </a:solidFill>
                <a:effectLst/>
                <a:uFillTx/>
                <a:latin typeface="SRH Text"/>
              </a:rPr>
              <a:t>Click to edit the outline text format</a:t>
            </a:r>
            <a:endParaRPr lang="de-DE" sz="100" b="1" u="none" strike="noStrike">
              <a:solidFill>
                <a:schemeClr val="lt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00" b="0" u="none" strike="noStrike">
                <a:solidFill>
                  <a:schemeClr val="dk1"/>
                </a:solidFill>
                <a:effectLst/>
                <a:uFillTx/>
                <a:latin typeface="SRH Text"/>
              </a:rPr>
              <a:t>Second Outline Level</a:t>
            </a:r>
            <a:endParaRPr lang="de-DE" sz="1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00" b="0" u="none" strike="noStrike">
                <a:solidFill>
                  <a:schemeClr val="dk1"/>
                </a:solidFill>
                <a:effectLst/>
                <a:uFillTx/>
                <a:latin typeface="SRH Text"/>
              </a:rPr>
              <a:t>Third Outline Level</a:t>
            </a:r>
            <a:endParaRPr lang="de-DE" sz="1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00" b="1" u="none" strike="noStrike">
                <a:solidFill>
                  <a:schemeClr val="accent1"/>
                </a:solidFill>
                <a:effectLst/>
                <a:uFillTx/>
                <a:latin typeface="SRH Text"/>
              </a:rPr>
              <a:t>Fourth Outline Level</a:t>
            </a:r>
            <a:endParaRPr lang="de-DE" sz="1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00" b="1" u="none" strike="noStrike">
                <a:solidFill>
                  <a:schemeClr val="dk1"/>
                </a:solidFill>
                <a:effectLst/>
                <a:uFillTx/>
                <a:latin typeface="SRH Headline"/>
              </a:rPr>
              <a:t>Fifth Outline Level</a:t>
            </a:r>
            <a:endParaRPr lang="de-DE" sz="1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00" b="0" u="none" strike="noStrike">
                <a:solidFill>
                  <a:schemeClr val="dk1"/>
                </a:solidFill>
                <a:effectLst/>
                <a:uFillTx/>
                <a:latin typeface="SRH Headline"/>
              </a:rPr>
              <a:t>Sixth Outline Level</a:t>
            </a:r>
            <a:endParaRPr lang="de-DE" sz="1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00" b="1" u="none" strike="noStrike">
                <a:solidFill>
                  <a:schemeClr val="accent1"/>
                </a:solidFill>
                <a:effectLst/>
                <a:uFillTx/>
                <a:latin typeface="SRH Headline"/>
              </a:rPr>
              <a:t>Seventh Outline Level</a:t>
            </a:r>
            <a:endParaRPr lang="de-DE" sz="100" b="1" u="none" strike="noStrike">
              <a:solidFill>
                <a:schemeClr val="accent1"/>
              </a:solidFill>
              <a:effectLst/>
              <a:uFillTx/>
              <a:latin typeface="SRH Headline"/>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Nur Titel">
    <p:bg>
      <p:bgPr>
        <a:solidFill>
          <a:srgbClr val="FFFFFF"/>
        </a:solidFill>
      </p:bgPr>
    </p:bg>
    <p:spTree>
      <p:nvGrpSpPr>
        <p:cNvPr id="1" name=""/>
        <p:cNvGrpSpPr/>
        <p:nvPr/>
      </p:nvGrpSpPr>
      <p:grpSpPr>
        <a:xfrm>
          <a:off x="0" y="0"/>
          <a:ext cx="0" cy="0"/>
          <a:chOff x="0" y="0"/>
          <a:chExt cx="0" cy="0"/>
        </a:xfrm>
      </p:grpSpPr>
      <p:sp>
        <p:nvSpPr>
          <p:cNvPr id="34" name="Freihandform: Form 11"/>
          <p:cNvSpPr/>
          <p:nvPr/>
        </p:nvSpPr>
        <p:spPr>
          <a:xfrm>
            <a:off x="10878480" y="361080"/>
            <a:ext cx="947520" cy="732960"/>
          </a:xfrm>
          <a:custGeom>
            <a:avLst/>
            <a:gdLst>
              <a:gd name="textAreaLeft" fmla="*/ 0 w 947520"/>
              <a:gd name="textAreaRight" fmla="*/ 948240 w 947520"/>
              <a:gd name="textAreaTop" fmla="*/ 0 h 732960"/>
              <a:gd name="textAreaBottom" fmla="*/ 733680 h 732960"/>
              <a:gd name="GluePoint1X" fmla="*/ 619905 w 948335"/>
              <a:gd name="GluePoint1Y" fmla="*/ 599045 h 733815"/>
              <a:gd name="GluePoint2X" fmla="*/ 708360 w 948335"/>
              <a:gd name="GluePoint2Y" fmla="*/ 599045 h 733815"/>
              <a:gd name="GluePoint3X" fmla="*/ 708360 w 948335"/>
              <a:gd name="GluePoint3Y" fmla="*/ 175 h 733815"/>
              <a:gd name="GluePoint4X" fmla="*/ 619905 w 948335"/>
              <a:gd name="GluePoint4Y" fmla="*/ 175 h 733815"/>
              <a:gd name="GluePoint5X" fmla="*/ 619905 w 948335"/>
              <a:gd name="GluePoint5Y" fmla="*/ 599045 h 733815"/>
              <a:gd name="GluePoint6X" fmla="*/ 811823 w 948335"/>
              <a:gd name="GluePoint6Y" fmla="*/ 196963 h 733815"/>
              <a:gd name="GluePoint7X" fmla="*/ 753805 w 948335"/>
              <a:gd name="GluePoint7Y" fmla="*/ 199399 h 733815"/>
              <a:gd name="GluePoint8X" fmla="*/ 753805 w 948335"/>
              <a:gd name="GluePoint8Y" fmla="*/ 281323 h 733815"/>
              <a:gd name="GluePoint9X" fmla="*/ 860105 w 948335"/>
              <a:gd name="GluePoint9Y" fmla="*/ 364907 h 733815"/>
              <a:gd name="GluePoint10X" fmla="*/ 860105 w 948335"/>
              <a:gd name="GluePoint10Y" fmla="*/ 599045 h 733815"/>
              <a:gd name="GluePoint11X" fmla="*/ 948560 w 948335"/>
              <a:gd name="GluePoint11Y" fmla="*/ 599045 h 733815"/>
              <a:gd name="GluePoint12X" fmla="*/ 948560 w 948335"/>
              <a:gd name="GluePoint12Y" fmla="*/ 353981 h 733815"/>
              <a:gd name="GluePoint13X" fmla="*/ 811823 w 948335"/>
              <a:gd name="GluePoint13Y" fmla="*/ 196963 h 733815"/>
              <a:gd name="GluePoint14X" fmla="*/ 208777 w 948335"/>
              <a:gd name="GluePoint14Y" fmla="*/ 199800 h 733815"/>
              <a:gd name="GluePoint15X" fmla="*/ 72849 w 948335"/>
              <a:gd name="GluePoint15Y" fmla="*/ 366560 h 733815"/>
              <a:gd name="GluePoint16X" fmla="*/ 72849 w 948335"/>
              <a:gd name="GluePoint16Y" fmla="*/ 567022 h 733815"/>
              <a:gd name="GluePoint17X" fmla="*/ 225 w 948335"/>
              <a:gd name="GluePoint17Y" fmla="*/ 651830 h 733815"/>
              <a:gd name="GluePoint18X" fmla="*/ 225 w 948335"/>
              <a:gd name="GluePoint18Y" fmla="*/ 732932 h 733815"/>
              <a:gd name="GluePoint19X" fmla="*/ 25376 w 948335"/>
              <a:gd name="GluePoint19Y" fmla="*/ 733742 h 733815"/>
              <a:gd name="GluePoint20X" fmla="*/ 161297 w 948335"/>
              <a:gd name="GluePoint20Y" fmla="*/ 566989 h 733815"/>
              <a:gd name="GluePoint21X" fmla="*/ 161297 w 948335"/>
              <a:gd name="GluePoint21Y" fmla="*/ 366527 h 733815"/>
              <a:gd name="GluePoint22X" fmla="*/ 233520 w 948335"/>
              <a:gd name="GluePoint22Y" fmla="*/ 281732 h 733815"/>
              <a:gd name="GluePoint23X" fmla="*/ 233520 w 948335"/>
              <a:gd name="GluePoint23Y" fmla="*/ 200209 h 733815"/>
              <a:gd name="GluePoint24X" fmla="*/ 208777 w 948335"/>
              <a:gd name="GluePoint24Y" fmla="*/ 199800 h 733815"/>
              <a:gd name="GluePoint25X" fmla="*/ 480210 w 948335"/>
              <a:gd name="GluePoint25Y" fmla="*/ 199800 h 733815"/>
              <a:gd name="GluePoint26X" fmla="*/ 344283 w 948335"/>
              <a:gd name="GluePoint26Y" fmla="*/ 366560 h 733815"/>
              <a:gd name="GluePoint27X" fmla="*/ 344283 w 948335"/>
              <a:gd name="GluePoint27Y" fmla="*/ 599045 h 733815"/>
              <a:gd name="GluePoint28X" fmla="*/ 432731 w 948335"/>
              <a:gd name="GluePoint28Y" fmla="*/ 599045 h 733815"/>
              <a:gd name="GluePoint29X" fmla="*/ 432731 w 948335"/>
              <a:gd name="GluePoint29Y" fmla="*/ 366527 h 733815"/>
              <a:gd name="GluePoint30X" fmla="*/ 505362 w 948335"/>
              <a:gd name="GluePoint30Y" fmla="*/ 281732 h 733815"/>
              <a:gd name="GluePoint31X" fmla="*/ 505362 w 948335"/>
              <a:gd name="GluePoint31Y" fmla="*/ 200209 h 733815"/>
              <a:gd name="GluePoint32X" fmla="*/ 480210 w 948335"/>
              <a:gd name="GluePoint32Y" fmla="*/ 199800 h 73381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Lst>
            <a:rect l="textAreaLeft" t="textAreaTop" r="textAreaRight" b="textAreaBottom"/>
            <a:pathLst>
              <a:path w="948335" h="733815">
                <a:moveTo>
                  <a:pt x="619905" y="599045"/>
                </a:moveTo>
                <a:lnTo>
                  <a:pt x="708360" y="599045"/>
                </a:lnTo>
                <a:lnTo>
                  <a:pt x="708360" y="175"/>
                </a:lnTo>
                <a:lnTo>
                  <a:pt x="619905" y="175"/>
                </a:lnTo>
                <a:lnTo>
                  <a:pt x="619905" y="599045"/>
                </a:lnTo>
                <a:close/>
                <a:moveTo>
                  <a:pt x="811823" y="196963"/>
                </a:moveTo>
                <a:cubicBezTo>
                  <a:pt x="795196" y="196154"/>
                  <a:pt x="774500" y="196963"/>
                  <a:pt x="753805" y="199399"/>
                </a:cubicBezTo>
                <a:lnTo>
                  <a:pt x="753805" y="281323"/>
                </a:lnTo>
                <a:cubicBezTo>
                  <a:pt x="831702" y="281323"/>
                  <a:pt x="860105" y="292732"/>
                  <a:pt x="860105" y="364907"/>
                </a:cubicBezTo>
                <a:lnTo>
                  <a:pt x="860105" y="599045"/>
                </a:lnTo>
                <a:lnTo>
                  <a:pt x="948560" y="599045"/>
                </a:lnTo>
                <a:lnTo>
                  <a:pt x="948560" y="353981"/>
                </a:lnTo>
                <a:cubicBezTo>
                  <a:pt x="948560" y="263505"/>
                  <a:pt x="897033" y="200209"/>
                  <a:pt x="811823" y="196963"/>
                </a:cubicBezTo>
                <a:close/>
                <a:moveTo>
                  <a:pt x="208777" y="199800"/>
                </a:moveTo>
                <a:cubicBezTo>
                  <a:pt x="114634" y="204671"/>
                  <a:pt x="72849" y="267152"/>
                  <a:pt x="72849" y="366560"/>
                </a:cubicBezTo>
                <a:lnTo>
                  <a:pt x="72849" y="567022"/>
                </a:lnTo>
                <a:cubicBezTo>
                  <a:pt x="72849" y="625455"/>
                  <a:pt x="61073" y="650613"/>
                  <a:pt x="225" y="651830"/>
                </a:cubicBezTo>
                <a:lnTo>
                  <a:pt x="225" y="732932"/>
                </a:lnTo>
                <a:cubicBezTo>
                  <a:pt x="7525" y="734156"/>
                  <a:pt x="19288" y="734156"/>
                  <a:pt x="25376" y="733742"/>
                </a:cubicBezTo>
                <a:cubicBezTo>
                  <a:pt x="119907" y="728068"/>
                  <a:pt x="161297" y="665179"/>
                  <a:pt x="161297" y="566989"/>
                </a:cubicBezTo>
                <a:lnTo>
                  <a:pt x="161297" y="366527"/>
                </a:lnTo>
                <a:cubicBezTo>
                  <a:pt x="161297" y="307693"/>
                  <a:pt x="172257" y="282943"/>
                  <a:pt x="233520" y="281732"/>
                </a:cubicBezTo>
                <a:lnTo>
                  <a:pt x="233520" y="200209"/>
                </a:lnTo>
                <a:cubicBezTo>
                  <a:pt x="226622" y="199399"/>
                  <a:pt x="214859" y="199399"/>
                  <a:pt x="208777" y="199800"/>
                </a:cubicBezTo>
                <a:close/>
                <a:moveTo>
                  <a:pt x="480210" y="199800"/>
                </a:moveTo>
                <a:cubicBezTo>
                  <a:pt x="386483" y="204671"/>
                  <a:pt x="344283" y="267560"/>
                  <a:pt x="344283" y="366560"/>
                </a:cubicBezTo>
                <a:lnTo>
                  <a:pt x="344283" y="599045"/>
                </a:lnTo>
                <a:lnTo>
                  <a:pt x="432731" y="599045"/>
                </a:lnTo>
                <a:lnTo>
                  <a:pt x="432731" y="366527"/>
                </a:lnTo>
                <a:cubicBezTo>
                  <a:pt x="432731" y="308094"/>
                  <a:pt x="444507" y="282943"/>
                  <a:pt x="505362" y="281732"/>
                </a:cubicBezTo>
                <a:lnTo>
                  <a:pt x="505362" y="200209"/>
                </a:lnTo>
                <a:cubicBezTo>
                  <a:pt x="498055" y="199399"/>
                  <a:pt x="486292" y="199399"/>
                  <a:pt x="480210" y="199800"/>
                </a:cubicBezTo>
                <a:close/>
              </a:path>
            </a:pathLst>
          </a:custGeom>
          <a:solidFill>
            <a:schemeClr val="accent1"/>
          </a:solidFill>
          <a:ln w="6638">
            <a:noFill/>
          </a:ln>
        </p:spPr>
        <p:style>
          <a:lnRef idx="0"/>
          <a:fillRef idx="0"/>
          <a:effectRef idx="0"/>
          <a:fontRef idx="minor"/>
        </p:style>
        <p:txBody>
          <a:bodyPr lIns="90000" tIns="45000" rIns="90000" bIns="45000" anchor="ctr">
            <a:noAutofit/>
          </a:bodyPr>
          <a:p>
            <a:endParaRPr lang="de-DE" sz="1800" b="0" u="none" strike="noStrike">
              <a:solidFill>
                <a:schemeClr val="dk1"/>
              </a:solidFill>
              <a:effectLst/>
              <a:uFillTx/>
              <a:latin typeface="SRH"/>
            </a:endParaRPr>
          </a:p>
        </p:txBody>
      </p:sp>
      <p:sp>
        <p:nvSpPr>
          <p:cNvPr id="35" name="PlaceHolder 1"/>
          <p:cNvSpPr>
            <a:spLocks noGrp="1"/>
          </p:cNvSpPr>
          <p:nvPr>
            <p:ph type="title"/>
          </p:nvPr>
        </p:nvSpPr>
        <p:spPr>
          <a:xfrm>
            <a:off x="360000" y="358920"/>
            <a:ext cx="9156960" cy="834480"/>
          </a:xfrm>
          <a:prstGeom prst="rect">
            <a:avLst/>
          </a:prstGeom>
          <a:noFill/>
          <a:ln w="0">
            <a:noFill/>
          </a:ln>
        </p:spPr>
        <p:txBody>
          <a:bodyPr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36" name="PlaceHolder 2"/>
          <p:cNvSpPr>
            <a:spLocks noGrp="1"/>
          </p:cNvSpPr>
          <p:nvPr>
            <p:ph type="dt" idx="10"/>
          </p:nvPr>
        </p:nvSpPr>
        <p:spPr>
          <a:xfrm>
            <a:off x="367560" y="6356520"/>
            <a:ext cx="873720" cy="364320"/>
          </a:xfrm>
          <a:prstGeom prst="rect">
            <a:avLst/>
          </a:prstGeom>
          <a:noFill/>
          <a:ln w="0">
            <a:noFill/>
          </a:ln>
        </p:spPr>
        <p:txBody>
          <a:bodyPr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Text"/>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Text"/>
              </a:rPr>
              <a:t>&lt;date/time&gt;</a:t>
            </a:r>
            <a:endParaRPr lang="en-US" sz="900" b="0" u="none" strike="noStrike">
              <a:solidFill>
                <a:srgbClr val="000000"/>
              </a:solidFill>
              <a:effectLst/>
              <a:uFillTx/>
              <a:latin typeface="Times New Roman"/>
            </a:endParaRPr>
          </a:p>
        </p:txBody>
      </p:sp>
      <p:sp>
        <p:nvSpPr>
          <p:cNvPr id="37" name="PlaceHolder 3"/>
          <p:cNvSpPr>
            <a:spLocks noGrp="1"/>
          </p:cNvSpPr>
          <p:nvPr>
            <p:ph type="ftr" idx="11"/>
          </p:nvPr>
        </p:nvSpPr>
        <p:spPr>
          <a:xfrm>
            <a:off x="1319760" y="6356520"/>
            <a:ext cx="6495120" cy="364320"/>
          </a:xfrm>
          <a:prstGeom prst="rect">
            <a:avLst/>
          </a:prstGeom>
          <a:noFill/>
          <a:ln w="0">
            <a:noFill/>
          </a:ln>
        </p:spPr>
        <p:txBody>
          <a:bodyPr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Text"/>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Text"/>
              </a:rPr>
              <a:t>&lt;footer&gt;</a:t>
            </a:r>
            <a:endParaRPr lang="en-US" sz="900" b="0" u="none" strike="noStrike">
              <a:solidFill>
                <a:srgbClr val="000000"/>
              </a:solidFill>
              <a:effectLst/>
              <a:uFillTx/>
              <a:latin typeface="Times New Roman"/>
            </a:endParaRPr>
          </a:p>
        </p:txBody>
      </p:sp>
      <p:sp>
        <p:nvSpPr>
          <p:cNvPr id="38" name="PlaceHolder 4"/>
          <p:cNvSpPr>
            <a:spLocks noGrp="1"/>
          </p:cNvSpPr>
          <p:nvPr>
            <p:ph type="sldNum" idx="12"/>
          </p:nvPr>
        </p:nvSpPr>
        <p:spPr>
          <a:xfrm>
            <a:off x="11146680" y="6364800"/>
            <a:ext cx="679320" cy="364320"/>
          </a:xfrm>
          <a:prstGeom prst="rect">
            <a:avLst/>
          </a:prstGeom>
          <a:noFill/>
          <a:ln w="0">
            <a:noFill/>
          </a:ln>
        </p:spPr>
        <p:txBody>
          <a:bodyPr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Text"/>
              </a:defRPr>
            </a:lvl1pPr>
          </a:lstStyle>
          <a:p>
            <a:pPr indent="0" algn="r" defTabSz="914400">
              <a:lnSpc>
                <a:spcPct val="100000"/>
              </a:lnSpc>
              <a:buNone/>
              <a:tabLst>
                <a:tab pos="0" algn="l"/>
              </a:tabLst>
            </a:pPr>
            <a:fld id="{38DF6250-3FA9-4AE8-8FA9-00488FAC0183}" type="slidenum">
              <a:rPr lang="de-DE" sz="1550" b="1" u="none" strike="noStrike">
                <a:solidFill>
                  <a:srgbClr val="6D7373"/>
                </a:solidFill>
                <a:effectLst/>
                <a:uFillTx/>
                <a:latin typeface="SRH Text"/>
                <a:ea typeface="SRH Text"/>
              </a:rPr>
              <a:t>&lt;number&gt;</a:t>
            </a:fld>
            <a:endParaRPr lang="en-US" sz="1550" b="0" u="none" strike="noStrik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Leer">
    <p:bg>
      <p:bgPr>
        <a:solidFill>
          <a:srgbClr val="FFFFFF"/>
        </a:solidFill>
      </p:bgPr>
    </p:bg>
    <p:spTree>
      <p:nvGrpSpPr>
        <p:cNvPr id="1" name=""/>
        <p:cNvGrpSpPr/>
        <p:nvPr/>
      </p:nvGrpSpPr>
      <p:grpSpPr>
        <a:xfrm>
          <a:off x="0" y="0"/>
          <a:ext cx="0" cy="0"/>
          <a:chOff x="0" y="0"/>
          <a:chExt cx="0" cy="0"/>
        </a:xfrm>
      </p:grpSpPr>
      <p:sp>
        <p:nvSpPr>
          <p:cNvPr id="39" name="Freihandform: Form 11"/>
          <p:cNvSpPr/>
          <p:nvPr/>
        </p:nvSpPr>
        <p:spPr>
          <a:xfrm>
            <a:off x="10878480" y="361080"/>
            <a:ext cx="947520" cy="732960"/>
          </a:xfrm>
          <a:custGeom>
            <a:avLst/>
            <a:gdLst>
              <a:gd name="textAreaLeft" fmla="*/ 0 w 947520"/>
              <a:gd name="textAreaRight" fmla="*/ 948240 w 947520"/>
              <a:gd name="textAreaTop" fmla="*/ 0 h 732960"/>
              <a:gd name="textAreaBottom" fmla="*/ 733680 h 732960"/>
              <a:gd name="GluePoint1X" fmla="*/ 619905 w 948335"/>
              <a:gd name="GluePoint1Y" fmla="*/ 599045 h 733815"/>
              <a:gd name="GluePoint2X" fmla="*/ 708360 w 948335"/>
              <a:gd name="GluePoint2Y" fmla="*/ 599045 h 733815"/>
              <a:gd name="GluePoint3X" fmla="*/ 708360 w 948335"/>
              <a:gd name="GluePoint3Y" fmla="*/ 175 h 733815"/>
              <a:gd name="GluePoint4X" fmla="*/ 619905 w 948335"/>
              <a:gd name="GluePoint4Y" fmla="*/ 175 h 733815"/>
              <a:gd name="GluePoint5X" fmla="*/ 619905 w 948335"/>
              <a:gd name="GluePoint5Y" fmla="*/ 599045 h 733815"/>
              <a:gd name="GluePoint6X" fmla="*/ 811823 w 948335"/>
              <a:gd name="GluePoint6Y" fmla="*/ 196963 h 733815"/>
              <a:gd name="GluePoint7X" fmla="*/ 753805 w 948335"/>
              <a:gd name="GluePoint7Y" fmla="*/ 199399 h 733815"/>
              <a:gd name="GluePoint8X" fmla="*/ 753805 w 948335"/>
              <a:gd name="GluePoint8Y" fmla="*/ 281323 h 733815"/>
              <a:gd name="GluePoint9X" fmla="*/ 860105 w 948335"/>
              <a:gd name="GluePoint9Y" fmla="*/ 364907 h 733815"/>
              <a:gd name="GluePoint10X" fmla="*/ 860105 w 948335"/>
              <a:gd name="GluePoint10Y" fmla="*/ 599045 h 733815"/>
              <a:gd name="GluePoint11X" fmla="*/ 948560 w 948335"/>
              <a:gd name="GluePoint11Y" fmla="*/ 599045 h 733815"/>
              <a:gd name="GluePoint12X" fmla="*/ 948560 w 948335"/>
              <a:gd name="GluePoint12Y" fmla="*/ 353981 h 733815"/>
              <a:gd name="GluePoint13X" fmla="*/ 811823 w 948335"/>
              <a:gd name="GluePoint13Y" fmla="*/ 196963 h 733815"/>
              <a:gd name="GluePoint14X" fmla="*/ 208777 w 948335"/>
              <a:gd name="GluePoint14Y" fmla="*/ 199800 h 733815"/>
              <a:gd name="GluePoint15X" fmla="*/ 72849 w 948335"/>
              <a:gd name="GluePoint15Y" fmla="*/ 366560 h 733815"/>
              <a:gd name="GluePoint16X" fmla="*/ 72849 w 948335"/>
              <a:gd name="GluePoint16Y" fmla="*/ 567022 h 733815"/>
              <a:gd name="GluePoint17X" fmla="*/ 225 w 948335"/>
              <a:gd name="GluePoint17Y" fmla="*/ 651830 h 733815"/>
              <a:gd name="GluePoint18X" fmla="*/ 225 w 948335"/>
              <a:gd name="GluePoint18Y" fmla="*/ 732932 h 733815"/>
              <a:gd name="GluePoint19X" fmla="*/ 25376 w 948335"/>
              <a:gd name="GluePoint19Y" fmla="*/ 733742 h 733815"/>
              <a:gd name="GluePoint20X" fmla="*/ 161297 w 948335"/>
              <a:gd name="GluePoint20Y" fmla="*/ 566989 h 733815"/>
              <a:gd name="GluePoint21X" fmla="*/ 161297 w 948335"/>
              <a:gd name="GluePoint21Y" fmla="*/ 366527 h 733815"/>
              <a:gd name="GluePoint22X" fmla="*/ 233520 w 948335"/>
              <a:gd name="GluePoint22Y" fmla="*/ 281732 h 733815"/>
              <a:gd name="GluePoint23X" fmla="*/ 233520 w 948335"/>
              <a:gd name="GluePoint23Y" fmla="*/ 200209 h 733815"/>
              <a:gd name="GluePoint24X" fmla="*/ 208777 w 948335"/>
              <a:gd name="GluePoint24Y" fmla="*/ 199800 h 733815"/>
              <a:gd name="GluePoint25X" fmla="*/ 480210 w 948335"/>
              <a:gd name="GluePoint25Y" fmla="*/ 199800 h 733815"/>
              <a:gd name="GluePoint26X" fmla="*/ 344283 w 948335"/>
              <a:gd name="GluePoint26Y" fmla="*/ 366560 h 733815"/>
              <a:gd name="GluePoint27X" fmla="*/ 344283 w 948335"/>
              <a:gd name="GluePoint27Y" fmla="*/ 599045 h 733815"/>
              <a:gd name="GluePoint28X" fmla="*/ 432731 w 948335"/>
              <a:gd name="GluePoint28Y" fmla="*/ 599045 h 733815"/>
              <a:gd name="GluePoint29X" fmla="*/ 432731 w 948335"/>
              <a:gd name="GluePoint29Y" fmla="*/ 366527 h 733815"/>
              <a:gd name="GluePoint30X" fmla="*/ 505362 w 948335"/>
              <a:gd name="GluePoint30Y" fmla="*/ 281732 h 733815"/>
              <a:gd name="GluePoint31X" fmla="*/ 505362 w 948335"/>
              <a:gd name="GluePoint31Y" fmla="*/ 200209 h 733815"/>
              <a:gd name="GluePoint32X" fmla="*/ 480210 w 948335"/>
              <a:gd name="GluePoint32Y" fmla="*/ 199800 h 73381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Lst>
            <a:rect l="textAreaLeft" t="textAreaTop" r="textAreaRight" b="textAreaBottom"/>
            <a:pathLst>
              <a:path w="948335" h="733815">
                <a:moveTo>
                  <a:pt x="619905" y="599045"/>
                </a:moveTo>
                <a:lnTo>
                  <a:pt x="708360" y="599045"/>
                </a:lnTo>
                <a:lnTo>
                  <a:pt x="708360" y="175"/>
                </a:lnTo>
                <a:lnTo>
                  <a:pt x="619905" y="175"/>
                </a:lnTo>
                <a:lnTo>
                  <a:pt x="619905" y="599045"/>
                </a:lnTo>
                <a:close/>
                <a:moveTo>
                  <a:pt x="811823" y="196963"/>
                </a:moveTo>
                <a:cubicBezTo>
                  <a:pt x="795196" y="196154"/>
                  <a:pt x="774500" y="196963"/>
                  <a:pt x="753805" y="199399"/>
                </a:cubicBezTo>
                <a:lnTo>
                  <a:pt x="753805" y="281323"/>
                </a:lnTo>
                <a:cubicBezTo>
                  <a:pt x="831702" y="281323"/>
                  <a:pt x="860105" y="292732"/>
                  <a:pt x="860105" y="364907"/>
                </a:cubicBezTo>
                <a:lnTo>
                  <a:pt x="860105" y="599045"/>
                </a:lnTo>
                <a:lnTo>
                  <a:pt x="948560" y="599045"/>
                </a:lnTo>
                <a:lnTo>
                  <a:pt x="948560" y="353981"/>
                </a:lnTo>
                <a:cubicBezTo>
                  <a:pt x="948560" y="263505"/>
                  <a:pt x="897033" y="200209"/>
                  <a:pt x="811823" y="196963"/>
                </a:cubicBezTo>
                <a:close/>
                <a:moveTo>
                  <a:pt x="208777" y="199800"/>
                </a:moveTo>
                <a:cubicBezTo>
                  <a:pt x="114634" y="204671"/>
                  <a:pt x="72849" y="267152"/>
                  <a:pt x="72849" y="366560"/>
                </a:cubicBezTo>
                <a:lnTo>
                  <a:pt x="72849" y="567022"/>
                </a:lnTo>
                <a:cubicBezTo>
                  <a:pt x="72849" y="625455"/>
                  <a:pt x="61073" y="650613"/>
                  <a:pt x="225" y="651830"/>
                </a:cubicBezTo>
                <a:lnTo>
                  <a:pt x="225" y="732932"/>
                </a:lnTo>
                <a:cubicBezTo>
                  <a:pt x="7525" y="734156"/>
                  <a:pt x="19288" y="734156"/>
                  <a:pt x="25376" y="733742"/>
                </a:cubicBezTo>
                <a:cubicBezTo>
                  <a:pt x="119907" y="728068"/>
                  <a:pt x="161297" y="665179"/>
                  <a:pt x="161297" y="566989"/>
                </a:cubicBezTo>
                <a:lnTo>
                  <a:pt x="161297" y="366527"/>
                </a:lnTo>
                <a:cubicBezTo>
                  <a:pt x="161297" y="307693"/>
                  <a:pt x="172257" y="282943"/>
                  <a:pt x="233520" y="281732"/>
                </a:cubicBezTo>
                <a:lnTo>
                  <a:pt x="233520" y="200209"/>
                </a:lnTo>
                <a:cubicBezTo>
                  <a:pt x="226622" y="199399"/>
                  <a:pt x="214859" y="199399"/>
                  <a:pt x="208777" y="199800"/>
                </a:cubicBezTo>
                <a:close/>
                <a:moveTo>
                  <a:pt x="480210" y="199800"/>
                </a:moveTo>
                <a:cubicBezTo>
                  <a:pt x="386483" y="204671"/>
                  <a:pt x="344283" y="267560"/>
                  <a:pt x="344283" y="366560"/>
                </a:cubicBezTo>
                <a:lnTo>
                  <a:pt x="344283" y="599045"/>
                </a:lnTo>
                <a:lnTo>
                  <a:pt x="432731" y="599045"/>
                </a:lnTo>
                <a:lnTo>
                  <a:pt x="432731" y="366527"/>
                </a:lnTo>
                <a:cubicBezTo>
                  <a:pt x="432731" y="308094"/>
                  <a:pt x="444507" y="282943"/>
                  <a:pt x="505362" y="281732"/>
                </a:cubicBezTo>
                <a:lnTo>
                  <a:pt x="505362" y="200209"/>
                </a:lnTo>
                <a:cubicBezTo>
                  <a:pt x="498055" y="199399"/>
                  <a:pt x="486292" y="199399"/>
                  <a:pt x="480210" y="199800"/>
                </a:cubicBezTo>
                <a:close/>
              </a:path>
            </a:pathLst>
          </a:custGeom>
          <a:solidFill>
            <a:schemeClr val="accent1"/>
          </a:solidFill>
          <a:ln w="6638">
            <a:noFill/>
          </a:ln>
        </p:spPr>
        <p:style>
          <a:lnRef idx="0"/>
          <a:fillRef idx="0"/>
          <a:effectRef idx="0"/>
          <a:fontRef idx="minor"/>
        </p:style>
        <p:txBody>
          <a:bodyPr lIns="90000" tIns="45000" rIns="90000" bIns="45000" anchor="ctr">
            <a:noAutofit/>
          </a:bodyPr>
          <a:p>
            <a:endParaRPr lang="de-DE" sz="1800" b="0" u="none" strike="noStrike">
              <a:solidFill>
                <a:schemeClr val="dk1"/>
              </a:solidFill>
              <a:effectLst/>
              <a:uFillTx/>
              <a:latin typeface="SRH"/>
            </a:endParaRPr>
          </a:p>
        </p:txBody>
      </p:sp>
      <p:sp>
        <p:nvSpPr>
          <p:cNvPr id="40" name="PlaceHolder 1"/>
          <p:cNvSpPr>
            <a:spLocks noGrp="1"/>
          </p:cNvSpPr>
          <p:nvPr>
            <p:ph type="dt" idx="13"/>
          </p:nvPr>
        </p:nvSpPr>
        <p:spPr>
          <a:xfrm>
            <a:off x="367560" y="6356520"/>
            <a:ext cx="873720" cy="364320"/>
          </a:xfrm>
          <a:prstGeom prst="rect">
            <a:avLst/>
          </a:prstGeom>
          <a:noFill/>
          <a:ln w="0">
            <a:noFill/>
          </a:ln>
        </p:spPr>
        <p:txBody>
          <a:bodyPr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Text"/>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Text"/>
              </a:rPr>
              <a:t>&lt;date/time&gt;</a:t>
            </a:r>
            <a:endParaRPr lang="en-US" sz="900" b="0" u="none" strike="noStrike">
              <a:solidFill>
                <a:srgbClr val="000000"/>
              </a:solidFill>
              <a:effectLst/>
              <a:uFillTx/>
              <a:latin typeface="Times New Roman"/>
            </a:endParaRPr>
          </a:p>
        </p:txBody>
      </p:sp>
      <p:sp>
        <p:nvSpPr>
          <p:cNvPr id="41" name="PlaceHolder 2"/>
          <p:cNvSpPr>
            <a:spLocks noGrp="1"/>
          </p:cNvSpPr>
          <p:nvPr>
            <p:ph type="ftr" idx="14"/>
          </p:nvPr>
        </p:nvSpPr>
        <p:spPr>
          <a:xfrm>
            <a:off x="1319760" y="6356520"/>
            <a:ext cx="6495120" cy="364320"/>
          </a:xfrm>
          <a:prstGeom prst="rect">
            <a:avLst/>
          </a:prstGeom>
          <a:noFill/>
          <a:ln w="0">
            <a:noFill/>
          </a:ln>
        </p:spPr>
        <p:txBody>
          <a:bodyPr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Text"/>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Text"/>
              </a:rPr>
              <a:t>&lt;footer&gt;</a:t>
            </a:r>
            <a:endParaRPr lang="en-US" sz="900" b="0" u="none" strike="noStrike">
              <a:solidFill>
                <a:srgbClr val="000000"/>
              </a:solidFill>
              <a:effectLst/>
              <a:uFillTx/>
              <a:latin typeface="Times New Roman"/>
            </a:endParaRPr>
          </a:p>
        </p:txBody>
      </p:sp>
      <p:sp>
        <p:nvSpPr>
          <p:cNvPr id="42" name="PlaceHolder 3"/>
          <p:cNvSpPr>
            <a:spLocks noGrp="1"/>
          </p:cNvSpPr>
          <p:nvPr>
            <p:ph type="sldNum" idx="15"/>
          </p:nvPr>
        </p:nvSpPr>
        <p:spPr>
          <a:xfrm>
            <a:off x="11146680" y="6364800"/>
            <a:ext cx="679320" cy="364320"/>
          </a:xfrm>
          <a:prstGeom prst="rect">
            <a:avLst/>
          </a:prstGeom>
          <a:noFill/>
          <a:ln w="0">
            <a:noFill/>
          </a:ln>
        </p:spPr>
        <p:txBody>
          <a:bodyPr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Text"/>
              </a:defRPr>
            </a:lvl1pPr>
          </a:lstStyle>
          <a:p>
            <a:pPr indent="0" algn="r" defTabSz="914400">
              <a:lnSpc>
                <a:spcPct val="100000"/>
              </a:lnSpc>
              <a:buNone/>
              <a:tabLst>
                <a:tab pos="0" algn="l"/>
              </a:tabLst>
            </a:pPr>
            <a:fld id="{4A1A0D84-A15D-47D2-A411-8739154D9E05}" type="slidenum">
              <a:rPr lang="de-DE" sz="1550" b="1" u="none" strike="noStrike">
                <a:solidFill>
                  <a:srgbClr val="6D7373"/>
                </a:solidFill>
                <a:effectLst/>
                <a:uFillTx/>
                <a:latin typeface="SRH Text"/>
                <a:ea typeface="SRH Text"/>
              </a:rPr>
              <a:t>&lt;number&gt;</a:t>
            </a:fld>
            <a:endParaRPr lang="en-US" sz="1550" b="0" u="none" strike="noStrik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ontakt weiß">
    <p:bg>
      <p:bgPr>
        <a:solidFill>
          <a:srgbClr val="FFFFFF"/>
        </a:solidFill>
      </p:bgPr>
    </p:bg>
    <p:spTree>
      <p:nvGrpSpPr>
        <p:cNvPr id="1" name=""/>
        <p:cNvGrpSpPr/>
        <p:nvPr/>
      </p:nvGrpSpPr>
      <p:grpSpPr>
        <a:xfrm>
          <a:off x="0" y="0"/>
          <a:ext cx="0" cy="0"/>
          <a:chOff x="0" y="0"/>
          <a:chExt cx="0" cy="0"/>
        </a:xfrm>
      </p:grpSpPr>
      <p:sp>
        <p:nvSpPr>
          <p:cNvPr id="43" name="Freihandform: Form 11"/>
          <p:cNvSpPr/>
          <p:nvPr/>
        </p:nvSpPr>
        <p:spPr>
          <a:xfrm>
            <a:off x="10878480" y="361080"/>
            <a:ext cx="947520" cy="732960"/>
          </a:xfrm>
          <a:custGeom>
            <a:avLst/>
            <a:gdLst>
              <a:gd name="textAreaLeft" fmla="*/ 0 w 947520"/>
              <a:gd name="textAreaRight" fmla="*/ 948240 w 947520"/>
              <a:gd name="textAreaTop" fmla="*/ 0 h 732960"/>
              <a:gd name="textAreaBottom" fmla="*/ 733680 h 732960"/>
              <a:gd name="GluePoint1X" fmla="*/ 619905 w 948335"/>
              <a:gd name="GluePoint1Y" fmla="*/ 599045 h 733815"/>
              <a:gd name="GluePoint2X" fmla="*/ 708360 w 948335"/>
              <a:gd name="GluePoint2Y" fmla="*/ 599045 h 733815"/>
              <a:gd name="GluePoint3X" fmla="*/ 708360 w 948335"/>
              <a:gd name="GluePoint3Y" fmla="*/ 175 h 733815"/>
              <a:gd name="GluePoint4X" fmla="*/ 619905 w 948335"/>
              <a:gd name="GluePoint4Y" fmla="*/ 175 h 733815"/>
              <a:gd name="GluePoint5X" fmla="*/ 619905 w 948335"/>
              <a:gd name="GluePoint5Y" fmla="*/ 599045 h 733815"/>
              <a:gd name="GluePoint6X" fmla="*/ 811823 w 948335"/>
              <a:gd name="GluePoint6Y" fmla="*/ 196963 h 733815"/>
              <a:gd name="GluePoint7X" fmla="*/ 753805 w 948335"/>
              <a:gd name="GluePoint7Y" fmla="*/ 199399 h 733815"/>
              <a:gd name="GluePoint8X" fmla="*/ 753805 w 948335"/>
              <a:gd name="GluePoint8Y" fmla="*/ 281323 h 733815"/>
              <a:gd name="GluePoint9X" fmla="*/ 860105 w 948335"/>
              <a:gd name="GluePoint9Y" fmla="*/ 364907 h 733815"/>
              <a:gd name="GluePoint10X" fmla="*/ 860105 w 948335"/>
              <a:gd name="GluePoint10Y" fmla="*/ 599045 h 733815"/>
              <a:gd name="GluePoint11X" fmla="*/ 948560 w 948335"/>
              <a:gd name="GluePoint11Y" fmla="*/ 599045 h 733815"/>
              <a:gd name="GluePoint12X" fmla="*/ 948560 w 948335"/>
              <a:gd name="GluePoint12Y" fmla="*/ 353981 h 733815"/>
              <a:gd name="GluePoint13X" fmla="*/ 811823 w 948335"/>
              <a:gd name="GluePoint13Y" fmla="*/ 196963 h 733815"/>
              <a:gd name="GluePoint14X" fmla="*/ 208777 w 948335"/>
              <a:gd name="GluePoint14Y" fmla="*/ 199800 h 733815"/>
              <a:gd name="GluePoint15X" fmla="*/ 72849 w 948335"/>
              <a:gd name="GluePoint15Y" fmla="*/ 366560 h 733815"/>
              <a:gd name="GluePoint16X" fmla="*/ 72849 w 948335"/>
              <a:gd name="GluePoint16Y" fmla="*/ 567022 h 733815"/>
              <a:gd name="GluePoint17X" fmla="*/ 225 w 948335"/>
              <a:gd name="GluePoint17Y" fmla="*/ 651830 h 733815"/>
              <a:gd name="GluePoint18X" fmla="*/ 225 w 948335"/>
              <a:gd name="GluePoint18Y" fmla="*/ 732932 h 733815"/>
              <a:gd name="GluePoint19X" fmla="*/ 25376 w 948335"/>
              <a:gd name="GluePoint19Y" fmla="*/ 733742 h 733815"/>
              <a:gd name="GluePoint20X" fmla="*/ 161297 w 948335"/>
              <a:gd name="GluePoint20Y" fmla="*/ 566989 h 733815"/>
              <a:gd name="GluePoint21X" fmla="*/ 161297 w 948335"/>
              <a:gd name="GluePoint21Y" fmla="*/ 366527 h 733815"/>
              <a:gd name="GluePoint22X" fmla="*/ 233520 w 948335"/>
              <a:gd name="GluePoint22Y" fmla="*/ 281732 h 733815"/>
              <a:gd name="GluePoint23X" fmla="*/ 233520 w 948335"/>
              <a:gd name="GluePoint23Y" fmla="*/ 200209 h 733815"/>
              <a:gd name="GluePoint24X" fmla="*/ 208777 w 948335"/>
              <a:gd name="GluePoint24Y" fmla="*/ 199800 h 733815"/>
              <a:gd name="GluePoint25X" fmla="*/ 480210 w 948335"/>
              <a:gd name="GluePoint25Y" fmla="*/ 199800 h 733815"/>
              <a:gd name="GluePoint26X" fmla="*/ 344283 w 948335"/>
              <a:gd name="GluePoint26Y" fmla="*/ 366560 h 733815"/>
              <a:gd name="GluePoint27X" fmla="*/ 344283 w 948335"/>
              <a:gd name="GluePoint27Y" fmla="*/ 599045 h 733815"/>
              <a:gd name="GluePoint28X" fmla="*/ 432731 w 948335"/>
              <a:gd name="GluePoint28Y" fmla="*/ 599045 h 733815"/>
              <a:gd name="GluePoint29X" fmla="*/ 432731 w 948335"/>
              <a:gd name="GluePoint29Y" fmla="*/ 366527 h 733815"/>
              <a:gd name="GluePoint30X" fmla="*/ 505362 w 948335"/>
              <a:gd name="GluePoint30Y" fmla="*/ 281732 h 733815"/>
              <a:gd name="GluePoint31X" fmla="*/ 505362 w 948335"/>
              <a:gd name="GluePoint31Y" fmla="*/ 200209 h 733815"/>
              <a:gd name="GluePoint32X" fmla="*/ 480210 w 948335"/>
              <a:gd name="GluePoint32Y" fmla="*/ 199800 h 73381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Lst>
            <a:rect l="textAreaLeft" t="textAreaTop" r="textAreaRight" b="textAreaBottom"/>
            <a:pathLst>
              <a:path w="948335" h="733815">
                <a:moveTo>
                  <a:pt x="619905" y="599045"/>
                </a:moveTo>
                <a:lnTo>
                  <a:pt x="708360" y="599045"/>
                </a:lnTo>
                <a:lnTo>
                  <a:pt x="708360" y="175"/>
                </a:lnTo>
                <a:lnTo>
                  <a:pt x="619905" y="175"/>
                </a:lnTo>
                <a:lnTo>
                  <a:pt x="619905" y="599045"/>
                </a:lnTo>
                <a:close/>
                <a:moveTo>
                  <a:pt x="811823" y="196963"/>
                </a:moveTo>
                <a:cubicBezTo>
                  <a:pt x="795196" y="196154"/>
                  <a:pt x="774500" y="196963"/>
                  <a:pt x="753805" y="199399"/>
                </a:cubicBezTo>
                <a:lnTo>
                  <a:pt x="753805" y="281323"/>
                </a:lnTo>
                <a:cubicBezTo>
                  <a:pt x="831702" y="281323"/>
                  <a:pt x="860105" y="292732"/>
                  <a:pt x="860105" y="364907"/>
                </a:cubicBezTo>
                <a:lnTo>
                  <a:pt x="860105" y="599045"/>
                </a:lnTo>
                <a:lnTo>
                  <a:pt x="948560" y="599045"/>
                </a:lnTo>
                <a:lnTo>
                  <a:pt x="948560" y="353981"/>
                </a:lnTo>
                <a:cubicBezTo>
                  <a:pt x="948560" y="263505"/>
                  <a:pt x="897033" y="200209"/>
                  <a:pt x="811823" y="196963"/>
                </a:cubicBezTo>
                <a:close/>
                <a:moveTo>
                  <a:pt x="208777" y="199800"/>
                </a:moveTo>
                <a:cubicBezTo>
                  <a:pt x="114634" y="204671"/>
                  <a:pt x="72849" y="267152"/>
                  <a:pt x="72849" y="366560"/>
                </a:cubicBezTo>
                <a:lnTo>
                  <a:pt x="72849" y="567022"/>
                </a:lnTo>
                <a:cubicBezTo>
                  <a:pt x="72849" y="625455"/>
                  <a:pt x="61073" y="650613"/>
                  <a:pt x="225" y="651830"/>
                </a:cubicBezTo>
                <a:lnTo>
                  <a:pt x="225" y="732932"/>
                </a:lnTo>
                <a:cubicBezTo>
                  <a:pt x="7525" y="734156"/>
                  <a:pt x="19288" y="734156"/>
                  <a:pt x="25376" y="733742"/>
                </a:cubicBezTo>
                <a:cubicBezTo>
                  <a:pt x="119907" y="728068"/>
                  <a:pt x="161297" y="665179"/>
                  <a:pt x="161297" y="566989"/>
                </a:cubicBezTo>
                <a:lnTo>
                  <a:pt x="161297" y="366527"/>
                </a:lnTo>
                <a:cubicBezTo>
                  <a:pt x="161297" y="307693"/>
                  <a:pt x="172257" y="282943"/>
                  <a:pt x="233520" y="281732"/>
                </a:cubicBezTo>
                <a:lnTo>
                  <a:pt x="233520" y="200209"/>
                </a:lnTo>
                <a:cubicBezTo>
                  <a:pt x="226622" y="199399"/>
                  <a:pt x="214859" y="199399"/>
                  <a:pt x="208777" y="199800"/>
                </a:cubicBezTo>
                <a:close/>
                <a:moveTo>
                  <a:pt x="480210" y="199800"/>
                </a:moveTo>
                <a:cubicBezTo>
                  <a:pt x="386483" y="204671"/>
                  <a:pt x="344283" y="267560"/>
                  <a:pt x="344283" y="366560"/>
                </a:cubicBezTo>
                <a:lnTo>
                  <a:pt x="344283" y="599045"/>
                </a:lnTo>
                <a:lnTo>
                  <a:pt x="432731" y="599045"/>
                </a:lnTo>
                <a:lnTo>
                  <a:pt x="432731" y="366527"/>
                </a:lnTo>
                <a:cubicBezTo>
                  <a:pt x="432731" y="308094"/>
                  <a:pt x="444507" y="282943"/>
                  <a:pt x="505362" y="281732"/>
                </a:cubicBezTo>
                <a:lnTo>
                  <a:pt x="505362" y="200209"/>
                </a:lnTo>
                <a:cubicBezTo>
                  <a:pt x="498055" y="199399"/>
                  <a:pt x="486292" y="199399"/>
                  <a:pt x="480210" y="199800"/>
                </a:cubicBezTo>
                <a:close/>
              </a:path>
            </a:pathLst>
          </a:custGeom>
          <a:solidFill>
            <a:schemeClr val="accent1"/>
          </a:solidFill>
          <a:ln w="6638">
            <a:noFill/>
          </a:ln>
        </p:spPr>
        <p:style>
          <a:lnRef idx="0"/>
          <a:fillRef idx="0"/>
          <a:effectRef idx="0"/>
          <a:fontRef idx="minor"/>
        </p:style>
        <p:txBody>
          <a:bodyPr lIns="90000" tIns="45000" rIns="90000" bIns="45000" anchor="ctr">
            <a:noAutofit/>
          </a:bodyPr>
          <a:p>
            <a:endParaRPr lang="de-DE" sz="1800" b="0" u="none" strike="noStrike">
              <a:solidFill>
                <a:schemeClr val="dk1"/>
              </a:solidFill>
              <a:effectLst/>
              <a:uFillTx/>
              <a:latin typeface="SRH"/>
            </a:endParaRPr>
          </a:p>
        </p:txBody>
      </p:sp>
      <p:sp>
        <p:nvSpPr>
          <p:cNvPr id="44" name="Freihandform: Form 10"/>
          <p:cNvSpPr/>
          <p:nvPr/>
        </p:nvSpPr>
        <p:spPr>
          <a:xfrm>
            <a:off x="8202960" y="2801880"/>
            <a:ext cx="3988440" cy="4055400"/>
          </a:xfrm>
          <a:custGeom>
            <a:avLst/>
            <a:gdLst>
              <a:gd name="textAreaLeft" fmla="*/ 0 w 3988440"/>
              <a:gd name="textAreaRight" fmla="*/ 3989160 w 3988440"/>
              <a:gd name="textAreaTop" fmla="*/ 0 h 4055400"/>
              <a:gd name="textAreaBottom" fmla="*/ 4056120 h 4055400"/>
              <a:gd name="GluePoint1X" fmla="*/ 3989213 w 3989213"/>
              <a:gd name="GluePoint1Y" fmla="*/ 0 h 4055962"/>
              <a:gd name="GluePoint2X" fmla="*/ 3989213 w 3989213"/>
              <a:gd name="GluePoint2Y" fmla="*/ 2389338 h 4055962"/>
              <a:gd name="GluePoint3X" fmla="*/ 3858525 w 3989213"/>
              <a:gd name="GluePoint3Y" fmla="*/ 2411278 h 4055962"/>
              <a:gd name="GluePoint4X" fmla="*/ 2529280 w 3989213"/>
              <a:gd name="GluePoint4Y" fmla="*/ 3871987 h 4055962"/>
              <a:gd name="GluePoint5X" fmla="*/ 2507974 w 3989213"/>
              <a:gd name="GluePoint5Y" fmla="*/ 4055962 h 4055962"/>
              <a:gd name="GluePoint6X" fmla="*/ 0 w 3989213"/>
              <a:gd name="GluePoint6Y" fmla="*/ 4055962 h 4055962"/>
              <a:gd name="GluePoint7X" fmla="*/ 22942 w 3989213"/>
              <a:gd name="GluePoint7Y" fmla="*/ 3789041 h 4055962"/>
              <a:gd name="GluePoint8X" fmla="*/ 3885074 w 3989213"/>
              <a:gd name="GluePoint8Y" fmla="*/ 4662 h 4055962"/>
              <a:gd name="GluePoint9X" fmla="*/ 3957883 w 3989213"/>
              <a:gd name="GluePoint9Y" fmla="*/ 933 h 40559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3989213" h="4055962">
                <a:moveTo>
                  <a:pt x="3989213" y="0"/>
                </a:moveTo>
                <a:lnTo>
                  <a:pt x="3989213" y="2389338"/>
                </a:lnTo>
                <a:lnTo>
                  <a:pt x="3858525" y="2411278"/>
                </a:lnTo>
                <a:cubicBezTo>
                  <a:pt x="2993398" y="2575443"/>
                  <a:pt x="2647939" y="3036171"/>
                  <a:pt x="2529280" y="3871987"/>
                </a:cubicBezTo>
                <a:lnTo>
                  <a:pt x="2507974" y="4055962"/>
                </a:lnTo>
                <a:lnTo>
                  <a:pt x="0" y="4055962"/>
                </a:lnTo>
                <a:lnTo>
                  <a:pt x="22942" y="3789041"/>
                </a:lnTo>
                <a:cubicBezTo>
                  <a:pt x="290736" y="1521935"/>
                  <a:pt x="1510333" y="126899"/>
                  <a:pt x="3885074" y="4662"/>
                </a:cubicBezTo>
                <a:cubicBezTo>
                  <a:pt x="3906982" y="3233"/>
                  <a:pt x="3931449" y="1983"/>
                  <a:pt x="3957883" y="933"/>
                </a:cubicBezTo>
                <a:close/>
              </a:path>
            </a:pathLst>
          </a:custGeom>
          <a:solidFill>
            <a:schemeClr val="bg2">
              <a:lumMod val="20000"/>
              <a:lumOff val="80000"/>
            </a:schemeClr>
          </a:solidFill>
          <a:ln w="12700">
            <a:noFill/>
          </a:ln>
        </p:spPr>
        <p:style>
          <a:lnRef idx="0"/>
          <a:fillRef idx="0"/>
          <a:effectRef idx="0"/>
          <a:fontRef idx="minor"/>
        </p:style>
        <p:txBody>
          <a:bodyPr lIns="90000" tIns="45000" rIns="90000" bIns="45000" anchor="ctr">
            <a:noAutofit/>
          </a:bodyPr>
          <a:p>
            <a:endParaRPr lang="de-DE" sz="1800" b="0" u="none" strike="noStrike">
              <a:solidFill>
                <a:schemeClr val="dk1"/>
              </a:solidFill>
              <a:effectLst/>
              <a:uFillTx/>
              <a:latin typeface="SRH"/>
            </a:endParaRPr>
          </a:p>
        </p:txBody>
      </p:sp>
      <p:sp>
        <p:nvSpPr>
          <p:cNvPr id="45" name="Textfeld 11"/>
          <p:cNvSpPr/>
          <p:nvPr/>
        </p:nvSpPr>
        <p:spPr>
          <a:xfrm>
            <a:off x="360000" y="1891800"/>
            <a:ext cx="7454880" cy="2080440"/>
          </a:xfrm>
          <a:prstGeom prst="rect">
            <a:avLst/>
          </a:prstGeom>
          <a:noFill/>
          <a:ln w="0">
            <a:noFill/>
          </a:ln>
        </p:spPr>
        <p:style>
          <a:lnRef idx="0"/>
          <a:fillRef idx="0"/>
          <a:effectRef idx="0"/>
          <a:fontRef idx="minor"/>
        </p:style>
        <p:txBody>
          <a:bodyPr lIns="0" tIns="0" rIns="0" bIns="0" anchor="t">
            <a:noAutofit/>
          </a:bodyPr>
          <a:p>
            <a:pPr defTabSz="914400">
              <a:lnSpc>
                <a:spcPct val="100000"/>
              </a:lnSpc>
            </a:pPr>
            <a:r>
              <a:rPr lang="de-DE" sz="4800" b="1" u="none" strike="noStrike">
                <a:solidFill>
                  <a:schemeClr val="dk1"/>
                </a:solidFill>
                <a:effectLst/>
                <a:uFillTx/>
                <a:latin typeface="SRH Headline"/>
                <a:ea typeface="SRH Headline"/>
              </a:rPr>
              <a:t>Vielen Dank für Ihre </a:t>
            </a:r>
            <a:br>
              <a:rPr sz="4800"/>
            </a:br>
            <a:r>
              <a:rPr lang="de-DE" sz="4800" b="1" u="none" strike="noStrike">
                <a:solidFill>
                  <a:schemeClr val="dk1"/>
                </a:solidFill>
                <a:effectLst/>
                <a:uFillTx/>
                <a:latin typeface="SRH Headline"/>
                <a:ea typeface="SRH Headline"/>
              </a:rPr>
              <a:t>Aufmerksamkeit!</a:t>
            </a:r>
            <a:endParaRPr lang="en-US" sz="4800" b="0" u="none" strike="noStrike">
              <a:solidFill>
                <a:srgbClr val="000000"/>
              </a:solidFill>
              <a:effectLst/>
              <a:uFillTx/>
              <a:latin typeface="Arial"/>
            </a:endParaRPr>
          </a:p>
        </p:txBody>
      </p:sp>
      <p:sp>
        <p:nvSpPr>
          <p:cNvPr id="46" name="PlaceHolder 1"/>
          <p:cNvSpPr>
            <a:spLocks noGrp="1"/>
          </p:cNvSpPr>
          <p:nvPr>
            <p:ph type="body"/>
          </p:nvPr>
        </p:nvSpPr>
        <p:spPr>
          <a:xfrm>
            <a:off x="360000" y="4881600"/>
            <a:ext cx="4630320" cy="1271160"/>
          </a:xfrm>
          <a:prstGeom prst="rect">
            <a:avLst/>
          </a:prstGeom>
          <a:noFill/>
          <a:ln w="0">
            <a:noFill/>
          </a:ln>
        </p:spPr>
        <p:txBody>
          <a:bodyPr lIns="0" tIns="0" rIns="0" bIns="0" anchor="t">
            <a:noAutofit/>
          </a:bodyPr>
          <a:lstStyle>
            <a:lvl1pPr indent="0" algn="l" defTabSz="914400">
              <a:lnSpc>
                <a:spcPct val="110000"/>
              </a:lnSpc>
              <a:buNone/>
              <a:tabLst>
                <a:tab pos="0" algn="l"/>
              </a:tabLst>
              <a:defRPr lang="de-DE" sz="1200" b="1" u="none" strike="noStrike">
                <a:solidFill>
                  <a:schemeClr val="dk1"/>
                </a:solidFill>
                <a:effectLst/>
                <a:uFillTx/>
                <a:latin typeface="SRH Text"/>
                <a:ea typeface="SRH Text"/>
              </a:defRPr>
            </a:lvl1pPr>
          </a:lstStyle>
          <a:p>
            <a:pPr indent="0" algn="l" defTabSz="914400">
              <a:lnSpc>
                <a:spcPct val="110000"/>
              </a:lnSpc>
              <a:buNone/>
              <a:tabLst>
                <a:tab pos="0" algn="l"/>
              </a:tabLst>
            </a:pPr>
            <a:r>
              <a:rPr lang="de-DE" sz="1200" b="1" u="none" strike="noStrike">
                <a:solidFill>
                  <a:schemeClr val="dk1"/>
                </a:solidFill>
                <a:effectLst/>
                <a:uFillTx/>
                <a:latin typeface="SRH Text"/>
                <a:ea typeface="SRH Text"/>
              </a:rPr>
              <a:t>Mastertextformat bearbeiten</a:t>
            </a:r>
            <a:endParaRPr lang="de-DE" sz="1200" b="1" u="none" strike="noStrike">
              <a:solidFill>
                <a:schemeClr val="dk1"/>
              </a:solidFill>
              <a:effectLst/>
              <a:uFillTx/>
              <a:latin typeface="SRH Text"/>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ontakt Farbe">
    <p:bg>
      <p:bgPr>
        <a:solidFill>
          <a:schemeClr val="accent1"/>
        </a:solidFill>
      </p:bgPr>
    </p:bg>
    <p:spTree>
      <p:nvGrpSpPr>
        <p:cNvPr id="1" name=""/>
        <p:cNvGrpSpPr/>
        <p:nvPr/>
      </p:nvGrpSpPr>
      <p:grpSpPr>
        <a:xfrm>
          <a:off x="0" y="0"/>
          <a:ext cx="0" cy="0"/>
          <a:chOff x="0" y="0"/>
          <a:chExt cx="0" cy="0"/>
        </a:xfrm>
      </p:grpSpPr>
      <p:sp>
        <p:nvSpPr>
          <p:cNvPr id="47" name="Freihandform: Form 11" hidden="1"/>
          <p:cNvSpPr/>
          <p:nvPr/>
        </p:nvSpPr>
        <p:spPr>
          <a:xfrm>
            <a:off x="10878480" y="361080"/>
            <a:ext cx="947520" cy="732960"/>
          </a:xfrm>
          <a:custGeom>
            <a:avLst/>
            <a:gdLst>
              <a:gd name="textAreaLeft" fmla="*/ 0 w 947520"/>
              <a:gd name="textAreaRight" fmla="*/ 948240 w 947520"/>
              <a:gd name="textAreaTop" fmla="*/ 0 h 732960"/>
              <a:gd name="textAreaBottom" fmla="*/ 733680 h 732960"/>
              <a:gd name="GluePoint1X" fmla="*/ 619905 w 948335"/>
              <a:gd name="GluePoint1Y" fmla="*/ 599045 h 733815"/>
              <a:gd name="GluePoint2X" fmla="*/ 708360 w 948335"/>
              <a:gd name="GluePoint2Y" fmla="*/ 599045 h 733815"/>
              <a:gd name="GluePoint3X" fmla="*/ 708360 w 948335"/>
              <a:gd name="GluePoint3Y" fmla="*/ 175 h 733815"/>
              <a:gd name="GluePoint4X" fmla="*/ 619905 w 948335"/>
              <a:gd name="GluePoint4Y" fmla="*/ 175 h 733815"/>
              <a:gd name="GluePoint5X" fmla="*/ 619905 w 948335"/>
              <a:gd name="GluePoint5Y" fmla="*/ 599045 h 733815"/>
              <a:gd name="GluePoint6X" fmla="*/ 811823 w 948335"/>
              <a:gd name="GluePoint6Y" fmla="*/ 196963 h 733815"/>
              <a:gd name="GluePoint7X" fmla="*/ 753805 w 948335"/>
              <a:gd name="GluePoint7Y" fmla="*/ 199399 h 733815"/>
              <a:gd name="GluePoint8X" fmla="*/ 753805 w 948335"/>
              <a:gd name="GluePoint8Y" fmla="*/ 281323 h 733815"/>
              <a:gd name="GluePoint9X" fmla="*/ 860105 w 948335"/>
              <a:gd name="GluePoint9Y" fmla="*/ 364907 h 733815"/>
              <a:gd name="GluePoint10X" fmla="*/ 860105 w 948335"/>
              <a:gd name="GluePoint10Y" fmla="*/ 599045 h 733815"/>
              <a:gd name="GluePoint11X" fmla="*/ 948560 w 948335"/>
              <a:gd name="GluePoint11Y" fmla="*/ 599045 h 733815"/>
              <a:gd name="GluePoint12X" fmla="*/ 948560 w 948335"/>
              <a:gd name="GluePoint12Y" fmla="*/ 353981 h 733815"/>
              <a:gd name="GluePoint13X" fmla="*/ 811823 w 948335"/>
              <a:gd name="GluePoint13Y" fmla="*/ 196963 h 733815"/>
              <a:gd name="GluePoint14X" fmla="*/ 208777 w 948335"/>
              <a:gd name="GluePoint14Y" fmla="*/ 199800 h 733815"/>
              <a:gd name="GluePoint15X" fmla="*/ 72849 w 948335"/>
              <a:gd name="GluePoint15Y" fmla="*/ 366560 h 733815"/>
              <a:gd name="GluePoint16X" fmla="*/ 72849 w 948335"/>
              <a:gd name="GluePoint16Y" fmla="*/ 567022 h 733815"/>
              <a:gd name="GluePoint17X" fmla="*/ 225 w 948335"/>
              <a:gd name="GluePoint17Y" fmla="*/ 651830 h 733815"/>
              <a:gd name="GluePoint18X" fmla="*/ 225 w 948335"/>
              <a:gd name="GluePoint18Y" fmla="*/ 732932 h 733815"/>
              <a:gd name="GluePoint19X" fmla="*/ 25376 w 948335"/>
              <a:gd name="GluePoint19Y" fmla="*/ 733742 h 733815"/>
              <a:gd name="GluePoint20X" fmla="*/ 161297 w 948335"/>
              <a:gd name="GluePoint20Y" fmla="*/ 566989 h 733815"/>
              <a:gd name="GluePoint21X" fmla="*/ 161297 w 948335"/>
              <a:gd name="GluePoint21Y" fmla="*/ 366527 h 733815"/>
              <a:gd name="GluePoint22X" fmla="*/ 233520 w 948335"/>
              <a:gd name="GluePoint22Y" fmla="*/ 281732 h 733815"/>
              <a:gd name="GluePoint23X" fmla="*/ 233520 w 948335"/>
              <a:gd name="GluePoint23Y" fmla="*/ 200209 h 733815"/>
              <a:gd name="GluePoint24X" fmla="*/ 208777 w 948335"/>
              <a:gd name="GluePoint24Y" fmla="*/ 199800 h 733815"/>
              <a:gd name="GluePoint25X" fmla="*/ 480210 w 948335"/>
              <a:gd name="GluePoint25Y" fmla="*/ 199800 h 733815"/>
              <a:gd name="GluePoint26X" fmla="*/ 344283 w 948335"/>
              <a:gd name="GluePoint26Y" fmla="*/ 366560 h 733815"/>
              <a:gd name="GluePoint27X" fmla="*/ 344283 w 948335"/>
              <a:gd name="GluePoint27Y" fmla="*/ 599045 h 733815"/>
              <a:gd name="GluePoint28X" fmla="*/ 432731 w 948335"/>
              <a:gd name="GluePoint28Y" fmla="*/ 599045 h 733815"/>
              <a:gd name="GluePoint29X" fmla="*/ 432731 w 948335"/>
              <a:gd name="GluePoint29Y" fmla="*/ 366527 h 733815"/>
              <a:gd name="GluePoint30X" fmla="*/ 505362 w 948335"/>
              <a:gd name="GluePoint30Y" fmla="*/ 281732 h 733815"/>
              <a:gd name="GluePoint31X" fmla="*/ 505362 w 948335"/>
              <a:gd name="GluePoint31Y" fmla="*/ 200209 h 733815"/>
              <a:gd name="GluePoint32X" fmla="*/ 480210 w 948335"/>
              <a:gd name="GluePoint32Y" fmla="*/ 199800 h 73381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Lst>
            <a:rect l="textAreaLeft" t="textAreaTop" r="textAreaRight" b="textAreaBottom"/>
            <a:pathLst>
              <a:path w="948335" h="733815">
                <a:moveTo>
                  <a:pt x="619905" y="599045"/>
                </a:moveTo>
                <a:lnTo>
                  <a:pt x="708360" y="599045"/>
                </a:lnTo>
                <a:lnTo>
                  <a:pt x="708360" y="175"/>
                </a:lnTo>
                <a:lnTo>
                  <a:pt x="619905" y="175"/>
                </a:lnTo>
                <a:lnTo>
                  <a:pt x="619905" y="599045"/>
                </a:lnTo>
                <a:close/>
                <a:moveTo>
                  <a:pt x="811823" y="196963"/>
                </a:moveTo>
                <a:cubicBezTo>
                  <a:pt x="795196" y="196154"/>
                  <a:pt x="774500" y="196963"/>
                  <a:pt x="753805" y="199399"/>
                </a:cubicBezTo>
                <a:lnTo>
                  <a:pt x="753805" y="281323"/>
                </a:lnTo>
                <a:cubicBezTo>
                  <a:pt x="831702" y="281323"/>
                  <a:pt x="860105" y="292732"/>
                  <a:pt x="860105" y="364907"/>
                </a:cubicBezTo>
                <a:lnTo>
                  <a:pt x="860105" y="599045"/>
                </a:lnTo>
                <a:lnTo>
                  <a:pt x="948560" y="599045"/>
                </a:lnTo>
                <a:lnTo>
                  <a:pt x="948560" y="353981"/>
                </a:lnTo>
                <a:cubicBezTo>
                  <a:pt x="948560" y="263505"/>
                  <a:pt x="897033" y="200209"/>
                  <a:pt x="811823" y="196963"/>
                </a:cubicBezTo>
                <a:close/>
                <a:moveTo>
                  <a:pt x="208777" y="199800"/>
                </a:moveTo>
                <a:cubicBezTo>
                  <a:pt x="114634" y="204671"/>
                  <a:pt x="72849" y="267152"/>
                  <a:pt x="72849" y="366560"/>
                </a:cubicBezTo>
                <a:lnTo>
                  <a:pt x="72849" y="567022"/>
                </a:lnTo>
                <a:cubicBezTo>
                  <a:pt x="72849" y="625455"/>
                  <a:pt x="61073" y="650613"/>
                  <a:pt x="225" y="651830"/>
                </a:cubicBezTo>
                <a:lnTo>
                  <a:pt x="225" y="732932"/>
                </a:lnTo>
                <a:cubicBezTo>
                  <a:pt x="7525" y="734156"/>
                  <a:pt x="19288" y="734156"/>
                  <a:pt x="25376" y="733742"/>
                </a:cubicBezTo>
                <a:cubicBezTo>
                  <a:pt x="119907" y="728068"/>
                  <a:pt x="161297" y="665179"/>
                  <a:pt x="161297" y="566989"/>
                </a:cubicBezTo>
                <a:lnTo>
                  <a:pt x="161297" y="366527"/>
                </a:lnTo>
                <a:cubicBezTo>
                  <a:pt x="161297" y="307693"/>
                  <a:pt x="172257" y="282943"/>
                  <a:pt x="233520" y="281732"/>
                </a:cubicBezTo>
                <a:lnTo>
                  <a:pt x="233520" y="200209"/>
                </a:lnTo>
                <a:cubicBezTo>
                  <a:pt x="226622" y="199399"/>
                  <a:pt x="214859" y="199399"/>
                  <a:pt x="208777" y="199800"/>
                </a:cubicBezTo>
                <a:close/>
                <a:moveTo>
                  <a:pt x="480210" y="199800"/>
                </a:moveTo>
                <a:cubicBezTo>
                  <a:pt x="386483" y="204671"/>
                  <a:pt x="344283" y="267560"/>
                  <a:pt x="344283" y="366560"/>
                </a:cubicBezTo>
                <a:lnTo>
                  <a:pt x="344283" y="599045"/>
                </a:lnTo>
                <a:lnTo>
                  <a:pt x="432731" y="599045"/>
                </a:lnTo>
                <a:lnTo>
                  <a:pt x="432731" y="366527"/>
                </a:lnTo>
                <a:cubicBezTo>
                  <a:pt x="432731" y="308094"/>
                  <a:pt x="444507" y="282943"/>
                  <a:pt x="505362" y="281732"/>
                </a:cubicBezTo>
                <a:lnTo>
                  <a:pt x="505362" y="200209"/>
                </a:lnTo>
                <a:cubicBezTo>
                  <a:pt x="498055" y="199399"/>
                  <a:pt x="486292" y="199399"/>
                  <a:pt x="480210" y="199800"/>
                </a:cubicBezTo>
                <a:close/>
              </a:path>
            </a:pathLst>
          </a:custGeom>
          <a:solidFill>
            <a:schemeClr val="accent1"/>
          </a:solidFill>
          <a:ln w="6638">
            <a:noFill/>
          </a:ln>
        </p:spPr>
        <p:style>
          <a:lnRef idx="0"/>
          <a:fillRef idx="0"/>
          <a:effectRef idx="0"/>
          <a:fontRef idx="minor"/>
        </p:style>
        <p:txBody>
          <a:bodyPr lIns="90000" tIns="45000" rIns="90000" bIns="45000" anchor="ctr">
            <a:noAutofit/>
          </a:bodyPr>
          <a:p>
            <a:endParaRPr lang="de-DE" sz="1800" b="0" u="none" strike="noStrike">
              <a:solidFill>
                <a:schemeClr val="dk1"/>
              </a:solidFill>
              <a:effectLst/>
              <a:uFillTx/>
              <a:latin typeface="SRH"/>
            </a:endParaRPr>
          </a:p>
        </p:txBody>
      </p:sp>
      <p:sp>
        <p:nvSpPr>
          <p:cNvPr id="48" name="Textfeld 11"/>
          <p:cNvSpPr/>
          <p:nvPr/>
        </p:nvSpPr>
        <p:spPr>
          <a:xfrm>
            <a:off x="360000" y="1891800"/>
            <a:ext cx="7454880" cy="2080440"/>
          </a:xfrm>
          <a:prstGeom prst="rect">
            <a:avLst/>
          </a:prstGeom>
          <a:noFill/>
          <a:ln w="0">
            <a:noFill/>
          </a:ln>
        </p:spPr>
        <p:style>
          <a:lnRef idx="0"/>
          <a:fillRef idx="0"/>
          <a:effectRef idx="0"/>
          <a:fontRef idx="minor"/>
        </p:style>
        <p:txBody>
          <a:bodyPr lIns="0" tIns="0" rIns="0" bIns="0" anchor="t">
            <a:noAutofit/>
          </a:bodyPr>
          <a:p>
            <a:pPr defTabSz="914400">
              <a:lnSpc>
                <a:spcPct val="100000"/>
              </a:lnSpc>
            </a:pPr>
            <a:r>
              <a:rPr lang="de-DE" sz="4800" b="1" u="none" strike="noStrike">
                <a:solidFill>
                  <a:schemeClr val="lt1"/>
                </a:solidFill>
                <a:effectLst/>
                <a:uFillTx/>
                <a:latin typeface="SRH Headline"/>
                <a:ea typeface="SRH Headline"/>
              </a:rPr>
              <a:t>Vielen Dank für deine</a:t>
            </a:r>
            <a:br>
              <a:rPr sz="4800"/>
            </a:br>
            <a:r>
              <a:rPr lang="de-DE" sz="4800" b="1" u="none" strike="noStrike">
                <a:solidFill>
                  <a:schemeClr val="lt1"/>
                </a:solidFill>
                <a:effectLst/>
                <a:uFillTx/>
                <a:latin typeface="SRH Headline"/>
                <a:ea typeface="SRH Headline"/>
              </a:rPr>
              <a:t>Aufmerksamkeit!</a:t>
            </a:r>
            <a:endParaRPr lang="en-US" sz="4800" b="0" u="none" strike="noStrike">
              <a:solidFill>
                <a:srgbClr val="FFFFFF"/>
              </a:solidFill>
              <a:effectLst/>
              <a:uFillTx/>
              <a:latin typeface="Arial"/>
            </a:endParaRPr>
          </a:p>
        </p:txBody>
      </p:sp>
      <p:sp>
        <p:nvSpPr>
          <p:cNvPr id="49" name="PlaceHolder 1"/>
          <p:cNvSpPr>
            <a:spLocks noGrp="1"/>
          </p:cNvSpPr>
          <p:nvPr>
            <p:ph type="body"/>
          </p:nvPr>
        </p:nvSpPr>
        <p:spPr>
          <a:xfrm>
            <a:off x="360000" y="4881600"/>
            <a:ext cx="4630320" cy="1270080"/>
          </a:xfrm>
          <a:prstGeom prst="rect">
            <a:avLst/>
          </a:prstGeom>
          <a:noFill/>
          <a:ln w="0">
            <a:noFill/>
          </a:ln>
        </p:spPr>
        <p:txBody>
          <a:bodyPr lIns="0" tIns="0" rIns="0" bIns="0" anchor="t">
            <a:noAutofit/>
          </a:bodyPr>
          <a:lstStyle>
            <a:lvl1pPr indent="0" algn="l" defTabSz="914400">
              <a:lnSpc>
                <a:spcPct val="110000"/>
              </a:lnSpc>
              <a:buNone/>
              <a:tabLst>
                <a:tab pos="0" algn="l"/>
              </a:tabLst>
              <a:defRPr lang="de-DE" sz="1200" b="1" u="none" strike="noStrike">
                <a:solidFill>
                  <a:schemeClr val="lt1"/>
                </a:solidFill>
                <a:effectLst/>
                <a:uFillTx/>
                <a:latin typeface="SRH Text"/>
                <a:ea typeface="SRH Text"/>
              </a:defRPr>
            </a:lvl1pPr>
          </a:lstStyle>
          <a:p>
            <a:pPr indent="0" algn="l" defTabSz="914400">
              <a:lnSpc>
                <a:spcPct val="110000"/>
              </a:lnSpc>
              <a:buNone/>
              <a:tabLst>
                <a:tab pos="0" algn="l"/>
              </a:tabLst>
            </a:pPr>
            <a:r>
              <a:rPr lang="de-DE" sz="1200" b="1" u="none" strike="noStrike">
                <a:solidFill>
                  <a:schemeClr val="lt1"/>
                </a:solidFill>
                <a:effectLst/>
                <a:uFillTx/>
                <a:latin typeface="SRH Text"/>
                <a:ea typeface="SRH Text"/>
              </a:rPr>
              <a:t>Mastertextformat bearbeiten</a:t>
            </a:r>
            <a:endParaRPr lang="de-DE" sz="1200" b="1" u="none" strike="noStrike">
              <a:solidFill>
                <a:schemeClr val="lt1"/>
              </a:solidFill>
              <a:effectLst/>
              <a:uFillTx/>
              <a:latin typeface="SRH Text"/>
            </a:endParaRPr>
          </a:p>
        </p:txBody>
      </p:sp>
      <p:sp>
        <p:nvSpPr>
          <p:cNvPr id="50" name="Freihandform: Form 5"/>
          <p:cNvSpPr/>
          <p:nvPr/>
        </p:nvSpPr>
        <p:spPr>
          <a:xfrm>
            <a:off x="8211960" y="2801880"/>
            <a:ext cx="3988440" cy="4055400"/>
          </a:xfrm>
          <a:custGeom>
            <a:avLst/>
            <a:gdLst>
              <a:gd name="textAreaLeft" fmla="*/ 0 w 3988440"/>
              <a:gd name="textAreaRight" fmla="*/ 3989160 w 3988440"/>
              <a:gd name="textAreaTop" fmla="*/ 0 h 4055400"/>
              <a:gd name="textAreaBottom" fmla="*/ 4056120 h 4055400"/>
              <a:gd name="GluePoint1X" fmla="*/ 3989213 w 3989213"/>
              <a:gd name="GluePoint1Y" fmla="*/ 0 h 4055962"/>
              <a:gd name="GluePoint2X" fmla="*/ 3989213 w 3989213"/>
              <a:gd name="GluePoint2Y" fmla="*/ 2389338 h 4055962"/>
              <a:gd name="GluePoint3X" fmla="*/ 3858525 w 3989213"/>
              <a:gd name="GluePoint3Y" fmla="*/ 2411278 h 4055962"/>
              <a:gd name="GluePoint4X" fmla="*/ 2529280 w 3989213"/>
              <a:gd name="GluePoint4Y" fmla="*/ 3871987 h 4055962"/>
              <a:gd name="GluePoint5X" fmla="*/ 2507974 w 3989213"/>
              <a:gd name="GluePoint5Y" fmla="*/ 4055962 h 4055962"/>
              <a:gd name="GluePoint6X" fmla="*/ 0 w 3989213"/>
              <a:gd name="GluePoint6Y" fmla="*/ 4055962 h 4055962"/>
              <a:gd name="GluePoint7X" fmla="*/ 22942 w 3989213"/>
              <a:gd name="GluePoint7Y" fmla="*/ 3789041 h 4055962"/>
              <a:gd name="GluePoint8X" fmla="*/ 3885074 w 3989213"/>
              <a:gd name="GluePoint8Y" fmla="*/ 4662 h 4055962"/>
              <a:gd name="GluePoint9X" fmla="*/ 3957883 w 3989213"/>
              <a:gd name="GluePoint9Y" fmla="*/ 933 h 40559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3989213" h="4055962">
                <a:moveTo>
                  <a:pt x="3989213" y="0"/>
                </a:moveTo>
                <a:lnTo>
                  <a:pt x="3989213" y="2389338"/>
                </a:lnTo>
                <a:lnTo>
                  <a:pt x="3858525" y="2411278"/>
                </a:lnTo>
                <a:cubicBezTo>
                  <a:pt x="2993398" y="2575443"/>
                  <a:pt x="2647939" y="3036171"/>
                  <a:pt x="2529280" y="3871987"/>
                </a:cubicBezTo>
                <a:lnTo>
                  <a:pt x="2507974" y="4055962"/>
                </a:lnTo>
                <a:lnTo>
                  <a:pt x="0" y="4055962"/>
                </a:lnTo>
                <a:lnTo>
                  <a:pt x="22942" y="3789041"/>
                </a:lnTo>
                <a:cubicBezTo>
                  <a:pt x="290736" y="1521935"/>
                  <a:pt x="1510333" y="126899"/>
                  <a:pt x="3885074" y="4662"/>
                </a:cubicBezTo>
                <a:cubicBezTo>
                  <a:pt x="3906982" y="3233"/>
                  <a:pt x="3931449" y="1983"/>
                  <a:pt x="3957883" y="933"/>
                </a:cubicBezTo>
                <a:close/>
              </a:path>
            </a:pathLst>
          </a:custGeom>
          <a:solidFill>
            <a:schemeClr val="lt2">
              <a:lumMod val="20000"/>
              <a:lumOff val="80000"/>
              <a:alpha val="20000"/>
            </a:schemeClr>
          </a:solidFill>
          <a:ln w="12700">
            <a:noFill/>
          </a:ln>
        </p:spPr>
        <p:style>
          <a:lnRef idx="0"/>
          <a:fillRef idx="0"/>
          <a:effectRef idx="0"/>
          <a:fontRef idx="minor"/>
        </p:style>
        <p:txBody>
          <a:bodyPr lIns="90000" tIns="45000" rIns="90000" bIns="45000" anchor="ctr">
            <a:noAutofit/>
          </a:bodyPr>
          <a:p>
            <a:endParaRPr lang="de-DE" sz="1800" b="0" u="none" strike="noStrike">
              <a:solidFill>
                <a:schemeClr val="dk1"/>
              </a:solidFill>
              <a:effectLst/>
              <a:uFillTx/>
              <a:latin typeface="SRH"/>
            </a:endParaRPr>
          </a:p>
        </p:txBody>
      </p:sp>
      <p:pic>
        <p:nvPicPr>
          <p:cNvPr id="51" name="Grafik 6"/>
          <p:cNvPicPr/>
          <p:nvPr/>
        </p:nvPicPr>
        <p:blipFill>
          <a:blip r:embed="rId2">
            <a:extLst>
              <a:ext uri="{96DAC541-7B7A-43D3-8B79-37D633B846F1}">
                <asvg:svgBlip xmlns:asvg="http://schemas.microsoft.com/office/drawing/2016/SVG/main" r:embed="rId3"/>
              </a:ext>
            </a:extLst>
          </a:blip>
          <a:stretch/>
        </p:blipFill>
        <p:spPr>
          <a:xfrm>
            <a:off x="10877400" y="358920"/>
            <a:ext cx="950040" cy="736200"/>
          </a:xfrm>
          <a:prstGeom prst="rect">
            <a:avLst/>
          </a:prstGeom>
          <a:noFill/>
          <a:ln w="0">
            <a:noFill/>
          </a:ln>
        </p:spPr>
      </p:pic>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2_Gliederung">
    <p:bg>
      <p:bgPr>
        <a:solidFill>
          <a:srgbClr val="FFFFFF"/>
        </a:solidFill>
      </p:bgPr>
    </p:bg>
    <p:spTree>
      <p:nvGrpSpPr>
        <p:cNvPr id="1" name=""/>
        <p:cNvGrpSpPr/>
        <p:nvPr/>
      </p:nvGrpSpPr>
      <p:grpSpPr>
        <a:xfrm>
          <a:off x="0" y="0"/>
          <a:ext cx="0" cy="0"/>
          <a:chOff x="0" y="0"/>
          <a:chExt cx="0" cy="0"/>
        </a:xfrm>
      </p:grpSpPr>
      <p:sp>
        <p:nvSpPr>
          <p:cNvPr id="52" name="Freihandform: Form 11"/>
          <p:cNvSpPr/>
          <p:nvPr/>
        </p:nvSpPr>
        <p:spPr>
          <a:xfrm>
            <a:off x="10878480" y="361080"/>
            <a:ext cx="947520" cy="732960"/>
          </a:xfrm>
          <a:custGeom>
            <a:avLst/>
            <a:gdLst>
              <a:gd name="textAreaLeft" fmla="*/ 0 w 947520"/>
              <a:gd name="textAreaRight" fmla="*/ 948240 w 947520"/>
              <a:gd name="textAreaTop" fmla="*/ 0 h 732960"/>
              <a:gd name="textAreaBottom" fmla="*/ 733680 h 732960"/>
              <a:gd name="GluePoint1X" fmla="*/ 619905 w 948335"/>
              <a:gd name="GluePoint1Y" fmla="*/ 599045 h 733815"/>
              <a:gd name="GluePoint2X" fmla="*/ 708360 w 948335"/>
              <a:gd name="GluePoint2Y" fmla="*/ 599045 h 733815"/>
              <a:gd name="GluePoint3X" fmla="*/ 708360 w 948335"/>
              <a:gd name="GluePoint3Y" fmla="*/ 175 h 733815"/>
              <a:gd name="GluePoint4X" fmla="*/ 619905 w 948335"/>
              <a:gd name="GluePoint4Y" fmla="*/ 175 h 733815"/>
              <a:gd name="GluePoint5X" fmla="*/ 619905 w 948335"/>
              <a:gd name="GluePoint5Y" fmla="*/ 599045 h 733815"/>
              <a:gd name="GluePoint6X" fmla="*/ 811823 w 948335"/>
              <a:gd name="GluePoint6Y" fmla="*/ 196963 h 733815"/>
              <a:gd name="GluePoint7X" fmla="*/ 753805 w 948335"/>
              <a:gd name="GluePoint7Y" fmla="*/ 199399 h 733815"/>
              <a:gd name="GluePoint8X" fmla="*/ 753805 w 948335"/>
              <a:gd name="GluePoint8Y" fmla="*/ 281323 h 733815"/>
              <a:gd name="GluePoint9X" fmla="*/ 860105 w 948335"/>
              <a:gd name="GluePoint9Y" fmla="*/ 364907 h 733815"/>
              <a:gd name="GluePoint10X" fmla="*/ 860105 w 948335"/>
              <a:gd name="GluePoint10Y" fmla="*/ 599045 h 733815"/>
              <a:gd name="GluePoint11X" fmla="*/ 948560 w 948335"/>
              <a:gd name="GluePoint11Y" fmla="*/ 599045 h 733815"/>
              <a:gd name="GluePoint12X" fmla="*/ 948560 w 948335"/>
              <a:gd name="GluePoint12Y" fmla="*/ 353981 h 733815"/>
              <a:gd name="GluePoint13X" fmla="*/ 811823 w 948335"/>
              <a:gd name="GluePoint13Y" fmla="*/ 196963 h 733815"/>
              <a:gd name="GluePoint14X" fmla="*/ 208777 w 948335"/>
              <a:gd name="GluePoint14Y" fmla="*/ 199800 h 733815"/>
              <a:gd name="GluePoint15X" fmla="*/ 72849 w 948335"/>
              <a:gd name="GluePoint15Y" fmla="*/ 366560 h 733815"/>
              <a:gd name="GluePoint16X" fmla="*/ 72849 w 948335"/>
              <a:gd name="GluePoint16Y" fmla="*/ 567022 h 733815"/>
              <a:gd name="GluePoint17X" fmla="*/ 225 w 948335"/>
              <a:gd name="GluePoint17Y" fmla="*/ 651830 h 733815"/>
              <a:gd name="GluePoint18X" fmla="*/ 225 w 948335"/>
              <a:gd name="GluePoint18Y" fmla="*/ 732932 h 733815"/>
              <a:gd name="GluePoint19X" fmla="*/ 25376 w 948335"/>
              <a:gd name="GluePoint19Y" fmla="*/ 733742 h 733815"/>
              <a:gd name="GluePoint20X" fmla="*/ 161297 w 948335"/>
              <a:gd name="GluePoint20Y" fmla="*/ 566989 h 733815"/>
              <a:gd name="GluePoint21X" fmla="*/ 161297 w 948335"/>
              <a:gd name="GluePoint21Y" fmla="*/ 366527 h 733815"/>
              <a:gd name="GluePoint22X" fmla="*/ 233520 w 948335"/>
              <a:gd name="GluePoint22Y" fmla="*/ 281732 h 733815"/>
              <a:gd name="GluePoint23X" fmla="*/ 233520 w 948335"/>
              <a:gd name="GluePoint23Y" fmla="*/ 200209 h 733815"/>
              <a:gd name="GluePoint24X" fmla="*/ 208777 w 948335"/>
              <a:gd name="GluePoint24Y" fmla="*/ 199800 h 733815"/>
              <a:gd name="GluePoint25X" fmla="*/ 480210 w 948335"/>
              <a:gd name="GluePoint25Y" fmla="*/ 199800 h 733815"/>
              <a:gd name="GluePoint26X" fmla="*/ 344283 w 948335"/>
              <a:gd name="GluePoint26Y" fmla="*/ 366560 h 733815"/>
              <a:gd name="GluePoint27X" fmla="*/ 344283 w 948335"/>
              <a:gd name="GluePoint27Y" fmla="*/ 599045 h 733815"/>
              <a:gd name="GluePoint28X" fmla="*/ 432731 w 948335"/>
              <a:gd name="GluePoint28Y" fmla="*/ 599045 h 733815"/>
              <a:gd name="GluePoint29X" fmla="*/ 432731 w 948335"/>
              <a:gd name="GluePoint29Y" fmla="*/ 366527 h 733815"/>
              <a:gd name="GluePoint30X" fmla="*/ 505362 w 948335"/>
              <a:gd name="GluePoint30Y" fmla="*/ 281732 h 733815"/>
              <a:gd name="GluePoint31X" fmla="*/ 505362 w 948335"/>
              <a:gd name="GluePoint31Y" fmla="*/ 200209 h 733815"/>
              <a:gd name="GluePoint32X" fmla="*/ 480210 w 948335"/>
              <a:gd name="GluePoint32Y" fmla="*/ 199800 h 73381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Lst>
            <a:rect l="textAreaLeft" t="textAreaTop" r="textAreaRight" b="textAreaBottom"/>
            <a:pathLst>
              <a:path w="948335" h="733815">
                <a:moveTo>
                  <a:pt x="619905" y="599045"/>
                </a:moveTo>
                <a:lnTo>
                  <a:pt x="708360" y="599045"/>
                </a:lnTo>
                <a:lnTo>
                  <a:pt x="708360" y="175"/>
                </a:lnTo>
                <a:lnTo>
                  <a:pt x="619905" y="175"/>
                </a:lnTo>
                <a:lnTo>
                  <a:pt x="619905" y="599045"/>
                </a:lnTo>
                <a:close/>
                <a:moveTo>
                  <a:pt x="811823" y="196963"/>
                </a:moveTo>
                <a:cubicBezTo>
                  <a:pt x="795196" y="196154"/>
                  <a:pt x="774500" y="196963"/>
                  <a:pt x="753805" y="199399"/>
                </a:cubicBezTo>
                <a:lnTo>
                  <a:pt x="753805" y="281323"/>
                </a:lnTo>
                <a:cubicBezTo>
                  <a:pt x="831702" y="281323"/>
                  <a:pt x="860105" y="292732"/>
                  <a:pt x="860105" y="364907"/>
                </a:cubicBezTo>
                <a:lnTo>
                  <a:pt x="860105" y="599045"/>
                </a:lnTo>
                <a:lnTo>
                  <a:pt x="948560" y="599045"/>
                </a:lnTo>
                <a:lnTo>
                  <a:pt x="948560" y="353981"/>
                </a:lnTo>
                <a:cubicBezTo>
                  <a:pt x="948560" y="263505"/>
                  <a:pt x="897033" y="200209"/>
                  <a:pt x="811823" y="196963"/>
                </a:cubicBezTo>
                <a:close/>
                <a:moveTo>
                  <a:pt x="208777" y="199800"/>
                </a:moveTo>
                <a:cubicBezTo>
                  <a:pt x="114634" y="204671"/>
                  <a:pt x="72849" y="267152"/>
                  <a:pt x="72849" y="366560"/>
                </a:cubicBezTo>
                <a:lnTo>
                  <a:pt x="72849" y="567022"/>
                </a:lnTo>
                <a:cubicBezTo>
                  <a:pt x="72849" y="625455"/>
                  <a:pt x="61073" y="650613"/>
                  <a:pt x="225" y="651830"/>
                </a:cubicBezTo>
                <a:lnTo>
                  <a:pt x="225" y="732932"/>
                </a:lnTo>
                <a:cubicBezTo>
                  <a:pt x="7525" y="734156"/>
                  <a:pt x="19288" y="734156"/>
                  <a:pt x="25376" y="733742"/>
                </a:cubicBezTo>
                <a:cubicBezTo>
                  <a:pt x="119907" y="728068"/>
                  <a:pt x="161297" y="665179"/>
                  <a:pt x="161297" y="566989"/>
                </a:cubicBezTo>
                <a:lnTo>
                  <a:pt x="161297" y="366527"/>
                </a:lnTo>
                <a:cubicBezTo>
                  <a:pt x="161297" y="307693"/>
                  <a:pt x="172257" y="282943"/>
                  <a:pt x="233520" y="281732"/>
                </a:cubicBezTo>
                <a:lnTo>
                  <a:pt x="233520" y="200209"/>
                </a:lnTo>
                <a:cubicBezTo>
                  <a:pt x="226622" y="199399"/>
                  <a:pt x="214859" y="199399"/>
                  <a:pt x="208777" y="199800"/>
                </a:cubicBezTo>
                <a:close/>
                <a:moveTo>
                  <a:pt x="480210" y="199800"/>
                </a:moveTo>
                <a:cubicBezTo>
                  <a:pt x="386483" y="204671"/>
                  <a:pt x="344283" y="267560"/>
                  <a:pt x="344283" y="366560"/>
                </a:cubicBezTo>
                <a:lnTo>
                  <a:pt x="344283" y="599045"/>
                </a:lnTo>
                <a:lnTo>
                  <a:pt x="432731" y="599045"/>
                </a:lnTo>
                <a:lnTo>
                  <a:pt x="432731" y="366527"/>
                </a:lnTo>
                <a:cubicBezTo>
                  <a:pt x="432731" y="308094"/>
                  <a:pt x="444507" y="282943"/>
                  <a:pt x="505362" y="281732"/>
                </a:cubicBezTo>
                <a:lnTo>
                  <a:pt x="505362" y="200209"/>
                </a:lnTo>
                <a:cubicBezTo>
                  <a:pt x="498055" y="199399"/>
                  <a:pt x="486292" y="199399"/>
                  <a:pt x="480210" y="199800"/>
                </a:cubicBezTo>
                <a:close/>
              </a:path>
            </a:pathLst>
          </a:custGeom>
          <a:solidFill>
            <a:schemeClr val="accent1"/>
          </a:solidFill>
          <a:ln w="6638">
            <a:noFill/>
          </a:ln>
        </p:spPr>
        <p:style>
          <a:lnRef idx="0"/>
          <a:fillRef idx="0"/>
          <a:effectRef idx="0"/>
          <a:fontRef idx="minor"/>
        </p:style>
        <p:txBody>
          <a:bodyPr lIns="90000" tIns="45000" rIns="90000" bIns="45000" anchor="ctr">
            <a:noAutofit/>
          </a:bodyPr>
          <a:p>
            <a:endParaRPr lang="de-DE" sz="1800" b="0" u="none" strike="noStrike">
              <a:solidFill>
                <a:schemeClr val="dk1"/>
              </a:solidFill>
              <a:effectLst/>
              <a:uFillTx/>
              <a:latin typeface="SRH"/>
            </a:endParaRPr>
          </a:p>
        </p:txBody>
      </p:sp>
      <p:sp>
        <p:nvSpPr>
          <p:cNvPr id="53" name="Logo-Fragment"/>
          <p:cNvSpPr/>
          <p:nvPr/>
        </p:nvSpPr>
        <p:spPr>
          <a:xfrm>
            <a:off x="8202960" y="2801880"/>
            <a:ext cx="3988440" cy="4055400"/>
          </a:xfrm>
          <a:custGeom>
            <a:avLst/>
            <a:gdLst>
              <a:gd name="textAreaLeft" fmla="*/ 0 w 3988440"/>
              <a:gd name="textAreaRight" fmla="*/ 3989160 w 3988440"/>
              <a:gd name="textAreaTop" fmla="*/ 0 h 4055400"/>
              <a:gd name="textAreaBottom" fmla="*/ 4056120 h 4055400"/>
              <a:gd name="GluePoint1X" fmla="*/ 3989213 w 3989213"/>
              <a:gd name="GluePoint1Y" fmla="*/ 0 h 4055962"/>
              <a:gd name="GluePoint2X" fmla="*/ 3989213 w 3989213"/>
              <a:gd name="GluePoint2Y" fmla="*/ 2389338 h 4055962"/>
              <a:gd name="GluePoint3X" fmla="*/ 3858525 w 3989213"/>
              <a:gd name="GluePoint3Y" fmla="*/ 2411278 h 4055962"/>
              <a:gd name="GluePoint4X" fmla="*/ 2529280 w 3989213"/>
              <a:gd name="GluePoint4Y" fmla="*/ 3871987 h 4055962"/>
              <a:gd name="GluePoint5X" fmla="*/ 2507974 w 3989213"/>
              <a:gd name="GluePoint5Y" fmla="*/ 4055962 h 4055962"/>
              <a:gd name="GluePoint6X" fmla="*/ 0 w 3989213"/>
              <a:gd name="GluePoint6Y" fmla="*/ 4055962 h 4055962"/>
              <a:gd name="GluePoint7X" fmla="*/ 22942 w 3989213"/>
              <a:gd name="GluePoint7Y" fmla="*/ 3789041 h 4055962"/>
              <a:gd name="GluePoint8X" fmla="*/ 3885074 w 3989213"/>
              <a:gd name="GluePoint8Y" fmla="*/ 4662 h 4055962"/>
              <a:gd name="GluePoint9X" fmla="*/ 3957883 w 3989213"/>
              <a:gd name="GluePoint9Y" fmla="*/ 933 h 40559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3989213" h="4055962">
                <a:moveTo>
                  <a:pt x="3989213" y="0"/>
                </a:moveTo>
                <a:lnTo>
                  <a:pt x="3989213" y="2389338"/>
                </a:lnTo>
                <a:lnTo>
                  <a:pt x="3858525" y="2411278"/>
                </a:lnTo>
                <a:cubicBezTo>
                  <a:pt x="2993398" y="2575443"/>
                  <a:pt x="2647939" y="3036171"/>
                  <a:pt x="2529280" y="3871987"/>
                </a:cubicBezTo>
                <a:lnTo>
                  <a:pt x="2507974" y="4055962"/>
                </a:lnTo>
                <a:lnTo>
                  <a:pt x="0" y="4055962"/>
                </a:lnTo>
                <a:lnTo>
                  <a:pt x="22942" y="3789041"/>
                </a:lnTo>
                <a:cubicBezTo>
                  <a:pt x="290736" y="1521935"/>
                  <a:pt x="1510333" y="126899"/>
                  <a:pt x="3885074" y="4662"/>
                </a:cubicBezTo>
                <a:cubicBezTo>
                  <a:pt x="3906982" y="3233"/>
                  <a:pt x="3931449" y="1983"/>
                  <a:pt x="3957883" y="933"/>
                </a:cubicBezTo>
                <a:close/>
              </a:path>
            </a:pathLst>
          </a:custGeom>
          <a:solidFill>
            <a:schemeClr val="bg2">
              <a:lumMod val="20000"/>
              <a:lumOff val="80000"/>
            </a:schemeClr>
          </a:solidFill>
          <a:ln w="12700">
            <a:noFill/>
          </a:ln>
        </p:spPr>
        <p:style>
          <a:lnRef idx="0"/>
          <a:fillRef idx="0"/>
          <a:effectRef idx="0"/>
          <a:fontRef idx="minor"/>
        </p:style>
        <p:txBody>
          <a:bodyPr lIns="90000" tIns="45000" rIns="90000" bIns="45000" anchor="ctr">
            <a:noAutofit/>
          </a:bodyPr>
          <a:p>
            <a:endParaRPr lang="de-DE" sz="1800" b="0" u="none" strike="noStrike">
              <a:solidFill>
                <a:schemeClr val="dk1"/>
              </a:solidFill>
              <a:effectLst/>
              <a:uFillTx/>
              <a:latin typeface="SRH"/>
            </a:endParaRPr>
          </a:p>
        </p:txBody>
      </p:sp>
      <p:sp>
        <p:nvSpPr>
          <p:cNvPr id="54" name="PlaceHolder 1"/>
          <p:cNvSpPr>
            <a:spLocks noGrp="1"/>
          </p:cNvSpPr>
          <p:nvPr>
            <p:ph type="sldNum" idx="16"/>
          </p:nvPr>
        </p:nvSpPr>
        <p:spPr>
          <a:xfrm>
            <a:off x="11146680" y="6364800"/>
            <a:ext cx="679320" cy="364320"/>
          </a:xfrm>
          <a:prstGeom prst="rect">
            <a:avLst/>
          </a:prstGeom>
          <a:noFill/>
          <a:ln w="0">
            <a:noFill/>
          </a:ln>
        </p:spPr>
        <p:txBody>
          <a:bodyPr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Text"/>
              </a:defRPr>
            </a:lvl1pPr>
          </a:lstStyle>
          <a:p>
            <a:pPr indent="0" algn="r" defTabSz="914400">
              <a:lnSpc>
                <a:spcPct val="100000"/>
              </a:lnSpc>
              <a:buNone/>
              <a:tabLst>
                <a:tab pos="0" algn="l"/>
              </a:tabLst>
            </a:pPr>
            <a:fld id="{18419ED8-EA70-4C9E-ADCF-608E94A4FEC6}" type="slidenum">
              <a:rPr lang="de-DE" sz="1550" b="1" u="none" strike="noStrike">
                <a:solidFill>
                  <a:srgbClr val="6D7373"/>
                </a:solidFill>
                <a:effectLst/>
                <a:uFillTx/>
                <a:latin typeface="SRH Text"/>
                <a:ea typeface="SRH Text"/>
              </a:rPr>
              <a:t>&lt;number&gt;</a:t>
            </a:fld>
            <a:endParaRPr lang="en-US" sz="1550" b="0" u="none" strike="noStrike">
              <a:solidFill>
                <a:srgbClr val="000000"/>
              </a:solidFill>
              <a:effectLst/>
              <a:uFillTx/>
              <a:latin typeface="Times New Roman"/>
            </a:endParaRPr>
          </a:p>
        </p:txBody>
      </p:sp>
      <p:sp>
        <p:nvSpPr>
          <p:cNvPr id="55" name="PlaceHolder 2"/>
          <p:cNvSpPr>
            <a:spLocks noGrp="1"/>
          </p:cNvSpPr>
          <p:nvPr>
            <p:ph type="ftr" idx="17"/>
          </p:nvPr>
        </p:nvSpPr>
        <p:spPr>
          <a:xfrm>
            <a:off x="1319760" y="6356520"/>
            <a:ext cx="6495120" cy="364320"/>
          </a:xfrm>
          <a:prstGeom prst="rect">
            <a:avLst/>
          </a:prstGeom>
          <a:noFill/>
          <a:ln w="0">
            <a:noFill/>
          </a:ln>
        </p:spPr>
        <p:txBody>
          <a:bodyPr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Text"/>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Text"/>
              </a:rPr>
              <a:t>&lt;footer&gt;</a:t>
            </a:r>
            <a:endParaRPr lang="en-US" sz="900" b="0" u="none" strike="noStrike">
              <a:solidFill>
                <a:srgbClr val="000000"/>
              </a:solidFill>
              <a:effectLst/>
              <a:uFillTx/>
              <a:latin typeface="Times New Roman"/>
            </a:endParaRPr>
          </a:p>
        </p:txBody>
      </p:sp>
      <p:sp>
        <p:nvSpPr>
          <p:cNvPr id="56" name="PlaceHolder 3"/>
          <p:cNvSpPr>
            <a:spLocks noGrp="1"/>
          </p:cNvSpPr>
          <p:nvPr>
            <p:ph type="dt" idx="18"/>
          </p:nvPr>
        </p:nvSpPr>
        <p:spPr>
          <a:xfrm>
            <a:off x="367560" y="6356520"/>
            <a:ext cx="873720" cy="364320"/>
          </a:xfrm>
          <a:prstGeom prst="rect">
            <a:avLst/>
          </a:prstGeom>
          <a:noFill/>
          <a:ln w="0">
            <a:noFill/>
          </a:ln>
        </p:spPr>
        <p:txBody>
          <a:bodyPr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Text"/>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Text"/>
              </a:rPr>
              <a:t>&lt;date/time&gt;</a:t>
            </a:r>
            <a:endParaRPr lang="en-US" sz="900" b="0" u="none" strike="noStrike">
              <a:solidFill>
                <a:srgbClr val="000000"/>
              </a:solidFill>
              <a:effectLst/>
              <a:uFillTx/>
              <a:latin typeface="Times New Roman"/>
            </a:endParaRPr>
          </a:p>
        </p:txBody>
      </p:sp>
      <p:sp>
        <p:nvSpPr>
          <p:cNvPr id="57" name="PlaceHolder 4"/>
          <p:cNvSpPr>
            <a:spLocks noGrp="1"/>
          </p:cNvSpPr>
          <p:nvPr>
            <p:ph type="body" hasCustomPrompt="1"/>
          </p:nvPr>
        </p:nvSpPr>
        <p:spPr>
          <a:xfrm>
            <a:off x="6773400" y="4854240"/>
            <a:ext cx="5052600" cy="699840"/>
          </a:xfrm>
          <a:prstGeom prst="rect">
            <a:avLst/>
          </a:prstGeom>
          <a:noFill/>
          <a:ln w="0">
            <a:noFill/>
          </a:ln>
        </p:spPr>
        <p:txBody>
          <a:bodyPr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58" name="PlaceHolder 5"/>
          <p:cNvSpPr>
            <a:spLocks noGrp="1"/>
          </p:cNvSpPr>
          <p:nvPr>
            <p:ph type="body" hasCustomPrompt="1"/>
          </p:nvPr>
        </p:nvSpPr>
        <p:spPr>
          <a:xfrm>
            <a:off x="6275880" y="4854240"/>
            <a:ext cx="424800" cy="699840"/>
          </a:xfrm>
          <a:prstGeom prst="rect">
            <a:avLst/>
          </a:prstGeom>
          <a:noFill/>
          <a:ln w="0">
            <a:noFill/>
          </a:ln>
        </p:spPr>
        <p:txBody>
          <a:bodyPr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59" name="PlaceHolder 6"/>
          <p:cNvSpPr>
            <a:spLocks noGrp="1"/>
          </p:cNvSpPr>
          <p:nvPr>
            <p:ph type="body" hasCustomPrompt="1"/>
          </p:nvPr>
        </p:nvSpPr>
        <p:spPr>
          <a:xfrm>
            <a:off x="6773400" y="4072680"/>
            <a:ext cx="5052600" cy="699840"/>
          </a:xfrm>
          <a:prstGeom prst="rect">
            <a:avLst/>
          </a:prstGeom>
          <a:noFill/>
          <a:ln w="0">
            <a:noFill/>
          </a:ln>
        </p:spPr>
        <p:txBody>
          <a:bodyPr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60" name="PlaceHolder 7"/>
          <p:cNvSpPr>
            <a:spLocks noGrp="1"/>
          </p:cNvSpPr>
          <p:nvPr>
            <p:ph type="body" hasCustomPrompt="1"/>
          </p:nvPr>
        </p:nvSpPr>
        <p:spPr>
          <a:xfrm>
            <a:off x="6275880" y="4072680"/>
            <a:ext cx="424800" cy="699840"/>
          </a:xfrm>
          <a:prstGeom prst="rect">
            <a:avLst/>
          </a:prstGeom>
          <a:noFill/>
          <a:ln w="0">
            <a:noFill/>
          </a:ln>
        </p:spPr>
        <p:txBody>
          <a:bodyPr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61" name="PlaceHolder 8"/>
          <p:cNvSpPr>
            <a:spLocks noGrp="1"/>
          </p:cNvSpPr>
          <p:nvPr>
            <p:ph type="body" hasCustomPrompt="1"/>
          </p:nvPr>
        </p:nvSpPr>
        <p:spPr>
          <a:xfrm>
            <a:off x="6773400" y="3291120"/>
            <a:ext cx="5052600" cy="699840"/>
          </a:xfrm>
          <a:prstGeom prst="rect">
            <a:avLst/>
          </a:prstGeom>
          <a:noFill/>
          <a:ln w="0">
            <a:noFill/>
          </a:ln>
        </p:spPr>
        <p:txBody>
          <a:bodyPr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62" name="PlaceHolder 9"/>
          <p:cNvSpPr>
            <a:spLocks noGrp="1"/>
          </p:cNvSpPr>
          <p:nvPr>
            <p:ph type="body" hasCustomPrompt="1"/>
          </p:nvPr>
        </p:nvSpPr>
        <p:spPr>
          <a:xfrm>
            <a:off x="6275880" y="3291120"/>
            <a:ext cx="424800" cy="699840"/>
          </a:xfrm>
          <a:prstGeom prst="rect">
            <a:avLst/>
          </a:prstGeom>
          <a:noFill/>
          <a:ln w="0">
            <a:noFill/>
          </a:ln>
        </p:spPr>
        <p:txBody>
          <a:bodyPr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63" name="PlaceHolder 10"/>
          <p:cNvSpPr>
            <a:spLocks noGrp="1"/>
          </p:cNvSpPr>
          <p:nvPr>
            <p:ph type="body" hasCustomPrompt="1"/>
          </p:nvPr>
        </p:nvSpPr>
        <p:spPr>
          <a:xfrm>
            <a:off x="6773400" y="2509560"/>
            <a:ext cx="5052600" cy="699840"/>
          </a:xfrm>
          <a:prstGeom prst="rect">
            <a:avLst/>
          </a:prstGeom>
          <a:noFill/>
          <a:ln w="0">
            <a:noFill/>
          </a:ln>
        </p:spPr>
        <p:txBody>
          <a:bodyPr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64" name="PlaceHolder 11"/>
          <p:cNvSpPr>
            <a:spLocks noGrp="1"/>
          </p:cNvSpPr>
          <p:nvPr>
            <p:ph type="body" hasCustomPrompt="1"/>
          </p:nvPr>
        </p:nvSpPr>
        <p:spPr>
          <a:xfrm>
            <a:off x="6275880" y="2509560"/>
            <a:ext cx="424800" cy="699840"/>
          </a:xfrm>
          <a:prstGeom prst="rect">
            <a:avLst/>
          </a:prstGeom>
          <a:noFill/>
          <a:ln w="0">
            <a:noFill/>
          </a:ln>
        </p:spPr>
        <p:txBody>
          <a:bodyPr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65" name="PlaceHolder 12"/>
          <p:cNvSpPr>
            <a:spLocks noGrp="1"/>
          </p:cNvSpPr>
          <p:nvPr>
            <p:ph type="body" hasCustomPrompt="1"/>
          </p:nvPr>
        </p:nvSpPr>
        <p:spPr>
          <a:xfrm>
            <a:off x="6773400" y="1728000"/>
            <a:ext cx="5052600" cy="699840"/>
          </a:xfrm>
          <a:prstGeom prst="rect">
            <a:avLst/>
          </a:prstGeom>
          <a:noFill/>
          <a:ln w="0">
            <a:noFill/>
          </a:ln>
        </p:spPr>
        <p:txBody>
          <a:bodyPr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66" name="PlaceHolder 13"/>
          <p:cNvSpPr>
            <a:spLocks noGrp="1"/>
          </p:cNvSpPr>
          <p:nvPr>
            <p:ph type="body" hasCustomPrompt="1"/>
          </p:nvPr>
        </p:nvSpPr>
        <p:spPr>
          <a:xfrm>
            <a:off x="6275880" y="1728000"/>
            <a:ext cx="424800" cy="699840"/>
          </a:xfrm>
          <a:prstGeom prst="rect">
            <a:avLst/>
          </a:prstGeom>
          <a:noFill/>
          <a:ln w="0">
            <a:noFill/>
          </a:ln>
        </p:spPr>
        <p:txBody>
          <a:bodyPr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67" name="PlaceHolder 14"/>
          <p:cNvSpPr>
            <a:spLocks noGrp="1"/>
          </p:cNvSpPr>
          <p:nvPr>
            <p:ph type="body" hasCustomPrompt="1"/>
          </p:nvPr>
        </p:nvSpPr>
        <p:spPr>
          <a:xfrm>
            <a:off x="862560" y="4854240"/>
            <a:ext cx="5052600" cy="699840"/>
          </a:xfrm>
          <a:prstGeom prst="rect">
            <a:avLst/>
          </a:prstGeom>
          <a:noFill/>
          <a:ln w="0">
            <a:noFill/>
          </a:ln>
        </p:spPr>
        <p:txBody>
          <a:bodyPr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68" name="PlaceHolder 15"/>
          <p:cNvSpPr>
            <a:spLocks noGrp="1"/>
          </p:cNvSpPr>
          <p:nvPr>
            <p:ph type="body" hasCustomPrompt="1"/>
          </p:nvPr>
        </p:nvSpPr>
        <p:spPr>
          <a:xfrm>
            <a:off x="359280" y="4854240"/>
            <a:ext cx="424800" cy="699840"/>
          </a:xfrm>
          <a:prstGeom prst="rect">
            <a:avLst/>
          </a:prstGeom>
          <a:noFill/>
          <a:ln w="0">
            <a:noFill/>
          </a:ln>
        </p:spPr>
        <p:txBody>
          <a:bodyPr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69" name="PlaceHolder 16"/>
          <p:cNvSpPr>
            <a:spLocks noGrp="1"/>
          </p:cNvSpPr>
          <p:nvPr>
            <p:ph type="body" hasCustomPrompt="1"/>
          </p:nvPr>
        </p:nvSpPr>
        <p:spPr>
          <a:xfrm>
            <a:off x="862560" y="4072680"/>
            <a:ext cx="5052600" cy="699840"/>
          </a:xfrm>
          <a:prstGeom prst="rect">
            <a:avLst/>
          </a:prstGeom>
          <a:noFill/>
          <a:ln w="0">
            <a:noFill/>
          </a:ln>
        </p:spPr>
        <p:txBody>
          <a:bodyPr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70" name="PlaceHolder 17"/>
          <p:cNvSpPr>
            <a:spLocks noGrp="1"/>
          </p:cNvSpPr>
          <p:nvPr>
            <p:ph type="body" hasCustomPrompt="1"/>
          </p:nvPr>
        </p:nvSpPr>
        <p:spPr>
          <a:xfrm>
            <a:off x="359280" y="4072680"/>
            <a:ext cx="424800" cy="699840"/>
          </a:xfrm>
          <a:prstGeom prst="rect">
            <a:avLst/>
          </a:prstGeom>
          <a:noFill/>
          <a:ln w="0">
            <a:noFill/>
          </a:ln>
        </p:spPr>
        <p:txBody>
          <a:bodyPr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71" name="PlaceHolder 18"/>
          <p:cNvSpPr>
            <a:spLocks noGrp="1"/>
          </p:cNvSpPr>
          <p:nvPr>
            <p:ph type="body" hasCustomPrompt="1"/>
          </p:nvPr>
        </p:nvSpPr>
        <p:spPr>
          <a:xfrm>
            <a:off x="862560" y="3291120"/>
            <a:ext cx="5052600" cy="699840"/>
          </a:xfrm>
          <a:prstGeom prst="rect">
            <a:avLst/>
          </a:prstGeom>
          <a:noFill/>
          <a:ln w="0">
            <a:noFill/>
          </a:ln>
        </p:spPr>
        <p:txBody>
          <a:bodyPr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72" name="PlaceHolder 19"/>
          <p:cNvSpPr>
            <a:spLocks noGrp="1"/>
          </p:cNvSpPr>
          <p:nvPr>
            <p:ph type="body" hasCustomPrompt="1"/>
          </p:nvPr>
        </p:nvSpPr>
        <p:spPr>
          <a:xfrm>
            <a:off x="359280" y="3291120"/>
            <a:ext cx="424800" cy="699840"/>
          </a:xfrm>
          <a:prstGeom prst="rect">
            <a:avLst/>
          </a:prstGeom>
          <a:noFill/>
          <a:ln w="0">
            <a:noFill/>
          </a:ln>
        </p:spPr>
        <p:txBody>
          <a:bodyPr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03</a:t>
            </a:r>
            <a:endParaRPr lang="de-DE" sz="2000" b="1" u="none" strike="noStrike">
              <a:solidFill>
                <a:schemeClr val="accent1"/>
              </a:solidFill>
              <a:effectLst/>
              <a:uFillTx/>
              <a:latin typeface="SRH Text"/>
            </a:endParaRPr>
          </a:p>
        </p:txBody>
      </p:sp>
      <p:sp>
        <p:nvSpPr>
          <p:cNvPr id="73" name="PlaceHolder 20"/>
          <p:cNvSpPr>
            <a:spLocks noGrp="1"/>
          </p:cNvSpPr>
          <p:nvPr>
            <p:ph type="body" hasCustomPrompt="1"/>
          </p:nvPr>
        </p:nvSpPr>
        <p:spPr>
          <a:xfrm>
            <a:off x="862560" y="2509560"/>
            <a:ext cx="5052600" cy="699840"/>
          </a:xfrm>
          <a:prstGeom prst="rect">
            <a:avLst/>
          </a:prstGeom>
          <a:noFill/>
          <a:ln w="0">
            <a:noFill/>
          </a:ln>
        </p:spPr>
        <p:txBody>
          <a:bodyPr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74" name="PlaceHolder 21"/>
          <p:cNvSpPr>
            <a:spLocks noGrp="1"/>
          </p:cNvSpPr>
          <p:nvPr>
            <p:ph type="body" hasCustomPrompt="1"/>
          </p:nvPr>
        </p:nvSpPr>
        <p:spPr>
          <a:xfrm>
            <a:off x="359280" y="2509560"/>
            <a:ext cx="424800" cy="699840"/>
          </a:xfrm>
          <a:prstGeom prst="rect">
            <a:avLst/>
          </a:prstGeom>
          <a:noFill/>
          <a:ln w="0">
            <a:noFill/>
          </a:ln>
        </p:spPr>
        <p:txBody>
          <a:bodyPr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02</a:t>
            </a:r>
            <a:endParaRPr lang="de-DE" sz="2000" b="1" u="none" strike="noStrike">
              <a:solidFill>
                <a:schemeClr val="accent1"/>
              </a:solidFill>
              <a:effectLst/>
              <a:uFillTx/>
              <a:latin typeface="SRH Text"/>
            </a:endParaRPr>
          </a:p>
        </p:txBody>
      </p:sp>
      <p:sp>
        <p:nvSpPr>
          <p:cNvPr id="75" name="PlaceHolder 22"/>
          <p:cNvSpPr>
            <a:spLocks noGrp="1"/>
          </p:cNvSpPr>
          <p:nvPr>
            <p:ph type="body" hasCustomPrompt="1"/>
          </p:nvPr>
        </p:nvSpPr>
        <p:spPr>
          <a:xfrm>
            <a:off x="862560" y="1728000"/>
            <a:ext cx="5052600" cy="699840"/>
          </a:xfrm>
          <a:prstGeom prst="rect">
            <a:avLst/>
          </a:prstGeom>
          <a:noFill/>
          <a:ln w="0">
            <a:noFill/>
          </a:ln>
        </p:spPr>
        <p:txBody>
          <a:bodyPr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76" name="PlaceHolder 23"/>
          <p:cNvSpPr>
            <a:spLocks noGrp="1"/>
          </p:cNvSpPr>
          <p:nvPr>
            <p:ph type="body" hasCustomPrompt="1"/>
          </p:nvPr>
        </p:nvSpPr>
        <p:spPr>
          <a:xfrm>
            <a:off x="359280" y="1728000"/>
            <a:ext cx="424800" cy="699840"/>
          </a:xfrm>
          <a:prstGeom prst="rect">
            <a:avLst/>
          </a:prstGeom>
          <a:noFill/>
          <a:ln w="0">
            <a:noFill/>
          </a:ln>
        </p:spPr>
        <p:txBody>
          <a:bodyPr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01</a:t>
            </a:r>
            <a:endParaRPr lang="de-DE" sz="2000" b="1" u="none" strike="noStrike">
              <a:solidFill>
                <a:schemeClr val="accent1"/>
              </a:solidFill>
              <a:effectLst/>
              <a:uFillTx/>
              <a:latin typeface="SRH Text"/>
            </a:endParaRPr>
          </a:p>
        </p:txBody>
      </p:sp>
      <p:sp>
        <p:nvSpPr>
          <p:cNvPr id="77" name="PlaceHolder 24"/>
          <p:cNvSpPr>
            <a:spLocks noGrp="1"/>
          </p:cNvSpPr>
          <p:nvPr>
            <p:ph type="title" hasCustomPrompt="1"/>
          </p:nvPr>
        </p:nvSpPr>
        <p:spPr>
          <a:xfrm>
            <a:off x="360000" y="358920"/>
            <a:ext cx="9156960" cy="834480"/>
          </a:xfrm>
          <a:prstGeom prst="rect">
            <a:avLst/>
          </a:prstGeom>
          <a:noFill/>
          <a:ln w="0">
            <a:noFill/>
          </a:ln>
        </p:spPr>
        <p:txBody>
          <a:bodyPr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Gliederung</a:t>
            </a:r>
            <a:endParaRPr lang="de-DE" sz="3000" b="1" u="none" strike="noStrike">
              <a:solidFill>
                <a:schemeClr val="dk1"/>
              </a:solidFill>
              <a:effectLst/>
              <a:uFillTx/>
              <a:latin typeface="SRH Headline"/>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Inhalt">
    <p:bg>
      <p:bgPr>
        <a:solidFill>
          <a:srgbClr val="FFFFFF"/>
        </a:solidFill>
      </p:bgPr>
    </p:bg>
    <p:spTree>
      <p:nvGrpSpPr>
        <p:cNvPr id="1" name=""/>
        <p:cNvGrpSpPr/>
        <p:nvPr/>
      </p:nvGrpSpPr>
      <p:grpSpPr>
        <a:xfrm>
          <a:off x="0" y="0"/>
          <a:ext cx="0" cy="0"/>
          <a:chOff x="0" y="0"/>
          <a:chExt cx="0" cy="0"/>
        </a:xfrm>
      </p:grpSpPr>
      <p:sp>
        <p:nvSpPr>
          <p:cNvPr id="78" name="Freihandform: Form 11"/>
          <p:cNvSpPr/>
          <p:nvPr/>
        </p:nvSpPr>
        <p:spPr>
          <a:xfrm>
            <a:off x="10878480" y="361080"/>
            <a:ext cx="947520" cy="732960"/>
          </a:xfrm>
          <a:custGeom>
            <a:avLst/>
            <a:gdLst>
              <a:gd name="textAreaLeft" fmla="*/ 0 w 947520"/>
              <a:gd name="textAreaRight" fmla="*/ 948240 w 947520"/>
              <a:gd name="textAreaTop" fmla="*/ 0 h 732960"/>
              <a:gd name="textAreaBottom" fmla="*/ 733680 h 732960"/>
              <a:gd name="GluePoint1X" fmla="*/ 619905 w 948335"/>
              <a:gd name="GluePoint1Y" fmla="*/ 599045 h 733815"/>
              <a:gd name="GluePoint2X" fmla="*/ 708360 w 948335"/>
              <a:gd name="GluePoint2Y" fmla="*/ 599045 h 733815"/>
              <a:gd name="GluePoint3X" fmla="*/ 708360 w 948335"/>
              <a:gd name="GluePoint3Y" fmla="*/ 175 h 733815"/>
              <a:gd name="GluePoint4X" fmla="*/ 619905 w 948335"/>
              <a:gd name="GluePoint4Y" fmla="*/ 175 h 733815"/>
              <a:gd name="GluePoint5X" fmla="*/ 619905 w 948335"/>
              <a:gd name="GluePoint5Y" fmla="*/ 599045 h 733815"/>
              <a:gd name="GluePoint6X" fmla="*/ 811823 w 948335"/>
              <a:gd name="GluePoint6Y" fmla="*/ 196963 h 733815"/>
              <a:gd name="GluePoint7X" fmla="*/ 753805 w 948335"/>
              <a:gd name="GluePoint7Y" fmla="*/ 199399 h 733815"/>
              <a:gd name="GluePoint8X" fmla="*/ 753805 w 948335"/>
              <a:gd name="GluePoint8Y" fmla="*/ 281323 h 733815"/>
              <a:gd name="GluePoint9X" fmla="*/ 860105 w 948335"/>
              <a:gd name="GluePoint9Y" fmla="*/ 364907 h 733815"/>
              <a:gd name="GluePoint10X" fmla="*/ 860105 w 948335"/>
              <a:gd name="GluePoint10Y" fmla="*/ 599045 h 733815"/>
              <a:gd name="GluePoint11X" fmla="*/ 948560 w 948335"/>
              <a:gd name="GluePoint11Y" fmla="*/ 599045 h 733815"/>
              <a:gd name="GluePoint12X" fmla="*/ 948560 w 948335"/>
              <a:gd name="GluePoint12Y" fmla="*/ 353981 h 733815"/>
              <a:gd name="GluePoint13X" fmla="*/ 811823 w 948335"/>
              <a:gd name="GluePoint13Y" fmla="*/ 196963 h 733815"/>
              <a:gd name="GluePoint14X" fmla="*/ 208777 w 948335"/>
              <a:gd name="GluePoint14Y" fmla="*/ 199800 h 733815"/>
              <a:gd name="GluePoint15X" fmla="*/ 72849 w 948335"/>
              <a:gd name="GluePoint15Y" fmla="*/ 366560 h 733815"/>
              <a:gd name="GluePoint16X" fmla="*/ 72849 w 948335"/>
              <a:gd name="GluePoint16Y" fmla="*/ 567022 h 733815"/>
              <a:gd name="GluePoint17X" fmla="*/ 225 w 948335"/>
              <a:gd name="GluePoint17Y" fmla="*/ 651830 h 733815"/>
              <a:gd name="GluePoint18X" fmla="*/ 225 w 948335"/>
              <a:gd name="GluePoint18Y" fmla="*/ 732932 h 733815"/>
              <a:gd name="GluePoint19X" fmla="*/ 25376 w 948335"/>
              <a:gd name="GluePoint19Y" fmla="*/ 733742 h 733815"/>
              <a:gd name="GluePoint20X" fmla="*/ 161297 w 948335"/>
              <a:gd name="GluePoint20Y" fmla="*/ 566989 h 733815"/>
              <a:gd name="GluePoint21X" fmla="*/ 161297 w 948335"/>
              <a:gd name="GluePoint21Y" fmla="*/ 366527 h 733815"/>
              <a:gd name="GluePoint22X" fmla="*/ 233520 w 948335"/>
              <a:gd name="GluePoint22Y" fmla="*/ 281732 h 733815"/>
              <a:gd name="GluePoint23X" fmla="*/ 233520 w 948335"/>
              <a:gd name="GluePoint23Y" fmla="*/ 200209 h 733815"/>
              <a:gd name="GluePoint24X" fmla="*/ 208777 w 948335"/>
              <a:gd name="GluePoint24Y" fmla="*/ 199800 h 733815"/>
              <a:gd name="GluePoint25X" fmla="*/ 480210 w 948335"/>
              <a:gd name="GluePoint25Y" fmla="*/ 199800 h 733815"/>
              <a:gd name="GluePoint26X" fmla="*/ 344283 w 948335"/>
              <a:gd name="GluePoint26Y" fmla="*/ 366560 h 733815"/>
              <a:gd name="GluePoint27X" fmla="*/ 344283 w 948335"/>
              <a:gd name="GluePoint27Y" fmla="*/ 599045 h 733815"/>
              <a:gd name="GluePoint28X" fmla="*/ 432731 w 948335"/>
              <a:gd name="GluePoint28Y" fmla="*/ 599045 h 733815"/>
              <a:gd name="GluePoint29X" fmla="*/ 432731 w 948335"/>
              <a:gd name="GluePoint29Y" fmla="*/ 366527 h 733815"/>
              <a:gd name="GluePoint30X" fmla="*/ 505362 w 948335"/>
              <a:gd name="GluePoint30Y" fmla="*/ 281732 h 733815"/>
              <a:gd name="GluePoint31X" fmla="*/ 505362 w 948335"/>
              <a:gd name="GluePoint31Y" fmla="*/ 200209 h 733815"/>
              <a:gd name="GluePoint32X" fmla="*/ 480210 w 948335"/>
              <a:gd name="GluePoint32Y" fmla="*/ 199800 h 73381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Lst>
            <a:rect l="textAreaLeft" t="textAreaTop" r="textAreaRight" b="textAreaBottom"/>
            <a:pathLst>
              <a:path w="948335" h="733815">
                <a:moveTo>
                  <a:pt x="619905" y="599045"/>
                </a:moveTo>
                <a:lnTo>
                  <a:pt x="708360" y="599045"/>
                </a:lnTo>
                <a:lnTo>
                  <a:pt x="708360" y="175"/>
                </a:lnTo>
                <a:lnTo>
                  <a:pt x="619905" y="175"/>
                </a:lnTo>
                <a:lnTo>
                  <a:pt x="619905" y="599045"/>
                </a:lnTo>
                <a:close/>
                <a:moveTo>
                  <a:pt x="811823" y="196963"/>
                </a:moveTo>
                <a:cubicBezTo>
                  <a:pt x="795196" y="196154"/>
                  <a:pt x="774500" y="196963"/>
                  <a:pt x="753805" y="199399"/>
                </a:cubicBezTo>
                <a:lnTo>
                  <a:pt x="753805" y="281323"/>
                </a:lnTo>
                <a:cubicBezTo>
                  <a:pt x="831702" y="281323"/>
                  <a:pt x="860105" y="292732"/>
                  <a:pt x="860105" y="364907"/>
                </a:cubicBezTo>
                <a:lnTo>
                  <a:pt x="860105" y="599045"/>
                </a:lnTo>
                <a:lnTo>
                  <a:pt x="948560" y="599045"/>
                </a:lnTo>
                <a:lnTo>
                  <a:pt x="948560" y="353981"/>
                </a:lnTo>
                <a:cubicBezTo>
                  <a:pt x="948560" y="263505"/>
                  <a:pt x="897033" y="200209"/>
                  <a:pt x="811823" y="196963"/>
                </a:cubicBezTo>
                <a:close/>
                <a:moveTo>
                  <a:pt x="208777" y="199800"/>
                </a:moveTo>
                <a:cubicBezTo>
                  <a:pt x="114634" y="204671"/>
                  <a:pt x="72849" y="267152"/>
                  <a:pt x="72849" y="366560"/>
                </a:cubicBezTo>
                <a:lnTo>
                  <a:pt x="72849" y="567022"/>
                </a:lnTo>
                <a:cubicBezTo>
                  <a:pt x="72849" y="625455"/>
                  <a:pt x="61073" y="650613"/>
                  <a:pt x="225" y="651830"/>
                </a:cubicBezTo>
                <a:lnTo>
                  <a:pt x="225" y="732932"/>
                </a:lnTo>
                <a:cubicBezTo>
                  <a:pt x="7525" y="734156"/>
                  <a:pt x="19288" y="734156"/>
                  <a:pt x="25376" y="733742"/>
                </a:cubicBezTo>
                <a:cubicBezTo>
                  <a:pt x="119907" y="728068"/>
                  <a:pt x="161297" y="665179"/>
                  <a:pt x="161297" y="566989"/>
                </a:cubicBezTo>
                <a:lnTo>
                  <a:pt x="161297" y="366527"/>
                </a:lnTo>
                <a:cubicBezTo>
                  <a:pt x="161297" y="307693"/>
                  <a:pt x="172257" y="282943"/>
                  <a:pt x="233520" y="281732"/>
                </a:cubicBezTo>
                <a:lnTo>
                  <a:pt x="233520" y="200209"/>
                </a:lnTo>
                <a:cubicBezTo>
                  <a:pt x="226622" y="199399"/>
                  <a:pt x="214859" y="199399"/>
                  <a:pt x="208777" y="199800"/>
                </a:cubicBezTo>
                <a:close/>
                <a:moveTo>
                  <a:pt x="480210" y="199800"/>
                </a:moveTo>
                <a:cubicBezTo>
                  <a:pt x="386483" y="204671"/>
                  <a:pt x="344283" y="267560"/>
                  <a:pt x="344283" y="366560"/>
                </a:cubicBezTo>
                <a:lnTo>
                  <a:pt x="344283" y="599045"/>
                </a:lnTo>
                <a:lnTo>
                  <a:pt x="432731" y="599045"/>
                </a:lnTo>
                <a:lnTo>
                  <a:pt x="432731" y="366527"/>
                </a:lnTo>
                <a:cubicBezTo>
                  <a:pt x="432731" y="308094"/>
                  <a:pt x="444507" y="282943"/>
                  <a:pt x="505362" y="281732"/>
                </a:cubicBezTo>
                <a:lnTo>
                  <a:pt x="505362" y="200209"/>
                </a:lnTo>
                <a:cubicBezTo>
                  <a:pt x="498055" y="199399"/>
                  <a:pt x="486292" y="199399"/>
                  <a:pt x="480210" y="199800"/>
                </a:cubicBezTo>
                <a:close/>
              </a:path>
            </a:pathLst>
          </a:custGeom>
          <a:solidFill>
            <a:schemeClr val="accent1"/>
          </a:solidFill>
          <a:ln w="6638">
            <a:noFill/>
          </a:ln>
        </p:spPr>
        <p:style>
          <a:lnRef idx="0"/>
          <a:fillRef idx="0"/>
          <a:effectRef idx="0"/>
          <a:fontRef idx="minor"/>
        </p:style>
        <p:txBody>
          <a:bodyPr lIns="90000" tIns="45000" rIns="90000" bIns="45000" anchor="ctr">
            <a:noAutofit/>
          </a:bodyPr>
          <a:p>
            <a:endParaRPr lang="de-DE" sz="1800" b="0" u="none" strike="noStrike">
              <a:solidFill>
                <a:schemeClr val="dk1"/>
              </a:solidFill>
              <a:effectLst/>
              <a:uFillTx/>
              <a:latin typeface="SRH"/>
            </a:endParaRPr>
          </a:p>
        </p:txBody>
      </p:sp>
      <p:sp>
        <p:nvSpPr>
          <p:cNvPr id="79" name="Logo-Fragment"/>
          <p:cNvSpPr/>
          <p:nvPr/>
        </p:nvSpPr>
        <p:spPr>
          <a:xfrm>
            <a:off x="8202960" y="2801880"/>
            <a:ext cx="3988440" cy="4055400"/>
          </a:xfrm>
          <a:custGeom>
            <a:avLst/>
            <a:gdLst>
              <a:gd name="textAreaLeft" fmla="*/ 0 w 3988440"/>
              <a:gd name="textAreaRight" fmla="*/ 3989160 w 3988440"/>
              <a:gd name="textAreaTop" fmla="*/ 0 h 4055400"/>
              <a:gd name="textAreaBottom" fmla="*/ 4056120 h 4055400"/>
              <a:gd name="GluePoint1X" fmla="*/ 3989213 w 3989213"/>
              <a:gd name="GluePoint1Y" fmla="*/ 0 h 4055962"/>
              <a:gd name="GluePoint2X" fmla="*/ 3989213 w 3989213"/>
              <a:gd name="GluePoint2Y" fmla="*/ 2389338 h 4055962"/>
              <a:gd name="GluePoint3X" fmla="*/ 3858525 w 3989213"/>
              <a:gd name="GluePoint3Y" fmla="*/ 2411278 h 4055962"/>
              <a:gd name="GluePoint4X" fmla="*/ 2529280 w 3989213"/>
              <a:gd name="GluePoint4Y" fmla="*/ 3871987 h 4055962"/>
              <a:gd name="GluePoint5X" fmla="*/ 2507974 w 3989213"/>
              <a:gd name="GluePoint5Y" fmla="*/ 4055962 h 4055962"/>
              <a:gd name="GluePoint6X" fmla="*/ 0 w 3989213"/>
              <a:gd name="GluePoint6Y" fmla="*/ 4055962 h 4055962"/>
              <a:gd name="GluePoint7X" fmla="*/ 22942 w 3989213"/>
              <a:gd name="GluePoint7Y" fmla="*/ 3789041 h 4055962"/>
              <a:gd name="GluePoint8X" fmla="*/ 3885074 w 3989213"/>
              <a:gd name="GluePoint8Y" fmla="*/ 4662 h 4055962"/>
              <a:gd name="GluePoint9X" fmla="*/ 3957883 w 3989213"/>
              <a:gd name="GluePoint9Y" fmla="*/ 933 h 40559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3989213" h="4055962">
                <a:moveTo>
                  <a:pt x="3989213" y="0"/>
                </a:moveTo>
                <a:lnTo>
                  <a:pt x="3989213" y="2389338"/>
                </a:lnTo>
                <a:lnTo>
                  <a:pt x="3858525" y="2411278"/>
                </a:lnTo>
                <a:cubicBezTo>
                  <a:pt x="2993398" y="2575443"/>
                  <a:pt x="2647939" y="3036171"/>
                  <a:pt x="2529280" y="3871987"/>
                </a:cubicBezTo>
                <a:lnTo>
                  <a:pt x="2507974" y="4055962"/>
                </a:lnTo>
                <a:lnTo>
                  <a:pt x="0" y="4055962"/>
                </a:lnTo>
                <a:lnTo>
                  <a:pt x="22942" y="3789041"/>
                </a:lnTo>
                <a:cubicBezTo>
                  <a:pt x="290736" y="1521935"/>
                  <a:pt x="1510333" y="126899"/>
                  <a:pt x="3885074" y="4662"/>
                </a:cubicBezTo>
                <a:cubicBezTo>
                  <a:pt x="3906982" y="3233"/>
                  <a:pt x="3931449" y="1983"/>
                  <a:pt x="3957883" y="933"/>
                </a:cubicBezTo>
                <a:close/>
              </a:path>
            </a:pathLst>
          </a:custGeom>
          <a:solidFill>
            <a:schemeClr val="bg2">
              <a:lumMod val="20000"/>
              <a:lumOff val="80000"/>
            </a:schemeClr>
          </a:solidFill>
          <a:ln w="12700">
            <a:noFill/>
          </a:ln>
        </p:spPr>
        <p:style>
          <a:lnRef idx="0"/>
          <a:fillRef idx="0"/>
          <a:effectRef idx="0"/>
          <a:fontRef idx="minor"/>
        </p:style>
        <p:txBody>
          <a:bodyPr lIns="90000" tIns="45000" rIns="90000" bIns="45000" anchor="ctr">
            <a:noAutofit/>
          </a:bodyPr>
          <a:p>
            <a:endParaRPr lang="de-DE" sz="1800" b="0" u="none" strike="noStrike">
              <a:solidFill>
                <a:schemeClr val="dk1"/>
              </a:solidFill>
              <a:effectLst/>
              <a:uFillTx/>
              <a:latin typeface="SRH"/>
            </a:endParaRPr>
          </a:p>
        </p:txBody>
      </p:sp>
      <p:sp>
        <p:nvSpPr>
          <p:cNvPr id="80" name="PlaceHolder 1"/>
          <p:cNvSpPr>
            <a:spLocks noGrp="1"/>
          </p:cNvSpPr>
          <p:nvPr>
            <p:ph type="title"/>
          </p:nvPr>
        </p:nvSpPr>
        <p:spPr>
          <a:xfrm>
            <a:off x="360000" y="358920"/>
            <a:ext cx="9156960" cy="834480"/>
          </a:xfrm>
          <a:prstGeom prst="rect">
            <a:avLst/>
          </a:prstGeom>
          <a:noFill/>
          <a:ln w="0">
            <a:noFill/>
          </a:ln>
        </p:spPr>
        <p:txBody>
          <a:bodyPr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81" name="PlaceHolder 2"/>
          <p:cNvSpPr>
            <a:spLocks noGrp="1"/>
          </p:cNvSpPr>
          <p:nvPr>
            <p:ph type="body"/>
          </p:nvPr>
        </p:nvSpPr>
        <p:spPr>
          <a:xfrm>
            <a:off x="359280" y="1728000"/>
            <a:ext cx="9157680" cy="4229280"/>
          </a:xfrm>
          <a:prstGeom prst="rect">
            <a:avLst/>
          </a:prstGeom>
          <a:noFill/>
          <a:ln w="0">
            <a:noFill/>
          </a:ln>
        </p:spPr>
        <p:txBody>
          <a:bodyPr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
        <p:nvSpPr>
          <p:cNvPr id="82" name="PlaceHolder 3"/>
          <p:cNvSpPr>
            <a:spLocks noGrp="1"/>
          </p:cNvSpPr>
          <p:nvPr>
            <p:ph type="dt" idx="19"/>
          </p:nvPr>
        </p:nvSpPr>
        <p:spPr>
          <a:xfrm>
            <a:off x="367560" y="6356520"/>
            <a:ext cx="873720" cy="364320"/>
          </a:xfrm>
          <a:prstGeom prst="rect">
            <a:avLst/>
          </a:prstGeom>
          <a:noFill/>
          <a:ln w="0">
            <a:noFill/>
          </a:ln>
        </p:spPr>
        <p:txBody>
          <a:bodyPr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Text"/>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Text"/>
              </a:rPr>
              <a:t>&lt;date/time&gt;</a:t>
            </a:r>
            <a:endParaRPr lang="en-US" sz="900" b="0" u="none" strike="noStrike">
              <a:solidFill>
                <a:srgbClr val="000000"/>
              </a:solidFill>
              <a:effectLst/>
              <a:uFillTx/>
              <a:latin typeface="Times New Roman"/>
            </a:endParaRPr>
          </a:p>
        </p:txBody>
      </p:sp>
      <p:sp>
        <p:nvSpPr>
          <p:cNvPr id="83" name="PlaceHolder 4"/>
          <p:cNvSpPr>
            <a:spLocks noGrp="1"/>
          </p:cNvSpPr>
          <p:nvPr>
            <p:ph type="ftr" idx="20"/>
          </p:nvPr>
        </p:nvSpPr>
        <p:spPr>
          <a:xfrm>
            <a:off x="1319760" y="6356520"/>
            <a:ext cx="6495120" cy="364320"/>
          </a:xfrm>
          <a:prstGeom prst="rect">
            <a:avLst/>
          </a:prstGeom>
          <a:noFill/>
          <a:ln w="0">
            <a:noFill/>
          </a:ln>
        </p:spPr>
        <p:txBody>
          <a:bodyPr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Text"/>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Text"/>
              </a:rPr>
              <a:t>&lt;footer&gt;</a:t>
            </a:r>
            <a:endParaRPr lang="en-US" sz="900" b="0" u="none" strike="noStrike">
              <a:solidFill>
                <a:srgbClr val="000000"/>
              </a:solidFill>
              <a:effectLst/>
              <a:uFillTx/>
              <a:latin typeface="Times New Roman"/>
            </a:endParaRPr>
          </a:p>
        </p:txBody>
      </p:sp>
      <p:sp>
        <p:nvSpPr>
          <p:cNvPr id="84" name="PlaceHolder 5"/>
          <p:cNvSpPr>
            <a:spLocks noGrp="1"/>
          </p:cNvSpPr>
          <p:nvPr>
            <p:ph type="sldNum" idx="21"/>
          </p:nvPr>
        </p:nvSpPr>
        <p:spPr>
          <a:xfrm>
            <a:off x="11146680" y="6364800"/>
            <a:ext cx="679320" cy="364320"/>
          </a:xfrm>
          <a:prstGeom prst="rect">
            <a:avLst/>
          </a:prstGeom>
          <a:noFill/>
          <a:ln w="0">
            <a:noFill/>
          </a:ln>
        </p:spPr>
        <p:txBody>
          <a:bodyPr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Text"/>
              </a:defRPr>
            </a:lvl1pPr>
          </a:lstStyle>
          <a:p>
            <a:pPr indent="0" algn="r" defTabSz="914400">
              <a:lnSpc>
                <a:spcPct val="100000"/>
              </a:lnSpc>
              <a:buNone/>
              <a:tabLst>
                <a:tab pos="0" algn="l"/>
              </a:tabLst>
            </a:pPr>
            <a:fld id="{B2AB49E3-8050-4EE5-973D-C2290B02D6D0}" type="slidenum">
              <a:rPr lang="de-DE" sz="1550" b="1" u="none" strike="noStrike">
                <a:solidFill>
                  <a:srgbClr val="6D7373"/>
                </a:solidFill>
                <a:effectLst/>
                <a:uFillTx/>
                <a:latin typeface="SRH Text"/>
                <a:ea typeface="SRH Text"/>
              </a:rPr>
              <a:t>&lt;number&gt;</a:t>
            </a:fld>
            <a:endParaRPr lang="en-US" sz="1550" b="0" u="none" strike="noStrike">
              <a:solidFill>
                <a:srgbClr val="000000"/>
              </a:solidFill>
              <a:effectLst/>
              <a:uFillTx/>
              <a:latin typeface="Times New Roman"/>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elfolie Logo Farbe">
    <p:bg>
      <p:bgPr>
        <a:solidFill>
          <a:srgbClr val="FFFFFF"/>
        </a:solidFill>
      </p:bgPr>
    </p:bg>
    <p:spTree>
      <p:nvGrpSpPr>
        <p:cNvPr id="1" name=""/>
        <p:cNvGrpSpPr/>
        <p:nvPr/>
      </p:nvGrpSpPr>
      <p:grpSpPr>
        <a:xfrm>
          <a:off x="0" y="0"/>
          <a:ext cx="0" cy="0"/>
          <a:chOff x="0" y="0"/>
          <a:chExt cx="0" cy="0"/>
        </a:xfrm>
      </p:grpSpPr>
      <p:sp>
        <p:nvSpPr>
          <p:cNvPr id="85" name="Freihandform: Form 11" hidden="1"/>
          <p:cNvSpPr/>
          <p:nvPr/>
        </p:nvSpPr>
        <p:spPr>
          <a:xfrm>
            <a:off x="10878480" y="361080"/>
            <a:ext cx="947520" cy="732960"/>
          </a:xfrm>
          <a:custGeom>
            <a:avLst/>
            <a:gdLst>
              <a:gd name="textAreaLeft" fmla="*/ 0 w 947520"/>
              <a:gd name="textAreaRight" fmla="*/ 948240 w 947520"/>
              <a:gd name="textAreaTop" fmla="*/ 0 h 732960"/>
              <a:gd name="textAreaBottom" fmla="*/ 733680 h 732960"/>
              <a:gd name="GluePoint1X" fmla="*/ 619905 w 948335"/>
              <a:gd name="GluePoint1Y" fmla="*/ 599045 h 733815"/>
              <a:gd name="GluePoint2X" fmla="*/ 708360 w 948335"/>
              <a:gd name="GluePoint2Y" fmla="*/ 599045 h 733815"/>
              <a:gd name="GluePoint3X" fmla="*/ 708360 w 948335"/>
              <a:gd name="GluePoint3Y" fmla="*/ 175 h 733815"/>
              <a:gd name="GluePoint4X" fmla="*/ 619905 w 948335"/>
              <a:gd name="GluePoint4Y" fmla="*/ 175 h 733815"/>
              <a:gd name="GluePoint5X" fmla="*/ 619905 w 948335"/>
              <a:gd name="GluePoint5Y" fmla="*/ 599045 h 733815"/>
              <a:gd name="GluePoint6X" fmla="*/ 811823 w 948335"/>
              <a:gd name="GluePoint6Y" fmla="*/ 196963 h 733815"/>
              <a:gd name="GluePoint7X" fmla="*/ 753805 w 948335"/>
              <a:gd name="GluePoint7Y" fmla="*/ 199399 h 733815"/>
              <a:gd name="GluePoint8X" fmla="*/ 753805 w 948335"/>
              <a:gd name="GluePoint8Y" fmla="*/ 281323 h 733815"/>
              <a:gd name="GluePoint9X" fmla="*/ 860105 w 948335"/>
              <a:gd name="GluePoint9Y" fmla="*/ 364907 h 733815"/>
              <a:gd name="GluePoint10X" fmla="*/ 860105 w 948335"/>
              <a:gd name="GluePoint10Y" fmla="*/ 599045 h 733815"/>
              <a:gd name="GluePoint11X" fmla="*/ 948560 w 948335"/>
              <a:gd name="GluePoint11Y" fmla="*/ 599045 h 733815"/>
              <a:gd name="GluePoint12X" fmla="*/ 948560 w 948335"/>
              <a:gd name="GluePoint12Y" fmla="*/ 353981 h 733815"/>
              <a:gd name="GluePoint13X" fmla="*/ 811823 w 948335"/>
              <a:gd name="GluePoint13Y" fmla="*/ 196963 h 733815"/>
              <a:gd name="GluePoint14X" fmla="*/ 208777 w 948335"/>
              <a:gd name="GluePoint14Y" fmla="*/ 199800 h 733815"/>
              <a:gd name="GluePoint15X" fmla="*/ 72849 w 948335"/>
              <a:gd name="GluePoint15Y" fmla="*/ 366560 h 733815"/>
              <a:gd name="GluePoint16X" fmla="*/ 72849 w 948335"/>
              <a:gd name="GluePoint16Y" fmla="*/ 567022 h 733815"/>
              <a:gd name="GluePoint17X" fmla="*/ 225 w 948335"/>
              <a:gd name="GluePoint17Y" fmla="*/ 651830 h 733815"/>
              <a:gd name="GluePoint18X" fmla="*/ 225 w 948335"/>
              <a:gd name="GluePoint18Y" fmla="*/ 732932 h 733815"/>
              <a:gd name="GluePoint19X" fmla="*/ 25376 w 948335"/>
              <a:gd name="GluePoint19Y" fmla="*/ 733742 h 733815"/>
              <a:gd name="GluePoint20X" fmla="*/ 161297 w 948335"/>
              <a:gd name="GluePoint20Y" fmla="*/ 566989 h 733815"/>
              <a:gd name="GluePoint21X" fmla="*/ 161297 w 948335"/>
              <a:gd name="GluePoint21Y" fmla="*/ 366527 h 733815"/>
              <a:gd name="GluePoint22X" fmla="*/ 233520 w 948335"/>
              <a:gd name="GluePoint22Y" fmla="*/ 281732 h 733815"/>
              <a:gd name="GluePoint23X" fmla="*/ 233520 w 948335"/>
              <a:gd name="GluePoint23Y" fmla="*/ 200209 h 733815"/>
              <a:gd name="GluePoint24X" fmla="*/ 208777 w 948335"/>
              <a:gd name="GluePoint24Y" fmla="*/ 199800 h 733815"/>
              <a:gd name="GluePoint25X" fmla="*/ 480210 w 948335"/>
              <a:gd name="GluePoint25Y" fmla="*/ 199800 h 733815"/>
              <a:gd name="GluePoint26X" fmla="*/ 344283 w 948335"/>
              <a:gd name="GluePoint26Y" fmla="*/ 366560 h 733815"/>
              <a:gd name="GluePoint27X" fmla="*/ 344283 w 948335"/>
              <a:gd name="GluePoint27Y" fmla="*/ 599045 h 733815"/>
              <a:gd name="GluePoint28X" fmla="*/ 432731 w 948335"/>
              <a:gd name="GluePoint28Y" fmla="*/ 599045 h 733815"/>
              <a:gd name="GluePoint29X" fmla="*/ 432731 w 948335"/>
              <a:gd name="GluePoint29Y" fmla="*/ 366527 h 733815"/>
              <a:gd name="GluePoint30X" fmla="*/ 505362 w 948335"/>
              <a:gd name="GluePoint30Y" fmla="*/ 281732 h 733815"/>
              <a:gd name="GluePoint31X" fmla="*/ 505362 w 948335"/>
              <a:gd name="GluePoint31Y" fmla="*/ 200209 h 733815"/>
              <a:gd name="GluePoint32X" fmla="*/ 480210 w 948335"/>
              <a:gd name="GluePoint32Y" fmla="*/ 199800 h 73381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Lst>
            <a:rect l="textAreaLeft" t="textAreaTop" r="textAreaRight" b="textAreaBottom"/>
            <a:pathLst>
              <a:path w="948335" h="733815">
                <a:moveTo>
                  <a:pt x="619905" y="599045"/>
                </a:moveTo>
                <a:lnTo>
                  <a:pt x="708360" y="599045"/>
                </a:lnTo>
                <a:lnTo>
                  <a:pt x="708360" y="175"/>
                </a:lnTo>
                <a:lnTo>
                  <a:pt x="619905" y="175"/>
                </a:lnTo>
                <a:lnTo>
                  <a:pt x="619905" y="599045"/>
                </a:lnTo>
                <a:close/>
                <a:moveTo>
                  <a:pt x="811823" y="196963"/>
                </a:moveTo>
                <a:cubicBezTo>
                  <a:pt x="795196" y="196154"/>
                  <a:pt x="774500" y="196963"/>
                  <a:pt x="753805" y="199399"/>
                </a:cubicBezTo>
                <a:lnTo>
                  <a:pt x="753805" y="281323"/>
                </a:lnTo>
                <a:cubicBezTo>
                  <a:pt x="831702" y="281323"/>
                  <a:pt x="860105" y="292732"/>
                  <a:pt x="860105" y="364907"/>
                </a:cubicBezTo>
                <a:lnTo>
                  <a:pt x="860105" y="599045"/>
                </a:lnTo>
                <a:lnTo>
                  <a:pt x="948560" y="599045"/>
                </a:lnTo>
                <a:lnTo>
                  <a:pt x="948560" y="353981"/>
                </a:lnTo>
                <a:cubicBezTo>
                  <a:pt x="948560" y="263505"/>
                  <a:pt x="897033" y="200209"/>
                  <a:pt x="811823" y="196963"/>
                </a:cubicBezTo>
                <a:close/>
                <a:moveTo>
                  <a:pt x="208777" y="199800"/>
                </a:moveTo>
                <a:cubicBezTo>
                  <a:pt x="114634" y="204671"/>
                  <a:pt x="72849" y="267152"/>
                  <a:pt x="72849" y="366560"/>
                </a:cubicBezTo>
                <a:lnTo>
                  <a:pt x="72849" y="567022"/>
                </a:lnTo>
                <a:cubicBezTo>
                  <a:pt x="72849" y="625455"/>
                  <a:pt x="61073" y="650613"/>
                  <a:pt x="225" y="651830"/>
                </a:cubicBezTo>
                <a:lnTo>
                  <a:pt x="225" y="732932"/>
                </a:lnTo>
                <a:cubicBezTo>
                  <a:pt x="7525" y="734156"/>
                  <a:pt x="19288" y="734156"/>
                  <a:pt x="25376" y="733742"/>
                </a:cubicBezTo>
                <a:cubicBezTo>
                  <a:pt x="119907" y="728068"/>
                  <a:pt x="161297" y="665179"/>
                  <a:pt x="161297" y="566989"/>
                </a:cubicBezTo>
                <a:lnTo>
                  <a:pt x="161297" y="366527"/>
                </a:lnTo>
                <a:cubicBezTo>
                  <a:pt x="161297" y="307693"/>
                  <a:pt x="172257" y="282943"/>
                  <a:pt x="233520" y="281732"/>
                </a:cubicBezTo>
                <a:lnTo>
                  <a:pt x="233520" y="200209"/>
                </a:lnTo>
                <a:cubicBezTo>
                  <a:pt x="226622" y="199399"/>
                  <a:pt x="214859" y="199399"/>
                  <a:pt x="208777" y="199800"/>
                </a:cubicBezTo>
                <a:close/>
                <a:moveTo>
                  <a:pt x="480210" y="199800"/>
                </a:moveTo>
                <a:cubicBezTo>
                  <a:pt x="386483" y="204671"/>
                  <a:pt x="344283" y="267560"/>
                  <a:pt x="344283" y="366560"/>
                </a:cubicBezTo>
                <a:lnTo>
                  <a:pt x="344283" y="599045"/>
                </a:lnTo>
                <a:lnTo>
                  <a:pt x="432731" y="599045"/>
                </a:lnTo>
                <a:lnTo>
                  <a:pt x="432731" y="366527"/>
                </a:lnTo>
                <a:cubicBezTo>
                  <a:pt x="432731" y="308094"/>
                  <a:pt x="444507" y="282943"/>
                  <a:pt x="505362" y="281732"/>
                </a:cubicBezTo>
                <a:lnTo>
                  <a:pt x="505362" y="200209"/>
                </a:lnTo>
                <a:cubicBezTo>
                  <a:pt x="498055" y="199399"/>
                  <a:pt x="486292" y="199399"/>
                  <a:pt x="480210" y="199800"/>
                </a:cubicBezTo>
                <a:close/>
              </a:path>
            </a:pathLst>
          </a:custGeom>
          <a:solidFill>
            <a:schemeClr val="accent1"/>
          </a:solidFill>
          <a:ln w="6638">
            <a:noFill/>
          </a:ln>
        </p:spPr>
        <p:style>
          <a:lnRef idx="0"/>
          <a:fillRef idx="0"/>
          <a:effectRef idx="0"/>
          <a:fontRef idx="minor"/>
        </p:style>
        <p:txBody>
          <a:bodyPr lIns="90000" tIns="45000" rIns="90000" bIns="45000" anchor="ctr">
            <a:noAutofit/>
          </a:bodyPr>
          <a:p>
            <a:endParaRPr lang="de-DE" sz="1800" b="0" u="none" strike="noStrike">
              <a:solidFill>
                <a:schemeClr val="dk1"/>
              </a:solidFill>
              <a:effectLst/>
              <a:uFillTx/>
              <a:latin typeface="SRH"/>
            </a:endParaRPr>
          </a:p>
        </p:txBody>
      </p:sp>
      <p:sp>
        <p:nvSpPr>
          <p:cNvPr id="86" name="PlaceHolder 1"/>
          <p:cNvSpPr>
            <a:spLocks noGrp="1"/>
          </p:cNvSpPr>
          <p:nvPr>
            <p:ph type="body"/>
          </p:nvPr>
        </p:nvSpPr>
        <p:spPr>
          <a:xfrm>
            <a:off x="0" y="0"/>
            <a:ext cx="12191400" cy="6857280"/>
          </a:xfrm>
          <a:prstGeom prst="rect">
            <a:avLst/>
          </a:prstGeom>
          <a:solidFill>
            <a:schemeClr val="accent1">
              <a:lumMod val="20000"/>
              <a:lumOff val="80000"/>
            </a:schemeClr>
          </a:solidFill>
          <a:ln w="0">
            <a:noFill/>
          </a:ln>
        </p:spPr>
        <p:txBody>
          <a:bodyPr lIns="90000" tIns="45000" rIns="90000" bIns="45000" anchor="t">
            <a:noAutofit/>
          </a:bodyPr>
          <a:lstStyle>
            <a:lvl1pPr indent="0" algn="l" defTabSz="914400">
              <a:lnSpc>
                <a:spcPct val="94000"/>
              </a:lnSpc>
              <a:buNone/>
              <a:tabLst>
                <a:tab pos="0" algn="l"/>
              </a:tabLst>
              <a:defRPr lang="de-DE" sz="1800" b="1" u="none" strike="noStrike">
                <a:solidFill>
                  <a:schemeClr val="lt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94000"/>
              </a:lnSpc>
              <a:buNone/>
              <a:tabLst>
                <a:tab pos="0" algn="l"/>
              </a:tabLst>
            </a:pPr>
            <a:r>
              <a:rPr lang="de-DE" sz="1800" b="1" u="none" strike="noStrike">
                <a:solidFill>
                  <a:schemeClr val="lt1"/>
                </a:solidFill>
                <a:effectLst/>
                <a:uFillTx/>
                <a:latin typeface="SRH Text"/>
              </a:rPr>
              <a:t>Click to edit the outline text format</a:t>
            </a:r>
            <a:endParaRPr lang="de-DE" sz="1800" b="1" u="none" strike="noStrike">
              <a:solidFill>
                <a:schemeClr val="lt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87" name="PlaceHolder 2"/>
          <p:cNvSpPr>
            <a:spLocks noGrp="1"/>
          </p:cNvSpPr>
          <p:nvPr>
            <p:ph type="title"/>
          </p:nvPr>
        </p:nvSpPr>
        <p:spPr>
          <a:xfrm>
            <a:off x="630000" y="1079280"/>
            <a:ext cx="7400160" cy="3017520"/>
          </a:xfrm>
          <a:prstGeom prst="rect">
            <a:avLst/>
          </a:prstGeom>
          <a:noFill/>
          <a:ln w="0">
            <a:noFill/>
          </a:ln>
        </p:spPr>
        <p:txBody>
          <a:bodyPr lIns="0" tIns="0" rIns="0" bIns="0" anchor="b">
            <a:noAutofit/>
          </a:bodyPr>
          <a:lstStyle>
            <a:lvl1pPr indent="0" algn="l" defTabSz="914400">
              <a:lnSpc>
                <a:spcPct val="100000"/>
              </a:lnSpc>
              <a:buNone/>
              <a:tabLst>
                <a:tab pos="0" algn="l"/>
              </a:tabLst>
              <a:defRPr lang="de-DE" sz="4000" b="1" u="none" strike="noStrike">
                <a:solidFill>
                  <a:schemeClr val="lt1"/>
                </a:solidFill>
                <a:effectLst/>
                <a:uFillTx/>
                <a:latin typeface="SRH Headline"/>
                <a:ea typeface="SRH Headline"/>
              </a:defRPr>
            </a:lvl1pPr>
          </a:lstStyle>
          <a:p>
            <a:pPr indent="0" algn="l" defTabSz="914400">
              <a:lnSpc>
                <a:spcPct val="100000"/>
              </a:lnSpc>
              <a:buNone/>
              <a:tabLst>
                <a:tab pos="0" algn="l"/>
              </a:tabLst>
            </a:pPr>
            <a:r>
              <a:rPr lang="de-DE" sz="4000" b="1" u="none" strike="noStrike">
                <a:solidFill>
                  <a:schemeClr val="lt1"/>
                </a:solidFill>
                <a:effectLst/>
                <a:uFillTx/>
                <a:latin typeface="SRH Headline"/>
                <a:ea typeface="SRH Headline"/>
              </a:rPr>
              <a:t>Mastertitelformat bearbeiten</a:t>
            </a:r>
            <a:endParaRPr lang="de-DE" sz="4000" b="1" u="none" strike="noStrike">
              <a:solidFill>
                <a:schemeClr val="lt1"/>
              </a:solidFill>
              <a:effectLst/>
              <a:uFillTx/>
              <a:latin typeface="SRH Headline"/>
            </a:endParaRPr>
          </a:p>
        </p:txBody>
      </p:sp>
      <p:sp>
        <p:nvSpPr>
          <p:cNvPr id="88" name="PlaceHolder 3"/>
          <p:cNvSpPr>
            <a:spLocks noGrp="1"/>
          </p:cNvSpPr>
          <p:nvPr>
            <p:ph type="body"/>
          </p:nvPr>
        </p:nvSpPr>
        <p:spPr>
          <a:xfrm>
            <a:off x="9652680" y="622080"/>
            <a:ext cx="1985400" cy="552960"/>
          </a:xfrm>
          <a:prstGeom prst="rect">
            <a:avLst/>
          </a:prstGeom>
          <a:noFill/>
          <a:ln w="0">
            <a:noFill/>
          </a:ln>
        </p:spPr>
        <p:txBody>
          <a:bodyPr lIns="0" tIns="0" rIns="0" bIns="0" anchor="t">
            <a:noAutofit/>
          </a:bodyPr>
          <a:lstStyle>
            <a:lvl1pPr indent="0" algn="l" defTabSz="914400">
              <a:lnSpc>
                <a:spcPct val="94000"/>
              </a:lnSpc>
              <a:buNone/>
              <a:tabLst>
                <a:tab pos="0" algn="l"/>
              </a:tabLst>
              <a:defRPr lang="de-DE" sz="1550" b="1" u="none" strike="noStrike">
                <a:solidFill>
                  <a:schemeClr val="lt1"/>
                </a:solidFill>
                <a:effectLst/>
                <a:uFillTx/>
                <a:latin typeface="SRH Text"/>
                <a:ea typeface="SRH Text"/>
              </a:defRPr>
            </a:lvl1pPr>
          </a:lstStyle>
          <a:p>
            <a:pPr indent="0" algn="l" defTabSz="914400">
              <a:lnSpc>
                <a:spcPct val="94000"/>
              </a:lnSpc>
              <a:buNone/>
              <a:tabLst>
                <a:tab pos="0" algn="l"/>
              </a:tabLst>
            </a:pPr>
            <a:r>
              <a:rPr lang="de-DE" sz="1550" b="1" u="none" strike="noStrike">
                <a:solidFill>
                  <a:schemeClr val="lt1"/>
                </a:solidFill>
                <a:effectLst/>
                <a:uFillTx/>
                <a:latin typeface="SRH Text"/>
                <a:ea typeface="SRH Text"/>
              </a:rPr>
              <a:t>Mastertextformat bearbeiten</a:t>
            </a:r>
            <a:endParaRPr lang="de-DE" sz="1550" b="1" u="none" strike="noStrike">
              <a:solidFill>
                <a:schemeClr val="lt1"/>
              </a:solidFill>
              <a:effectLst/>
              <a:uFillTx/>
              <a:latin typeface="SRH Text"/>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Zwischenfolie mit Bild">
    <p:bg>
      <p:bgPr>
        <a:solidFill>
          <a:srgbClr val="FFFFFF"/>
        </a:solidFill>
      </p:bgPr>
    </p:bg>
    <p:spTree>
      <p:nvGrpSpPr>
        <p:cNvPr id="1" name=""/>
        <p:cNvGrpSpPr/>
        <p:nvPr/>
      </p:nvGrpSpPr>
      <p:grpSpPr>
        <a:xfrm>
          <a:off x="0" y="0"/>
          <a:ext cx="0" cy="0"/>
          <a:chOff x="0" y="0"/>
          <a:chExt cx="0" cy="0"/>
        </a:xfrm>
      </p:grpSpPr>
      <p:sp>
        <p:nvSpPr>
          <p:cNvPr id="89" name="Freihandform: Form 11" hidden="1"/>
          <p:cNvSpPr/>
          <p:nvPr/>
        </p:nvSpPr>
        <p:spPr>
          <a:xfrm>
            <a:off x="10878480" y="361080"/>
            <a:ext cx="947520" cy="732960"/>
          </a:xfrm>
          <a:custGeom>
            <a:avLst/>
            <a:gdLst>
              <a:gd name="textAreaLeft" fmla="*/ 0 w 947520"/>
              <a:gd name="textAreaRight" fmla="*/ 948240 w 947520"/>
              <a:gd name="textAreaTop" fmla="*/ 0 h 732960"/>
              <a:gd name="textAreaBottom" fmla="*/ 733680 h 732960"/>
              <a:gd name="GluePoint1X" fmla="*/ 619905 w 948335"/>
              <a:gd name="GluePoint1Y" fmla="*/ 599045 h 733815"/>
              <a:gd name="GluePoint2X" fmla="*/ 708360 w 948335"/>
              <a:gd name="GluePoint2Y" fmla="*/ 599045 h 733815"/>
              <a:gd name="GluePoint3X" fmla="*/ 708360 w 948335"/>
              <a:gd name="GluePoint3Y" fmla="*/ 175 h 733815"/>
              <a:gd name="GluePoint4X" fmla="*/ 619905 w 948335"/>
              <a:gd name="GluePoint4Y" fmla="*/ 175 h 733815"/>
              <a:gd name="GluePoint5X" fmla="*/ 619905 w 948335"/>
              <a:gd name="GluePoint5Y" fmla="*/ 599045 h 733815"/>
              <a:gd name="GluePoint6X" fmla="*/ 811823 w 948335"/>
              <a:gd name="GluePoint6Y" fmla="*/ 196963 h 733815"/>
              <a:gd name="GluePoint7X" fmla="*/ 753805 w 948335"/>
              <a:gd name="GluePoint7Y" fmla="*/ 199399 h 733815"/>
              <a:gd name="GluePoint8X" fmla="*/ 753805 w 948335"/>
              <a:gd name="GluePoint8Y" fmla="*/ 281323 h 733815"/>
              <a:gd name="GluePoint9X" fmla="*/ 860105 w 948335"/>
              <a:gd name="GluePoint9Y" fmla="*/ 364907 h 733815"/>
              <a:gd name="GluePoint10X" fmla="*/ 860105 w 948335"/>
              <a:gd name="GluePoint10Y" fmla="*/ 599045 h 733815"/>
              <a:gd name="GluePoint11X" fmla="*/ 948560 w 948335"/>
              <a:gd name="GluePoint11Y" fmla="*/ 599045 h 733815"/>
              <a:gd name="GluePoint12X" fmla="*/ 948560 w 948335"/>
              <a:gd name="GluePoint12Y" fmla="*/ 353981 h 733815"/>
              <a:gd name="GluePoint13X" fmla="*/ 811823 w 948335"/>
              <a:gd name="GluePoint13Y" fmla="*/ 196963 h 733815"/>
              <a:gd name="GluePoint14X" fmla="*/ 208777 w 948335"/>
              <a:gd name="GluePoint14Y" fmla="*/ 199800 h 733815"/>
              <a:gd name="GluePoint15X" fmla="*/ 72849 w 948335"/>
              <a:gd name="GluePoint15Y" fmla="*/ 366560 h 733815"/>
              <a:gd name="GluePoint16X" fmla="*/ 72849 w 948335"/>
              <a:gd name="GluePoint16Y" fmla="*/ 567022 h 733815"/>
              <a:gd name="GluePoint17X" fmla="*/ 225 w 948335"/>
              <a:gd name="GluePoint17Y" fmla="*/ 651830 h 733815"/>
              <a:gd name="GluePoint18X" fmla="*/ 225 w 948335"/>
              <a:gd name="GluePoint18Y" fmla="*/ 732932 h 733815"/>
              <a:gd name="GluePoint19X" fmla="*/ 25376 w 948335"/>
              <a:gd name="GluePoint19Y" fmla="*/ 733742 h 733815"/>
              <a:gd name="GluePoint20X" fmla="*/ 161297 w 948335"/>
              <a:gd name="GluePoint20Y" fmla="*/ 566989 h 733815"/>
              <a:gd name="GluePoint21X" fmla="*/ 161297 w 948335"/>
              <a:gd name="GluePoint21Y" fmla="*/ 366527 h 733815"/>
              <a:gd name="GluePoint22X" fmla="*/ 233520 w 948335"/>
              <a:gd name="GluePoint22Y" fmla="*/ 281732 h 733815"/>
              <a:gd name="GluePoint23X" fmla="*/ 233520 w 948335"/>
              <a:gd name="GluePoint23Y" fmla="*/ 200209 h 733815"/>
              <a:gd name="GluePoint24X" fmla="*/ 208777 w 948335"/>
              <a:gd name="GluePoint24Y" fmla="*/ 199800 h 733815"/>
              <a:gd name="GluePoint25X" fmla="*/ 480210 w 948335"/>
              <a:gd name="GluePoint25Y" fmla="*/ 199800 h 733815"/>
              <a:gd name="GluePoint26X" fmla="*/ 344283 w 948335"/>
              <a:gd name="GluePoint26Y" fmla="*/ 366560 h 733815"/>
              <a:gd name="GluePoint27X" fmla="*/ 344283 w 948335"/>
              <a:gd name="GluePoint27Y" fmla="*/ 599045 h 733815"/>
              <a:gd name="GluePoint28X" fmla="*/ 432731 w 948335"/>
              <a:gd name="GluePoint28Y" fmla="*/ 599045 h 733815"/>
              <a:gd name="GluePoint29X" fmla="*/ 432731 w 948335"/>
              <a:gd name="GluePoint29Y" fmla="*/ 366527 h 733815"/>
              <a:gd name="GluePoint30X" fmla="*/ 505362 w 948335"/>
              <a:gd name="GluePoint30Y" fmla="*/ 281732 h 733815"/>
              <a:gd name="GluePoint31X" fmla="*/ 505362 w 948335"/>
              <a:gd name="GluePoint31Y" fmla="*/ 200209 h 733815"/>
              <a:gd name="GluePoint32X" fmla="*/ 480210 w 948335"/>
              <a:gd name="GluePoint32Y" fmla="*/ 199800 h 73381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Lst>
            <a:rect l="textAreaLeft" t="textAreaTop" r="textAreaRight" b="textAreaBottom"/>
            <a:pathLst>
              <a:path w="948335" h="733815">
                <a:moveTo>
                  <a:pt x="619905" y="599045"/>
                </a:moveTo>
                <a:lnTo>
                  <a:pt x="708360" y="599045"/>
                </a:lnTo>
                <a:lnTo>
                  <a:pt x="708360" y="175"/>
                </a:lnTo>
                <a:lnTo>
                  <a:pt x="619905" y="175"/>
                </a:lnTo>
                <a:lnTo>
                  <a:pt x="619905" y="599045"/>
                </a:lnTo>
                <a:close/>
                <a:moveTo>
                  <a:pt x="811823" y="196963"/>
                </a:moveTo>
                <a:cubicBezTo>
                  <a:pt x="795196" y="196154"/>
                  <a:pt x="774500" y="196963"/>
                  <a:pt x="753805" y="199399"/>
                </a:cubicBezTo>
                <a:lnTo>
                  <a:pt x="753805" y="281323"/>
                </a:lnTo>
                <a:cubicBezTo>
                  <a:pt x="831702" y="281323"/>
                  <a:pt x="860105" y="292732"/>
                  <a:pt x="860105" y="364907"/>
                </a:cubicBezTo>
                <a:lnTo>
                  <a:pt x="860105" y="599045"/>
                </a:lnTo>
                <a:lnTo>
                  <a:pt x="948560" y="599045"/>
                </a:lnTo>
                <a:lnTo>
                  <a:pt x="948560" y="353981"/>
                </a:lnTo>
                <a:cubicBezTo>
                  <a:pt x="948560" y="263505"/>
                  <a:pt x="897033" y="200209"/>
                  <a:pt x="811823" y="196963"/>
                </a:cubicBezTo>
                <a:close/>
                <a:moveTo>
                  <a:pt x="208777" y="199800"/>
                </a:moveTo>
                <a:cubicBezTo>
                  <a:pt x="114634" y="204671"/>
                  <a:pt x="72849" y="267152"/>
                  <a:pt x="72849" y="366560"/>
                </a:cubicBezTo>
                <a:lnTo>
                  <a:pt x="72849" y="567022"/>
                </a:lnTo>
                <a:cubicBezTo>
                  <a:pt x="72849" y="625455"/>
                  <a:pt x="61073" y="650613"/>
                  <a:pt x="225" y="651830"/>
                </a:cubicBezTo>
                <a:lnTo>
                  <a:pt x="225" y="732932"/>
                </a:lnTo>
                <a:cubicBezTo>
                  <a:pt x="7525" y="734156"/>
                  <a:pt x="19288" y="734156"/>
                  <a:pt x="25376" y="733742"/>
                </a:cubicBezTo>
                <a:cubicBezTo>
                  <a:pt x="119907" y="728068"/>
                  <a:pt x="161297" y="665179"/>
                  <a:pt x="161297" y="566989"/>
                </a:cubicBezTo>
                <a:lnTo>
                  <a:pt x="161297" y="366527"/>
                </a:lnTo>
                <a:cubicBezTo>
                  <a:pt x="161297" y="307693"/>
                  <a:pt x="172257" y="282943"/>
                  <a:pt x="233520" y="281732"/>
                </a:cubicBezTo>
                <a:lnTo>
                  <a:pt x="233520" y="200209"/>
                </a:lnTo>
                <a:cubicBezTo>
                  <a:pt x="226622" y="199399"/>
                  <a:pt x="214859" y="199399"/>
                  <a:pt x="208777" y="199800"/>
                </a:cubicBezTo>
                <a:close/>
                <a:moveTo>
                  <a:pt x="480210" y="199800"/>
                </a:moveTo>
                <a:cubicBezTo>
                  <a:pt x="386483" y="204671"/>
                  <a:pt x="344283" y="267560"/>
                  <a:pt x="344283" y="366560"/>
                </a:cubicBezTo>
                <a:lnTo>
                  <a:pt x="344283" y="599045"/>
                </a:lnTo>
                <a:lnTo>
                  <a:pt x="432731" y="599045"/>
                </a:lnTo>
                <a:lnTo>
                  <a:pt x="432731" y="366527"/>
                </a:lnTo>
                <a:cubicBezTo>
                  <a:pt x="432731" y="308094"/>
                  <a:pt x="444507" y="282943"/>
                  <a:pt x="505362" y="281732"/>
                </a:cubicBezTo>
                <a:lnTo>
                  <a:pt x="505362" y="200209"/>
                </a:lnTo>
                <a:cubicBezTo>
                  <a:pt x="498055" y="199399"/>
                  <a:pt x="486292" y="199399"/>
                  <a:pt x="480210" y="199800"/>
                </a:cubicBezTo>
                <a:close/>
              </a:path>
            </a:pathLst>
          </a:custGeom>
          <a:solidFill>
            <a:schemeClr val="accent1"/>
          </a:solidFill>
          <a:ln w="6638">
            <a:noFill/>
          </a:ln>
        </p:spPr>
        <p:style>
          <a:lnRef idx="0"/>
          <a:fillRef idx="0"/>
          <a:effectRef idx="0"/>
          <a:fontRef idx="minor"/>
        </p:style>
        <p:txBody>
          <a:bodyPr lIns="90000" tIns="45000" rIns="90000" bIns="45000" anchor="ctr">
            <a:noAutofit/>
          </a:bodyPr>
          <a:p>
            <a:endParaRPr lang="de-DE" sz="1800" b="0" u="none" strike="noStrike">
              <a:solidFill>
                <a:schemeClr val="dk1"/>
              </a:solidFill>
              <a:effectLst/>
              <a:uFillTx/>
              <a:latin typeface="SRH"/>
            </a:endParaRPr>
          </a:p>
        </p:txBody>
      </p:sp>
      <p:sp>
        <p:nvSpPr>
          <p:cNvPr id="90" name="PlaceHolder 1"/>
          <p:cNvSpPr>
            <a:spLocks noGrp="1"/>
          </p:cNvSpPr>
          <p:nvPr>
            <p:ph type="body"/>
          </p:nvPr>
        </p:nvSpPr>
        <p:spPr>
          <a:xfrm>
            <a:off x="0" y="0"/>
            <a:ext cx="12191400" cy="6857280"/>
          </a:xfrm>
          <a:prstGeom prst="rect">
            <a:avLst/>
          </a:prstGeom>
          <a:solidFill>
            <a:schemeClr val="accent1">
              <a:lumMod val="20000"/>
              <a:lumOff val="80000"/>
            </a:schemeClr>
          </a:solidFill>
          <a:ln w="0">
            <a:noFill/>
          </a:ln>
        </p:spPr>
        <p:txBody>
          <a:bodyPr lIns="90000" tIns="45000" rIns="90000" bIns="45000" anchor="t">
            <a:noAutofit/>
          </a:bodyPr>
          <a:lstStyle>
            <a:lvl1pPr indent="0" algn="l" defTabSz="914400">
              <a:lnSpc>
                <a:spcPct val="98000"/>
              </a:lnSpc>
              <a:buNone/>
              <a:tabLst>
                <a:tab pos="0" algn="l"/>
              </a:tabLst>
              <a:defRPr lang="de-DE" sz="1800" b="1" u="none" strike="noStrike">
                <a:solidFill>
                  <a:schemeClr val="lt1"/>
                </a:solidFill>
                <a:effectLst/>
                <a:uFillTx/>
                <a:latin typeface="SRH Headline"/>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98000"/>
              </a:lnSpc>
              <a:buNone/>
              <a:tabLst>
                <a:tab pos="0" algn="l"/>
              </a:tabLst>
            </a:pPr>
            <a:r>
              <a:rPr lang="de-DE" sz="1800" b="1" u="none" strike="noStrike">
                <a:solidFill>
                  <a:schemeClr val="lt1"/>
                </a:solidFill>
                <a:effectLst/>
                <a:uFillTx/>
                <a:latin typeface="SRH Headline"/>
              </a:rPr>
              <a:t>Click to edit the outline text format</a:t>
            </a:r>
            <a:endParaRPr lang="de-DE" sz="1800" b="1" u="none" strike="noStrike">
              <a:solidFill>
                <a:schemeClr val="lt1"/>
              </a:solidFill>
              <a:effectLst/>
              <a:uFillTx/>
              <a:latin typeface="SRH Headline"/>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91" name="PlaceHolder 2"/>
          <p:cNvSpPr>
            <a:spLocks noGrp="1"/>
          </p:cNvSpPr>
          <p:nvPr>
            <p:ph type="title"/>
          </p:nvPr>
        </p:nvSpPr>
        <p:spPr>
          <a:xfrm>
            <a:off x="360000" y="616680"/>
            <a:ext cx="7642080" cy="2516040"/>
          </a:xfrm>
          <a:prstGeom prst="rect">
            <a:avLst/>
          </a:prstGeom>
          <a:noFill/>
          <a:ln w="0">
            <a:noFill/>
          </a:ln>
        </p:spPr>
        <p:txBody>
          <a:bodyPr lIns="0" tIns="0" rIns="0" bIns="0" anchor="b">
            <a:noAutofit/>
          </a:bodyPr>
          <a:lstStyle>
            <a:lvl1pPr indent="0" algn="l" defTabSz="914400">
              <a:lnSpc>
                <a:spcPct val="98000"/>
              </a:lnSpc>
              <a:buNone/>
              <a:tabLst>
                <a:tab pos="0" algn="l"/>
              </a:tabLst>
              <a:defRPr lang="de-DE" sz="4800" b="1" u="none" strike="noStrike">
                <a:solidFill>
                  <a:schemeClr val="accent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accent1"/>
                </a:solidFill>
                <a:effectLst/>
                <a:uFillTx/>
                <a:latin typeface="SRH Headline"/>
                <a:ea typeface="SRH Headline"/>
              </a:rPr>
              <a:t>Mastertitelformat bearbeiten</a:t>
            </a:r>
            <a:endParaRPr lang="de-DE" sz="4800" b="1" u="none" strike="noStrike">
              <a:solidFill>
                <a:schemeClr val="accent1"/>
              </a:solidFill>
              <a:effectLst/>
              <a:uFillTx/>
              <a:latin typeface="SRH Headline"/>
            </a:endParaRPr>
          </a:p>
        </p:txBody>
      </p:sp>
      <p:sp>
        <p:nvSpPr>
          <p:cNvPr id="92" name="PlaceHolder 3"/>
          <p:cNvSpPr>
            <a:spLocks noGrp="1"/>
          </p:cNvSpPr>
          <p:nvPr>
            <p:ph type="body"/>
          </p:nvPr>
        </p:nvSpPr>
        <p:spPr>
          <a:xfrm>
            <a:off x="360000" y="3124800"/>
            <a:ext cx="7642080" cy="2516040"/>
          </a:xfrm>
          <a:prstGeom prst="rect">
            <a:avLst/>
          </a:prstGeom>
          <a:noFill/>
          <a:ln w="0">
            <a:noFill/>
          </a:ln>
        </p:spPr>
        <p:txBody>
          <a:bodyPr lIns="0" tIns="0" rIns="0" bIns="0" anchor="t">
            <a:noAutofit/>
          </a:bodyPr>
          <a:lstStyle>
            <a:lvl1pPr indent="0" algn="l" defTabSz="914400">
              <a:lnSpc>
                <a:spcPct val="98000"/>
              </a:lnSpc>
              <a:buNone/>
              <a:tabLst>
                <a:tab pos="0" algn="l"/>
              </a:tabLst>
              <a:defRPr lang="de-DE" sz="4800" b="1" u="none" strike="noStrike">
                <a:solidFill>
                  <a:schemeClr val="lt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lt1"/>
                </a:solidFill>
                <a:effectLst/>
                <a:uFillTx/>
                <a:latin typeface="SRH Headline"/>
                <a:ea typeface="SRH Headline"/>
              </a:rPr>
              <a:t>Mastertextformat bearbeiten</a:t>
            </a:r>
            <a:endParaRPr lang="de-DE" sz="4800" b="1" u="none" strike="noStrike">
              <a:solidFill>
                <a:schemeClr val="lt1"/>
              </a:solidFill>
              <a:effectLst/>
              <a:uFillTx/>
              <a:latin typeface="SRH Headline"/>
            </a:endParaRPr>
          </a:p>
        </p:txBody>
      </p:sp>
      <p:sp>
        <p:nvSpPr>
          <p:cNvPr id="93" name="PlaceHolder 4"/>
          <p:cNvSpPr>
            <a:spLocks noGrp="1"/>
          </p:cNvSpPr>
          <p:nvPr>
            <p:ph type="dt" idx="22"/>
          </p:nvPr>
        </p:nvSpPr>
        <p:spPr>
          <a:xfrm>
            <a:off x="367560" y="6356520"/>
            <a:ext cx="873720" cy="364320"/>
          </a:xfrm>
          <a:prstGeom prst="rect">
            <a:avLst/>
          </a:prstGeom>
          <a:noFill/>
          <a:ln w="0">
            <a:noFill/>
          </a:ln>
        </p:spPr>
        <p:txBody>
          <a:bodyPr lIns="0" tIns="0" rIns="0" bIns="0" anchor="ctr">
            <a:noAutofit/>
          </a:bodyPr>
          <a:lstStyle>
            <a:lvl1pPr indent="0" algn="l" defTabSz="914400">
              <a:lnSpc>
                <a:spcPct val="100000"/>
              </a:lnSpc>
              <a:buNone/>
              <a:tabLst>
                <a:tab pos="0" algn="l"/>
              </a:tabLst>
              <a:defRPr lang="en-CA" sz="900" b="1" u="none" strike="noStrike">
                <a:solidFill>
                  <a:schemeClr val="lt1"/>
                </a:solidFill>
                <a:effectLst/>
                <a:uFillTx/>
                <a:latin typeface="SRH Text"/>
                <a:ea typeface="SRH Text"/>
              </a:defRPr>
            </a:lvl1pPr>
          </a:lstStyle>
          <a:p>
            <a:pPr indent="0" algn="l" defTabSz="914400">
              <a:lnSpc>
                <a:spcPct val="100000"/>
              </a:lnSpc>
              <a:buNone/>
              <a:tabLst>
                <a:tab pos="0" algn="l"/>
              </a:tabLst>
            </a:pPr>
            <a:r>
              <a:rPr lang="en-CA" sz="900" b="1" u="none" strike="noStrike">
                <a:solidFill>
                  <a:schemeClr val="lt1"/>
                </a:solidFill>
                <a:effectLst/>
                <a:uFillTx/>
                <a:latin typeface="SRH Text"/>
                <a:ea typeface="SRH Text"/>
              </a:rPr>
              <a:t>&lt;date/time&gt;</a:t>
            </a:r>
            <a:endParaRPr lang="en-US" sz="900" b="0" u="none" strike="noStrike">
              <a:solidFill>
                <a:srgbClr val="000000"/>
              </a:solidFill>
              <a:effectLst/>
              <a:uFillTx/>
              <a:latin typeface="Times New Roman"/>
            </a:endParaRPr>
          </a:p>
        </p:txBody>
      </p:sp>
      <p:sp>
        <p:nvSpPr>
          <p:cNvPr id="94" name="PlaceHolder 5"/>
          <p:cNvSpPr>
            <a:spLocks noGrp="1"/>
          </p:cNvSpPr>
          <p:nvPr>
            <p:ph type="ftr" idx="23"/>
          </p:nvPr>
        </p:nvSpPr>
        <p:spPr>
          <a:xfrm>
            <a:off x="1319760" y="6356520"/>
            <a:ext cx="6495120" cy="364320"/>
          </a:xfrm>
          <a:prstGeom prst="rect">
            <a:avLst/>
          </a:prstGeom>
          <a:noFill/>
          <a:ln w="0">
            <a:noFill/>
          </a:ln>
        </p:spPr>
        <p:txBody>
          <a:bodyPr lIns="0" tIns="0" rIns="0" bIns="0" anchor="ctr">
            <a:noAutofit/>
          </a:bodyPr>
          <a:lstStyle>
            <a:lvl1pPr indent="0" algn="l" defTabSz="914400">
              <a:lnSpc>
                <a:spcPct val="100000"/>
              </a:lnSpc>
              <a:buNone/>
              <a:tabLst>
                <a:tab pos="0" algn="l"/>
              </a:tabLst>
              <a:defRPr lang="de-DE" sz="900" b="1" u="none" strike="noStrike">
                <a:solidFill>
                  <a:schemeClr val="lt1"/>
                </a:solidFill>
                <a:effectLst/>
                <a:uFillTx/>
                <a:latin typeface="SRH Text"/>
                <a:ea typeface="SRH Text"/>
              </a:defRPr>
            </a:lvl1pPr>
          </a:lstStyle>
          <a:p>
            <a:pPr indent="0" algn="l" defTabSz="914400">
              <a:lnSpc>
                <a:spcPct val="100000"/>
              </a:lnSpc>
              <a:buNone/>
              <a:tabLst>
                <a:tab pos="0" algn="l"/>
              </a:tabLst>
            </a:pPr>
            <a:r>
              <a:rPr lang="de-DE" sz="900" b="1" u="none" strike="noStrike">
                <a:solidFill>
                  <a:schemeClr val="lt1"/>
                </a:solidFill>
                <a:effectLst/>
                <a:uFillTx/>
                <a:latin typeface="SRH Text"/>
                <a:ea typeface="SRH Text"/>
              </a:rPr>
              <a:t>&lt;footer&gt;</a:t>
            </a:r>
            <a:endParaRPr lang="en-US" sz="900" b="0" u="none" strike="noStrike">
              <a:solidFill>
                <a:srgbClr val="000000"/>
              </a:solidFill>
              <a:effectLst/>
              <a:uFillTx/>
              <a:latin typeface="Times New Roman"/>
            </a:endParaRPr>
          </a:p>
        </p:txBody>
      </p:sp>
      <p:sp>
        <p:nvSpPr>
          <p:cNvPr id="95" name="PlaceHolder 6"/>
          <p:cNvSpPr>
            <a:spLocks noGrp="1"/>
          </p:cNvSpPr>
          <p:nvPr>
            <p:ph type="sldNum" idx="24"/>
          </p:nvPr>
        </p:nvSpPr>
        <p:spPr>
          <a:xfrm>
            <a:off x="11146680" y="6364800"/>
            <a:ext cx="679320" cy="364320"/>
          </a:xfrm>
          <a:prstGeom prst="rect">
            <a:avLst/>
          </a:prstGeom>
          <a:noFill/>
          <a:ln w="0">
            <a:noFill/>
          </a:ln>
        </p:spPr>
        <p:txBody>
          <a:bodyPr lIns="0" tIns="0" rIns="0" bIns="0" anchor="ctr">
            <a:noAutofit/>
          </a:bodyPr>
          <a:lstStyle>
            <a:lvl1pPr indent="0" algn="r" defTabSz="914400">
              <a:lnSpc>
                <a:spcPct val="100000"/>
              </a:lnSpc>
              <a:buNone/>
              <a:tabLst>
                <a:tab pos="0" algn="l"/>
              </a:tabLst>
              <a:defRPr lang="de-DE" sz="1550" b="1" u="none" strike="noStrike">
                <a:solidFill>
                  <a:schemeClr val="lt1"/>
                </a:solidFill>
                <a:effectLst/>
                <a:uFillTx/>
                <a:latin typeface="SRH Text"/>
                <a:ea typeface="SRH Text"/>
              </a:defRPr>
            </a:lvl1pPr>
          </a:lstStyle>
          <a:p>
            <a:pPr indent="0" algn="r" defTabSz="914400">
              <a:lnSpc>
                <a:spcPct val="100000"/>
              </a:lnSpc>
              <a:buNone/>
              <a:tabLst>
                <a:tab pos="0" algn="l"/>
              </a:tabLst>
            </a:pPr>
            <a:fld id="{FB205665-1751-4FC5-B0B8-45ADB3528565}" type="slidenum">
              <a:rPr lang="de-DE" sz="1550" b="1" u="none" strike="noStrike">
                <a:solidFill>
                  <a:schemeClr val="lt1"/>
                </a:solidFill>
                <a:effectLst/>
                <a:uFillTx/>
                <a:latin typeface="SRH Text"/>
                <a:ea typeface="SRH Text"/>
              </a:rPr>
              <a:t>&lt;number&gt;</a:t>
            </a:fld>
            <a:endParaRPr lang="en-US" sz="1550" b="0" u="none" strike="noStrike">
              <a:solidFill>
                <a:srgbClr val="000000"/>
              </a:solidFill>
              <a:effectLst/>
              <a:uFillTx/>
              <a:latin typeface="Times New Roman"/>
            </a:endParaRPr>
          </a:p>
        </p:txBody>
      </p:sp>
      <p:sp>
        <p:nvSpPr>
          <p:cNvPr id="96" name="PlaceHolder 7"/>
          <p:cNvSpPr>
            <a:spLocks noGrp="1"/>
          </p:cNvSpPr>
          <p:nvPr>
            <p:ph type="body"/>
          </p:nvPr>
        </p:nvSpPr>
        <p:spPr>
          <a:xfrm>
            <a:off x="10877400" y="358920"/>
            <a:ext cx="950040" cy="736200"/>
          </a:xfrm>
          <a:prstGeom prst="rect">
            <a:avLst/>
          </a:prstGeom>
          <a:blipFill rotWithShape="0">
            <a:blip r:embed="rId2">
              <a:extLst>
                <a:ext uri="{96DAC541-7B7A-43D3-8B79-37D633B846F1}">
                  <asvg:svgBlip xmlns:asvg="http://schemas.microsoft.com/office/drawing/2016/SVG/main" r:embed="rId3"/>
                </a:ext>
              </a:extLst>
            </a:blip>
            <a:stretch/>
          </a:blipFill>
          <a:ln w="0">
            <a:noFill/>
          </a:ln>
        </p:spPr>
        <p:txBody>
          <a:bodyPr lIns="90000" tIns="45000" rIns="90000" bIns="45000" anchor="t">
            <a:normAutofit fontScale="25000" lnSpcReduction="19999"/>
          </a:bodyPr>
          <a:lstStyle>
            <a:lvl1pPr indent="0" algn="l" defTabSz="914400">
              <a:lnSpc>
                <a:spcPct val="98000"/>
              </a:lnSpc>
              <a:buNone/>
              <a:tabLst>
                <a:tab pos="0" algn="l"/>
              </a:tabLst>
              <a:defRPr lang="de-DE" sz="100" b="1" u="none" strike="noStrike">
                <a:solidFill>
                  <a:schemeClr val="lt1"/>
                </a:solidFill>
                <a:effectLst/>
                <a:uFillTx/>
                <a:latin typeface="SRH Headline"/>
              </a:defRPr>
            </a:lvl1pPr>
            <a:lvl2pPr lvl="1" algn="l" defTabSz="914400">
              <a:lnSpc>
                <a:spcPct val="110000"/>
              </a:lnSpc>
              <a:spcBef>
                <a:spcPts val="1199"/>
              </a:spcBef>
              <a:buClr>
                <a:srgbClr val="000000"/>
              </a:buClr>
              <a:buSzPct val="75000"/>
              <a:buFont typeface="Symbol" charset="2"/>
              <a:buChar char=""/>
              <a:tabLst>
                <a:tab pos="0" algn="l"/>
              </a:tabLst>
              <a:defRPr lang="de-DE" sz="1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00" b="1" u="none" strike="noStrike">
                <a:solidFill>
                  <a:schemeClr val="accent1"/>
                </a:solidFill>
                <a:effectLst/>
                <a:uFillTx/>
                <a:latin typeface="SRH Headline"/>
              </a:defRPr>
            </a:lvl7pPr>
          </a:lstStyle>
          <a:p>
            <a:pPr indent="0" algn="l" defTabSz="914400">
              <a:lnSpc>
                <a:spcPct val="98000"/>
              </a:lnSpc>
              <a:buNone/>
              <a:tabLst>
                <a:tab pos="0" algn="l"/>
              </a:tabLst>
            </a:pPr>
            <a:r>
              <a:rPr lang="de-DE" sz="100" b="1" u="none" strike="noStrike">
                <a:solidFill>
                  <a:schemeClr val="lt1"/>
                </a:solidFill>
                <a:effectLst/>
                <a:uFillTx/>
                <a:latin typeface="SRH Headline"/>
              </a:rPr>
              <a:t>Click to edit the outline text format</a:t>
            </a:r>
            <a:endParaRPr lang="de-DE" sz="100" b="1" u="none" strike="noStrike">
              <a:solidFill>
                <a:schemeClr val="lt1"/>
              </a:solidFill>
              <a:effectLst/>
              <a:uFillTx/>
              <a:latin typeface="SRH Headline"/>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00" b="0" u="none" strike="noStrike">
                <a:solidFill>
                  <a:schemeClr val="dk1"/>
                </a:solidFill>
                <a:effectLst/>
                <a:uFillTx/>
                <a:latin typeface="SRH Text"/>
              </a:rPr>
              <a:t>Second Outline Level</a:t>
            </a:r>
            <a:endParaRPr lang="de-DE" sz="1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00" b="0" u="none" strike="noStrike">
                <a:solidFill>
                  <a:schemeClr val="dk1"/>
                </a:solidFill>
                <a:effectLst/>
                <a:uFillTx/>
                <a:latin typeface="SRH Text"/>
              </a:rPr>
              <a:t>Third Outline Level</a:t>
            </a:r>
            <a:endParaRPr lang="de-DE" sz="1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00" b="1" u="none" strike="noStrike">
                <a:solidFill>
                  <a:schemeClr val="accent1"/>
                </a:solidFill>
                <a:effectLst/>
                <a:uFillTx/>
                <a:latin typeface="SRH Text"/>
              </a:rPr>
              <a:t>Fourth Outline Level</a:t>
            </a:r>
            <a:endParaRPr lang="de-DE" sz="1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00" b="1" u="none" strike="noStrike">
                <a:solidFill>
                  <a:schemeClr val="dk1"/>
                </a:solidFill>
                <a:effectLst/>
                <a:uFillTx/>
                <a:latin typeface="SRH Headline"/>
              </a:rPr>
              <a:t>Fifth Outline Level</a:t>
            </a:r>
            <a:endParaRPr lang="de-DE" sz="1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00" b="0" u="none" strike="noStrike">
                <a:solidFill>
                  <a:schemeClr val="dk1"/>
                </a:solidFill>
                <a:effectLst/>
                <a:uFillTx/>
                <a:latin typeface="SRH Headline"/>
              </a:rPr>
              <a:t>Sixth Outline Level</a:t>
            </a:r>
            <a:endParaRPr lang="de-DE" sz="1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00" b="1" u="none" strike="noStrike">
                <a:solidFill>
                  <a:schemeClr val="accent1"/>
                </a:solidFill>
                <a:effectLst/>
                <a:uFillTx/>
                <a:latin typeface="SRH Headline"/>
              </a:rPr>
              <a:t>Seventh Outline Level</a:t>
            </a:r>
            <a:endParaRPr lang="de-DE" sz="100" b="1" u="none" strike="noStrike">
              <a:solidFill>
                <a:schemeClr val="accent1"/>
              </a:solidFill>
              <a:effectLst/>
              <a:uFillTx/>
              <a:latin typeface="SRH Headline"/>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apitelfolie warm grey">
    <p:bg>
      <p:bgPr>
        <a:solidFill>
          <a:schemeClr val="lt2">
            <a:lumMod val="40000"/>
            <a:lumOff val="60000"/>
          </a:schemeClr>
        </a:solidFill>
      </p:bgPr>
    </p:bg>
    <p:spTree>
      <p:nvGrpSpPr>
        <p:cNvPr id="1" name=""/>
        <p:cNvGrpSpPr/>
        <p:nvPr/>
      </p:nvGrpSpPr>
      <p:grpSpPr>
        <a:xfrm>
          <a:off x="0" y="0"/>
          <a:ext cx="0" cy="0"/>
          <a:chOff x="0" y="0"/>
          <a:chExt cx="0" cy="0"/>
        </a:xfrm>
      </p:grpSpPr>
      <p:sp>
        <p:nvSpPr>
          <p:cNvPr id="97" name="Freihandform: Form 11"/>
          <p:cNvSpPr/>
          <p:nvPr/>
        </p:nvSpPr>
        <p:spPr>
          <a:xfrm>
            <a:off x="10878480" y="361080"/>
            <a:ext cx="947520" cy="732960"/>
          </a:xfrm>
          <a:custGeom>
            <a:avLst/>
            <a:gdLst>
              <a:gd name="textAreaLeft" fmla="*/ 0 w 947520"/>
              <a:gd name="textAreaRight" fmla="*/ 948240 w 947520"/>
              <a:gd name="textAreaTop" fmla="*/ 0 h 732960"/>
              <a:gd name="textAreaBottom" fmla="*/ 733680 h 732960"/>
              <a:gd name="GluePoint1X" fmla="*/ 619905 w 948335"/>
              <a:gd name="GluePoint1Y" fmla="*/ 599045 h 733815"/>
              <a:gd name="GluePoint2X" fmla="*/ 708360 w 948335"/>
              <a:gd name="GluePoint2Y" fmla="*/ 599045 h 733815"/>
              <a:gd name="GluePoint3X" fmla="*/ 708360 w 948335"/>
              <a:gd name="GluePoint3Y" fmla="*/ 175 h 733815"/>
              <a:gd name="GluePoint4X" fmla="*/ 619905 w 948335"/>
              <a:gd name="GluePoint4Y" fmla="*/ 175 h 733815"/>
              <a:gd name="GluePoint5X" fmla="*/ 619905 w 948335"/>
              <a:gd name="GluePoint5Y" fmla="*/ 599045 h 733815"/>
              <a:gd name="GluePoint6X" fmla="*/ 811823 w 948335"/>
              <a:gd name="GluePoint6Y" fmla="*/ 196963 h 733815"/>
              <a:gd name="GluePoint7X" fmla="*/ 753805 w 948335"/>
              <a:gd name="GluePoint7Y" fmla="*/ 199399 h 733815"/>
              <a:gd name="GluePoint8X" fmla="*/ 753805 w 948335"/>
              <a:gd name="GluePoint8Y" fmla="*/ 281323 h 733815"/>
              <a:gd name="GluePoint9X" fmla="*/ 860105 w 948335"/>
              <a:gd name="GluePoint9Y" fmla="*/ 364907 h 733815"/>
              <a:gd name="GluePoint10X" fmla="*/ 860105 w 948335"/>
              <a:gd name="GluePoint10Y" fmla="*/ 599045 h 733815"/>
              <a:gd name="GluePoint11X" fmla="*/ 948560 w 948335"/>
              <a:gd name="GluePoint11Y" fmla="*/ 599045 h 733815"/>
              <a:gd name="GluePoint12X" fmla="*/ 948560 w 948335"/>
              <a:gd name="GluePoint12Y" fmla="*/ 353981 h 733815"/>
              <a:gd name="GluePoint13X" fmla="*/ 811823 w 948335"/>
              <a:gd name="GluePoint13Y" fmla="*/ 196963 h 733815"/>
              <a:gd name="GluePoint14X" fmla="*/ 208777 w 948335"/>
              <a:gd name="GluePoint14Y" fmla="*/ 199800 h 733815"/>
              <a:gd name="GluePoint15X" fmla="*/ 72849 w 948335"/>
              <a:gd name="GluePoint15Y" fmla="*/ 366560 h 733815"/>
              <a:gd name="GluePoint16X" fmla="*/ 72849 w 948335"/>
              <a:gd name="GluePoint16Y" fmla="*/ 567022 h 733815"/>
              <a:gd name="GluePoint17X" fmla="*/ 225 w 948335"/>
              <a:gd name="GluePoint17Y" fmla="*/ 651830 h 733815"/>
              <a:gd name="GluePoint18X" fmla="*/ 225 w 948335"/>
              <a:gd name="GluePoint18Y" fmla="*/ 732932 h 733815"/>
              <a:gd name="GluePoint19X" fmla="*/ 25376 w 948335"/>
              <a:gd name="GluePoint19Y" fmla="*/ 733742 h 733815"/>
              <a:gd name="GluePoint20X" fmla="*/ 161297 w 948335"/>
              <a:gd name="GluePoint20Y" fmla="*/ 566989 h 733815"/>
              <a:gd name="GluePoint21X" fmla="*/ 161297 w 948335"/>
              <a:gd name="GluePoint21Y" fmla="*/ 366527 h 733815"/>
              <a:gd name="GluePoint22X" fmla="*/ 233520 w 948335"/>
              <a:gd name="GluePoint22Y" fmla="*/ 281732 h 733815"/>
              <a:gd name="GluePoint23X" fmla="*/ 233520 w 948335"/>
              <a:gd name="GluePoint23Y" fmla="*/ 200209 h 733815"/>
              <a:gd name="GluePoint24X" fmla="*/ 208777 w 948335"/>
              <a:gd name="GluePoint24Y" fmla="*/ 199800 h 733815"/>
              <a:gd name="GluePoint25X" fmla="*/ 480210 w 948335"/>
              <a:gd name="GluePoint25Y" fmla="*/ 199800 h 733815"/>
              <a:gd name="GluePoint26X" fmla="*/ 344283 w 948335"/>
              <a:gd name="GluePoint26Y" fmla="*/ 366560 h 733815"/>
              <a:gd name="GluePoint27X" fmla="*/ 344283 w 948335"/>
              <a:gd name="GluePoint27Y" fmla="*/ 599045 h 733815"/>
              <a:gd name="GluePoint28X" fmla="*/ 432731 w 948335"/>
              <a:gd name="GluePoint28Y" fmla="*/ 599045 h 733815"/>
              <a:gd name="GluePoint29X" fmla="*/ 432731 w 948335"/>
              <a:gd name="GluePoint29Y" fmla="*/ 366527 h 733815"/>
              <a:gd name="GluePoint30X" fmla="*/ 505362 w 948335"/>
              <a:gd name="GluePoint30Y" fmla="*/ 281732 h 733815"/>
              <a:gd name="GluePoint31X" fmla="*/ 505362 w 948335"/>
              <a:gd name="GluePoint31Y" fmla="*/ 200209 h 733815"/>
              <a:gd name="GluePoint32X" fmla="*/ 480210 w 948335"/>
              <a:gd name="GluePoint32Y" fmla="*/ 199800 h 73381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Lst>
            <a:rect l="textAreaLeft" t="textAreaTop" r="textAreaRight" b="textAreaBottom"/>
            <a:pathLst>
              <a:path w="948335" h="733815">
                <a:moveTo>
                  <a:pt x="619905" y="599045"/>
                </a:moveTo>
                <a:lnTo>
                  <a:pt x="708360" y="599045"/>
                </a:lnTo>
                <a:lnTo>
                  <a:pt x="708360" y="175"/>
                </a:lnTo>
                <a:lnTo>
                  <a:pt x="619905" y="175"/>
                </a:lnTo>
                <a:lnTo>
                  <a:pt x="619905" y="599045"/>
                </a:lnTo>
                <a:close/>
                <a:moveTo>
                  <a:pt x="811823" y="196963"/>
                </a:moveTo>
                <a:cubicBezTo>
                  <a:pt x="795196" y="196154"/>
                  <a:pt x="774500" y="196963"/>
                  <a:pt x="753805" y="199399"/>
                </a:cubicBezTo>
                <a:lnTo>
                  <a:pt x="753805" y="281323"/>
                </a:lnTo>
                <a:cubicBezTo>
                  <a:pt x="831702" y="281323"/>
                  <a:pt x="860105" y="292732"/>
                  <a:pt x="860105" y="364907"/>
                </a:cubicBezTo>
                <a:lnTo>
                  <a:pt x="860105" y="599045"/>
                </a:lnTo>
                <a:lnTo>
                  <a:pt x="948560" y="599045"/>
                </a:lnTo>
                <a:lnTo>
                  <a:pt x="948560" y="353981"/>
                </a:lnTo>
                <a:cubicBezTo>
                  <a:pt x="948560" y="263505"/>
                  <a:pt x="897033" y="200209"/>
                  <a:pt x="811823" y="196963"/>
                </a:cubicBezTo>
                <a:close/>
                <a:moveTo>
                  <a:pt x="208777" y="199800"/>
                </a:moveTo>
                <a:cubicBezTo>
                  <a:pt x="114634" y="204671"/>
                  <a:pt x="72849" y="267152"/>
                  <a:pt x="72849" y="366560"/>
                </a:cubicBezTo>
                <a:lnTo>
                  <a:pt x="72849" y="567022"/>
                </a:lnTo>
                <a:cubicBezTo>
                  <a:pt x="72849" y="625455"/>
                  <a:pt x="61073" y="650613"/>
                  <a:pt x="225" y="651830"/>
                </a:cubicBezTo>
                <a:lnTo>
                  <a:pt x="225" y="732932"/>
                </a:lnTo>
                <a:cubicBezTo>
                  <a:pt x="7525" y="734156"/>
                  <a:pt x="19288" y="734156"/>
                  <a:pt x="25376" y="733742"/>
                </a:cubicBezTo>
                <a:cubicBezTo>
                  <a:pt x="119907" y="728068"/>
                  <a:pt x="161297" y="665179"/>
                  <a:pt x="161297" y="566989"/>
                </a:cubicBezTo>
                <a:lnTo>
                  <a:pt x="161297" y="366527"/>
                </a:lnTo>
                <a:cubicBezTo>
                  <a:pt x="161297" y="307693"/>
                  <a:pt x="172257" y="282943"/>
                  <a:pt x="233520" y="281732"/>
                </a:cubicBezTo>
                <a:lnTo>
                  <a:pt x="233520" y="200209"/>
                </a:lnTo>
                <a:cubicBezTo>
                  <a:pt x="226622" y="199399"/>
                  <a:pt x="214859" y="199399"/>
                  <a:pt x="208777" y="199800"/>
                </a:cubicBezTo>
                <a:close/>
                <a:moveTo>
                  <a:pt x="480210" y="199800"/>
                </a:moveTo>
                <a:cubicBezTo>
                  <a:pt x="386483" y="204671"/>
                  <a:pt x="344283" y="267560"/>
                  <a:pt x="344283" y="366560"/>
                </a:cubicBezTo>
                <a:lnTo>
                  <a:pt x="344283" y="599045"/>
                </a:lnTo>
                <a:lnTo>
                  <a:pt x="432731" y="599045"/>
                </a:lnTo>
                <a:lnTo>
                  <a:pt x="432731" y="366527"/>
                </a:lnTo>
                <a:cubicBezTo>
                  <a:pt x="432731" y="308094"/>
                  <a:pt x="444507" y="282943"/>
                  <a:pt x="505362" y="281732"/>
                </a:cubicBezTo>
                <a:lnTo>
                  <a:pt x="505362" y="200209"/>
                </a:lnTo>
                <a:cubicBezTo>
                  <a:pt x="498055" y="199399"/>
                  <a:pt x="486292" y="199399"/>
                  <a:pt x="480210" y="199800"/>
                </a:cubicBezTo>
                <a:close/>
              </a:path>
            </a:pathLst>
          </a:custGeom>
          <a:solidFill>
            <a:schemeClr val="accent1"/>
          </a:solidFill>
          <a:ln w="6638">
            <a:noFill/>
          </a:ln>
        </p:spPr>
        <p:style>
          <a:lnRef idx="0"/>
          <a:fillRef idx="0"/>
          <a:effectRef idx="0"/>
          <a:fontRef idx="minor"/>
        </p:style>
        <p:txBody>
          <a:bodyPr lIns="90000" tIns="45000" rIns="90000" bIns="45000" anchor="ctr">
            <a:noAutofit/>
          </a:bodyPr>
          <a:p>
            <a:endParaRPr lang="de-DE" sz="1800" b="0" u="none" strike="noStrike">
              <a:solidFill>
                <a:schemeClr val="dk1"/>
              </a:solidFill>
              <a:effectLst/>
              <a:uFillTx/>
              <a:latin typeface="SRH"/>
            </a:endParaRPr>
          </a:p>
        </p:txBody>
      </p:sp>
      <p:sp>
        <p:nvSpPr>
          <p:cNvPr id="98" name="Freihandform: Form 10"/>
          <p:cNvSpPr/>
          <p:nvPr/>
        </p:nvSpPr>
        <p:spPr>
          <a:xfrm>
            <a:off x="8202960" y="2801880"/>
            <a:ext cx="3988440" cy="4055400"/>
          </a:xfrm>
          <a:custGeom>
            <a:avLst/>
            <a:gdLst>
              <a:gd name="textAreaLeft" fmla="*/ 0 w 3988440"/>
              <a:gd name="textAreaRight" fmla="*/ 3989160 w 3988440"/>
              <a:gd name="textAreaTop" fmla="*/ 0 h 4055400"/>
              <a:gd name="textAreaBottom" fmla="*/ 4056120 h 4055400"/>
              <a:gd name="GluePoint1X" fmla="*/ 3989213 w 3989213"/>
              <a:gd name="GluePoint1Y" fmla="*/ 0 h 4055962"/>
              <a:gd name="GluePoint2X" fmla="*/ 3989213 w 3989213"/>
              <a:gd name="GluePoint2Y" fmla="*/ 2389338 h 4055962"/>
              <a:gd name="GluePoint3X" fmla="*/ 3858525 w 3989213"/>
              <a:gd name="GluePoint3Y" fmla="*/ 2411278 h 4055962"/>
              <a:gd name="GluePoint4X" fmla="*/ 2529280 w 3989213"/>
              <a:gd name="GluePoint4Y" fmla="*/ 3871987 h 4055962"/>
              <a:gd name="GluePoint5X" fmla="*/ 2507974 w 3989213"/>
              <a:gd name="GluePoint5Y" fmla="*/ 4055962 h 4055962"/>
              <a:gd name="GluePoint6X" fmla="*/ 0 w 3989213"/>
              <a:gd name="GluePoint6Y" fmla="*/ 4055962 h 4055962"/>
              <a:gd name="GluePoint7X" fmla="*/ 22942 w 3989213"/>
              <a:gd name="GluePoint7Y" fmla="*/ 3789041 h 4055962"/>
              <a:gd name="GluePoint8X" fmla="*/ 3885074 w 3989213"/>
              <a:gd name="GluePoint8Y" fmla="*/ 4662 h 4055962"/>
              <a:gd name="GluePoint9X" fmla="*/ 3957883 w 3989213"/>
              <a:gd name="GluePoint9Y" fmla="*/ 933 h 40559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3989213" h="4055962">
                <a:moveTo>
                  <a:pt x="3989213" y="0"/>
                </a:moveTo>
                <a:lnTo>
                  <a:pt x="3989213" y="2389338"/>
                </a:lnTo>
                <a:lnTo>
                  <a:pt x="3858525" y="2411278"/>
                </a:lnTo>
                <a:cubicBezTo>
                  <a:pt x="2993398" y="2575443"/>
                  <a:pt x="2647939" y="3036171"/>
                  <a:pt x="2529280" y="3871987"/>
                </a:cubicBezTo>
                <a:lnTo>
                  <a:pt x="2507974" y="4055962"/>
                </a:lnTo>
                <a:lnTo>
                  <a:pt x="0" y="4055962"/>
                </a:lnTo>
                <a:lnTo>
                  <a:pt x="22942" y="3789041"/>
                </a:lnTo>
                <a:cubicBezTo>
                  <a:pt x="290736" y="1521935"/>
                  <a:pt x="1510333" y="126899"/>
                  <a:pt x="3885074" y="4662"/>
                </a:cubicBezTo>
                <a:cubicBezTo>
                  <a:pt x="3906982" y="3233"/>
                  <a:pt x="3931449" y="1983"/>
                  <a:pt x="3957883" y="933"/>
                </a:cubicBezTo>
                <a:close/>
              </a:path>
            </a:pathLst>
          </a:custGeom>
          <a:solidFill>
            <a:schemeClr val="lt1">
              <a:alpha val="25000"/>
            </a:schemeClr>
          </a:solidFill>
          <a:ln w="12700">
            <a:noFill/>
          </a:ln>
        </p:spPr>
        <p:style>
          <a:lnRef idx="0"/>
          <a:fillRef idx="0"/>
          <a:effectRef idx="0"/>
          <a:fontRef idx="minor"/>
        </p:style>
        <p:txBody>
          <a:bodyPr lIns="90000" tIns="45000" rIns="90000" bIns="45000" anchor="ctr">
            <a:noAutofit/>
          </a:bodyPr>
          <a:p>
            <a:endParaRPr lang="de-DE" sz="1800" b="0" u="none" strike="noStrike">
              <a:solidFill>
                <a:schemeClr val="dk1"/>
              </a:solidFill>
              <a:effectLst/>
              <a:uFillTx/>
              <a:latin typeface="SRH"/>
            </a:endParaRPr>
          </a:p>
        </p:txBody>
      </p:sp>
      <p:sp>
        <p:nvSpPr>
          <p:cNvPr id="99" name="PlaceHolder 1"/>
          <p:cNvSpPr>
            <a:spLocks noGrp="1"/>
          </p:cNvSpPr>
          <p:nvPr>
            <p:ph type="title" hasCustomPrompt="1"/>
          </p:nvPr>
        </p:nvSpPr>
        <p:spPr>
          <a:xfrm>
            <a:off x="360000" y="2191320"/>
            <a:ext cx="9896040" cy="1405440"/>
          </a:xfrm>
          <a:prstGeom prst="rect">
            <a:avLst/>
          </a:prstGeom>
          <a:noFill/>
          <a:ln w="0">
            <a:noFill/>
          </a:ln>
        </p:spPr>
        <p:txBody>
          <a:bodyPr lIns="0" tIns="0" rIns="0" bIns="0" anchor="t">
            <a:noAutofit/>
          </a:bodyPr>
          <a:lstStyle>
            <a:lvl1pPr indent="0" algn="l" defTabSz="914400">
              <a:lnSpc>
                <a:spcPct val="98000"/>
              </a:lnSpc>
              <a:buNone/>
              <a:tabLst>
                <a:tab pos="0" algn="l"/>
              </a:tabLst>
              <a:defRPr lang="de-DE" sz="4800" b="1" u="none" strike="noStrike">
                <a:solidFill>
                  <a:schemeClr val="dk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dk1"/>
                </a:solidFill>
                <a:effectLst/>
                <a:uFillTx/>
                <a:latin typeface="SRH Headline"/>
                <a:ea typeface="SRH Headline"/>
              </a:rPr>
              <a:t>x</a:t>
            </a:r>
            <a:endParaRPr lang="de-DE" sz="4800" b="1" u="none" strike="noStrike">
              <a:solidFill>
                <a:schemeClr val="dk1"/>
              </a:solidFill>
              <a:effectLst/>
              <a:uFillTx/>
              <a:latin typeface="SRH Headline"/>
            </a:endParaRPr>
          </a:p>
        </p:txBody>
      </p:sp>
      <p:sp>
        <p:nvSpPr>
          <p:cNvPr id="100" name="PlaceHolder 2"/>
          <p:cNvSpPr>
            <a:spLocks noGrp="1"/>
          </p:cNvSpPr>
          <p:nvPr>
            <p:ph type="body" hasCustomPrompt="1"/>
          </p:nvPr>
        </p:nvSpPr>
        <p:spPr>
          <a:xfrm>
            <a:off x="360000" y="3597120"/>
            <a:ext cx="4254480" cy="2621880"/>
          </a:xfrm>
          <a:prstGeom prst="rect">
            <a:avLst/>
          </a:prstGeom>
          <a:noFill/>
          <a:ln w="0">
            <a:noFill/>
          </a:ln>
        </p:spPr>
        <p:txBody>
          <a:bodyPr lIns="0" tIns="0" rIns="0" bIns="0" anchor="t">
            <a:noAutofit/>
          </a:bodyPr>
          <a:lstStyle>
            <a:lvl1pPr indent="0" algn="l" defTabSz="914400">
              <a:lnSpc>
                <a:spcPct val="98000"/>
              </a:lnSpc>
              <a:buNone/>
              <a:tabLst>
                <a:tab pos="0" algn="l"/>
              </a:tabLst>
              <a:defRPr lang="de-DE" sz="20000" b="1" u="none" strike="noStrike">
                <a:solidFill>
                  <a:schemeClr val="accent1"/>
                </a:solidFill>
                <a:effectLst/>
                <a:uFillTx/>
                <a:latin typeface="SRH Headline"/>
                <a:ea typeface="SRH Headline"/>
              </a:defRPr>
            </a:lvl1pPr>
          </a:lstStyle>
          <a:p>
            <a:pPr indent="0" algn="l" defTabSz="914400">
              <a:lnSpc>
                <a:spcPct val="98000"/>
              </a:lnSpc>
              <a:buNone/>
              <a:tabLst>
                <a:tab pos="0" algn="l"/>
              </a:tabLst>
            </a:pPr>
            <a:r>
              <a:rPr lang="de-DE" sz="20000" b="1" u="none" strike="noStrike">
                <a:solidFill>
                  <a:schemeClr val="accent1"/>
                </a:solidFill>
                <a:effectLst/>
                <a:uFillTx/>
                <a:latin typeface="SRH Headline"/>
                <a:ea typeface="SRH Headline"/>
              </a:rPr>
              <a:t>01</a:t>
            </a:r>
            <a:endParaRPr lang="de-DE" sz="20000" b="1" u="none" strike="noStrike">
              <a:solidFill>
                <a:schemeClr val="accent1"/>
              </a:solidFill>
              <a:effectLst/>
              <a:uFillTx/>
              <a:latin typeface="SRH Headline"/>
            </a:endParaRPr>
          </a:p>
        </p:txBody>
      </p:sp>
      <p:sp>
        <p:nvSpPr>
          <p:cNvPr id="101" name="PlaceHolder 3"/>
          <p:cNvSpPr>
            <a:spLocks noGrp="1"/>
          </p:cNvSpPr>
          <p:nvPr>
            <p:ph type="dt" idx="25"/>
          </p:nvPr>
        </p:nvSpPr>
        <p:spPr>
          <a:xfrm>
            <a:off x="367560" y="6356520"/>
            <a:ext cx="873720" cy="364320"/>
          </a:xfrm>
          <a:prstGeom prst="rect">
            <a:avLst/>
          </a:prstGeom>
          <a:noFill/>
          <a:ln w="0">
            <a:noFill/>
          </a:ln>
        </p:spPr>
        <p:txBody>
          <a:bodyPr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Text"/>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Text"/>
              </a:rPr>
              <a:t>&lt;date/time&gt;</a:t>
            </a:r>
            <a:endParaRPr lang="en-US" sz="900" b="0" u="none" strike="noStrike">
              <a:solidFill>
                <a:srgbClr val="000000"/>
              </a:solidFill>
              <a:effectLst/>
              <a:uFillTx/>
              <a:latin typeface="Times New Roman"/>
            </a:endParaRPr>
          </a:p>
        </p:txBody>
      </p:sp>
      <p:sp>
        <p:nvSpPr>
          <p:cNvPr id="102" name="PlaceHolder 4"/>
          <p:cNvSpPr>
            <a:spLocks noGrp="1"/>
          </p:cNvSpPr>
          <p:nvPr>
            <p:ph type="ftr" idx="26"/>
          </p:nvPr>
        </p:nvSpPr>
        <p:spPr>
          <a:xfrm>
            <a:off x="1319760" y="6356520"/>
            <a:ext cx="6495120" cy="364320"/>
          </a:xfrm>
          <a:prstGeom prst="rect">
            <a:avLst/>
          </a:prstGeom>
          <a:noFill/>
          <a:ln w="0">
            <a:noFill/>
          </a:ln>
        </p:spPr>
        <p:txBody>
          <a:bodyPr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Text"/>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Text"/>
              </a:rPr>
              <a:t>&lt;footer&gt;</a:t>
            </a:r>
            <a:endParaRPr lang="en-US" sz="900" b="0" u="none" strike="noStrike">
              <a:solidFill>
                <a:srgbClr val="000000"/>
              </a:solidFill>
              <a:effectLst/>
              <a:uFillTx/>
              <a:latin typeface="Times New Roman"/>
            </a:endParaRPr>
          </a:p>
        </p:txBody>
      </p:sp>
      <p:sp>
        <p:nvSpPr>
          <p:cNvPr id="103" name="PlaceHolder 5"/>
          <p:cNvSpPr>
            <a:spLocks noGrp="1"/>
          </p:cNvSpPr>
          <p:nvPr>
            <p:ph type="sldNum" idx="27"/>
          </p:nvPr>
        </p:nvSpPr>
        <p:spPr>
          <a:xfrm>
            <a:off x="11146680" y="6364800"/>
            <a:ext cx="679320" cy="364320"/>
          </a:xfrm>
          <a:prstGeom prst="rect">
            <a:avLst/>
          </a:prstGeom>
          <a:noFill/>
          <a:ln w="0">
            <a:noFill/>
          </a:ln>
        </p:spPr>
        <p:txBody>
          <a:bodyPr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Text"/>
              </a:defRPr>
            </a:lvl1pPr>
          </a:lstStyle>
          <a:p>
            <a:pPr indent="0" algn="r" defTabSz="914400">
              <a:lnSpc>
                <a:spcPct val="100000"/>
              </a:lnSpc>
              <a:buNone/>
              <a:tabLst>
                <a:tab pos="0" algn="l"/>
              </a:tabLst>
            </a:pPr>
            <a:fld id="{A1C67A61-900E-43BE-825C-7E8D291C9245}" type="slidenum">
              <a:rPr lang="de-DE" sz="1550" b="1" u="none" strike="noStrike">
                <a:solidFill>
                  <a:srgbClr val="6D7373"/>
                </a:solidFill>
                <a:effectLst/>
                <a:uFillTx/>
                <a:latin typeface="SRH Text"/>
                <a:ea typeface="SRH Text"/>
              </a:rPr>
              <a:t>&lt;number&gt;</a:t>
            </a:fld>
            <a:endParaRPr lang="en-US" sz="1550" b="0" u="none" strike="noStrike">
              <a:solidFill>
                <a:srgbClr val="000000"/>
              </a:solidFill>
              <a:effectLst/>
              <a:uFillTx/>
              <a:latin typeface="Times New Roman"/>
            </a:endParaRP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apitelfolie farbig">
    <p:bg>
      <p:bgPr>
        <a:solidFill>
          <a:schemeClr val="accent1"/>
        </a:solidFill>
      </p:bgPr>
    </p:bg>
    <p:spTree>
      <p:nvGrpSpPr>
        <p:cNvPr id="1" name=""/>
        <p:cNvGrpSpPr/>
        <p:nvPr/>
      </p:nvGrpSpPr>
      <p:grpSpPr>
        <a:xfrm>
          <a:off x="0" y="0"/>
          <a:ext cx="0" cy="0"/>
          <a:chOff x="0" y="0"/>
          <a:chExt cx="0" cy="0"/>
        </a:xfrm>
      </p:grpSpPr>
      <p:sp>
        <p:nvSpPr>
          <p:cNvPr id="104" name="Freihandform: Form 11" hidden="1"/>
          <p:cNvSpPr/>
          <p:nvPr/>
        </p:nvSpPr>
        <p:spPr>
          <a:xfrm>
            <a:off x="10878480" y="361080"/>
            <a:ext cx="947520" cy="732960"/>
          </a:xfrm>
          <a:custGeom>
            <a:avLst/>
            <a:gdLst>
              <a:gd name="textAreaLeft" fmla="*/ 0 w 947520"/>
              <a:gd name="textAreaRight" fmla="*/ 948240 w 947520"/>
              <a:gd name="textAreaTop" fmla="*/ 0 h 732960"/>
              <a:gd name="textAreaBottom" fmla="*/ 733680 h 732960"/>
              <a:gd name="GluePoint1X" fmla="*/ 619905 w 948335"/>
              <a:gd name="GluePoint1Y" fmla="*/ 599045 h 733815"/>
              <a:gd name="GluePoint2X" fmla="*/ 708360 w 948335"/>
              <a:gd name="GluePoint2Y" fmla="*/ 599045 h 733815"/>
              <a:gd name="GluePoint3X" fmla="*/ 708360 w 948335"/>
              <a:gd name="GluePoint3Y" fmla="*/ 175 h 733815"/>
              <a:gd name="GluePoint4X" fmla="*/ 619905 w 948335"/>
              <a:gd name="GluePoint4Y" fmla="*/ 175 h 733815"/>
              <a:gd name="GluePoint5X" fmla="*/ 619905 w 948335"/>
              <a:gd name="GluePoint5Y" fmla="*/ 599045 h 733815"/>
              <a:gd name="GluePoint6X" fmla="*/ 811823 w 948335"/>
              <a:gd name="GluePoint6Y" fmla="*/ 196963 h 733815"/>
              <a:gd name="GluePoint7X" fmla="*/ 753805 w 948335"/>
              <a:gd name="GluePoint7Y" fmla="*/ 199399 h 733815"/>
              <a:gd name="GluePoint8X" fmla="*/ 753805 w 948335"/>
              <a:gd name="GluePoint8Y" fmla="*/ 281323 h 733815"/>
              <a:gd name="GluePoint9X" fmla="*/ 860105 w 948335"/>
              <a:gd name="GluePoint9Y" fmla="*/ 364907 h 733815"/>
              <a:gd name="GluePoint10X" fmla="*/ 860105 w 948335"/>
              <a:gd name="GluePoint10Y" fmla="*/ 599045 h 733815"/>
              <a:gd name="GluePoint11X" fmla="*/ 948560 w 948335"/>
              <a:gd name="GluePoint11Y" fmla="*/ 599045 h 733815"/>
              <a:gd name="GluePoint12X" fmla="*/ 948560 w 948335"/>
              <a:gd name="GluePoint12Y" fmla="*/ 353981 h 733815"/>
              <a:gd name="GluePoint13X" fmla="*/ 811823 w 948335"/>
              <a:gd name="GluePoint13Y" fmla="*/ 196963 h 733815"/>
              <a:gd name="GluePoint14X" fmla="*/ 208777 w 948335"/>
              <a:gd name="GluePoint14Y" fmla="*/ 199800 h 733815"/>
              <a:gd name="GluePoint15X" fmla="*/ 72849 w 948335"/>
              <a:gd name="GluePoint15Y" fmla="*/ 366560 h 733815"/>
              <a:gd name="GluePoint16X" fmla="*/ 72849 w 948335"/>
              <a:gd name="GluePoint16Y" fmla="*/ 567022 h 733815"/>
              <a:gd name="GluePoint17X" fmla="*/ 225 w 948335"/>
              <a:gd name="GluePoint17Y" fmla="*/ 651830 h 733815"/>
              <a:gd name="GluePoint18X" fmla="*/ 225 w 948335"/>
              <a:gd name="GluePoint18Y" fmla="*/ 732932 h 733815"/>
              <a:gd name="GluePoint19X" fmla="*/ 25376 w 948335"/>
              <a:gd name="GluePoint19Y" fmla="*/ 733742 h 733815"/>
              <a:gd name="GluePoint20X" fmla="*/ 161297 w 948335"/>
              <a:gd name="GluePoint20Y" fmla="*/ 566989 h 733815"/>
              <a:gd name="GluePoint21X" fmla="*/ 161297 w 948335"/>
              <a:gd name="GluePoint21Y" fmla="*/ 366527 h 733815"/>
              <a:gd name="GluePoint22X" fmla="*/ 233520 w 948335"/>
              <a:gd name="GluePoint22Y" fmla="*/ 281732 h 733815"/>
              <a:gd name="GluePoint23X" fmla="*/ 233520 w 948335"/>
              <a:gd name="GluePoint23Y" fmla="*/ 200209 h 733815"/>
              <a:gd name="GluePoint24X" fmla="*/ 208777 w 948335"/>
              <a:gd name="GluePoint24Y" fmla="*/ 199800 h 733815"/>
              <a:gd name="GluePoint25X" fmla="*/ 480210 w 948335"/>
              <a:gd name="GluePoint25Y" fmla="*/ 199800 h 733815"/>
              <a:gd name="GluePoint26X" fmla="*/ 344283 w 948335"/>
              <a:gd name="GluePoint26Y" fmla="*/ 366560 h 733815"/>
              <a:gd name="GluePoint27X" fmla="*/ 344283 w 948335"/>
              <a:gd name="GluePoint27Y" fmla="*/ 599045 h 733815"/>
              <a:gd name="GluePoint28X" fmla="*/ 432731 w 948335"/>
              <a:gd name="GluePoint28Y" fmla="*/ 599045 h 733815"/>
              <a:gd name="GluePoint29X" fmla="*/ 432731 w 948335"/>
              <a:gd name="GluePoint29Y" fmla="*/ 366527 h 733815"/>
              <a:gd name="GluePoint30X" fmla="*/ 505362 w 948335"/>
              <a:gd name="GluePoint30Y" fmla="*/ 281732 h 733815"/>
              <a:gd name="GluePoint31X" fmla="*/ 505362 w 948335"/>
              <a:gd name="GluePoint31Y" fmla="*/ 200209 h 733815"/>
              <a:gd name="GluePoint32X" fmla="*/ 480210 w 948335"/>
              <a:gd name="GluePoint32Y" fmla="*/ 199800 h 73381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Lst>
            <a:rect l="textAreaLeft" t="textAreaTop" r="textAreaRight" b="textAreaBottom"/>
            <a:pathLst>
              <a:path w="948335" h="733815">
                <a:moveTo>
                  <a:pt x="619905" y="599045"/>
                </a:moveTo>
                <a:lnTo>
                  <a:pt x="708360" y="599045"/>
                </a:lnTo>
                <a:lnTo>
                  <a:pt x="708360" y="175"/>
                </a:lnTo>
                <a:lnTo>
                  <a:pt x="619905" y="175"/>
                </a:lnTo>
                <a:lnTo>
                  <a:pt x="619905" y="599045"/>
                </a:lnTo>
                <a:close/>
                <a:moveTo>
                  <a:pt x="811823" y="196963"/>
                </a:moveTo>
                <a:cubicBezTo>
                  <a:pt x="795196" y="196154"/>
                  <a:pt x="774500" y="196963"/>
                  <a:pt x="753805" y="199399"/>
                </a:cubicBezTo>
                <a:lnTo>
                  <a:pt x="753805" y="281323"/>
                </a:lnTo>
                <a:cubicBezTo>
                  <a:pt x="831702" y="281323"/>
                  <a:pt x="860105" y="292732"/>
                  <a:pt x="860105" y="364907"/>
                </a:cubicBezTo>
                <a:lnTo>
                  <a:pt x="860105" y="599045"/>
                </a:lnTo>
                <a:lnTo>
                  <a:pt x="948560" y="599045"/>
                </a:lnTo>
                <a:lnTo>
                  <a:pt x="948560" y="353981"/>
                </a:lnTo>
                <a:cubicBezTo>
                  <a:pt x="948560" y="263505"/>
                  <a:pt x="897033" y="200209"/>
                  <a:pt x="811823" y="196963"/>
                </a:cubicBezTo>
                <a:close/>
                <a:moveTo>
                  <a:pt x="208777" y="199800"/>
                </a:moveTo>
                <a:cubicBezTo>
                  <a:pt x="114634" y="204671"/>
                  <a:pt x="72849" y="267152"/>
                  <a:pt x="72849" y="366560"/>
                </a:cubicBezTo>
                <a:lnTo>
                  <a:pt x="72849" y="567022"/>
                </a:lnTo>
                <a:cubicBezTo>
                  <a:pt x="72849" y="625455"/>
                  <a:pt x="61073" y="650613"/>
                  <a:pt x="225" y="651830"/>
                </a:cubicBezTo>
                <a:lnTo>
                  <a:pt x="225" y="732932"/>
                </a:lnTo>
                <a:cubicBezTo>
                  <a:pt x="7525" y="734156"/>
                  <a:pt x="19288" y="734156"/>
                  <a:pt x="25376" y="733742"/>
                </a:cubicBezTo>
                <a:cubicBezTo>
                  <a:pt x="119907" y="728068"/>
                  <a:pt x="161297" y="665179"/>
                  <a:pt x="161297" y="566989"/>
                </a:cubicBezTo>
                <a:lnTo>
                  <a:pt x="161297" y="366527"/>
                </a:lnTo>
                <a:cubicBezTo>
                  <a:pt x="161297" y="307693"/>
                  <a:pt x="172257" y="282943"/>
                  <a:pt x="233520" y="281732"/>
                </a:cubicBezTo>
                <a:lnTo>
                  <a:pt x="233520" y="200209"/>
                </a:lnTo>
                <a:cubicBezTo>
                  <a:pt x="226622" y="199399"/>
                  <a:pt x="214859" y="199399"/>
                  <a:pt x="208777" y="199800"/>
                </a:cubicBezTo>
                <a:close/>
                <a:moveTo>
                  <a:pt x="480210" y="199800"/>
                </a:moveTo>
                <a:cubicBezTo>
                  <a:pt x="386483" y="204671"/>
                  <a:pt x="344283" y="267560"/>
                  <a:pt x="344283" y="366560"/>
                </a:cubicBezTo>
                <a:lnTo>
                  <a:pt x="344283" y="599045"/>
                </a:lnTo>
                <a:lnTo>
                  <a:pt x="432731" y="599045"/>
                </a:lnTo>
                <a:lnTo>
                  <a:pt x="432731" y="366527"/>
                </a:lnTo>
                <a:cubicBezTo>
                  <a:pt x="432731" y="308094"/>
                  <a:pt x="444507" y="282943"/>
                  <a:pt x="505362" y="281732"/>
                </a:cubicBezTo>
                <a:lnTo>
                  <a:pt x="505362" y="200209"/>
                </a:lnTo>
                <a:cubicBezTo>
                  <a:pt x="498055" y="199399"/>
                  <a:pt x="486292" y="199399"/>
                  <a:pt x="480210" y="199800"/>
                </a:cubicBezTo>
                <a:close/>
              </a:path>
            </a:pathLst>
          </a:custGeom>
          <a:solidFill>
            <a:schemeClr val="accent1"/>
          </a:solidFill>
          <a:ln w="6638">
            <a:noFill/>
          </a:ln>
        </p:spPr>
        <p:style>
          <a:lnRef idx="0"/>
          <a:fillRef idx="0"/>
          <a:effectRef idx="0"/>
          <a:fontRef idx="minor"/>
        </p:style>
        <p:txBody>
          <a:bodyPr lIns="90000" tIns="45000" rIns="90000" bIns="45000" anchor="ctr">
            <a:noAutofit/>
          </a:bodyPr>
          <a:p>
            <a:endParaRPr lang="de-DE" sz="1800" b="0" u="none" strike="noStrike">
              <a:solidFill>
                <a:schemeClr val="dk1"/>
              </a:solidFill>
              <a:effectLst/>
              <a:uFillTx/>
              <a:latin typeface="SRH"/>
            </a:endParaRPr>
          </a:p>
        </p:txBody>
      </p:sp>
      <p:sp>
        <p:nvSpPr>
          <p:cNvPr id="105" name="PlaceHolder 1"/>
          <p:cNvSpPr>
            <a:spLocks noGrp="1"/>
          </p:cNvSpPr>
          <p:nvPr>
            <p:ph type="title"/>
          </p:nvPr>
        </p:nvSpPr>
        <p:spPr>
          <a:xfrm>
            <a:off x="360000" y="2191320"/>
            <a:ext cx="9896040" cy="1405440"/>
          </a:xfrm>
          <a:prstGeom prst="rect">
            <a:avLst/>
          </a:prstGeom>
          <a:noFill/>
          <a:ln w="0">
            <a:noFill/>
          </a:ln>
        </p:spPr>
        <p:txBody>
          <a:bodyPr lIns="0" tIns="0" rIns="0" bIns="0" anchor="t">
            <a:noAutofit/>
          </a:bodyPr>
          <a:lstStyle>
            <a:lvl1pPr indent="0" algn="l" defTabSz="914400">
              <a:lnSpc>
                <a:spcPct val="98000"/>
              </a:lnSpc>
              <a:buNone/>
              <a:tabLst>
                <a:tab pos="0" algn="l"/>
              </a:tabLst>
              <a:defRPr lang="de-DE" sz="4800" b="1" u="none" strike="noStrike">
                <a:solidFill>
                  <a:schemeClr val="lt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lt1"/>
                </a:solidFill>
                <a:effectLst/>
                <a:uFillTx/>
                <a:latin typeface="SRH Headline"/>
                <a:ea typeface="SRH Headline"/>
              </a:rPr>
              <a:t>Mastertitelformat bearbeiten</a:t>
            </a:r>
            <a:endParaRPr lang="de-DE" sz="4800" b="1" u="none" strike="noStrike">
              <a:solidFill>
                <a:schemeClr val="lt1"/>
              </a:solidFill>
              <a:effectLst/>
              <a:uFillTx/>
              <a:latin typeface="SRH Headline"/>
            </a:endParaRPr>
          </a:p>
        </p:txBody>
      </p:sp>
      <p:sp>
        <p:nvSpPr>
          <p:cNvPr id="106" name="PlaceHolder 2"/>
          <p:cNvSpPr>
            <a:spLocks noGrp="1"/>
          </p:cNvSpPr>
          <p:nvPr>
            <p:ph type="body" hasCustomPrompt="1"/>
          </p:nvPr>
        </p:nvSpPr>
        <p:spPr>
          <a:xfrm>
            <a:off x="360000" y="3597120"/>
            <a:ext cx="4254480" cy="2621880"/>
          </a:xfrm>
          <a:prstGeom prst="rect">
            <a:avLst/>
          </a:prstGeom>
          <a:noFill/>
          <a:ln w="0">
            <a:noFill/>
          </a:ln>
        </p:spPr>
        <p:txBody>
          <a:bodyPr lIns="0" tIns="0" rIns="0" bIns="0" anchor="t">
            <a:noAutofit/>
          </a:bodyPr>
          <a:lstStyle>
            <a:lvl1pPr indent="0" algn="l" defTabSz="914400">
              <a:lnSpc>
                <a:spcPct val="98000"/>
              </a:lnSpc>
              <a:buNone/>
              <a:tabLst>
                <a:tab pos="0" algn="l"/>
              </a:tabLst>
              <a:defRPr lang="de-DE" sz="20000" b="1" u="none" strike="noStrike">
                <a:solidFill>
                  <a:schemeClr val="lt1"/>
                </a:solidFill>
                <a:effectLst/>
                <a:uFillTx/>
                <a:latin typeface="SRH Headline"/>
                <a:ea typeface="SRH Headline"/>
              </a:defRPr>
            </a:lvl1pPr>
          </a:lstStyle>
          <a:p>
            <a:pPr indent="0" algn="l" defTabSz="914400">
              <a:lnSpc>
                <a:spcPct val="98000"/>
              </a:lnSpc>
              <a:buNone/>
              <a:tabLst>
                <a:tab pos="0" algn="l"/>
              </a:tabLst>
            </a:pPr>
            <a:r>
              <a:rPr lang="de-DE" sz="20000" b="1" u="none" strike="noStrike">
                <a:solidFill>
                  <a:schemeClr val="lt1"/>
                </a:solidFill>
                <a:effectLst/>
                <a:uFillTx/>
                <a:latin typeface="SRH Headline"/>
                <a:ea typeface="SRH Headline"/>
              </a:rPr>
              <a:t>01</a:t>
            </a:r>
            <a:endParaRPr lang="de-DE" sz="20000" b="1" u="none" strike="noStrike">
              <a:solidFill>
                <a:schemeClr val="lt1"/>
              </a:solidFill>
              <a:effectLst/>
              <a:uFillTx/>
              <a:latin typeface="SRH Headline"/>
            </a:endParaRPr>
          </a:p>
        </p:txBody>
      </p:sp>
      <p:sp>
        <p:nvSpPr>
          <p:cNvPr id="107" name="PlaceHolder 3"/>
          <p:cNvSpPr>
            <a:spLocks noGrp="1"/>
          </p:cNvSpPr>
          <p:nvPr>
            <p:ph type="dt" idx="28"/>
          </p:nvPr>
        </p:nvSpPr>
        <p:spPr>
          <a:xfrm>
            <a:off x="367560" y="6356520"/>
            <a:ext cx="873720" cy="364320"/>
          </a:xfrm>
          <a:prstGeom prst="rect">
            <a:avLst/>
          </a:prstGeom>
          <a:noFill/>
          <a:ln w="0">
            <a:noFill/>
          </a:ln>
        </p:spPr>
        <p:txBody>
          <a:bodyPr lIns="0" tIns="0" rIns="0" bIns="0" anchor="ctr">
            <a:noAutofit/>
          </a:bodyPr>
          <a:lstStyle>
            <a:lvl1pPr indent="0" algn="l" defTabSz="914400">
              <a:lnSpc>
                <a:spcPct val="100000"/>
              </a:lnSpc>
              <a:buNone/>
              <a:tabLst>
                <a:tab pos="0" algn="l"/>
              </a:tabLst>
              <a:defRPr lang="en-CA" sz="900" b="1" u="none" strike="noStrike">
                <a:solidFill>
                  <a:schemeClr val="lt1"/>
                </a:solidFill>
                <a:effectLst/>
                <a:uFillTx/>
                <a:latin typeface="SRH Text"/>
                <a:ea typeface="SRH Text"/>
              </a:defRPr>
            </a:lvl1pPr>
          </a:lstStyle>
          <a:p>
            <a:pPr indent="0" algn="l" defTabSz="914400">
              <a:lnSpc>
                <a:spcPct val="100000"/>
              </a:lnSpc>
              <a:buNone/>
              <a:tabLst>
                <a:tab pos="0" algn="l"/>
              </a:tabLst>
            </a:pPr>
            <a:r>
              <a:rPr lang="en-CA" sz="900" b="1" u="none" strike="noStrike">
                <a:solidFill>
                  <a:schemeClr val="lt1"/>
                </a:solidFill>
                <a:effectLst/>
                <a:uFillTx/>
                <a:latin typeface="SRH Text"/>
                <a:ea typeface="SRH Text"/>
              </a:rPr>
              <a:t>&lt;date/time&gt;</a:t>
            </a:r>
            <a:endParaRPr lang="en-US" sz="900" b="0" u="none" strike="noStrike">
              <a:solidFill>
                <a:srgbClr val="FFFFFF"/>
              </a:solidFill>
              <a:effectLst/>
              <a:uFillTx/>
              <a:latin typeface="Times New Roman"/>
            </a:endParaRPr>
          </a:p>
        </p:txBody>
      </p:sp>
      <p:sp>
        <p:nvSpPr>
          <p:cNvPr id="108" name="PlaceHolder 4"/>
          <p:cNvSpPr>
            <a:spLocks noGrp="1"/>
          </p:cNvSpPr>
          <p:nvPr>
            <p:ph type="ftr" idx="29"/>
          </p:nvPr>
        </p:nvSpPr>
        <p:spPr>
          <a:xfrm>
            <a:off x="1319760" y="6356520"/>
            <a:ext cx="6495120" cy="364320"/>
          </a:xfrm>
          <a:prstGeom prst="rect">
            <a:avLst/>
          </a:prstGeom>
          <a:noFill/>
          <a:ln w="0">
            <a:noFill/>
          </a:ln>
        </p:spPr>
        <p:txBody>
          <a:bodyPr lIns="0" tIns="0" rIns="0" bIns="0" anchor="ctr">
            <a:noAutofit/>
          </a:bodyPr>
          <a:lstStyle>
            <a:lvl1pPr indent="0" algn="l" defTabSz="914400">
              <a:lnSpc>
                <a:spcPct val="100000"/>
              </a:lnSpc>
              <a:buNone/>
              <a:tabLst>
                <a:tab pos="0" algn="l"/>
              </a:tabLst>
              <a:defRPr lang="de-DE" sz="900" b="1" u="none" strike="noStrike">
                <a:solidFill>
                  <a:schemeClr val="lt1"/>
                </a:solidFill>
                <a:effectLst/>
                <a:uFillTx/>
                <a:latin typeface="SRH Text"/>
                <a:ea typeface="SRH Text"/>
              </a:defRPr>
            </a:lvl1pPr>
          </a:lstStyle>
          <a:p>
            <a:pPr indent="0" algn="l" defTabSz="914400">
              <a:lnSpc>
                <a:spcPct val="100000"/>
              </a:lnSpc>
              <a:buNone/>
              <a:tabLst>
                <a:tab pos="0" algn="l"/>
              </a:tabLst>
            </a:pPr>
            <a:r>
              <a:rPr lang="de-DE" sz="900" b="1" u="none" strike="noStrike">
                <a:solidFill>
                  <a:schemeClr val="lt1"/>
                </a:solidFill>
                <a:effectLst/>
                <a:uFillTx/>
                <a:latin typeface="SRH Text"/>
                <a:ea typeface="SRH Text"/>
              </a:rPr>
              <a:t>&lt;footer&gt;</a:t>
            </a:r>
            <a:endParaRPr lang="en-US" sz="900" b="0" u="none" strike="noStrike">
              <a:solidFill>
                <a:srgbClr val="FFFFFF"/>
              </a:solidFill>
              <a:effectLst/>
              <a:uFillTx/>
              <a:latin typeface="Times New Roman"/>
            </a:endParaRPr>
          </a:p>
        </p:txBody>
      </p:sp>
      <p:sp>
        <p:nvSpPr>
          <p:cNvPr id="109" name="PlaceHolder 5"/>
          <p:cNvSpPr>
            <a:spLocks noGrp="1"/>
          </p:cNvSpPr>
          <p:nvPr>
            <p:ph type="sldNum" idx="30"/>
          </p:nvPr>
        </p:nvSpPr>
        <p:spPr>
          <a:xfrm>
            <a:off x="11146680" y="6364800"/>
            <a:ext cx="679320" cy="364320"/>
          </a:xfrm>
          <a:prstGeom prst="rect">
            <a:avLst/>
          </a:prstGeom>
          <a:noFill/>
          <a:ln w="0">
            <a:noFill/>
          </a:ln>
        </p:spPr>
        <p:txBody>
          <a:bodyPr lIns="0" tIns="0" rIns="0" bIns="0" anchor="ctr">
            <a:noAutofit/>
          </a:bodyPr>
          <a:lstStyle>
            <a:lvl1pPr indent="0" algn="r" defTabSz="914400">
              <a:lnSpc>
                <a:spcPct val="100000"/>
              </a:lnSpc>
              <a:buNone/>
              <a:tabLst>
                <a:tab pos="0" algn="l"/>
              </a:tabLst>
              <a:defRPr lang="de-DE" sz="1550" b="1" u="none" strike="noStrike">
                <a:solidFill>
                  <a:schemeClr val="lt1"/>
                </a:solidFill>
                <a:effectLst/>
                <a:uFillTx/>
                <a:latin typeface="SRH Text"/>
                <a:ea typeface="SRH Text"/>
              </a:defRPr>
            </a:lvl1pPr>
          </a:lstStyle>
          <a:p>
            <a:pPr indent="0" algn="r" defTabSz="914400">
              <a:lnSpc>
                <a:spcPct val="100000"/>
              </a:lnSpc>
              <a:buNone/>
              <a:tabLst>
                <a:tab pos="0" algn="l"/>
              </a:tabLst>
            </a:pPr>
            <a:fld id="{DB03E117-7E64-40DB-AD51-54FB3BF755F5}" type="slidenum">
              <a:rPr lang="de-DE" sz="1550" b="1" u="none" strike="noStrike">
                <a:solidFill>
                  <a:schemeClr val="lt1"/>
                </a:solidFill>
                <a:effectLst/>
                <a:uFillTx/>
                <a:latin typeface="SRH Text"/>
                <a:ea typeface="SRH Text"/>
              </a:rPr>
              <a:t>&lt;number&gt;</a:t>
            </a:fld>
            <a:endParaRPr lang="en-US" sz="1550" b="0" u="none" strike="noStrike">
              <a:solidFill>
                <a:srgbClr val="FFFFFF"/>
              </a:solidFill>
              <a:effectLst/>
              <a:uFillTx/>
              <a:latin typeface="Times New Roman"/>
            </a:endParaRPr>
          </a:p>
        </p:txBody>
      </p:sp>
      <p:pic>
        <p:nvPicPr>
          <p:cNvPr id="110" name="Grafik 6"/>
          <p:cNvPicPr/>
          <p:nvPr/>
        </p:nvPicPr>
        <p:blipFill>
          <a:blip r:embed="rId2">
            <a:extLst>
              <a:ext uri="{96DAC541-7B7A-43D3-8B79-37D633B846F1}">
                <asvg:svgBlip xmlns:asvg="http://schemas.microsoft.com/office/drawing/2016/SVG/main" r:embed="rId3"/>
              </a:ext>
            </a:extLst>
          </a:blip>
          <a:stretch/>
        </p:blipFill>
        <p:spPr>
          <a:xfrm>
            <a:off x="10877400" y="358920"/>
            <a:ext cx="950040" cy="736200"/>
          </a:xfrm>
          <a:prstGeom prst="rect">
            <a:avLst/>
          </a:prstGeom>
          <a:noFill/>
          <a:ln w="0">
            <a:noFill/>
          </a:ln>
        </p:spPr>
      </p:pic>
      <p:sp>
        <p:nvSpPr>
          <p:cNvPr id="111" name="Freihandform: Form 8"/>
          <p:cNvSpPr/>
          <p:nvPr/>
        </p:nvSpPr>
        <p:spPr>
          <a:xfrm>
            <a:off x="8211960" y="2801880"/>
            <a:ext cx="3988440" cy="4055400"/>
          </a:xfrm>
          <a:custGeom>
            <a:avLst/>
            <a:gdLst>
              <a:gd name="textAreaLeft" fmla="*/ 0 w 3988440"/>
              <a:gd name="textAreaRight" fmla="*/ 3989160 w 3988440"/>
              <a:gd name="textAreaTop" fmla="*/ 0 h 4055400"/>
              <a:gd name="textAreaBottom" fmla="*/ 4056120 h 4055400"/>
              <a:gd name="GluePoint1X" fmla="*/ 3989213 w 3989213"/>
              <a:gd name="GluePoint1Y" fmla="*/ 0 h 4055962"/>
              <a:gd name="GluePoint2X" fmla="*/ 3989213 w 3989213"/>
              <a:gd name="GluePoint2Y" fmla="*/ 2389338 h 4055962"/>
              <a:gd name="GluePoint3X" fmla="*/ 3858525 w 3989213"/>
              <a:gd name="GluePoint3Y" fmla="*/ 2411278 h 4055962"/>
              <a:gd name="GluePoint4X" fmla="*/ 2529280 w 3989213"/>
              <a:gd name="GluePoint4Y" fmla="*/ 3871987 h 4055962"/>
              <a:gd name="GluePoint5X" fmla="*/ 2507974 w 3989213"/>
              <a:gd name="GluePoint5Y" fmla="*/ 4055962 h 4055962"/>
              <a:gd name="GluePoint6X" fmla="*/ 0 w 3989213"/>
              <a:gd name="GluePoint6Y" fmla="*/ 4055962 h 4055962"/>
              <a:gd name="GluePoint7X" fmla="*/ 22942 w 3989213"/>
              <a:gd name="GluePoint7Y" fmla="*/ 3789041 h 4055962"/>
              <a:gd name="GluePoint8X" fmla="*/ 3885074 w 3989213"/>
              <a:gd name="GluePoint8Y" fmla="*/ 4662 h 4055962"/>
              <a:gd name="GluePoint9X" fmla="*/ 3957883 w 3989213"/>
              <a:gd name="GluePoint9Y" fmla="*/ 933 h 40559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3989213" h="4055962">
                <a:moveTo>
                  <a:pt x="3989213" y="0"/>
                </a:moveTo>
                <a:lnTo>
                  <a:pt x="3989213" y="2389338"/>
                </a:lnTo>
                <a:lnTo>
                  <a:pt x="3858525" y="2411278"/>
                </a:lnTo>
                <a:cubicBezTo>
                  <a:pt x="2993398" y="2575443"/>
                  <a:pt x="2647939" y="3036171"/>
                  <a:pt x="2529280" y="3871987"/>
                </a:cubicBezTo>
                <a:lnTo>
                  <a:pt x="2507974" y="4055962"/>
                </a:lnTo>
                <a:lnTo>
                  <a:pt x="0" y="4055962"/>
                </a:lnTo>
                <a:lnTo>
                  <a:pt x="22942" y="3789041"/>
                </a:lnTo>
                <a:cubicBezTo>
                  <a:pt x="290736" y="1521935"/>
                  <a:pt x="1510333" y="126899"/>
                  <a:pt x="3885074" y="4662"/>
                </a:cubicBezTo>
                <a:cubicBezTo>
                  <a:pt x="3906982" y="3233"/>
                  <a:pt x="3931449" y="1983"/>
                  <a:pt x="3957883" y="933"/>
                </a:cubicBezTo>
                <a:close/>
              </a:path>
            </a:pathLst>
          </a:custGeom>
          <a:solidFill>
            <a:schemeClr val="lt2">
              <a:lumMod val="20000"/>
              <a:lumOff val="80000"/>
              <a:alpha val="20000"/>
            </a:schemeClr>
          </a:solidFill>
          <a:ln w="12700">
            <a:noFill/>
          </a:ln>
        </p:spPr>
        <p:style>
          <a:lnRef idx="0"/>
          <a:fillRef idx="0"/>
          <a:effectRef idx="0"/>
          <a:fontRef idx="minor"/>
        </p:style>
        <p:txBody>
          <a:bodyPr lIns="90000" tIns="45000" rIns="90000" bIns="45000" anchor="ctr">
            <a:noAutofit/>
          </a:bodyPr>
          <a:p>
            <a:endParaRPr lang="de-DE" sz="1800" b="0" u="none" strike="noStrike">
              <a:solidFill>
                <a:schemeClr val="dk1"/>
              </a:solidFill>
              <a:effectLst/>
              <a:uFillTx/>
              <a:latin typeface="SRH"/>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apitelfolie weiß">
    <p:bg>
      <p:bgPr>
        <a:solidFill>
          <a:srgbClr val="FFFFFF"/>
        </a:solidFill>
      </p:bgPr>
    </p:bg>
    <p:spTree>
      <p:nvGrpSpPr>
        <p:cNvPr id="1" name=""/>
        <p:cNvGrpSpPr/>
        <p:nvPr/>
      </p:nvGrpSpPr>
      <p:grpSpPr>
        <a:xfrm>
          <a:off x="0" y="0"/>
          <a:ext cx="0" cy="0"/>
          <a:chOff x="0" y="0"/>
          <a:chExt cx="0" cy="0"/>
        </a:xfrm>
      </p:grpSpPr>
      <p:sp>
        <p:nvSpPr>
          <p:cNvPr id="112" name="Freihandform: Form 11"/>
          <p:cNvSpPr/>
          <p:nvPr/>
        </p:nvSpPr>
        <p:spPr>
          <a:xfrm>
            <a:off x="10878480" y="361080"/>
            <a:ext cx="947520" cy="732960"/>
          </a:xfrm>
          <a:custGeom>
            <a:avLst/>
            <a:gdLst>
              <a:gd name="textAreaLeft" fmla="*/ 0 w 947520"/>
              <a:gd name="textAreaRight" fmla="*/ 948240 w 947520"/>
              <a:gd name="textAreaTop" fmla="*/ 0 h 732960"/>
              <a:gd name="textAreaBottom" fmla="*/ 733680 h 732960"/>
              <a:gd name="GluePoint1X" fmla="*/ 619905 w 948335"/>
              <a:gd name="GluePoint1Y" fmla="*/ 599045 h 733815"/>
              <a:gd name="GluePoint2X" fmla="*/ 708360 w 948335"/>
              <a:gd name="GluePoint2Y" fmla="*/ 599045 h 733815"/>
              <a:gd name="GluePoint3X" fmla="*/ 708360 w 948335"/>
              <a:gd name="GluePoint3Y" fmla="*/ 175 h 733815"/>
              <a:gd name="GluePoint4X" fmla="*/ 619905 w 948335"/>
              <a:gd name="GluePoint4Y" fmla="*/ 175 h 733815"/>
              <a:gd name="GluePoint5X" fmla="*/ 619905 w 948335"/>
              <a:gd name="GluePoint5Y" fmla="*/ 599045 h 733815"/>
              <a:gd name="GluePoint6X" fmla="*/ 811823 w 948335"/>
              <a:gd name="GluePoint6Y" fmla="*/ 196963 h 733815"/>
              <a:gd name="GluePoint7X" fmla="*/ 753805 w 948335"/>
              <a:gd name="GluePoint7Y" fmla="*/ 199399 h 733815"/>
              <a:gd name="GluePoint8X" fmla="*/ 753805 w 948335"/>
              <a:gd name="GluePoint8Y" fmla="*/ 281323 h 733815"/>
              <a:gd name="GluePoint9X" fmla="*/ 860105 w 948335"/>
              <a:gd name="GluePoint9Y" fmla="*/ 364907 h 733815"/>
              <a:gd name="GluePoint10X" fmla="*/ 860105 w 948335"/>
              <a:gd name="GluePoint10Y" fmla="*/ 599045 h 733815"/>
              <a:gd name="GluePoint11X" fmla="*/ 948560 w 948335"/>
              <a:gd name="GluePoint11Y" fmla="*/ 599045 h 733815"/>
              <a:gd name="GluePoint12X" fmla="*/ 948560 w 948335"/>
              <a:gd name="GluePoint12Y" fmla="*/ 353981 h 733815"/>
              <a:gd name="GluePoint13X" fmla="*/ 811823 w 948335"/>
              <a:gd name="GluePoint13Y" fmla="*/ 196963 h 733815"/>
              <a:gd name="GluePoint14X" fmla="*/ 208777 w 948335"/>
              <a:gd name="GluePoint14Y" fmla="*/ 199800 h 733815"/>
              <a:gd name="GluePoint15X" fmla="*/ 72849 w 948335"/>
              <a:gd name="GluePoint15Y" fmla="*/ 366560 h 733815"/>
              <a:gd name="GluePoint16X" fmla="*/ 72849 w 948335"/>
              <a:gd name="GluePoint16Y" fmla="*/ 567022 h 733815"/>
              <a:gd name="GluePoint17X" fmla="*/ 225 w 948335"/>
              <a:gd name="GluePoint17Y" fmla="*/ 651830 h 733815"/>
              <a:gd name="GluePoint18X" fmla="*/ 225 w 948335"/>
              <a:gd name="GluePoint18Y" fmla="*/ 732932 h 733815"/>
              <a:gd name="GluePoint19X" fmla="*/ 25376 w 948335"/>
              <a:gd name="GluePoint19Y" fmla="*/ 733742 h 733815"/>
              <a:gd name="GluePoint20X" fmla="*/ 161297 w 948335"/>
              <a:gd name="GluePoint20Y" fmla="*/ 566989 h 733815"/>
              <a:gd name="GluePoint21X" fmla="*/ 161297 w 948335"/>
              <a:gd name="GluePoint21Y" fmla="*/ 366527 h 733815"/>
              <a:gd name="GluePoint22X" fmla="*/ 233520 w 948335"/>
              <a:gd name="GluePoint22Y" fmla="*/ 281732 h 733815"/>
              <a:gd name="GluePoint23X" fmla="*/ 233520 w 948335"/>
              <a:gd name="GluePoint23Y" fmla="*/ 200209 h 733815"/>
              <a:gd name="GluePoint24X" fmla="*/ 208777 w 948335"/>
              <a:gd name="GluePoint24Y" fmla="*/ 199800 h 733815"/>
              <a:gd name="GluePoint25X" fmla="*/ 480210 w 948335"/>
              <a:gd name="GluePoint25Y" fmla="*/ 199800 h 733815"/>
              <a:gd name="GluePoint26X" fmla="*/ 344283 w 948335"/>
              <a:gd name="GluePoint26Y" fmla="*/ 366560 h 733815"/>
              <a:gd name="GluePoint27X" fmla="*/ 344283 w 948335"/>
              <a:gd name="GluePoint27Y" fmla="*/ 599045 h 733815"/>
              <a:gd name="GluePoint28X" fmla="*/ 432731 w 948335"/>
              <a:gd name="GluePoint28Y" fmla="*/ 599045 h 733815"/>
              <a:gd name="GluePoint29X" fmla="*/ 432731 w 948335"/>
              <a:gd name="GluePoint29Y" fmla="*/ 366527 h 733815"/>
              <a:gd name="GluePoint30X" fmla="*/ 505362 w 948335"/>
              <a:gd name="GluePoint30Y" fmla="*/ 281732 h 733815"/>
              <a:gd name="GluePoint31X" fmla="*/ 505362 w 948335"/>
              <a:gd name="GluePoint31Y" fmla="*/ 200209 h 733815"/>
              <a:gd name="GluePoint32X" fmla="*/ 480210 w 948335"/>
              <a:gd name="GluePoint32Y" fmla="*/ 199800 h 73381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Lst>
            <a:rect l="textAreaLeft" t="textAreaTop" r="textAreaRight" b="textAreaBottom"/>
            <a:pathLst>
              <a:path w="948335" h="733815">
                <a:moveTo>
                  <a:pt x="619905" y="599045"/>
                </a:moveTo>
                <a:lnTo>
                  <a:pt x="708360" y="599045"/>
                </a:lnTo>
                <a:lnTo>
                  <a:pt x="708360" y="175"/>
                </a:lnTo>
                <a:lnTo>
                  <a:pt x="619905" y="175"/>
                </a:lnTo>
                <a:lnTo>
                  <a:pt x="619905" y="599045"/>
                </a:lnTo>
                <a:close/>
                <a:moveTo>
                  <a:pt x="811823" y="196963"/>
                </a:moveTo>
                <a:cubicBezTo>
                  <a:pt x="795196" y="196154"/>
                  <a:pt x="774500" y="196963"/>
                  <a:pt x="753805" y="199399"/>
                </a:cubicBezTo>
                <a:lnTo>
                  <a:pt x="753805" y="281323"/>
                </a:lnTo>
                <a:cubicBezTo>
                  <a:pt x="831702" y="281323"/>
                  <a:pt x="860105" y="292732"/>
                  <a:pt x="860105" y="364907"/>
                </a:cubicBezTo>
                <a:lnTo>
                  <a:pt x="860105" y="599045"/>
                </a:lnTo>
                <a:lnTo>
                  <a:pt x="948560" y="599045"/>
                </a:lnTo>
                <a:lnTo>
                  <a:pt x="948560" y="353981"/>
                </a:lnTo>
                <a:cubicBezTo>
                  <a:pt x="948560" y="263505"/>
                  <a:pt x="897033" y="200209"/>
                  <a:pt x="811823" y="196963"/>
                </a:cubicBezTo>
                <a:close/>
                <a:moveTo>
                  <a:pt x="208777" y="199800"/>
                </a:moveTo>
                <a:cubicBezTo>
                  <a:pt x="114634" y="204671"/>
                  <a:pt x="72849" y="267152"/>
                  <a:pt x="72849" y="366560"/>
                </a:cubicBezTo>
                <a:lnTo>
                  <a:pt x="72849" y="567022"/>
                </a:lnTo>
                <a:cubicBezTo>
                  <a:pt x="72849" y="625455"/>
                  <a:pt x="61073" y="650613"/>
                  <a:pt x="225" y="651830"/>
                </a:cubicBezTo>
                <a:lnTo>
                  <a:pt x="225" y="732932"/>
                </a:lnTo>
                <a:cubicBezTo>
                  <a:pt x="7525" y="734156"/>
                  <a:pt x="19288" y="734156"/>
                  <a:pt x="25376" y="733742"/>
                </a:cubicBezTo>
                <a:cubicBezTo>
                  <a:pt x="119907" y="728068"/>
                  <a:pt x="161297" y="665179"/>
                  <a:pt x="161297" y="566989"/>
                </a:cubicBezTo>
                <a:lnTo>
                  <a:pt x="161297" y="366527"/>
                </a:lnTo>
                <a:cubicBezTo>
                  <a:pt x="161297" y="307693"/>
                  <a:pt x="172257" y="282943"/>
                  <a:pt x="233520" y="281732"/>
                </a:cubicBezTo>
                <a:lnTo>
                  <a:pt x="233520" y="200209"/>
                </a:lnTo>
                <a:cubicBezTo>
                  <a:pt x="226622" y="199399"/>
                  <a:pt x="214859" y="199399"/>
                  <a:pt x="208777" y="199800"/>
                </a:cubicBezTo>
                <a:close/>
                <a:moveTo>
                  <a:pt x="480210" y="199800"/>
                </a:moveTo>
                <a:cubicBezTo>
                  <a:pt x="386483" y="204671"/>
                  <a:pt x="344283" y="267560"/>
                  <a:pt x="344283" y="366560"/>
                </a:cubicBezTo>
                <a:lnTo>
                  <a:pt x="344283" y="599045"/>
                </a:lnTo>
                <a:lnTo>
                  <a:pt x="432731" y="599045"/>
                </a:lnTo>
                <a:lnTo>
                  <a:pt x="432731" y="366527"/>
                </a:lnTo>
                <a:cubicBezTo>
                  <a:pt x="432731" y="308094"/>
                  <a:pt x="444507" y="282943"/>
                  <a:pt x="505362" y="281732"/>
                </a:cubicBezTo>
                <a:lnTo>
                  <a:pt x="505362" y="200209"/>
                </a:lnTo>
                <a:cubicBezTo>
                  <a:pt x="498055" y="199399"/>
                  <a:pt x="486292" y="199399"/>
                  <a:pt x="480210" y="199800"/>
                </a:cubicBezTo>
                <a:close/>
              </a:path>
            </a:pathLst>
          </a:custGeom>
          <a:solidFill>
            <a:schemeClr val="accent1"/>
          </a:solidFill>
          <a:ln w="6638">
            <a:noFill/>
          </a:ln>
        </p:spPr>
        <p:style>
          <a:lnRef idx="0"/>
          <a:fillRef idx="0"/>
          <a:effectRef idx="0"/>
          <a:fontRef idx="minor"/>
        </p:style>
        <p:txBody>
          <a:bodyPr lIns="90000" tIns="45000" rIns="90000" bIns="45000" anchor="ctr">
            <a:noAutofit/>
          </a:bodyPr>
          <a:p>
            <a:endParaRPr lang="de-DE" sz="1800" b="0" u="none" strike="noStrike">
              <a:solidFill>
                <a:schemeClr val="dk1"/>
              </a:solidFill>
              <a:effectLst/>
              <a:uFillTx/>
              <a:latin typeface="SRH"/>
            </a:endParaRPr>
          </a:p>
        </p:txBody>
      </p:sp>
      <p:sp>
        <p:nvSpPr>
          <p:cNvPr id="113" name="Freihandform: Form 10"/>
          <p:cNvSpPr/>
          <p:nvPr/>
        </p:nvSpPr>
        <p:spPr>
          <a:xfrm>
            <a:off x="8202960" y="2801880"/>
            <a:ext cx="3988440" cy="4055400"/>
          </a:xfrm>
          <a:custGeom>
            <a:avLst/>
            <a:gdLst>
              <a:gd name="textAreaLeft" fmla="*/ 0 w 3988440"/>
              <a:gd name="textAreaRight" fmla="*/ 3989160 w 3988440"/>
              <a:gd name="textAreaTop" fmla="*/ 0 h 4055400"/>
              <a:gd name="textAreaBottom" fmla="*/ 4056120 h 4055400"/>
              <a:gd name="GluePoint1X" fmla="*/ 3989213 w 3989213"/>
              <a:gd name="GluePoint1Y" fmla="*/ 0 h 4055962"/>
              <a:gd name="GluePoint2X" fmla="*/ 3989213 w 3989213"/>
              <a:gd name="GluePoint2Y" fmla="*/ 2389338 h 4055962"/>
              <a:gd name="GluePoint3X" fmla="*/ 3858525 w 3989213"/>
              <a:gd name="GluePoint3Y" fmla="*/ 2411278 h 4055962"/>
              <a:gd name="GluePoint4X" fmla="*/ 2529280 w 3989213"/>
              <a:gd name="GluePoint4Y" fmla="*/ 3871987 h 4055962"/>
              <a:gd name="GluePoint5X" fmla="*/ 2507974 w 3989213"/>
              <a:gd name="GluePoint5Y" fmla="*/ 4055962 h 4055962"/>
              <a:gd name="GluePoint6X" fmla="*/ 0 w 3989213"/>
              <a:gd name="GluePoint6Y" fmla="*/ 4055962 h 4055962"/>
              <a:gd name="GluePoint7X" fmla="*/ 22942 w 3989213"/>
              <a:gd name="GluePoint7Y" fmla="*/ 3789041 h 4055962"/>
              <a:gd name="GluePoint8X" fmla="*/ 3885074 w 3989213"/>
              <a:gd name="GluePoint8Y" fmla="*/ 4662 h 4055962"/>
              <a:gd name="GluePoint9X" fmla="*/ 3957883 w 3989213"/>
              <a:gd name="GluePoint9Y" fmla="*/ 933 h 40559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3989213" h="4055962">
                <a:moveTo>
                  <a:pt x="3989213" y="0"/>
                </a:moveTo>
                <a:lnTo>
                  <a:pt x="3989213" y="2389338"/>
                </a:lnTo>
                <a:lnTo>
                  <a:pt x="3858525" y="2411278"/>
                </a:lnTo>
                <a:cubicBezTo>
                  <a:pt x="2993398" y="2575443"/>
                  <a:pt x="2647939" y="3036171"/>
                  <a:pt x="2529280" y="3871987"/>
                </a:cubicBezTo>
                <a:lnTo>
                  <a:pt x="2507974" y="4055962"/>
                </a:lnTo>
                <a:lnTo>
                  <a:pt x="0" y="4055962"/>
                </a:lnTo>
                <a:lnTo>
                  <a:pt x="22942" y="3789041"/>
                </a:lnTo>
                <a:cubicBezTo>
                  <a:pt x="290736" y="1521935"/>
                  <a:pt x="1510333" y="126899"/>
                  <a:pt x="3885074" y="4662"/>
                </a:cubicBezTo>
                <a:cubicBezTo>
                  <a:pt x="3906982" y="3233"/>
                  <a:pt x="3931449" y="1983"/>
                  <a:pt x="3957883" y="933"/>
                </a:cubicBezTo>
                <a:close/>
              </a:path>
            </a:pathLst>
          </a:custGeom>
          <a:solidFill>
            <a:schemeClr val="bg2">
              <a:lumMod val="20000"/>
              <a:lumOff val="80000"/>
            </a:schemeClr>
          </a:solidFill>
          <a:ln w="12700">
            <a:noFill/>
          </a:ln>
        </p:spPr>
        <p:style>
          <a:lnRef idx="0"/>
          <a:fillRef idx="0"/>
          <a:effectRef idx="0"/>
          <a:fontRef idx="minor"/>
        </p:style>
        <p:txBody>
          <a:bodyPr lIns="90000" tIns="45000" rIns="90000" bIns="45000" anchor="ctr">
            <a:noAutofit/>
          </a:bodyPr>
          <a:p>
            <a:endParaRPr lang="de-DE" sz="1800" b="0" u="none" strike="noStrike">
              <a:solidFill>
                <a:schemeClr val="dk1"/>
              </a:solidFill>
              <a:effectLst/>
              <a:uFillTx/>
              <a:latin typeface="SRH"/>
            </a:endParaRPr>
          </a:p>
        </p:txBody>
      </p:sp>
      <p:sp>
        <p:nvSpPr>
          <p:cNvPr id="114" name="PlaceHolder 1"/>
          <p:cNvSpPr>
            <a:spLocks noGrp="1"/>
          </p:cNvSpPr>
          <p:nvPr>
            <p:ph type="title"/>
          </p:nvPr>
        </p:nvSpPr>
        <p:spPr>
          <a:xfrm>
            <a:off x="360000" y="2191320"/>
            <a:ext cx="9896040" cy="1405440"/>
          </a:xfrm>
          <a:prstGeom prst="rect">
            <a:avLst/>
          </a:prstGeom>
          <a:noFill/>
          <a:ln w="0">
            <a:noFill/>
          </a:ln>
        </p:spPr>
        <p:txBody>
          <a:bodyPr lIns="0" tIns="0" rIns="0" bIns="0" anchor="t">
            <a:noAutofit/>
          </a:bodyPr>
          <a:lstStyle>
            <a:lvl1pPr indent="0" algn="l" defTabSz="914400">
              <a:lnSpc>
                <a:spcPct val="98000"/>
              </a:lnSpc>
              <a:buNone/>
              <a:tabLst>
                <a:tab pos="0" algn="l"/>
              </a:tabLst>
              <a:defRPr lang="de-DE" sz="4800" b="1" u="none" strike="noStrike">
                <a:solidFill>
                  <a:schemeClr val="dk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dk1"/>
                </a:solidFill>
                <a:effectLst/>
                <a:uFillTx/>
                <a:latin typeface="SRH Headline"/>
                <a:ea typeface="SRH Headline"/>
              </a:rPr>
              <a:t>Mastertitelformat bearbeiten</a:t>
            </a:r>
            <a:endParaRPr lang="de-DE" sz="4800" b="1" u="none" strike="noStrike">
              <a:solidFill>
                <a:schemeClr val="dk1"/>
              </a:solidFill>
              <a:effectLst/>
              <a:uFillTx/>
              <a:latin typeface="SRH Headline"/>
            </a:endParaRPr>
          </a:p>
        </p:txBody>
      </p:sp>
      <p:sp>
        <p:nvSpPr>
          <p:cNvPr id="115" name="PlaceHolder 2"/>
          <p:cNvSpPr>
            <a:spLocks noGrp="1"/>
          </p:cNvSpPr>
          <p:nvPr>
            <p:ph type="body" hasCustomPrompt="1"/>
          </p:nvPr>
        </p:nvSpPr>
        <p:spPr>
          <a:xfrm>
            <a:off x="360000" y="3597120"/>
            <a:ext cx="4254480" cy="2621880"/>
          </a:xfrm>
          <a:prstGeom prst="rect">
            <a:avLst/>
          </a:prstGeom>
          <a:noFill/>
          <a:ln w="0">
            <a:noFill/>
          </a:ln>
        </p:spPr>
        <p:txBody>
          <a:bodyPr lIns="0" tIns="0" rIns="0" bIns="0" anchor="t">
            <a:noAutofit/>
          </a:bodyPr>
          <a:lstStyle>
            <a:lvl1pPr indent="0" algn="l" defTabSz="914400">
              <a:lnSpc>
                <a:spcPct val="98000"/>
              </a:lnSpc>
              <a:buNone/>
              <a:tabLst>
                <a:tab pos="0" algn="l"/>
              </a:tabLst>
              <a:defRPr lang="de-DE" sz="20000" b="1" u="none" strike="noStrike">
                <a:solidFill>
                  <a:schemeClr val="accent1"/>
                </a:solidFill>
                <a:effectLst/>
                <a:uFillTx/>
                <a:latin typeface="SRH Headline"/>
                <a:ea typeface="SRH Headline"/>
              </a:defRPr>
            </a:lvl1pPr>
          </a:lstStyle>
          <a:p>
            <a:pPr indent="0" algn="l" defTabSz="914400">
              <a:lnSpc>
                <a:spcPct val="98000"/>
              </a:lnSpc>
              <a:buNone/>
              <a:tabLst>
                <a:tab pos="0" algn="l"/>
              </a:tabLst>
            </a:pPr>
            <a:r>
              <a:rPr lang="de-DE" sz="20000" b="1" u="none" strike="noStrike">
                <a:solidFill>
                  <a:schemeClr val="accent1"/>
                </a:solidFill>
                <a:effectLst/>
                <a:uFillTx/>
                <a:latin typeface="SRH Headline"/>
                <a:ea typeface="SRH Headline"/>
              </a:rPr>
              <a:t>01</a:t>
            </a:r>
            <a:endParaRPr lang="de-DE" sz="20000" b="1" u="none" strike="noStrike">
              <a:solidFill>
                <a:schemeClr val="accent1"/>
              </a:solidFill>
              <a:effectLst/>
              <a:uFillTx/>
              <a:latin typeface="SRH Headline"/>
            </a:endParaRPr>
          </a:p>
        </p:txBody>
      </p:sp>
      <p:sp>
        <p:nvSpPr>
          <p:cNvPr id="116" name="PlaceHolder 3"/>
          <p:cNvSpPr>
            <a:spLocks noGrp="1"/>
          </p:cNvSpPr>
          <p:nvPr>
            <p:ph type="dt" idx="31"/>
          </p:nvPr>
        </p:nvSpPr>
        <p:spPr>
          <a:xfrm>
            <a:off x="367560" y="6356520"/>
            <a:ext cx="873720" cy="364320"/>
          </a:xfrm>
          <a:prstGeom prst="rect">
            <a:avLst/>
          </a:prstGeom>
          <a:noFill/>
          <a:ln w="0">
            <a:noFill/>
          </a:ln>
        </p:spPr>
        <p:txBody>
          <a:bodyPr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Text"/>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Text"/>
              </a:rPr>
              <a:t>&lt;date/time&gt;</a:t>
            </a:r>
            <a:endParaRPr lang="en-US" sz="900" b="0" u="none" strike="noStrike">
              <a:solidFill>
                <a:srgbClr val="000000"/>
              </a:solidFill>
              <a:effectLst/>
              <a:uFillTx/>
              <a:latin typeface="Times New Roman"/>
            </a:endParaRPr>
          </a:p>
        </p:txBody>
      </p:sp>
      <p:sp>
        <p:nvSpPr>
          <p:cNvPr id="117" name="PlaceHolder 4"/>
          <p:cNvSpPr>
            <a:spLocks noGrp="1"/>
          </p:cNvSpPr>
          <p:nvPr>
            <p:ph type="ftr" idx="32"/>
          </p:nvPr>
        </p:nvSpPr>
        <p:spPr>
          <a:xfrm>
            <a:off x="1319760" y="6356520"/>
            <a:ext cx="6495120" cy="364320"/>
          </a:xfrm>
          <a:prstGeom prst="rect">
            <a:avLst/>
          </a:prstGeom>
          <a:noFill/>
          <a:ln w="0">
            <a:noFill/>
          </a:ln>
        </p:spPr>
        <p:txBody>
          <a:bodyPr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Text"/>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Text"/>
              </a:rPr>
              <a:t>&lt;footer&gt;</a:t>
            </a:r>
            <a:endParaRPr lang="en-US" sz="900" b="0" u="none" strike="noStrike">
              <a:solidFill>
                <a:srgbClr val="000000"/>
              </a:solidFill>
              <a:effectLst/>
              <a:uFillTx/>
              <a:latin typeface="Times New Roman"/>
            </a:endParaRPr>
          </a:p>
        </p:txBody>
      </p:sp>
      <p:sp>
        <p:nvSpPr>
          <p:cNvPr id="118" name="PlaceHolder 5"/>
          <p:cNvSpPr>
            <a:spLocks noGrp="1"/>
          </p:cNvSpPr>
          <p:nvPr>
            <p:ph type="sldNum" idx="33"/>
          </p:nvPr>
        </p:nvSpPr>
        <p:spPr>
          <a:xfrm>
            <a:off x="11146680" y="6364800"/>
            <a:ext cx="679320" cy="364320"/>
          </a:xfrm>
          <a:prstGeom prst="rect">
            <a:avLst/>
          </a:prstGeom>
          <a:noFill/>
          <a:ln w="0">
            <a:noFill/>
          </a:ln>
        </p:spPr>
        <p:txBody>
          <a:bodyPr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Text"/>
              </a:defRPr>
            </a:lvl1pPr>
          </a:lstStyle>
          <a:p>
            <a:pPr indent="0" algn="r" defTabSz="914400">
              <a:lnSpc>
                <a:spcPct val="100000"/>
              </a:lnSpc>
              <a:buNone/>
              <a:tabLst>
                <a:tab pos="0" algn="l"/>
              </a:tabLst>
            </a:pPr>
            <a:fld id="{807C4AD2-CDCD-4814-B06C-7B406C200482}" type="slidenum">
              <a:rPr lang="de-DE" sz="1550" b="1" u="none" strike="noStrike">
                <a:solidFill>
                  <a:srgbClr val="6D7373"/>
                </a:solidFill>
                <a:effectLst/>
                <a:uFillTx/>
                <a:latin typeface="SRH Text"/>
                <a:ea typeface="SRH Text"/>
              </a:rPr>
              <a:t>&lt;number&gt;</a:t>
            </a:fld>
            <a:endParaRPr lang="en-US" sz="1550" b="0" u="none" strike="noStrike">
              <a:solidFill>
                <a:srgbClr val="000000"/>
              </a:solidFill>
              <a:effectLst/>
              <a:uFillTx/>
              <a:latin typeface="Times New Roman"/>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Zwischenfolie Statements, weiß">
    <p:bg>
      <p:bgPr>
        <a:solidFill>
          <a:srgbClr val="FFFFFF"/>
        </a:solidFill>
      </p:bgPr>
    </p:bg>
    <p:spTree>
      <p:nvGrpSpPr>
        <p:cNvPr id="1" name=""/>
        <p:cNvGrpSpPr/>
        <p:nvPr/>
      </p:nvGrpSpPr>
      <p:grpSpPr>
        <a:xfrm>
          <a:off x="0" y="0"/>
          <a:ext cx="0" cy="0"/>
          <a:chOff x="0" y="0"/>
          <a:chExt cx="0" cy="0"/>
        </a:xfrm>
      </p:grpSpPr>
      <p:sp>
        <p:nvSpPr>
          <p:cNvPr id="119" name="Freihandform: Form 11"/>
          <p:cNvSpPr/>
          <p:nvPr/>
        </p:nvSpPr>
        <p:spPr>
          <a:xfrm>
            <a:off x="10878480" y="361080"/>
            <a:ext cx="947520" cy="732960"/>
          </a:xfrm>
          <a:custGeom>
            <a:avLst/>
            <a:gdLst>
              <a:gd name="textAreaLeft" fmla="*/ 0 w 947520"/>
              <a:gd name="textAreaRight" fmla="*/ 948240 w 947520"/>
              <a:gd name="textAreaTop" fmla="*/ 0 h 732960"/>
              <a:gd name="textAreaBottom" fmla="*/ 733680 h 732960"/>
              <a:gd name="GluePoint1X" fmla="*/ 619905 w 948335"/>
              <a:gd name="GluePoint1Y" fmla="*/ 599045 h 733815"/>
              <a:gd name="GluePoint2X" fmla="*/ 708360 w 948335"/>
              <a:gd name="GluePoint2Y" fmla="*/ 599045 h 733815"/>
              <a:gd name="GluePoint3X" fmla="*/ 708360 w 948335"/>
              <a:gd name="GluePoint3Y" fmla="*/ 175 h 733815"/>
              <a:gd name="GluePoint4X" fmla="*/ 619905 w 948335"/>
              <a:gd name="GluePoint4Y" fmla="*/ 175 h 733815"/>
              <a:gd name="GluePoint5X" fmla="*/ 619905 w 948335"/>
              <a:gd name="GluePoint5Y" fmla="*/ 599045 h 733815"/>
              <a:gd name="GluePoint6X" fmla="*/ 811823 w 948335"/>
              <a:gd name="GluePoint6Y" fmla="*/ 196963 h 733815"/>
              <a:gd name="GluePoint7X" fmla="*/ 753805 w 948335"/>
              <a:gd name="GluePoint7Y" fmla="*/ 199399 h 733815"/>
              <a:gd name="GluePoint8X" fmla="*/ 753805 w 948335"/>
              <a:gd name="GluePoint8Y" fmla="*/ 281323 h 733815"/>
              <a:gd name="GluePoint9X" fmla="*/ 860105 w 948335"/>
              <a:gd name="GluePoint9Y" fmla="*/ 364907 h 733815"/>
              <a:gd name="GluePoint10X" fmla="*/ 860105 w 948335"/>
              <a:gd name="GluePoint10Y" fmla="*/ 599045 h 733815"/>
              <a:gd name="GluePoint11X" fmla="*/ 948560 w 948335"/>
              <a:gd name="GluePoint11Y" fmla="*/ 599045 h 733815"/>
              <a:gd name="GluePoint12X" fmla="*/ 948560 w 948335"/>
              <a:gd name="GluePoint12Y" fmla="*/ 353981 h 733815"/>
              <a:gd name="GluePoint13X" fmla="*/ 811823 w 948335"/>
              <a:gd name="GluePoint13Y" fmla="*/ 196963 h 733815"/>
              <a:gd name="GluePoint14X" fmla="*/ 208777 w 948335"/>
              <a:gd name="GluePoint14Y" fmla="*/ 199800 h 733815"/>
              <a:gd name="GluePoint15X" fmla="*/ 72849 w 948335"/>
              <a:gd name="GluePoint15Y" fmla="*/ 366560 h 733815"/>
              <a:gd name="GluePoint16X" fmla="*/ 72849 w 948335"/>
              <a:gd name="GluePoint16Y" fmla="*/ 567022 h 733815"/>
              <a:gd name="GluePoint17X" fmla="*/ 225 w 948335"/>
              <a:gd name="GluePoint17Y" fmla="*/ 651830 h 733815"/>
              <a:gd name="GluePoint18X" fmla="*/ 225 w 948335"/>
              <a:gd name="GluePoint18Y" fmla="*/ 732932 h 733815"/>
              <a:gd name="GluePoint19X" fmla="*/ 25376 w 948335"/>
              <a:gd name="GluePoint19Y" fmla="*/ 733742 h 733815"/>
              <a:gd name="GluePoint20X" fmla="*/ 161297 w 948335"/>
              <a:gd name="GluePoint20Y" fmla="*/ 566989 h 733815"/>
              <a:gd name="GluePoint21X" fmla="*/ 161297 w 948335"/>
              <a:gd name="GluePoint21Y" fmla="*/ 366527 h 733815"/>
              <a:gd name="GluePoint22X" fmla="*/ 233520 w 948335"/>
              <a:gd name="GluePoint22Y" fmla="*/ 281732 h 733815"/>
              <a:gd name="GluePoint23X" fmla="*/ 233520 w 948335"/>
              <a:gd name="GluePoint23Y" fmla="*/ 200209 h 733815"/>
              <a:gd name="GluePoint24X" fmla="*/ 208777 w 948335"/>
              <a:gd name="GluePoint24Y" fmla="*/ 199800 h 733815"/>
              <a:gd name="GluePoint25X" fmla="*/ 480210 w 948335"/>
              <a:gd name="GluePoint25Y" fmla="*/ 199800 h 733815"/>
              <a:gd name="GluePoint26X" fmla="*/ 344283 w 948335"/>
              <a:gd name="GluePoint26Y" fmla="*/ 366560 h 733815"/>
              <a:gd name="GluePoint27X" fmla="*/ 344283 w 948335"/>
              <a:gd name="GluePoint27Y" fmla="*/ 599045 h 733815"/>
              <a:gd name="GluePoint28X" fmla="*/ 432731 w 948335"/>
              <a:gd name="GluePoint28Y" fmla="*/ 599045 h 733815"/>
              <a:gd name="GluePoint29X" fmla="*/ 432731 w 948335"/>
              <a:gd name="GluePoint29Y" fmla="*/ 366527 h 733815"/>
              <a:gd name="GluePoint30X" fmla="*/ 505362 w 948335"/>
              <a:gd name="GluePoint30Y" fmla="*/ 281732 h 733815"/>
              <a:gd name="GluePoint31X" fmla="*/ 505362 w 948335"/>
              <a:gd name="GluePoint31Y" fmla="*/ 200209 h 733815"/>
              <a:gd name="GluePoint32X" fmla="*/ 480210 w 948335"/>
              <a:gd name="GluePoint32Y" fmla="*/ 199800 h 73381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Lst>
            <a:rect l="textAreaLeft" t="textAreaTop" r="textAreaRight" b="textAreaBottom"/>
            <a:pathLst>
              <a:path w="948335" h="733815">
                <a:moveTo>
                  <a:pt x="619905" y="599045"/>
                </a:moveTo>
                <a:lnTo>
                  <a:pt x="708360" y="599045"/>
                </a:lnTo>
                <a:lnTo>
                  <a:pt x="708360" y="175"/>
                </a:lnTo>
                <a:lnTo>
                  <a:pt x="619905" y="175"/>
                </a:lnTo>
                <a:lnTo>
                  <a:pt x="619905" y="599045"/>
                </a:lnTo>
                <a:close/>
                <a:moveTo>
                  <a:pt x="811823" y="196963"/>
                </a:moveTo>
                <a:cubicBezTo>
                  <a:pt x="795196" y="196154"/>
                  <a:pt x="774500" y="196963"/>
                  <a:pt x="753805" y="199399"/>
                </a:cubicBezTo>
                <a:lnTo>
                  <a:pt x="753805" y="281323"/>
                </a:lnTo>
                <a:cubicBezTo>
                  <a:pt x="831702" y="281323"/>
                  <a:pt x="860105" y="292732"/>
                  <a:pt x="860105" y="364907"/>
                </a:cubicBezTo>
                <a:lnTo>
                  <a:pt x="860105" y="599045"/>
                </a:lnTo>
                <a:lnTo>
                  <a:pt x="948560" y="599045"/>
                </a:lnTo>
                <a:lnTo>
                  <a:pt x="948560" y="353981"/>
                </a:lnTo>
                <a:cubicBezTo>
                  <a:pt x="948560" y="263505"/>
                  <a:pt x="897033" y="200209"/>
                  <a:pt x="811823" y="196963"/>
                </a:cubicBezTo>
                <a:close/>
                <a:moveTo>
                  <a:pt x="208777" y="199800"/>
                </a:moveTo>
                <a:cubicBezTo>
                  <a:pt x="114634" y="204671"/>
                  <a:pt x="72849" y="267152"/>
                  <a:pt x="72849" y="366560"/>
                </a:cubicBezTo>
                <a:lnTo>
                  <a:pt x="72849" y="567022"/>
                </a:lnTo>
                <a:cubicBezTo>
                  <a:pt x="72849" y="625455"/>
                  <a:pt x="61073" y="650613"/>
                  <a:pt x="225" y="651830"/>
                </a:cubicBezTo>
                <a:lnTo>
                  <a:pt x="225" y="732932"/>
                </a:lnTo>
                <a:cubicBezTo>
                  <a:pt x="7525" y="734156"/>
                  <a:pt x="19288" y="734156"/>
                  <a:pt x="25376" y="733742"/>
                </a:cubicBezTo>
                <a:cubicBezTo>
                  <a:pt x="119907" y="728068"/>
                  <a:pt x="161297" y="665179"/>
                  <a:pt x="161297" y="566989"/>
                </a:cubicBezTo>
                <a:lnTo>
                  <a:pt x="161297" y="366527"/>
                </a:lnTo>
                <a:cubicBezTo>
                  <a:pt x="161297" y="307693"/>
                  <a:pt x="172257" y="282943"/>
                  <a:pt x="233520" y="281732"/>
                </a:cubicBezTo>
                <a:lnTo>
                  <a:pt x="233520" y="200209"/>
                </a:lnTo>
                <a:cubicBezTo>
                  <a:pt x="226622" y="199399"/>
                  <a:pt x="214859" y="199399"/>
                  <a:pt x="208777" y="199800"/>
                </a:cubicBezTo>
                <a:close/>
                <a:moveTo>
                  <a:pt x="480210" y="199800"/>
                </a:moveTo>
                <a:cubicBezTo>
                  <a:pt x="386483" y="204671"/>
                  <a:pt x="344283" y="267560"/>
                  <a:pt x="344283" y="366560"/>
                </a:cubicBezTo>
                <a:lnTo>
                  <a:pt x="344283" y="599045"/>
                </a:lnTo>
                <a:lnTo>
                  <a:pt x="432731" y="599045"/>
                </a:lnTo>
                <a:lnTo>
                  <a:pt x="432731" y="366527"/>
                </a:lnTo>
                <a:cubicBezTo>
                  <a:pt x="432731" y="308094"/>
                  <a:pt x="444507" y="282943"/>
                  <a:pt x="505362" y="281732"/>
                </a:cubicBezTo>
                <a:lnTo>
                  <a:pt x="505362" y="200209"/>
                </a:lnTo>
                <a:cubicBezTo>
                  <a:pt x="498055" y="199399"/>
                  <a:pt x="486292" y="199399"/>
                  <a:pt x="480210" y="199800"/>
                </a:cubicBezTo>
                <a:close/>
              </a:path>
            </a:pathLst>
          </a:custGeom>
          <a:solidFill>
            <a:schemeClr val="accent1"/>
          </a:solidFill>
          <a:ln w="6638">
            <a:noFill/>
          </a:ln>
        </p:spPr>
        <p:style>
          <a:lnRef idx="0"/>
          <a:fillRef idx="0"/>
          <a:effectRef idx="0"/>
          <a:fontRef idx="minor"/>
        </p:style>
        <p:txBody>
          <a:bodyPr lIns="90000" tIns="45000" rIns="90000" bIns="45000" anchor="ctr">
            <a:noAutofit/>
          </a:bodyPr>
          <a:p>
            <a:endParaRPr lang="de-DE" sz="1800" b="0" u="none" strike="noStrike">
              <a:solidFill>
                <a:schemeClr val="dk1"/>
              </a:solidFill>
              <a:effectLst/>
              <a:uFillTx/>
              <a:latin typeface="SRH"/>
            </a:endParaRPr>
          </a:p>
        </p:txBody>
      </p:sp>
      <p:sp>
        <p:nvSpPr>
          <p:cNvPr id="120" name="Freihandform: Form 10"/>
          <p:cNvSpPr/>
          <p:nvPr/>
        </p:nvSpPr>
        <p:spPr>
          <a:xfrm>
            <a:off x="8202960" y="2801880"/>
            <a:ext cx="3988440" cy="4055400"/>
          </a:xfrm>
          <a:custGeom>
            <a:avLst/>
            <a:gdLst>
              <a:gd name="textAreaLeft" fmla="*/ 0 w 3988440"/>
              <a:gd name="textAreaRight" fmla="*/ 3989160 w 3988440"/>
              <a:gd name="textAreaTop" fmla="*/ 0 h 4055400"/>
              <a:gd name="textAreaBottom" fmla="*/ 4056120 h 4055400"/>
              <a:gd name="GluePoint1X" fmla="*/ 3989213 w 3989213"/>
              <a:gd name="GluePoint1Y" fmla="*/ 0 h 4055962"/>
              <a:gd name="GluePoint2X" fmla="*/ 3989213 w 3989213"/>
              <a:gd name="GluePoint2Y" fmla="*/ 2389338 h 4055962"/>
              <a:gd name="GluePoint3X" fmla="*/ 3858525 w 3989213"/>
              <a:gd name="GluePoint3Y" fmla="*/ 2411278 h 4055962"/>
              <a:gd name="GluePoint4X" fmla="*/ 2529280 w 3989213"/>
              <a:gd name="GluePoint4Y" fmla="*/ 3871987 h 4055962"/>
              <a:gd name="GluePoint5X" fmla="*/ 2507974 w 3989213"/>
              <a:gd name="GluePoint5Y" fmla="*/ 4055962 h 4055962"/>
              <a:gd name="GluePoint6X" fmla="*/ 0 w 3989213"/>
              <a:gd name="GluePoint6Y" fmla="*/ 4055962 h 4055962"/>
              <a:gd name="GluePoint7X" fmla="*/ 22942 w 3989213"/>
              <a:gd name="GluePoint7Y" fmla="*/ 3789041 h 4055962"/>
              <a:gd name="GluePoint8X" fmla="*/ 3885074 w 3989213"/>
              <a:gd name="GluePoint8Y" fmla="*/ 4662 h 4055962"/>
              <a:gd name="GluePoint9X" fmla="*/ 3957883 w 3989213"/>
              <a:gd name="GluePoint9Y" fmla="*/ 933 h 40559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3989213" h="4055962">
                <a:moveTo>
                  <a:pt x="3989213" y="0"/>
                </a:moveTo>
                <a:lnTo>
                  <a:pt x="3989213" y="2389338"/>
                </a:lnTo>
                <a:lnTo>
                  <a:pt x="3858525" y="2411278"/>
                </a:lnTo>
                <a:cubicBezTo>
                  <a:pt x="2993398" y="2575443"/>
                  <a:pt x="2647939" y="3036171"/>
                  <a:pt x="2529280" y="3871987"/>
                </a:cubicBezTo>
                <a:lnTo>
                  <a:pt x="2507974" y="4055962"/>
                </a:lnTo>
                <a:lnTo>
                  <a:pt x="0" y="4055962"/>
                </a:lnTo>
                <a:lnTo>
                  <a:pt x="22942" y="3789041"/>
                </a:lnTo>
                <a:cubicBezTo>
                  <a:pt x="290736" y="1521935"/>
                  <a:pt x="1510333" y="126899"/>
                  <a:pt x="3885074" y="4662"/>
                </a:cubicBezTo>
                <a:cubicBezTo>
                  <a:pt x="3906982" y="3233"/>
                  <a:pt x="3931449" y="1983"/>
                  <a:pt x="3957883" y="933"/>
                </a:cubicBezTo>
                <a:close/>
              </a:path>
            </a:pathLst>
          </a:custGeom>
          <a:solidFill>
            <a:schemeClr val="bg2">
              <a:lumMod val="20000"/>
              <a:lumOff val="80000"/>
            </a:schemeClr>
          </a:solidFill>
          <a:ln w="12700">
            <a:noFill/>
          </a:ln>
        </p:spPr>
        <p:style>
          <a:lnRef idx="0"/>
          <a:fillRef idx="0"/>
          <a:effectRef idx="0"/>
          <a:fontRef idx="minor"/>
        </p:style>
        <p:txBody>
          <a:bodyPr lIns="90000" tIns="45000" rIns="90000" bIns="45000" anchor="ctr">
            <a:noAutofit/>
          </a:bodyPr>
          <a:p>
            <a:endParaRPr lang="de-DE" sz="1800" b="0" u="none" strike="noStrike">
              <a:solidFill>
                <a:schemeClr val="dk1"/>
              </a:solidFill>
              <a:effectLst/>
              <a:uFillTx/>
              <a:latin typeface="SRH"/>
            </a:endParaRPr>
          </a:p>
        </p:txBody>
      </p:sp>
      <p:sp>
        <p:nvSpPr>
          <p:cNvPr id="121" name="PlaceHolder 1"/>
          <p:cNvSpPr>
            <a:spLocks noGrp="1"/>
          </p:cNvSpPr>
          <p:nvPr>
            <p:ph type="title"/>
          </p:nvPr>
        </p:nvSpPr>
        <p:spPr>
          <a:xfrm>
            <a:off x="360000" y="2329200"/>
            <a:ext cx="11472120" cy="3980160"/>
          </a:xfrm>
          <a:prstGeom prst="rect">
            <a:avLst/>
          </a:prstGeom>
          <a:noFill/>
          <a:ln w="0">
            <a:noFill/>
          </a:ln>
        </p:spPr>
        <p:txBody>
          <a:bodyPr lIns="0" tIns="0" rIns="0" bIns="0" anchor="t">
            <a:noAutofit/>
          </a:bodyPr>
          <a:lstStyle>
            <a:lvl1pPr indent="0" algn="l" defTabSz="914400">
              <a:lnSpc>
                <a:spcPct val="98000"/>
              </a:lnSpc>
              <a:buNone/>
              <a:tabLst>
                <a:tab pos="0" algn="l"/>
              </a:tabLst>
              <a:defRPr lang="de-DE" sz="4800" b="1" u="none" strike="noStrike">
                <a:solidFill>
                  <a:schemeClr val="dk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dk1"/>
                </a:solidFill>
                <a:effectLst/>
                <a:uFillTx/>
                <a:latin typeface="SRH Headline"/>
                <a:ea typeface="SRH Headline"/>
              </a:rPr>
              <a:t>Mastertitelformat bearbeiten</a:t>
            </a:r>
            <a:endParaRPr lang="de-DE" sz="4800" b="1" u="none" strike="noStrike">
              <a:solidFill>
                <a:schemeClr val="dk1"/>
              </a:solidFill>
              <a:effectLst/>
              <a:uFillTx/>
              <a:latin typeface="SRH Headline"/>
            </a:endParaRPr>
          </a:p>
        </p:txBody>
      </p:sp>
      <p:sp>
        <p:nvSpPr>
          <p:cNvPr id="122" name="PlaceHolder 2"/>
          <p:cNvSpPr>
            <a:spLocks noGrp="1"/>
          </p:cNvSpPr>
          <p:nvPr>
            <p:ph type="dt" idx="34"/>
          </p:nvPr>
        </p:nvSpPr>
        <p:spPr>
          <a:xfrm>
            <a:off x="367560" y="6356520"/>
            <a:ext cx="873720" cy="364320"/>
          </a:xfrm>
          <a:prstGeom prst="rect">
            <a:avLst/>
          </a:prstGeom>
          <a:noFill/>
          <a:ln w="0">
            <a:noFill/>
          </a:ln>
        </p:spPr>
        <p:txBody>
          <a:bodyPr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Text"/>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Text"/>
              </a:rPr>
              <a:t>&lt;date/time&gt;</a:t>
            </a:r>
            <a:endParaRPr lang="en-US" sz="900" b="0" u="none" strike="noStrike">
              <a:solidFill>
                <a:srgbClr val="000000"/>
              </a:solidFill>
              <a:effectLst/>
              <a:uFillTx/>
              <a:latin typeface="Times New Roman"/>
            </a:endParaRPr>
          </a:p>
        </p:txBody>
      </p:sp>
      <p:sp>
        <p:nvSpPr>
          <p:cNvPr id="123" name="PlaceHolder 3"/>
          <p:cNvSpPr>
            <a:spLocks noGrp="1"/>
          </p:cNvSpPr>
          <p:nvPr>
            <p:ph type="ftr" idx="35"/>
          </p:nvPr>
        </p:nvSpPr>
        <p:spPr>
          <a:xfrm>
            <a:off x="1319760" y="6356520"/>
            <a:ext cx="6495120" cy="364320"/>
          </a:xfrm>
          <a:prstGeom prst="rect">
            <a:avLst/>
          </a:prstGeom>
          <a:noFill/>
          <a:ln w="0">
            <a:noFill/>
          </a:ln>
        </p:spPr>
        <p:txBody>
          <a:bodyPr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Text"/>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Text"/>
              </a:rPr>
              <a:t>&lt;footer&gt;</a:t>
            </a:r>
            <a:endParaRPr lang="en-US" sz="900" b="0" u="none" strike="noStrike">
              <a:solidFill>
                <a:srgbClr val="000000"/>
              </a:solidFill>
              <a:effectLst/>
              <a:uFillTx/>
              <a:latin typeface="Times New Roman"/>
            </a:endParaRPr>
          </a:p>
        </p:txBody>
      </p:sp>
      <p:sp>
        <p:nvSpPr>
          <p:cNvPr id="124" name="PlaceHolder 4"/>
          <p:cNvSpPr>
            <a:spLocks noGrp="1"/>
          </p:cNvSpPr>
          <p:nvPr>
            <p:ph type="sldNum" idx="36"/>
          </p:nvPr>
        </p:nvSpPr>
        <p:spPr>
          <a:xfrm>
            <a:off x="11146680" y="6364800"/>
            <a:ext cx="679320" cy="364320"/>
          </a:xfrm>
          <a:prstGeom prst="rect">
            <a:avLst/>
          </a:prstGeom>
          <a:noFill/>
          <a:ln w="0">
            <a:noFill/>
          </a:ln>
        </p:spPr>
        <p:txBody>
          <a:bodyPr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Text"/>
              </a:defRPr>
            </a:lvl1pPr>
          </a:lstStyle>
          <a:p>
            <a:pPr indent="0" algn="r" defTabSz="914400">
              <a:lnSpc>
                <a:spcPct val="100000"/>
              </a:lnSpc>
              <a:buNone/>
              <a:tabLst>
                <a:tab pos="0" algn="l"/>
              </a:tabLst>
            </a:pPr>
            <a:fld id="{8E3C1D22-9F1F-4DA1-9BBD-74961EB2CAA9}" type="slidenum">
              <a:rPr lang="de-DE" sz="1550" b="1" u="none" strike="noStrike">
                <a:solidFill>
                  <a:srgbClr val="6D7373"/>
                </a:solidFill>
                <a:effectLst/>
                <a:uFillTx/>
                <a:latin typeface="SRH Text"/>
                <a:ea typeface="SRH Text"/>
              </a:rPr>
              <a:t>&lt;number&gt;</a:t>
            </a:fld>
            <a:endParaRPr lang="en-US" sz="1550" b="0" u="none" strike="noStrike">
              <a:solidFill>
                <a:srgbClr val="000000"/>
              </a:solidFill>
              <a:effectLst/>
              <a:uFillTx/>
              <a:latin typeface="Times New Roman"/>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Zwischenfolie Statements, Farbe">
    <p:bg>
      <p:bgPr>
        <a:solidFill>
          <a:schemeClr val="accent1"/>
        </a:solidFill>
      </p:bgPr>
    </p:bg>
    <p:spTree>
      <p:nvGrpSpPr>
        <p:cNvPr id="1" name=""/>
        <p:cNvGrpSpPr/>
        <p:nvPr/>
      </p:nvGrpSpPr>
      <p:grpSpPr>
        <a:xfrm>
          <a:off x="0" y="0"/>
          <a:ext cx="0" cy="0"/>
          <a:chOff x="0" y="0"/>
          <a:chExt cx="0" cy="0"/>
        </a:xfrm>
      </p:grpSpPr>
      <p:sp>
        <p:nvSpPr>
          <p:cNvPr id="125" name="Freihandform: Form 11" hidden="1"/>
          <p:cNvSpPr/>
          <p:nvPr/>
        </p:nvSpPr>
        <p:spPr>
          <a:xfrm>
            <a:off x="10878480" y="361080"/>
            <a:ext cx="947520" cy="732960"/>
          </a:xfrm>
          <a:custGeom>
            <a:avLst/>
            <a:gdLst>
              <a:gd name="textAreaLeft" fmla="*/ 0 w 947520"/>
              <a:gd name="textAreaRight" fmla="*/ 948240 w 947520"/>
              <a:gd name="textAreaTop" fmla="*/ 0 h 732960"/>
              <a:gd name="textAreaBottom" fmla="*/ 733680 h 732960"/>
              <a:gd name="GluePoint1X" fmla="*/ 619905 w 948335"/>
              <a:gd name="GluePoint1Y" fmla="*/ 599045 h 733815"/>
              <a:gd name="GluePoint2X" fmla="*/ 708360 w 948335"/>
              <a:gd name="GluePoint2Y" fmla="*/ 599045 h 733815"/>
              <a:gd name="GluePoint3X" fmla="*/ 708360 w 948335"/>
              <a:gd name="GluePoint3Y" fmla="*/ 175 h 733815"/>
              <a:gd name="GluePoint4X" fmla="*/ 619905 w 948335"/>
              <a:gd name="GluePoint4Y" fmla="*/ 175 h 733815"/>
              <a:gd name="GluePoint5X" fmla="*/ 619905 w 948335"/>
              <a:gd name="GluePoint5Y" fmla="*/ 599045 h 733815"/>
              <a:gd name="GluePoint6X" fmla="*/ 811823 w 948335"/>
              <a:gd name="GluePoint6Y" fmla="*/ 196963 h 733815"/>
              <a:gd name="GluePoint7X" fmla="*/ 753805 w 948335"/>
              <a:gd name="GluePoint7Y" fmla="*/ 199399 h 733815"/>
              <a:gd name="GluePoint8X" fmla="*/ 753805 w 948335"/>
              <a:gd name="GluePoint8Y" fmla="*/ 281323 h 733815"/>
              <a:gd name="GluePoint9X" fmla="*/ 860105 w 948335"/>
              <a:gd name="GluePoint9Y" fmla="*/ 364907 h 733815"/>
              <a:gd name="GluePoint10X" fmla="*/ 860105 w 948335"/>
              <a:gd name="GluePoint10Y" fmla="*/ 599045 h 733815"/>
              <a:gd name="GluePoint11X" fmla="*/ 948560 w 948335"/>
              <a:gd name="GluePoint11Y" fmla="*/ 599045 h 733815"/>
              <a:gd name="GluePoint12X" fmla="*/ 948560 w 948335"/>
              <a:gd name="GluePoint12Y" fmla="*/ 353981 h 733815"/>
              <a:gd name="GluePoint13X" fmla="*/ 811823 w 948335"/>
              <a:gd name="GluePoint13Y" fmla="*/ 196963 h 733815"/>
              <a:gd name="GluePoint14X" fmla="*/ 208777 w 948335"/>
              <a:gd name="GluePoint14Y" fmla="*/ 199800 h 733815"/>
              <a:gd name="GluePoint15X" fmla="*/ 72849 w 948335"/>
              <a:gd name="GluePoint15Y" fmla="*/ 366560 h 733815"/>
              <a:gd name="GluePoint16X" fmla="*/ 72849 w 948335"/>
              <a:gd name="GluePoint16Y" fmla="*/ 567022 h 733815"/>
              <a:gd name="GluePoint17X" fmla="*/ 225 w 948335"/>
              <a:gd name="GluePoint17Y" fmla="*/ 651830 h 733815"/>
              <a:gd name="GluePoint18X" fmla="*/ 225 w 948335"/>
              <a:gd name="GluePoint18Y" fmla="*/ 732932 h 733815"/>
              <a:gd name="GluePoint19X" fmla="*/ 25376 w 948335"/>
              <a:gd name="GluePoint19Y" fmla="*/ 733742 h 733815"/>
              <a:gd name="GluePoint20X" fmla="*/ 161297 w 948335"/>
              <a:gd name="GluePoint20Y" fmla="*/ 566989 h 733815"/>
              <a:gd name="GluePoint21X" fmla="*/ 161297 w 948335"/>
              <a:gd name="GluePoint21Y" fmla="*/ 366527 h 733815"/>
              <a:gd name="GluePoint22X" fmla="*/ 233520 w 948335"/>
              <a:gd name="GluePoint22Y" fmla="*/ 281732 h 733815"/>
              <a:gd name="GluePoint23X" fmla="*/ 233520 w 948335"/>
              <a:gd name="GluePoint23Y" fmla="*/ 200209 h 733815"/>
              <a:gd name="GluePoint24X" fmla="*/ 208777 w 948335"/>
              <a:gd name="GluePoint24Y" fmla="*/ 199800 h 733815"/>
              <a:gd name="GluePoint25X" fmla="*/ 480210 w 948335"/>
              <a:gd name="GluePoint25Y" fmla="*/ 199800 h 733815"/>
              <a:gd name="GluePoint26X" fmla="*/ 344283 w 948335"/>
              <a:gd name="GluePoint26Y" fmla="*/ 366560 h 733815"/>
              <a:gd name="GluePoint27X" fmla="*/ 344283 w 948335"/>
              <a:gd name="GluePoint27Y" fmla="*/ 599045 h 733815"/>
              <a:gd name="GluePoint28X" fmla="*/ 432731 w 948335"/>
              <a:gd name="GluePoint28Y" fmla="*/ 599045 h 733815"/>
              <a:gd name="GluePoint29X" fmla="*/ 432731 w 948335"/>
              <a:gd name="GluePoint29Y" fmla="*/ 366527 h 733815"/>
              <a:gd name="GluePoint30X" fmla="*/ 505362 w 948335"/>
              <a:gd name="GluePoint30Y" fmla="*/ 281732 h 733815"/>
              <a:gd name="GluePoint31X" fmla="*/ 505362 w 948335"/>
              <a:gd name="GluePoint31Y" fmla="*/ 200209 h 733815"/>
              <a:gd name="GluePoint32X" fmla="*/ 480210 w 948335"/>
              <a:gd name="GluePoint32Y" fmla="*/ 199800 h 73381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Lst>
            <a:rect l="textAreaLeft" t="textAreaTop" r="textAreaRight" b="textAreaBottom"/>
            <a:pathLst>
              <a:path w="948335" h="733815">
                <a:moveTo>
                  <a:pt x="619905" y="599045"/>
                </a:moveTo>
                <a:lnTo>
                  <a:pt x="708360" y="599045"/>
                </a:lnTo>
                <a:lnTo>
                  <a:pt x="708360" y="175"/>
                </a:lnTo>
                <a:lnTo>
                  <a:pt x="619905" y="175"/>
                </a:lnTo>
                <a:lnTo>
                  <a:pt x="619905" y="599045"/>
                </a:lnTo>
                <a:close/>
                <a:moveTo>
                  <a:pt x="811823" y="196963"/>
                </a:moveTo>
                <a:cubicBezTo>
                  <a:pt x="795196" y="196154"/>
                  <a:pt x="774500" y="196963"/>
                  <a:pt x="753805" y="199399"/>
                </a:cubicBezTo>
                <a:lnTo>
                  <a:pt x="753805" y="281323"/>
                </a:lnTo>
                <a:cubicBezTo>
                  <a:pt x="831702" y="281323"/>
                  <a:pt x="860105" y="292732"/>
                  <a:pt x="860105" y="364907"/>
                </a:cubicBezTo>
                <a:lnTo>
                  <a:pt x="860105" y="599045"/>
                </a:lnTo>
                <a:lnTo>
                  <a:pt x="948560" y="599045"/>
                </a:lnTo>
                <a:lnTo>
                  <a:pt x="948560" y="353981"/>
                </a:lnTo>
                <a:cubicBezTo>
                  <a:pt x="948560" y="263505"/>
                  <a:pt x="897033" y="200209"/>
                  <a:pt x="811823" y="196963"/>
                </a:cubicBezTo>
                <a:close/>
                <a:moveTo>
                  <a:pt x="208777" y="199800"/>
                </a:moveTo>
                <a:cubicBezTo>
                  <a:pt x="114634" y="204671"/>
                  <a:pt x="72849" y="267152"/>
                  <a:pt x="72849" y="366560"/>
                </a:cubicBezTo>
                <a:lnTo>
                  <a:pt x="72849" y="567022"/>
                </a:lnTo>
                <a:cubicBezTo>
                  <a:pt x="72849" y="625455"/>
                  <a:pt x="61073" y="650613"/>
                  <a:pt x="225" y="651830"/>
                </a:cubicBezTo>
                <a:lnTo>
                  <a:pt x="225" y="732932"/>
                </a:lnTo>
                <a:cubicBezTo>
                  <a:pt x="7525" y="734156"/>
                  <a:pt x="19288" y="734156"/>
                  <a:pt x="25376" y="733742"/>
                </a:cubicBezTo>
                <a:cubicBezTo>
                  <a:pt x="119907" y="728068"/>
                  <a:pt x="161297" y="665179"/>
                  <a:pt x="161297" y="566989"/>
                </a:cubicBezTo>
                <a:lnTo>
                  <a:pt x="161297" y="366527"/>
                </a:lnTo>
                <a:cubicBezTo>
                  <a:pt x="161297" y="307693"/>
                  <a:pt x="172257" y="282943"/>
                  <a:pt x="233520" y="281732"/>
                </a:cubicBezTo>
                <a:lnTo>
                  <a:pt x="233520" y="200209"/>
                </a:lnTo>
                <a:cubicBezTo>
                  <a:pt x="226622" y="199399"/>
                  <a:pt x="214859" y="199399"/>
                  <a:pt x="208777" y="199800"/>
                </a:cubicBezTo>
                <a:close/>
                <a:moveTo>
                  <a:pt x="480210" y="199800"/>
                </a:moveTo>
                <a:cubicBezTo>
                  <a:pt x="386483" y="204671"/>
                  <a:pt x="344283" y="267560"/>
                  <a:pt x="344283" y="366560"/>
                </a:cubicBezTo>
                <a:lnTo>
                  <a:pt x="344283" y="599045"/>
                </a:lnTo>
                <a:lnTo>
                  <a:pt x="432731" y="599045"/>
                </a:lnTo>
                <a:lnTo>
                  <a:pt x="432731" y="366527"/>
                </a:lnTo>
                <a:cubicBezTo>
                  <a:pt x="432731" y="308094"/>
                  <a:pt x="444507" y="282943"/>
                  <a:pt x="505362" y="281732"/>
                </a:cubicBezTo>
                <a:lnTo>
                  <a:pt x="505362" y="200209"/>
                </a:lnTo>
                <a:cubicBezTo>
                  <a:pt x="498055" y="199399"/>
                  <a:pt x="486292" y="199399"/>
                  <a:pt x="480210" y="199800"/>
                </a:cubicBezTo>
                <a:close/>
              </a:path>
            </a:pathLst>
          </a:custGeom>
          <a:solidFill>
            <a:schemeClr val="accent1"/>
          </a:solidFill>
          <a:ln w="6638">
            <a:noFill/>
          </a:ln>
        </p:spPr>
        <p:style>
          <a:lnRef idx="0"/>
          <a:fillRef idx="0"/>
          <a:effectRef idx="0"/>
          <a:fontRef idx="minor"/>
        </p:style>
        <p:txBody>
          <a:bodyPr lIns="90000" tIns="45000" rIns="90000" bIns="45000" anchor="ctr">
            <a:noAutofit/>
          </a:bodyPr>
          <a:p>
            <a:endParaRPr lang="de-DE" sz="1800" b="0" u="none" strike="noStrike">
              <a:solidFill>
                <a:schemeClr val="dk1"/>
              </a:solidFill>
              <a:effectLst/>
              <a:uFillTx/>
              <a:latin typeface="SRH"/>
            </a:endParaRPr>
          </a:p>
        </p:txBody>
      </p:sp>
      <p:sp>
        <p:nvSpPr>
          <p:cNvPr id="126" name="Freihandform: Form 10"/>
          <p:cNvSpPr/>
          <p:nvPr/>
        </p:nvSpPr>
        <p:spPr>
          <a:xfrm>
            <a:off x="8211960" y="2801880"/>
            <a:ext cx="3988440" cy="4055400"/>
          </a:xfrm>
          <a:custGeom>
            <a:avLst/>
            <a:gdLst>
              <a:gd name="textAreaLeft" fmla="*/ 0 w 3988440"/>
              <a:gd name="textAreaRight" fmla="*/ 3989160 w 3988440"/>
              <a:gd name="textAreaTop" fmla="*/ 0 h 4055400"/>
              <a:gd name="textAreaBottom" fmla="*/ 4056120 h 4055400"/>
              <a:gd name="GluePoint1X" fmla="*/ 3989213 w 3989213"/>
              <a:gd name="GluePoint1Y" fmla="*/ 0 h 4055962"/>
              <a:gd name="GluePoint2X" fmla="*/ 3989213 w 3989213"/>
              <a:gd name="GluePoint2Y" fmla="*/ 2389338 h 4055962"/>
              <a:gd name="GluePoint3X" fmla="*/ 3858525 w 3989213"/>
              <a:gd name="GluePoint3Y" fmla="*/ 2411278 h 4055962"/>
              <a:gd name="GluePoint4X" fmla="*/ 2529280 w 3989213"/>
              <a:gd name="GluePoint4Y" fmla="*/ 3871987 h 4055962"/>
              <a:gd name="GluePoint5X" fmla="*/ 2507974 w 3989213"/>
              <a:gd name="GluePoint5Y" fmla="*/ 4055962 h 4055962"/>
              <a:gd name="GluePoint6X" fmla="*/ 0 w 3989213"/>
              <a:gd name="GluePoint6Y" fmla="*/ 4055962 h 4055962"/>
              <a:gd name="GluePoint7X" fmla="*/ 22942 w 3989213"/>
              <a:gd name="GluePoint7Y" fmla="*/ 3789041 h 4055962"/>
              <a:gd name="GluePoint8X" fmla="*/ 3885074 w 3989213"/>
              <a:gd name="GluePoint8Y" fmla="*/ 4662 h 4055962"/>
              <a:gd name="GluePoint9X" fmla="*/ 3957883 w 3989213"/>
              <a:gd name="GluePoint9Y" fmla="*/ 933 h 40559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3989213" h="4055962">
                <a:moveTo>
                  <a:pt x="3989213" y="0"/>
                </a:moveTo>
                <a:lnTo>
                  <a:pt x="3989213" y="2389338"/>
                </a:lnTo>
                <a:lnTo>
                  <a:pt x="3858525" y="2411278"/>
                </a:lnTo>
                <a:cubicBezTo>
                  <a:pt x="2993398" y="2575443"/>
                  <a:pt x="2647939" y="3036171"/>
                  <a:pt x="2529280" y="3871987"/>
                </a:cubicBezTo>
                <a:lnTo>
                  <a:pt x="2507974" y="4055962"/>
                </a:lnTo>
                <a:lnTo>
                  <a:pt x="0" y="4055962"/>
                </a:lnTo>
                <a:lnTo>
                  <a:pt x="22942" y="3789041"/>
                </a:lnTo>
                <a:cubicBezTo>
                  <a:pt x="290736" y="1521935"/>
                  <a:pt x="1510333" y="126899"/>
                  <a:pt x="3885074" y="4662"/>
                </a:cubicBezTo>
                <a:cubicBezTo>
                  <a:pt x="3906982" y="3233"/>
                  <a:pt x="3931449" y="1983"/>
                  <a:pt x="3957883" y="933"/>
                </a:cubicBezTo>
                <a:close/>
              </a:path>
            </a:pathLst>
          </a:custGeom>
          <a:solidFill>
            <a:schemeClr val="lt2">
              <a:lumMod val="20000"/>
              <a:lumOff val="80000"/>
              <a:alpha val="20000"/>
            </a:schemeClr>
          </a:solidFill>
          <a:ln w="12700">
            <a:noFill/>
          </a:ln>
        </p:spPr>
        <p:style>
          <a:lnRef idx="0"/>
          <a:fillRef idx="0"/>
          <a:effectRef idx="0"/>
          <a:fontRef idx="minor"/>
        </p:style>
        <p:txBody>
          <a:bodyPr lIns="90000" tIns="45000" rIns="90000" bIns="45000" anchor="ctr">
            <a:noAutofit/>
          </a:bodyPr>
          <a:p>
            <a:endParaRPr lang="de-DE" sz="1800" b="0" u="none" strike="noStrike">
              <a:solidFill>
                <a:schemeClr val="dk1"/>
              </a:solidFill>
              <a:effectLst/>
              <a:uFillTx/>
              <a:latin typeface="SRH"/>
            </a:endParaRPr>
          </a:p>
        </p:txBody>
      </p:sp>
      <p:sp>
        <p:nvSpPr>
          <p:cNvPr id="127" name="PlaceHolder 1"/>
          <p:cNvSpPr>
            <a:spLocks noGrp="1"/>
          </p:cNvSpPr>
          <p:nvPr>
            <p:ph type="title"/>
          </p:nvPr>
        </p:nvSpPr>
        <p:spPr>
          <a:xfrm>
            <a:off x="360000" y="2329200"/>
            <a:ext cx="11472120" cy="3980160"/>
          </a:xfrm>
          <a:prstGeom prst="rect">
            <a:avLst/>
          </a:prstGeom>
          <a:noFill/>
          <a:ln w="0">
            <a:noFill/>
          </a:ln>
        </p:spPr>
        <p:txBody>
          <a:bodyPr lIns="0" tIns="0" rIns="0" bIns="0" anchor="t">
            <a:noAutofit/>
          </a:bodyPr>
          <a:lstStyle>
            <a:lvl1pPr indent="0" algn="l" defTabSz="914400">
              <a:lnSpc>
                <a:spcPct val="98000"/>
              </a:lnSpc>
              <a:buNone/>
              <a:tabLst>
                <a:tab pos="0" algn="l"/>
              </a:tabLst>
              <a:defRPr lang="de-DE" sz="4800" b="1" u="none" strike="noStrike">
                <a:solidFill>
                  <a:schemeClr val="lt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lt1"/>
                </a:solidFill>
                <a:effectLst/>
                <a:uFillTx/>
                <a:latin typeface="SRH Headline"/>
                <a:ea typeface="SRH Headline"/>
              </a:rPr>
              <a:t>Mastertitelformat bearbeiten</a:t>
            </a:r>
            <a:endParaRPr lang="de-DE" sz="4800" b="1" u="none" strike="noStrike">
              <a:solidFill>
                <a:schemeClr val="lt1"/>
              </a:solidFill>
              <a:effectLst/>
              <a:uFillTx/>
              <a:latin typeface="SRH Headline"/>
            </a:endParaRPr>
          </a:p>
        </p:txBody>
      </p:sp>
      <p:sp>
        <p:nvSpPr>
          <p:cNvPr id="128" name="PlaceHolder 2"/>
          <p:cNvSpPr>
            <a:spLocks noGrp="1"/>
          </p:cNvSpPr>
          <p:nvPr>
            <p:ph type="dt" idx="37"/>
          </p:nvPr>
        </p:nvSpPr>
        <p:spPr>
          <a:xfrm>
            <a:off x="367560" y="6356520"/>
            <a:ext cx="873720" cy="364320"/>
          </a:xfrm>
          <a:prstGeom prst="rect">
            <a:avLst/>
          </a:prstGeom>
          <a:noFill/>
          <a:ln w="0">
            <a:noFill/>
          </a:ln>
        </p:spPr>
        <p:txBody>
          <a:bodyPr lIns="0" tIns="0" rIns="0" bIns="0" anchor="ctr">
            <a:noAutofit/>
          </a:bodyPr>
          <a:lstStyle>
            <a:lvl1pPr indent="0" algn="l" defTabSz="914400">
              <a:lnSpc>
                <a:spcPct val="100000"/>
              </a:lnSpc>
              <a:buNone/>
              <a:tabLst>
                <a:tab pos="0" algn="l"/>
              </a:tabLst>
              <a:defRPr lang="en-CA" sz="900" b="1" u="none" strike="noStrike">
                <a:solidFill>
                  <a:schemeClr val="lt1"/>
                </a:solidFill>
                <a:effectLst/>
                <a:uFillTx/>
                <a:latin typeface="SRH Text"/>
                <a:ea typeface="SRH Text"/>
              </a:defRPr>
            </a:lvl1pPr>
          </a:lstStyle>
          <a:p>
            <a:pPr indent="0" algn="l" defTabSz="914400">
              <a:lnSpc>
                <a:spcPct val="100000"/>
              </a:lnSpc>
              <a:buNone/>
              <a:tabLst>
                <a:tab pos="0" algn="l"/>
              </a:tabLst>
            </a:pPr>
            <a:r>
              <a:rPr lang="en-CA" sz="900" b="1" u="none" strike="noStrike">
                <a:solidFill>
                  <a:schemeClr val="lt1"/>
                </a:solidFill>
                <a:effectLst/>
                <a:uFillTx/>
                <a:latin typeface="SRH Text"/>
                <a:ea typeface="SRH Text"/>
              </a:rPr>
              <a:t>&lt;date/time&gt;</a:t>
            </a:r>
            <a:endParaRPr lang="en-US" sz="900" b="0" u="none" strike="noStrike">
              <a:solidFill>
                <a:srgbClr val="FFFFFF"/>
              </a:solidFill>
              <a:effectLst/>
              <a:uFillTx/>
              <a:latin typeface="Times New Roman"/>
            </a:endParaRPr>
          </a:p>
        </p:txBody>
      </p:sp>
      <p:sp>
        <p:nvSpPr>
          <p:cNvPr id="129" name="PlaceHolder 3"/>
          <p:cNvSpPr>
            <a:spLocks noGrp="1"/>
          </p:cNvSpPr>
          <p:nvPr>
            <p:ph type="ftr" idx="38"/>
          </p:nvPr>
        </p:nvSpPr>
        <p:spPr>
          <a:xfrm>
            <a:off x="1319760" y="6356520"/>
            <a:ext cx="6495120" cy="364320"/>
          </a:xfrm>
          <a:prstGeom prst="rect">
            <a:avLst/>
          </a:prstGeom>
          <a:noFill/>
          <a:ln w="0">
            <a:noFill/>
          </a:ln>
        </p:spPr>
        <p:txBody>
          <a:bodyPr lIns="0" tIns="0" rIns="0" bIns="0" anchor="ctr">
            <a:noAutofit/>
          </a:bodyPr>
          <a:lstStyle>
            <a:lvl1pPr indent="0" algn="l" defTabSz="914400">
              <a:lnSpc>
                <a:spcPct val="100000"/>
              </a:lnSpc>
              <a:buNone/>
              <a:tabLst>
                <a:tab pos="0" algn="l"/>
              </a:tabLst>
              <a:defRPr lang="de-DE" sz="900" b="1" u="none" strike="noStrike">
                <a:solidFill>
                  <a:schemeClr val="lt1"/>
                </a:solidFill>
                <a:effectLst/>
                <a:uFillTx/>
                <a:latin typeface="SRH Text"/>
                <a:ea typeface="SRH Text"/>
              </a:defRPr>
            </a:lvl1pPr>
          </a:lstStyle>
          <a:p>
            <a:pPr indent="0" algn="l" defTabSz="914400">
              <a:lnSpc>
                <a:spcPct val="100000"/>
              </a:lnSpc>
              <a:buNone/>
              <a:tabLst>
                <a:tab pos="0" algn="l"/>
              </a:tabLst>
            </a:pPr>
            <a:r>
              <a:rPr lang="de-DE" sz="900" b="1" u="none" strike="noStrike">
                <a:solidFill>
                  <a:schemeClr val="lt1"/>
                </a:solidFill>
                <a:effectLst/>
                <a:uFillTx/>
                <a:latin typeface="SRH Text"/>
                <a:ea typeface="SRH Text"/>
              </a:rPr>
              <a:t>&lt;footer&gt;</a:t>
            </a:r>
            <a:endParaRPr lang="en-US" sz="900" b="0" u="none" strike="noStrike">
              <a:solidFill>
                <a:srgbClr val="FFFFFF"/>
              </a:solidFill>
              <a:effectLst/>
              <a:uFillTx/>
              <a:latin typeface="Times New Roman"/>
            </a:endParaRPr>
          </a:p>
        </p:txBody>
      </p:sp>
      <p:sp>
        <p:nvSpPr>
          <p:cNvPr id="130" name="PlaceHolder 4"/>
          <p:cNvSpPr>
            <a:spLocks noGrp="1"/>
          </p:cNvSpPr>
          <p:nvPr>
            <p:ph type="sldNum" idx="39"/>
          </p:nvPr>
        </p:nvSpPr>
        <p:spPr>
          <a:xfrm>
            <a:off x="11146680" y="6364800"/>
            <a:ext cx="679320" cy="364320"/>
          </a:xfrm>
          <a:prstGeom prst="rect">
            <a:avLst/>
          </a:prstGeom>
          <a:noFill/>
          <a:ln w="0">
            <a:noFill/>
          </a:ln>
        </p:spPr>
        <p:txBody>
          <a:bodyPr lIns="0" tIns="0" rIns="0" bIns="0" anchor="ctr">
            <a:noAutofit/>
          </a:bodyPr>
          <a:lstStyle>
            <a:lvl1pPr indent="0" algn="r" defTabSz="914400">
              <a:lnSpc>
                <a:spcPct val="100000"/>
              </a:lnSpc>
              <a:buNone/>
              <a:tabLst>
                <a:tab pos="0" algn="l"/>
              </a:tabLst>
              <a:defRPr lang="de-DE" sz="1550" b="1" u="none" strike="noStrike">
                <a:solidFill>
                  <a:schemeClr val="lt1"/>
                </a:solidFill>
                <a:effectLst/>
                <a:uFillTx/>
                <a:latin typeface="SRH Text"/>
                <a:ea typeface="SRH Text"/>
              </a:defRPr>
            </a:lvl1pPr>
          </a:lstStyle>
          <a:p>
            <a:pPr indent="0" algn="r" defTabSz="914400">
              <a:lnSpc>
                <a:spcPct val="100000"/>
              </a:lnSpc>
              <a:buNone/>
              <a:tabLst>
                <a:tab pos="0" algn="l"/>
              </a:tabLst>
            </a:pPr>
            <a:fld id="{5311B0E4-2B41-4280-B3A2-5CB0363DC593}" type="slidenum">
              <a:rPr lang="de-DE" sz="1550" b="1" u="none" strike="noStrike">
                <a:solidFill>
                  <a:schemeClr val="lt1"/>
                </a:solidFill>
                <a:effectLst/>
                <a:uFillTx/>
                <a:latin typeface="SRH Text"/>
                <a:ea typeface="SRH Text"/>
              </a:rPr>
              <a:t>&lt;number&gt;</a:t>
            </a:fld>
            <a:endParaRPr lang="en-US" sz="1550" b="0" u="none" strike="noStrike">
              <a:solidFill>
                <a:srgbClr val="FFFFFF"/>
              </a:solidFill>
              <a:effectLst/>
              <a:uFillTx/>
              <a:latin typeface="Times New Roman"/>
            </a:endParaRPr>
          </a:p>
        </p:txBody>
      </p:sp>
      <p:pic>
        <p:nvPicPr>
          <p:cNvPr id="131" name="Grafik 6"/>
          <p:cNvPicPr/>
          <p:nvPr/>
        </p:nvPicPr>
        <p:blipFill>
          <a:blip r:embed="rId2">
            <a:extLst>
              <a:ext uri="{96DAC541-7B7A-43D3-8B79-37D633B846F1}">
                <asvg:svgBlip xmlns:asvg="http://schemas.microsoft.com/office/drawing/2016/SVG/main" r:embed="rId3"/>
              </a:ext>
            </a:extLst>
          </a:blip>
          <a:stretch/>
        </p:blipFill>
        <p:spPr>
          <a:xfrm>
            <a:off x="10877400" y="358920"/>
            <a:ext cx="950040" cy="736200"/>
          </a:xfrm>
          <a:prstGeom prst="rect">
            <a:avLst/>
          </a:prstGeom>
          <a:noFill/>
          <a:ln w="0">
            <a:noFill/>
          </a:ln>
        </p:spPr>
      </p:pic>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2 Text, 1/2 Bild">
    <p:bg>
      <p:bgPr>
        <a:solidFill>
          <a:srgbClr val="FFFFFF"/>
        </a:solidFill>
      </p:bgPr>
    </p:bg>
    <p:spTree>
      <p:nvGrpSpPr>
        <p:cNvPr id="1" name=""/>
        <p:cNvGrpSpPr/>
        <p:nvPr/>
      </p:nvGrpSpPr>
      <p:grpSpPr>
        <a:xfrm>
          <a:off x="0" y="0"/>
          <a:ext cx="0" cy="0"/>
          <a:chOff x="0" y="0"/>
          <a:chExt cx="0" cy="0"/>
        </a:xfrm>
      </p:grpSpPr>
      <p:sp>
        <p:nvSpPr>
          <p:cNvPr id="132" name="Freihandform: Form 11"/>
          <p:cNvSpPr/>
          <p:nvPr/>
        </p:nvSpPr>
        <p:spPr>
          <a:xfrm>
            <a:off x="10878480" y="361080"/>
            <a:ext cx="947520" cy="732960"/>
          </a:xfrm>
          <a:custGeom>
            <a:avLst/>
            <a:gdLst>
              <a:gd name="textAreaLeft" fmla="*/ 0 w 947520"/>
              <a:gd name="textAreaRight" fmla="*/ 948240 w 947520"/>
              <a:gd name="textAreaTop" fmla="*/ 0 h 732960"/>
              <a:gd name="textAreaBottom" fmla="*/ 733680 h 732960"/>
              <a:gd name="GluePoint1X" fmla="*/ 619905 w 948335"/>
              <a:gd name="GluePoint1Y" fmla="*/ 599045 h 733815"/>
              <a:gd name="GluePoint2X" fmla="*/ 708360 w 948335"/>
              <a:gd name="GluePoint2Y" fmla="*/ 599045 h 733815"/>
              <a:gd name="GluePoint3X" fmla="*/ 708360 w 948335"/>
              <a:gd name="GluePoint3Y" fmla="*/ 175 h 733815"/>
              <a:gd name="GluePoint4X" fmla="*/ 619905 w 948335"/>
              <a:gd name="GluePoint4Y" fmla="*/ 175 h 733815"/>
              <a:gd name="GluePoint5X" fmla="*/ 619905 w 948335"/>
              <a:gd name="GluePoint5Y" fmla="*/ 599045 h 733815"/>
              <a:gd name="GluePoint6X" fmla="*/ 811823 w 948335"/>
              <a:gd name="GluePoint6Y" fmla="*/ 196963 h 733815"/>
              <a:gd name="GluePoint7X" fmla="*/ 753805 w 948335"/>
              <a:gd name="GluePoint7Y" fmla="*/ 199399 h 733815"/>
              <a:gd name="GluePoint8X" fmla="*/ 753805 w 948335"/>
              <a:gd name="GluePoint8Y" fmla="*/ 281323 h 733815"/>
              <a:gd name="GluePoint9X" fmla="*/ 860105 w 948335"/>
              <a:gd name="GluePoint9Y" fmla="*/ 364907 h 733815"/>
              <a:gd name="GluePoint10X" fmla="*/ 860105 w 948335"/>
              <a:gd name="GluePoint10Y" fmla="*/ 599045 h 733815"/>
              <a:gd name="GluePoint11X" fmla="*/ 948560 w 948335"/>
              <a:gd name="GluePoint11Y" fmla="*/ 599045 h 733815"/>
              <a:gd name="GluePoint12X" fmla="*/ 948560 w 948335"/>
              <a:gd name="GluePoint12Y" fmla="*/ 353981 h 733815"/>
              <a:gd name="GluePoint13X" fmla="*/ 811823 w 948335"/>
              <a:gd name="GluePoint13Y" fmla="*/ 196963 h 733815"/>
              <a:gd name="GluePoint14X" fmla="*/ 208777 w 948335"/>
              <a:gd name="GluePoint14Y" fmla="*/ 199800 h 733815"/>
              <a:gd name="GluePoint15X" fmla="*/ 72849 w 948335"/>
              <a:gd name="GluePoint15Y" fmla="*/ 366560 h 733815"/>
              <a:gd name="GluePoint16X" fmla="*/ 72849 w 948335"/>
              <a:gd name="GluePoint16Y" fmla="*/ 567022 h 733815"/>
              <a:gd name="GluePoint17X" fmla="*/ 225 w 948335"/>
              <a:gd name="GluePoint17Y" fmla="*/ 651830 h 733815"/>
              <a:gd name="GluePoint18X" fmla="*/ 225 w 948335"/>
              <a:gd name="GluePoint18Y" fmla="*/ 732932 h 733815"/>
              <a:gd name="GluePoint19X" fmla="*/ 25376 w 948335"/>
              <a:gd name="GluePoint19Y" fmla="*/ 733742 h 733815"/>
              <a:gd name="GluePoint20X" fmla="*/ 161297 w 948335"/>
              <a:gd name="GluePoint20Y" fmla="*/ 566989 h 733815"/>
              <a:gd name="GluePoint21X" fmla="*/ 161297 w 948335"/>
              <a:gd name="GluePoint21Y" fmla="*/ 366527 h 733815"/>
              <a:gd name="GluePoint22X" fmla="*/ 233520 w 948335"/>
              <a:gd name="GluePoint22Y" fmla="*/ 281732 h 733815"/>
              <a:gd name="GluePoint23X" fmla="*/ 233520 w 948335"/>
              <a:gd name="GluePoint23Y" fmla="*/ 200209 h 733815"/>
              <a:gd name="GluePoint24X" fmla="*/ 208777 w 948335"/>
              <a:gd name="GluePoint24Y" fmla="*/ 199800 h 733815"/>
              <a:gd name="GluePoint25X" fmla="*/ 480210 w 948335"/>
              <a:gd name="GluePoint25Y" fmla="*/ 199800 h 733815"/>
              <a:gd name="GluePoint26X" fmla="*/ 344283 w 948335"/>
              <a:gd name="GluePoint26Y" fmla="*/ 366560 h 733815"/>
              <a:gd name="GluePoint27X" fmla="*/ 344283 w 948335"/>
              <a:gd name="GluePoint27Y" fmla="*/ 599045 h 733815"/>
              <a:gd name="GluePoint28X" fmla="*/ 432731 w 948335"/>
              <a:gd name="GluePoint28Y" fmla="*/ 599045 h 733815"/>
              <a:gd name="GluePoint29X" fmla="*/ 432731 w 948335"/>
              <a:gd name="GluePoint29Y" fmla="*/ 366527 h 733815"/>
              <a:gd name="GluePoint30X" fmla="*/ 505362 w 948335"/>
              <a:gd name="GluePoint30Y" fmla="*/ 281732 h 733815"/>
              <a:gd name="GluePoint31X" fmla="*/ 505362 w 948335"/>
              <a:gd name="GluePoint31Y" fmla="*/ 200209 h 733815"/>
              <a:gd name="GluePoint32X" fmla="*/ 480210 w 948335"/>
              <a:gd name="GluePoint32Y" fmla="*/ 199800 h 73381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Lst>
            <a:rect l="textAreaLeft" t="textAreaTop" r="textAreaRight" b="textAreaBottom"/>
            <a:pathLst>
              <a:path w="948335" h="733815">
                <a:moveTo>
                  <a:pt x="619905" y="599045"/>
                </a:moveTo>
                <a:lnTo>
                  <a:pt x="708360" y="599045"/>
                </a:lnTo>
                <a:lnTo>
                  <a:pt x="708360" y="175"/>
                </a:lnTo>
                <a:lnTo>
                  <a:pt x="619905" y="175"/>
                </a:lnTo>
                <a:lnTo>
                  <a:pt x="619905" y="599045"/>
                </a:lnTo>
                <a:close/>
                <a:moveTo>
                  <a:pt x="811823" y="196963"/>
                </a:moveTo>
                <a:cubicBezTo>
                  <a:pt x="795196" y="196154"/>
                  <a:pt x="774500" y="196963"/>
                  <a:pt x="753805" y="199399"/>
                </a:cubicBezTo>
                <a:lnTo>
                  <a:pt x="753805" y="281323"/>
                </a:lnTo>
                <a:cubicBezTo>
                  <a:pt x="831702" y="281323"/>
                  <a:pt x="860105" y="292732"/>
                  <a:pt x="860105" y="364907"/>
                </a:cubicBezTo>
                <a:lnTo>
                  <a:pt x="860105" y="599045"/>
                </a:lnTo>
                <a:lnTo>
                  <a:pt x="948560" y="599045"/>
                </a:lnTo>
                <a:lnTo>
                  <a:pt x="948560" y="353981"/>
                </a:lnTo>
                <a:cubicBezTo>
                  <a:pt x="948560" y="263505"/>
                  <a:pt x="897033" y="200209"/>
                  <a:pt x="811823" y="196963"/>
                </a:cubicBezTo>
                <a:close/>
                <a:moveTo>
                  <a:pt x="208777" y="199800"/>
                </a:moveTo>
                <a:cubicBezTo>
                  <a:pt x="114634" y="204671"/>
                  <a:pt x="72849" y="267152"/>
                  <a:pt x="72849" y="366560"/>
                </a:cubicBezTo>
                <a:lnTo>
                  <a:pt x="72849" y="567022"/>
                </a:lnTo>
                <a:cubicBezTo>
                  <a:pt x="72849" y="625455"/>
                  <a:pt x="61073" y="650613"/>
                  <a:pt x="225" y="651830"/>
                </a:cubicBezTo>
                <a:lnTo>
                  <a:pt x="225" y="732932"/>
                </a:lnTo>
                <a:cubicBezTo>
                  <a:pt x="7525" y="734156"/>
                  <a:pt x="19288" y="734156"/>
                  <a:pt x="25376" y="733742"/>
                </a:cubicBezTo>
                <a:cubicBezTo>
                  <a:pt x="119907" y="728068"/>
                  <a:pt x="161297" y="665179"/>
                  <a:pt x="161297" y="566989"/>
                </a:cubicBezTo>
                <a:lnTo>
                  <a:pt x="161297" y="366527"/>
                </a:lnTo>
                <a:cubicBezTo>
                  <a:pt x="161297" y="307693"/>
                  <a:pt x="172257" y="282943"/>
                  <a:pt x="233520" y="281732"/>
                </a:cubicBezTo>
                <a:lnTo>
                  <a:pt x="233520" y="200209"/>
                </a:lnTo>
                <a:cubicBezTo>
                  <a:pt x="226622" y="199399"/>
                  <a:pt x="214859" y="199399"/>
                  <a:pt x="208777" y="199800"/>
                </a:cubicBezTo>
                <a:close/>
                <a:moveTo>
                  <a:pt x="480210" y="199800"/>
                </a:moveTo>
                <a:cubicBezTo>
                  <a:pt x="386483" y="204671"/>
                  <a:pt x="344283" y="267560"/>
                  <a:pt x="344283" y="366560"/>
                </a:cubicBezTo>
                <a:lnTo>
                  <a:pt x="344283" y="599045"/>
                </a:lnTo>
                <a:lnTo>
                  <a:pt x="432731" y="599045"/>
                </a:lnTo>
                <a:lnTo>
                  <a:pt x="432731" y="366527"/>
                </a:lnTo>
                <a:cubicBezTo>
                  <a:pt x="432731" y="308094"/>
                  <a:pt x="444507" y="282943"/>
                  <a:pt x="505362" y="281732"/>
                </a:cubicBezTo>
                <a:lnTo>
                  <a:pt x="505362" y="200209"/>
                </a:lnTo>
                <a:cubicBezTo>
                  <a:pt x="498055" y="199399"/>
                  <a:pt x="486292" y="199399"/>
                  <a:pt x="480210" y="199800"/>
                </a:cubicBezTo>
                <a:close/>
              </a:path>
            </a:pathLst>
          </a:custGeom>
          <a:solidFill>
            <a:schemeClr val="accent1"/>
          </a:solidFill>
          <a:ln w="6638">
            <a:noFill/>
          </a:ln>
        </p:spPr>
        <p:style>
          <a:lnRef idx="0"/>
          <a:fillRef idx="0"/>
          <a:effectRef idx="0"/>
          <a:fontRef idx="minor"/>
        </p:style>
        <p:txBody>
          <a:bodyPr lIns="90000" tIns="45000" rIns="90000" bIns="45000" anchor="ctr">
            <a:noAutofit/>
          </a:bodyPr>
          <a:p>
            <a:endParaRPr lang="de-DE" sz="1800" b="0" u="none" strike="noStrike">
              <a:solidFill>
                <a:schemeClr val="dk1"/>
              </a:solidFill>
              <a:effectLst/>
              <a:uFillTx/>
              <a:latin typeface="SRH"/>
            </a:endParaRPr>
          </a:p>
        </p:txBody>
      </p:sp>
      <p:sp>
        <p:nvSpPr>
          <p:cNvPr id="133" name="PlaceHolder 1"/>
          <p:cNvSpPr>
            <a:spLocks noGrp="1"/>
          </p:cNvSpPr>
          <p:nvPr>
            <p:ph type="body"/>
          </p:nvPr>
        </p:nvSpPr>
        <p:spPr>
          <a:xfrm>
            <a:off x="6095880" y="0"/>
            <a:ext cx="6095160" cy="6857280"/>
          </a:xfrm>
          <a:prstGeom prst="rect">
            <a:avLst/>
          </a:prstGeom>
          <a:solidFill>
            <a:schemeClr val="accent1">
              <a:lumMod val="20000"/>
              <a:lumOff val="80000"/>
            </a:schemeClr>
          </a:solidFill>
          <a:ln w="0">
            <a:noFill/>
          </a:ln>
        </p:spPr>
        <p:txBody>
          <a:bodyPr lIns="90000" tIns="45000" rIns="90000" bIns="4500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34" name="Zeichen" hidden="1"/>
          <p:cNvSpPr/>
          <p:nvPr/>
        </p:nvSpPr>
        <p:spPr>
          <a:xfrm>
            <a:off x="8202960" y="2801880"/>
            <a:ext cx="3988440" cy="4055400"/>
          </a:xfrm>
          <a:custGeom>
            <a:avLst/>
            <a:gdLst>
              <a:gd name="textAreaLeft" fmla="*/ 0 w 3988440"/>
              <a:gd name="textAreaRight" fmla="*/ 3989160 w 3988440"/>
              <a:gd name="textAreaTop" fmla="*/ 0 h 4055400"/>
              <a:gd name="textAreaBottom" fmla="*/ 4056120 h 4055400"/>
              <a:gd name="GluePoint1X" fmla="*/ 3989213 w 3989213"/>
              <a:gd name="GluePoint1Y" fmla="*/ 0 h 4055962"/>
              <a:gd name="GluePoint2X" fmla="*/ 3989213 w 3989213"/>
              <a:gd name="GluePoint2Y" fmla="*/ 2389338 h 4055962"/>
              <a:gd name="GluePoint3X" fmla="*/ 3858525 w 3989213"/>
              <a:gd name="GluePoint3Y" fmla="*/ 2411278 h 4055962"/>
              <a:gd name="GluePoint4X" fmla="*/ 2529280 w 3989213"/>
              <a:gd name="GluePoint4Y" fmla="*/ 3871987 h 4055962"/>
              <a:gd name="GluePoint5X" fmla="*/ 2507974 w 3989213"/>
              <a:gd name="GluePoint5Y" fmla="*/ 4055962 h 4055962"/>
              <a:gd name="GluePoint6X" fmla="*/ 0 w 3989213"/>
              <a:gd name="GluePoint6Y" fmla="*/ 4055962 h 4055962"/>
              <a:gd name="GluePoint7X" fmla="*/ 22942 w 3989213"/>
              <a:gd name="GluePoint7Y" fmla="*/ 3789041 h 4055962"/>
              <a:gd name="GluePoint8X" fmla="*/ 3885074 w 3989213"/>
              <a:gd name="GluePoint8Y" fmla="*/ 4662 h 4055962"/>
              <a:gd name="GluePoint9X" fmla="*/ 3957883 w 3989213"/>
              <a:gd name="GluePoint9Y" fmla="*/ 933 h 40559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3989213" h="4055962">
                <a:moveTo>
                  <a:pt x="3989213" y="0"/>
                </a:moveTo>
                <a:lnTo>
                  <a:pt x="3989213" y="2389338"/>
                </a:lnTo>
                <a:lnTo>
                  <a:pt x="3858525" y="2411278"/>
                </a:lnTo>
                <a:cubicBezTo>
                  <a:pt x="2993398" y="2575443"/>
                  <a:pt x="2647939" y="3036171"/>
                  <a:pt x="2529280" y="3871987"/>
                </a:cubicBezTo>
                <a:lnTo>
                  <a:pt x="2507974" y="4055962"/>
                </a:lnTo>
                <a:lnTo>
                  <a:pt x="0" y="4055962"/>
                </a:lnTo>
                <a:lnTo>
                  <a:pt x="22942" y="3789041"/>
                </a:lnTo>
                <a:cubicBezTo>
                  <a:pt x="290736" y="1521935"/>
                  <a:pt x="1510333" y="126899"/>
                  <a:pt x="3885074" y="4662"/>
                </a:cubicBezTo>
                <a:cubicBezTo>
                  <a:pt x="3906982" y="3233"/>
                  <a:pt x="3931449" y="1983"/>
                  <a:pt x="3957883" y="933"/>
                </a:cubicBezTo>
                <a:close/>
              </a:path>
            </a:pathLst>
          </a:custGeom>
          <a:solidFill>
            <a:schemeClr val="bg2">
              <a:lumMod val="20000"/>
              <a:lumOff val="80000"/>
            </a:schemeClr>
          </a:solidFill>
          <a:ln w="12700">
            <a:noFill/>
          </a:ln>
        </p:spPr>
        <p:style>
          <a:lnRef idx="0"/>
          <a:fillRef idx="0"/>
          <a:effectRef idx="0"/>
          <a:fontRef idx="minor"/>
        </p:style>
        <p:txBody>
          <a:bodyPr lIns="90000" tIns="45000" rIns="90000" bIns="45000" anchor="ctr">
            <a:noAutofit/>
          </a:bodyPr>
          <a:p>
            <a:endParaRPr lang="de-DE" sz="1800" b="0" u="none" strike="noStrike">
              <a:solidFill>
                <a:schemeClr val="dk1"/>
              </a:solidFill>
              <a:effectLst/>
              <a:uFillTx/>
              <a:latin typeface="SRH"/>
            </a:endParaRPr>
          </a:p>
        </p:txBody>
      </p:sp>
      <p:sp>
        <p:nvSpPr>
          <p:cNvPr id="135" name="PlaceHolder 2"/>
          <p:cNvSpPr>
            <a:spLocks noGrp="1"/>
          </p:cNvSpPr>
          <p:nvPr>
            <p:ph type="title"/>
          </p:nvPr>
        </p:nvSpPr>
        <p:spPr>
          <a:xfrm>
            <a:off x="360000" y="358920"/>
            <a:ext cx="5366880" cy="834480"/>
          </a:xfrm>
          <a:prstGeom prst="rect">
            <a:avLst/>
          </a:prstGeom>
          <a:noFill/>
          <a:ln w="0">
            <a:noFill/>
          </a:ln>
        </p:spPr>
        <p:txBody>
          <a:bodyPr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36" name="PlaceHolder 3"/>
          <p:cNvSpPr>
            <a:spLocks noGrp="1"/>
          </p:cNvSpPr>
          <p:nvPr>
            <p:ph type="body"/>
          </p:nvPr>
        </p:nvSpPr>
        <p:spPr>
          <a:xfrm>
            <a:off x="367560" y="1728000"/>
            <a:ext cx="5366880" cy="4229280"/>
          </a:xfrm>
          <a:prstGeom prst="rect">
            <a:avLst/>
          </a:prstGeom>
          <a:noFill/>
          <a:ln w="0">
            <a:noFill/>
          </a:ln>
        </p:spPr>
        <p:txBody>
          <a:bodyPr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
        <p:nvSpPr>
          <p:cNvPr id="137" name="PlaceHolder 4"/>
          <p:cNvSpPr>
            <a:spLocks noGrp="1"/>
          </p:cNvSpPr>
          <p:nvPr>
            <p:ph type="dt" idx="40"/>
          </p:nvPr>
        </p:nvSpPr>
        <p:spPr>
          <a:xfrm>
            <a:off x="367560" y="6356520"/>
            <a:ext cx="873720" cy="364320"/>
          </a:xfrm>
          <a:prstGeom prst="rect">
            <a:avLst/>
          </a:prstGeom>
          <a:noFill/>
          <a:ln w="0">
            <a:noFill/>
          </a:ln>
        </p:spPr>
        <p:txBody>
          <a:bodyPr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Text"/>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Text"/>
              </a:rPr>
              <a:t>&lt;date/time&gt;</a:t>
            </a:r>
            <a:endParaRPr lang="en-US" sz="900" b="0" u="none" strike="noStrike">
              <a:solidFill>
                <a:srgbClr val="000000"/>
              </a:solidFill>
              <a:effectLst/>
              <a:uFillTx/>
              <a:latin typeface="Times New Roman"/>
            </a:endParaRPr>
          </a:p>
        </p:txBody>
      </p:sp>
      <p:sp>
        <p:nvSpPr>
          <p:cNvPr id="138" name="PlaceHolder 5"/>
          <p:cNvSpPr>
            <a:spLocks noGrp="1"/>
          </p:cNvSpPr>
          <p:nvPr>
            <p:ph type="ftr" idx="41"/>
          </p:nvPr>
        </p:nvSpPr>
        <p:spPr>
          <a:xfrm>
            <a:off x="1319760" y="6356520"/>
            <a:ext cx="4414680" cy="364320"/>
          </a:xfrm>
          <a:prstGeom prst="rect">
            <a:avLst/>
          </a:prstGeom>
          <a:noFill/>
          <a:ln w="0">
            <a:noFill/>
          </a:ln>
        </p:spPr>
        <p:txBody>
          <a:bodyPr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Text"/>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Text"/>
              </a:rPr>
              <a:t>&lt;footer&gt;</a:t>
            </a:r>
            <a:endParaRPr lang="en-US" sz="900" b="0" u="none" strike="noStrike">
              <a:solidFill>
                <a:srgbClr val="000000"/>
              </a:solidFill>
              <a:effectLst/>
              <a:uFillTx/>
              <a:latin typeface="Times New Roman"/>
            </a:endParaRPr>
          </a:p>
        </p:txBody>
      </p:sp>
      <p:sp>
        <p:nvSpPr>
          <p:cNvPr id="139" name="PlaceHolder 6"/>
          <p:cNvSpPr>
            <a:spLocks noGrp="1"/>
          </p:cNvSpPr>
          <p:nvPr>
            <p:ph type="sldNum" idx="42"/>
          </p:nvPr>
        </p:nvSpPr>
        <p:spPr>
          <a:xfrm>
            <a:off x="11146680" y="6364800"/>
            <a:ext cx="679320" cy="364320"/>
          </a:xfrm>
          <a:prstGeom prst="rect">
            <a:avLst/>
          </a:prstGeom>
          <a:noFill/>
          <a:ln w="0">
            <a:noFill/>
          </a:ln>
        </p:spPr>
        <p:txBody>
          <a:bodyPr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Text"/>
              </a:defRPr>
            </a:lvl1pPr>
          </a:lstStyle>
          <a:p>
            <a:pPr indent="0" algn="r" defTabSz="914400">
              <a:lnSpc>
                <a:spcPct val="100000"/>
              </a:lnSpc>
              <a:buNone/>
              <a:tabLst>
                <a:tab pos="0" algn="l"/>
              </a:tabLst>
            </a:pPr>
            <a:fld id="{B2826F5E-1378-40F4-A155-801E9EB73CCD}" type="slidenum">
              <a:rPr lang="de-DE" sz="1550" b="1" u="none" strike="noStrike">
                <a:solidFill>
                  <a:srgbClr val="6D7373"/>
                </a:solidFill>
                <a:effectLst/>
                <a:uFillTx/>
                <a:latin typeface="SRH Text"/>
                <a:ea typeface="SRH Text"/>
              </a:rPr>
              <a:t>&lt;number&gt;</a:t>
            </a:fld>
            <a:endParaRPr lang="en-US" sz="1550" b="0" u="none" strike="noStrike">
              <a:solidFill>
                <a:srgbClr val="000000"/>
              </a:solidFill>
              <a:effectLst/>
              <a:uFillTx/>
              <a:latin typeface="Times New Roman"/>
            </a:endParaRPr>
          </a:p>
        </p:txBody>
      </p:sp>
      <p:sp>
        <p:nvSpPr>
          <p:cNvPr id="140" name="PlaceHolder 7"/>
          <p:cNvSpPr>
            <a:spLocks noGrp="1"/>
          </p:cNvSpPr>
          <p:nvPr>
            <p:ph type="body"/>
          </p:nvPr>
        </p:nvSpPr>
        <p:spPr>
          <a:xfrm>
            <a:off x="10877400" y="358920"/>
            <a:ext cx="950040" cy="736200"/>
          </a:xfrm>
          <a:prstGeom prst="rect">
            <a:avLst/>
          </a:prstGeom>
          <a:blipFill rotWithShape="0">
            <a:blip r:embed="rId2">
              <a:extLst>
                <a:ext uri="{96DAC541-7B7A-43D3-8B79-37D633B846F1}">
                  <asvg:svgBlip xmlns:asvg="http://schemas.microsoft.com/office/drawing/2016/SVG/main" r:embed="rId3"/>
                </a:ext>
              </a:extLst>
            </a:blip>
            <a:stretch/>
          </a:blipFill>
          <a:ln w="0">
            <a:noFill/>
          </a:ln>
        </p:spPr>
        <p:txBody>
          <a:bodyPr lIns="90000" tIns="45000" rIns="90000" bIns="45000" anchor="t">
            <a:normAutofit fontScale="25000" lnSpcReduction="19999"/>
          </a:bodyPr>
          <a:lstStyle>
            <a:lvl1pPr indent="0" algn="l" defTabSz="914400">
              <a:lnSpc>
                <a:spcPct val="110000"/>
              </a:lnSpc>
              <a:spcBef>
                <a:spcPts val="1199"/>
              </a:spcBef>
              <a:buNone/>
              <a:tabLst>
                <a:tab pos="0" algn="l"/>
              </a:tabLst>
              <a:defRPr lang="de-DE" sz="1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00" b="0" u="none" strike="noStrike">
                <a:solidFill>
                  <a:schemeClr val="dk1"/>
                </a:solidFill>
                <a:effectLst/>
                <a:uFillTx/>
                <a:latin typeface="SRH Text"/>
              </a:rPr>
              <a:t>Click to edit the outline text format</a:t>
            </a:r>
            <a:endParaRPr lang="de-DE" sz="1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00" b="0" u="none" strike="noStrike">
                <a:solidFill>
                  <a:schemeClr val="dk1"/>
                </a:solidFill>
                <a:effectLst/>
                <a:uFillTx/>
                <a:latin typeface="SRH Text"/>
              </a:rPr>
              <a:t>Second Outline Level</a:t>
            </a:r>
            <a:endParaRPr lang="de-DE" sz="1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00" b="0" u="none" strike="noStrike">
                <a:solidFill>
                  <a:schemeClr val="dk1"/>
                </a:solidFill>
                <a:effectLst/>
                <a:uFillTx/>
                <a:latin typeface="SRH Text"/>
              </a:rPr>
              <a:t>Third Outline Level</a:t>
            </a:r>
            <a:endParaRPr lang="de-DE" sz="1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00" b="1" u="none" strike="noStrike">
                <a:solidFill>
                  <a:schemeClr val="accent1"/>
                </a:solidFill>
                <a:effectLst/>
                <a:uFillTx/>
                <a:latin typeface="SRH Text"/>
              </a:rPr>
              <a:t>Fourth Outline Level</a:t>
            </a:r>
            <a:endParaRPr lang="de-DE" sz="1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00" b="1" u="none" strike="noStrike">
                <a:solidFill>
                  <a:schemeClr val="dk1"/>
                </a:solidFill>
                <a:effectLst/>
                <a:uFillTx/>
                <a:latin typeface="SRH Headline"/>
              </a:rPr>
              <a:t>Fifth Outline Level</a:t>
            </a:r>
            <a:endParaRPr lang="de-DE" sz="1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00" b="0" u="none" strike="noStrike">
                <a:solidFill>
                  <a:schemeClr val="dk1"/>
                </a:solidFill>
                <a:effectLst/>
                <a:uFillTx/>
                <a:latin typeface="SRH Headline"/>
              </a:rPr>
              <a:t>Sixth Outline Level</a:t>
            </a:r>
            <a:endParaRPr lang="de-DE" sz="1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00" b="1" u="none" strike="noStrike">
                <a:solidFill>
                  <a:schemeClr val="accent1"/>
                </a:solidFill>
                <a:effectLst/>
                <a:uFillTx/>
                <a:latin typeface="SRH Headline"/>
              </a:rPr>
              <a:t>Seventh Outline Level</a:t>
            </a:r>
            <a:endParaRPr lang="de-DE" sz="100" b="1" u="none" strike="noStrike">
              <a:solidFill>
                <a:schemeClr val="accent1"/>
              </a:solidFill>
              <a:effectLst/>
              <a:uFillTx/>
              <a:latin typeface="SRH Headline"/>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2/3 Text, 1/3 Bild">
    <p:bg>
      <p:bgPr>
        <a:solidFill>
          <a:srgbClr val="FFFFFF"/>
        </a:solidFill>
      </p:bgPr>
    </p:bg>
    <p:spTree>
      <p:nvGrpSpPr>
        <p:cNvPr id="1" name=""/>
        <p:cNvGrpSpPr/>
        <p:nvPr/>
      </p:nvGrpSpPr>
      <p:grpSpPr>
        <a:xfrm>
          <a:off x="0" y="0"/>
          <a:ext cx="0" cy="0"/>
          <a:chOff x="0" y="0"/>
          <a:chExt cx="0" cy="0"/>
        </a:xfrm>
      </p:grpSpPr>
      <p:sp>
        <p:nvSpPr>
          <p:cNvPr id="141" name="Freihandform: Form 11"/>
          <p:cNvSpPr/>
          <p:nvPr/>
        </p:nvSpPr>
        <p:spPr>
          <a:xfrm>
            <a:off x="10878480" y="361080"/>
            <a:ext cx="947520" cy="732960"/>
          </a:xfrm>
          <a:custGeom>
            <a:avLst/>
            <a:gdLst>
              <a:gd name="textAreaLeft" fmla="*/ 0 w 947520"/>
              <a:gd name="textAreaRight" fmla="*/ 948240 w 947520"/>
              <a:gd name="textAreaTop" fmla="*/ 0 h 732960"/>
              <a:gd name="textAreaBottom" fmla="*/ 733680 h 732960"/>
              <a:gd name="GluePoint1X" fmla="*/ 619905 w 948335"/>
              <a:gd name="GluePoint1Y" fmla="*/ 599045 h 733815"/>
              <a:gd name="GluePoint2X" fmla="*/ 708360 w 948335"/>
              <a:gd name="GluePoint2Y" fmla="*/ 599045 h 733815"/>
              <a:gd name="GluePoint3X" fmla="*/ 708360 w 948335"/>
              <a:gd name="GluePoint3Y" fmla="*/ 175 h 733815"/>
              <a:gd name="GluePoint4X" fmla="*/ 619905 w 948335"/>
              <a:gd name="GluePoint4Y" fmla="*/ 175 h 733815"/>
              <a:gd name="GluePoint5X" fmla="*/ 619905 w 948335"/>
              <a:gd name="GluePoint5Y" fmla="*/ 599045 h 733815"/>
              <a:gd name="GluePoint6X" fmla="*/ 811823 w 948335"/>
              <a:gd name="GluePoint6Y" fmla="*/ 196963 h 733815"/>
              <a:gd name="GluePoint7X" fmla="*/ 753805 w 948335"/>
              <a:gd name="GluePoint7Y" fmla="*/ 199399 h 733815"/>
              <a:gd name="GluePoint8X" fmla="*/ 753805 w 948335"/>
              <a:gd name="GluePoint8Y" fmla="*/ 281323 h 733815"/>
              <a:gd name="GluePoint9X" fmla="*/ 860105 w 948335"/>
              <a:gd name="GluePoint9Y" fmla="*/ 364907 h 733815"/>
              <a:gd name="GluePoint10X" fmla="*/ 860105 w 948335"/>
              <a:gd name="GluePoint10Y" fmla="*/ 599045 h 733815"/>
              <a:gd name="GluePoint11X" fmla="*/ 948560 w 948335"/>
              <a:gd name="GluePoint11Y" fmla="*/ 599045 h 733815"/>
              <a:gd name="GluePoint12X" fmla="*/ 948560 w 948335"/>
              <a:gd name="GluePoint12Y" fmla="*/ 353981 h 733815"/>
              <a:gd name="GluePoint13X" fmla="*/ 811823 w 948335"/>
              <a:gd name="GluePoint13Y" fmla="*/ 196963 h 733815"/>
              <a:gd name="GluePoint14X" fmla="*/ 208777 w 948335"/>
              <a:gd name="GluePoint14Y" fmla="*/ 199800 h 733815"/>
              <a:gd name="GluePoint15X" fmla="*/ 72849 w 948335"/>
              <a:gd name="GluePoint15Y" fmla="*/ 366560 h 733815"/>
              <a:gd name="GluePoint16X" fmla="*/ 72849 w 948335"/>
              <a:gd name="GluePoint16Y" fmla="*/ 567022 h 733815"/>
              <a:gd name="GluePoint17X" fmla="*/ 225 w 948335"/>
              <a:gd name="GluePoint17Y" fmla="*/ 651830 h 733815"/>
              <a:gd name="GluePoint18X" fmla="*/ 225 w 948335"/>
              <a:gd name="GluePoint18Y" fmla="*/ 732932 h 733815"/>
              <a:gd name="GluePoint19X" fmla="*/ 25376 w 948335"/>
              <a:gd name="GluePoint19Y" fmla="*/ 733742 h 733815"/>
              <a:gd name="GluePoint20X" fmla="*/ 161297 w 948335"/>
              <a:gd name="GluePoint20Y" fmla="*/ 566989 h 733815"/>
              <a:gd name="GluePoint21X" fmla="*/ 161297 w 948335"/>
              <a:gd name="GluePoint21Y" fmla="*/ 366527 h 733815"/>
              <a:gd name="GluePoint22X" fmla="*/ 233520 w 948335"/>
              <a:gd name="GluePoint22Y" fmla="*/ 281732 h 733815"/>
              <a:gd name="GluePoint23X" fmla="*/ 233520 w 948335"/>
              <a:gd name="GluePoint23Y" fmla="*/ 200209 h 733815"/>
              <a:gd name="GluePoint24X" fmla="*/ 208777 w 948335"/>
              <a:gd name="GluePoint24Y" fmla="*/ 199800 h 733815"/>
              <a:gd name="GluePoint25X" fmla="*/ 480210 w 948335"/>
              <a:gd name="GluePoint25Y" fmla="*/ 199800 h 733815"/>
              <a:gd name="GluePoint26X" fmla="*/ 344283 w 948335"/>
              <a:gd name="GluePoint26Y" fmla="*/ 366560 h 733815"/>
              <a:gd name="GluePoint27X" fmla="*/ 344283 w 948335"/>
              <a:gd name="GluePoint27Y" fmla="*/ 599045 h 733815"/>
              <a:gd name="GluePoint28X" fmla="*/ 432731 w 948335"/>
              <a:gd name="GluePoint28Y" fmla="*/ 599045 h 733815"/>
              <a:gd name="GluePoint29X" fmla="*/ 432731 w 948335"/>
              <a:gd name="GluePoint29Y" fmla="*/ 366527 h 733815"/>
              <a:gd name="GluePoint30X" fmla="*/ 505362 w 948335"/>
              <a:gd name="GluePoint30Y" fmla="*/ 281732 h 733815"/>
              <a:gd name="GluePoint31X" fmla="*/ 505362 w 948335"/>
              <a:gd name="GluePoint31Y" fmla="*/ 200209 h 733815"/>
              <a:gd name="GluePoint32X" fmla="*/ 480210 w 948335"/>
              <a:gd name="GluePoint32Y" fmla="*/ 199800 h 73381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Lst>
            <a:rect l="textAreaLeft" t="textAreaTop" r="textAreaRight" b="textAreaBottom"/>
            <a:pathLst>
              <a:path w="948335" h="733815">
                <a:moveTo>
                  <a:pt x="619905" y="599045"/>
                </a:moveTo>
                <a:lnTo>
                  <a:pt x="708360" y="599045"/>
                </a:lnTo>
                <a:lnTo>
                  <a:pt x="708360" y="175"/>
                </a:lnTo>
                <a:lnTo>
                  <a:pt x="619905" y="175"/>
                </a:lnTo>
                <a:lnTo>
                  <a:pt x="619905" y="599045"/>
                </a:lnTo>
                <a:close/>
                <a:moveTo>
                  <a:pt x="811823" y="196963"/>
                </a:moveTo>
                <a:cubicBezTo>
                  <a:pt x="795196" y="196154"/>
                  <a:pt x="774500" y="196963"/>
                  <a:pt x="753805" y="199399"/>
                </a:cubicBezTo>
                <a:lnTo>
                  <a:pt x="753805" y="281323"/>
                </a:lnTo>
                <a:cubicBezTo>
                  <a:pt x="831702" y="281323"/>
                  <a:pt x="860105" y="292732"/>
                  <a:pt x="860105" y="364907"/>
                </a:cubicBezTo>
                <a:lnTo>
                  <a:pt x="860105" y="599045"/>
                </a:lnTo>
                <a:lnTo>
                  <a:pt x="948560" y="599045"/>
                </a:lnTo>
                <a:lnTo>
                  <a:pt x="948560" y="353981"/>
                </a:lnTo>
                <a:cubicBezTo>
                  <a:pt x="948560" y="263505"/>
                  <a:pt x="897033" y="200209"/>
                  <a:pt x="811823" y="196963"/>
                </a:cubicBezTo>
                <a:close/>
                <a:moveTo>
                  <a:pt x="208777" y="199800"/>
                </a:moveTo>
                <a:cubicBezTo>
                  <a:pt x="114634" y="204671"/>
                  <a:pt x="72849" y="267152"/>
                  <a:pt x="72849" y="366560"/>
                </a:cubicBezTo>
                <a:lnTo>
                  <a:pt x="72849" y="567022"/>
                </a:lnTo>
                <a:cubicBezTo>
                  <a:pt x="72849" y="625455"/>
                  <a:pt x="61073" y="650613"/>
                  <a:pt x="225" y="651830"/>
                </a:cubicBezTo>
                <a:lnTo>
                  <a:pt x="225" y="732932"/>
                </a:lnTo>
                <a:cubicBezTo>
                  <a:pt x="7525" y="734156"/>
                  <a:pt x="19288" y="734156"/>
                  <a:pt x="25376" y="733742"/>
                </a:cubicBezTo>
                <a:cubicBezTo>
                  <a:pt x="119907" y="728068"/>
                  <a:pt x="161297" y="665179"/>
                  <a:pt x="161297" y="566989"/>
                </a:cubicBezTo>
                <a:lnTo>
                  <a:pt x="161297" y="366527"/>
                </a:lnTo>
                <a:cubicBezTo>
                  <a:pt x="161297" y="307693"/>
                  <a:pt x="172257" y="282943"/>
                  <a:pt x="233520" y="281732"/>
                </a:cubicBezTo>
                <a:lnTo>
                  <a:pt x="233520" y="200209"/>
                </a:lnTo>
                <a:cubicBezTo>
                  <a:pt x="226622" y="199399"/>
                  <a:pt x="214859" y="199399"/>
                  <a:pt x="208777" y="199800"/>
                </a:cubicBezTo>
                <a:close/>
                <a:moveTo>
                  <a:pt x="480210" y="199800"/>
                </a:moveTo>
                <a:cubicBezTo>
                  <a:pt x="386483" y="204671"/>
                  <a:pt x="344283" y="267560"/>
                  <a:pt x="344283" y="366560"/>
                </a:cubicBezTo>
                <a:lnTo>
                  <a:pt x="344283" y="599045"/>
                </a:lnTo>
                <a:lnTo>
                  <a:pt x="432731" y="599045"/>
                </a:lnTo>
                <a:lnTo>
                  <a:pt x="432731" y="366527"/>
                </a:lnTo>
                <a:cubicBezTo>
                  <a:pt x="432731" y="308094"/>
                  <a:pt x="444507" y="282943"/>
                  <a:pt x="505362" y="281732"/>
                </a:cubicBezTo>
                <a:lnTo>
                  <a:pt x="505362" y="200209"/>
                </a:lnTo>
                <a:cubicBezTo>
                  <a:pt x="498055" y="199399"/>
                  <a:pt x="486292" y="199399"/>
                  <a:pt x="480210" y="199800"/>
                </a:cubicBezTo>
                <a:close/>
              </a:path>
            </a:pathLst>
          </a:custGeom>
          <a:solidFill>
            <a:schemeClr val="accent1"/>
          </a:solidFill>
          <a:ln w="6638">
            <a:noFill/>
          </a:ln>
        </p:spPr>
        <p:style>
          <a:lnRef idx="0"/>
          <a:fillRef idx="0"/>
          <a:effectRef idx="0"/>
          <a:fontRef idx="minor"/>
        </p:style>
        <p:txBody>
          <a:bodyPr lIns="90000" tIns="45000" rIns="90000" bIns="45000" anchor="ctr">
            <a:noAutofit/>
          </a:bodyPr>
          <a:p>
            <a:endParaRPr lang="de-DE" sz="1800" b="0" u="none" strike="noStrike">
              <a:solidFill>
                <a:schemeClr val="dk1"/>
              </a:solidFill>
              <a:effectLst/>
              <a:uFillTx/>
              <a:latin typeface="SRH"/>
            </a:endParaRPr>
          </a:p>
        </p:txBody>
      </p:sp>
      <p:sp>
        <p:nvSpPr>
          <p:cNvPr id="142" name="Zeichen" hidden="1"/>
          <p:cNvSpPr/>
          <p:nvPr/>
        </p:nvSpPr>
        <p:spPr>
          <a:xfrm>
            <a:off x="8202960" y="2801880"/>
            <a:ext cx="3988440" cy="4055400"/>
          </a:xfrm>
          <a:custGeom>
            <a:avLst/>
            <a:gdLst>
              <a:gd name="textAreaLeft" fmla="*/ 0 w 3988440"/>
              <a:gd name="textAreaRight" fmla="*/ 3989160 w 3988440"/>
              <a:gd name="textAreaTop" fmla="*/ 0 h 4055400"/>
              <a:gd name="textAreaBottom" fmla="*/ 4056120 h 4055400"/>
              <a:gd name="GluePoint1X" fmla="*/ 3989213 w 3989213"/>
              <a:gd name="GluePoint1Y" fmla="*/ 0 h 4055962"/>
              <a:gd name="GluePoint2X" fmla="*/ 3989213 w 3989213"/>
              <a:gd name="GluePoint2Y" fmla="*/ 2389338 h 4055962"/>
              <a:gd name="GluePoint3X" fmla="*/ 3858525 w 3989213"/>
              <a:gd name="GluePoint3Y" fmla="*/ 2411278 h 4055962"/>
              <a:gd name="GluePoint4X" fmla="*/ 2529280 w 3989213"/>
              <a:gd name="GluePoint4Y" fmla="*/ 3871987 h 4055962"/>
              <a:gd name="GluePoint5X" fmla="*/ 2507974 w 3989213"/>
              <a:gd name="GluePoint5Y" fmla="*/ 4055962 h 4055962"/>
              <a:gd name="GluePoint6X" fmla="*/ 0 w 3989213"/>
              <a:gd name="GluePoint6Y" fmla="*/ 4055962 h 4055962"/>
              <a:gd name="GluePoint7X" fmla="*/ 22942 w 3989213"/>
              <a:gd name="GluePoint7Y" fmla="*/ 3789041 h 4055962"/>
              <a:gd name="GluePoint8X" fmla="*/ 3885074 w 3989213"/>
              <a:gd name="GluePoint8Y" fmla="*/ 4662 h 4055962"/>
              <a:gd name="GluePoint9X" fmla="*/ 3957883 w 3989213"/>
              <a:gd name="GluePoint9Y" fmla="*/ 933 h 40559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3989213" h="4055962">
                <a:moveTo>
                  <a:pt x="3989213" y="0"/>
                </a:moveTo>
                <a:lnTo>
                  <a:pt x="3989213" y="2389338"/>
                </a:lnTo>
                <a:lnTo>
                  <a:pt x="3858525" y="2411278"/>
                </a:lnTo>
                <a:cubicBezTo>
                  <a:pt x="2993398" y="2575443"/>
                  <a:pt x="2647939" y="3036171"/>
                  <a:pt x="2529280" y="3871987"/>
                </a:cubicBezTo>
                <a:lnTo>
                  <a:pt x="2507974" y="4055962"/>
                </a:lnTo>
                <a:lnTo>
                  <a:pt x="0" y="4055962"/>
                </a:lnTo>
                <a:lnTo>
                  <a:pt x="22942" y="3789041"/>
                </a:lnTo>
                <a:cubicBezTo>
                  <a:pt x="290736" y="1521935"/>
                  <a:pt x="1510333" y="126899"/>
                  <a:pt x="3885074" y="4662"/>
                </a:cubicBezTo>
                <a:cubicBezTo>
                  <a:pt x="3906982" y="3233"/>
                  <a:pt x="3931449" y="1983"/>
                  <a:pt x="3957883" y="933"/>
                </a:cubicBezTo>
                <a:close/>
              </a:path>
            </a:pathLst>
          </a:custGeom>
          <a:solidFill>
            <a:schemeClr val="bg2">
              <a:lumMod val="20000"/>
              <a:lumOff val="80000"/>
            </a:schemeClr>
          </a:solidFill>
          <a:ln w="12700">
            <a:noFill/>
          </a:ln>
        </p:spPr>
        <p:style>
          <a:lnRef idx="0"/>
          <a:fillRef idx="0"/>
          <a:effectRef idx="0"/>
          <a:fontRef idx="minor"/>
        </p:style>
        <p:txBody>
          <a:bodyPr lIns="90000" tIns="45000" rIns="90000" bIns="45000" anchor="ctr">
            <a:noAutofit/>
          </a:bodyPr>
          <a:p>
            <a:endParaRPr lang="de-DE" sz="1800" b="0" u="none" strike="noStrike">
              <a:solidFill>
                <a:schemeClr val="dk1"/>
              </a:solidFill>
              <a:effectLst/>
              <a:uFillTx/>
              <a:latin typeface="SRH"/>
            </a:endParaRPr>
          </a:p>
        </p:txBody>
      </p:sp>
      <p:sp>
        <p:nvSpPr>
          <p:cNvPr id="143" name="PlaceHolder 1"/>
          <p:cNvSpPr>
            <a:spLocks noGrp="1"/>
          </p:cNvSpPr>
          <p:nvPr>
            <p:ph type="title"/>
          </p:nvPr>
        </p:nvSpPr>
        <p:spPr>
          <a:xfrm>
            <a:off x="360000" y="358920"/>
            <a:ext cx="9164880" cy="834480"/>
          </a:xfrm>
          <a:prstGeom prst="rect">
            <a:avLst/>
          </a:prstGeom>
          <a:noFill/>
          <a:ln w="0">
            <a:noFill/>
          </a:ln>
        </p:spPr>
        <p:txBody>
          <a:bodyPr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44" name="PlaceHolder 2"/>
          <p:cNvSpPr>
            <a:spLocks noGrp="1"/>
          </p:cNvSpPr>
          <p:nvPr>
            <p:ph type="body"/>
          </p:nvPr>
        </p:nvSpPr>
        <p:spPr>
          <a:xfrm>
            <a:off x="367560" y="1728000"/>
            <a:ext cx="7519680" cy="4229280"/>
          </a:xfrm>
          <a:prstGeom prst="rect">
            <a:avLst/>
          </a:prstGeom>
          <a:noFill/>
          <a:ln w="0">
            <a:noFill/>
          </a:ln>
        </p:spPr>
        <p:txBody>
          <a:bodyPr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
        <p:nvSpPr>
          <p:cNvPr id="145" name="PlaceHolder 3"/>
          <p:cNvSpPr>
            <a:spLocks noGrp="1"/>
          </p:cNvSpPr>
          <p:nvPr>
            <p:ph type="dt" idx="43"/>
          </p:nvPr>
        </p:nvSpPr>
        <p:spPr>
          <a:xfrm>
            <a:off x="367560" y="6356520"/>
            <a:ext cx="873720" cy="364320"/>
          </a:xfrm>
          <a:prstGeom prst="rect">
            <a:avLst/>
          </a:prstGeom>
          <a:noFill/>
          <a:ln w="0">
            <a:noFill/>
          </a:ln>
        </p:spPr>
        <p:txBody>
          <a:bodyPr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Text"/>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Text"/>
              </a:rPr>
              <a:t>&lt;date/time&gt;</a:t>
            </a:r>
            <a:endParaRPr lang="en-US" sz="900" b="0" u="none" strike="noStrike">
              <a:solidFill>
                <a:srgbClr val="000000"/>
              </a:solidFill>
              <a:effectLst/>
              <a:uFillTx/>
              <a:latin typeface="Times New Roman"/>
            </a:endParaRPr>
          </a:p>
        </p:txBody>
      </p:sp>
      <p:sp>
        <p:nvSpPr>
          <p:cNvPr id="146" name="PlaceHolder 4"/>
          <p:cNvSpPr>
            <a:spLocks noGrp="1"/>
          </p:cNvSpPr>
          <p:nvPr>
            <p:ph type="ftr" idx="44"/>
          </p:nvPr>
        </p:nvSpPr>
        <p:spPr>
          <a:xfrm>
            <a:off x="1319760" y="6356520"/>
            <a:ext cx="4414680" cy="364320"/>
          </a:xfrm>
          <a:prstGeom prst="rect">
            <a:avLst/>
          </a:prstGeom>
          <a:noFill/>
          <a:ln w="0">
            <a:noFill/>
          </a:ln>
        </p:spPr>
        <p:txBody>
          <a:bodyPr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Text"/>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Text"/>
              </a:rPr>
              <a:t>&lt;footer&gt;</a:t>
            </a:r>
            <a:endParaRPr lang="en-US" sz="900" b="0" u="none" strike="noStrike">
              <a:solidFill>
                <a:srgbClr val="000000"/>
              </a:solidFill>
              <a:effectLst/>
              <a:uFillTx/>
              <a:latin typeface="Times New Roman"/>
            </a:endParaRPr>
          </a:p>
        </p:txBody>
      </p:sp>
      <p:sp>
        <p:nvSpPr>
          <p:cNvPr id="147" name="PlaceHolder 5"/>
          <p:cNvSpPr>
            <a:spLocks noGrp="1"/>
          </p:cNvSpPr>
          <p:nvPr>
            <p:ph type="sldNum" idx="45"/>
          </p:nvPr>
        </p:nvSpPr>
        <p:spPr>
          <a:xfrm>
            <a:off x="11146680" y="6364800"/>
            <a:ext cx="679320" cy="364320"/>
          </a:xfrm>
          <a:prstGeom prst="rect">
            <a:avLst/>
          </a:prstGeom>
          <a:noFill/>
          <a:ln w="0">
            <a:noFill/>
          </a:ln>
        </p:spPr>
        <p:txBody>
          <a:bodyPr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Text"/>
              </a:defRPr>
            </a:lvl1pPr>
          </a:lstStyle>
          <a:p>
            <a:pPr indent="0" algn="r" defTabSz="914400">
              <a:lnSpc>
                <a:spcPct val="100000"/>
              </a:lnSpc>
              <a:buNone/>
              <a:tabLst>
                <a:tab pos="0" algn="l"/>
              </a:tabLst>
            </a:pPr>
            <a:fld id="{AB2C0FAD-DF29-4D1D-8187-758804402DA0}" type="slidenum">
              <a:rPr lang="de-DE" sz="1550" b="1" u="none" strike="noStrike">
                <a:solidFill>
                  <a:srgbClr val="6D7373"/>
                </a:solidFill>
                <a:effectLst/>
                <a:uFillTx/>
                <a:latin typeface="SRH Text"/>
                <a:ea typeface="SRH Text"/>
              </a:rPr>
              <a:t>&lt;number&gt;</a:t>
            </a:fld>
            <a:endParaRPr lang="en-US" sz="1550" b="0" u="none" strike="noStrike">
              <a:solidFill>
                <a:srgbClr val="000000"/>
              </a:solidFill>
              <a:effectLst/>
              <a:uFillTx/>
              <a:latin typeface="Times New Roman"/>
            </a:endParaRPr>
          </a:p>
        </p:txBody>
      </p:sp>
      <p:sp>
        <p:nvSpPr>
          <p:cNvPr id="148" name="PlaceHolder 6"/>
          <p:cNvSpPr>
            <a:spLocks noGrp="1"/>
          </p:cNvSpPr>
          <p:nvPr>
            <p:ph type="body"/>
          </p:nvPr>
        </p:nvSpPr>
        <p:spPr>
          <a:xfrm>
            <a:off x="8248320" y="1728000"/>
            <a:ext cx="3583800" cy="4229280"/>
          </a:xfrm>
          <a:prstGeom prst="rect">
            <a:avLst/>
          </a:prstGeom>
          <a:solidFill>
            <a:schemeClr val="accent1">
              <a:lumMod val="20000"/>
              <a:lumOff val="80000"/>
            </a:schemeClr>
          </a:solidFill>
          <a:ln w="0">
            <a:noFill/>
          </a:ln>
        </p:spPr>
        <p:txBody>
          <a:bodyPr lIns="90000" tIns="45000" rIns="90000" bIns="4500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2/3 Text, 1/3 Bild im Anschnitt">
    <p:bg>
      <p:bgPr>
        <a:solidFill>
          <a:srgbClr val="FFFFFF"/>
        </a:solidFill>
      </p:bgPr>
    </p:bg>
    <p:spTree>
      <p:nvGrpSpPr>
        <p:cNvPr id="1" name=""/>
        <p:cNvGrpSpPr/>
        <p:nvPr/>
      </p:nvGrpSpPr>
      <p:grpSpPr>
        <a:xfrm>
          <a:off x="0" y="0"/>
          <a:ext cx="0" cy="0"/>
          <a:chOff x="0" y="0"/>
          <a:chExt cx="0" cy="0"/>
        </a:xfrm>
      </p:grpSpPr>
      <p:sp>
        <p:nvSpPr>
          <p:cNvPr id="149" name="Freihandform: Form 11"/>
          <p:cNvSpPr/>
          <p:nvPr/>
        </p:nvSpPr>
        <p:spPr>
          <a:xfrm>
            <a:off x="10878480" y="361080"/>
            <a:ext cx="947520" cy="732960"/>
          </a:xfrm>
          <a:custGeom>
            <a:avLst/>
            <a:gdLst>
              <a:gd name="textAreaLeft" fmla="*/ 0 w 947520"/>
              <a:gd name="textAreaRight" fmla="*/ 948240 w 947520"/>
              <a:gd name="textAreaTop" fmla="*/ 0 h 732960"/>
              <a:gd name="textAreaBottom" fmla="*/ 733680 h 732960"/>
              <a:gd name="GluePoint1X" fmla="*/ 619905 w 948335"/>
              <a:gd name="GluePoint1Y" fmla="*/ 599045 h 733815"/>
              <a:gd name="GluePoint2X" fmla="*/ 708360 w 948335"/>
              <a:gd name="GluePoint2Y" fmla="*/ 599045 h 733815"/>
              <a:gd name="GluePoint3X" fmla="*/ 708360 w 948335"/>
              <a:gd name="GluePoint3Y" fmla="*/ 175 h 733815"/>
              <a:gd name="GluePoint4X" fmla="*/ 619905 w 948335"/>
              <a:gd name="GluePoint4Y" fmla="*/ 175 h 733815"/>
              <a:gd name="GluePoint5X" fmla="*/ 619905 w 948335"/>
              <a:gd name="GluePoint5Y" fmla="*/ 599045 h 733815"/>
              <a:gd name="GluePoint6X" fmla="*/ 811823 w 948335"/>
              <a:gd name="GluePoint6Y" fmla="*/ 196963 h 733815"/>
              <a:gd name="GluePoint7X" fmla="*/ 753805 w 948335"/>
              <a:gd name="GluePoint7Y" fmla="*/ 199399 h 733815"/>
              <a:gd name="GluePoint8X" fmla="*/ 753805 w 948335"/>
              <a:gd name="GluePoint8Y" fmla="*/ 281323 h 733815"/>
              <a:gd name="GluePoint9X" fmla="*/ 860105 w 948335"/>
              <a:gd name="GluePoint9Y" fmla="*/ 364907 h 733815"/>
              <a:gd name="GluePoint10X" fmla="*/ 860105 w 948335"/>
              <a:gd name="GluePoint10Y" fmla="*/ 599045 h 733815"/>
              <a:gd name="GluePoint11X" fmla="*/ 948560 w 948335"/>
              <a:gd name="GluePoint11Y" fmla="*/ 599045 h 733815"/>
              <a:gd name="GluePoint12X" fmla="*/ 948560 w 948335"/>
              <a:gd name="GluePoint12Y" fmla="*/ 353981 h 733815"/>
              <a:gd name="GluePoint13X" fmla="*/ 811823 w 948335"/>
              <a:gd name="GluePoint13Y" fmla="*/ 196963 h 733815"/>
              <a:gd name="GluePoint14X" fmla="*/ 208777 w 948335"/>
              <a:gd name="GluePoint14Y" fmla="*/ 199800 h 733815"/>
              <a:gd name="GluePoint15X" fmla="*/ 72849 w 948335"/>
              <a:gd name="GluePoint15Y" fmla="*/ 366560 h 733815"/>
              <a:gd name="GluePoint16X" fmla="*/ 72849 w 948335"/>
              <a:gd name="GluePoint16Y" fmla="*/ 567022 h 733815"/>
              <a:gd name="GluePoint17X" fmla="*/ 225 w 948335"/>
              <a:gd name="GluePoint17Y" fmla="*/ 651830 h 733815"/>
              <a:gd name="GluePoint18X" fmla="*/ 225 w 948335"/>
              <a:gd name="GluePoint18Y" fmla="*/ 732932 h 733815"/>
              <a:gd name="GluePoint19X" fmla="*/ 25376 w 948335"/>
              <a:gd name="GluePoint19Y" fmla="*/ 733742 h 733815"/>
              <a:gd name="GluePoint20X" fmla="*/ 161297 w 948335"/>
              <a:gd name="GluePoint20Y" fmla="*/ 566989 h 733815"/>
              <a:gd name="GluePoint21X" fmla="*/ 161297 w 948335"/>
              <a:gd name="GluePoint21Y" fmla="*/ 366527 h 733815"/>
              <a:gd name="GluePoint22X" fmla="*/ 233520 w 948335"/>
              <a:gd name="GluePoint22Y" fmla="*/ 281732 h 733815"/>
              <a:gd name="GluePoint23X" fmla="*/ 233520 w 948335"/>
              <a:gd name="GluePoint23Y" fmla="*/ 200209 h 733815"/>
              <a:gd name="GluePoint24X" fmla="*/ 208777 w 948335"/>
              <a:gd name="GluePoint24Y" fmla="*/ 199800 h 733815"/>
              <a:gd name="GluePoint25X" fmla="*/ 480210 w 948335"/>
              <a:gd name="GluePoint25Y" fmla="*/ 199800 h 733815"/>
              <a:gd name="GluePoint26X" fmla="*/ 344283 w 948335"/>
              <a:gd name="GluePoint26Y" fmla="*/ 366560 h 733815"/>
              <a:gd name="GluePoint27X" fmla="*/ 344283 w 948335"/>
              <a:gd name="GluePoint27Y" fmla="*/ 599045 h 733815"/>
              <a:gd name="GluePoint28X" fmla="*/ 432731 w 948335"/>
              <a:gd name="GluePoint28Y" fmla="*/ 599045 h 733815"/>
              <a:gd name="GluePoint29X" fmla="*/ 432731 w 948335"/>
              <a:gd name="GluePoint29Y" fmla="*/ 366527 h 733815"/>
              <a:gd name="GluePoint30X" fmla="*/ 505362 w 948335"/>
              <a:gd name="GluePoint30Y" fmla="*/ 281732 h 733815"/>
              <a:gd name="GluePoint31X" fmla="*/ 505362 w 948335"/>
              <a:gd name="GluePoint31Y" fmla="*/ 200209 h 733815"/>
              <a:gd name="GluePoint32X" fmla="*/ 480210 w 948335"/>
              <a:gd name="GluePoint32Y" fmla="*/ 199800 h 73381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Lst>
            <a:rect l="textAreaLeft" t="textAreaTop" r="textAreaRight" b="textAreaBottom"/>
            <a:pathLst>
              <a:path w="948335" h="733815">
                <a:moveTo>
                  <a:pt x="619905" y="599045"/>
                </a:moveTo>
                <a:lnTo>
                  <a:pt x="708360" y="599045"/>
                </a:lnTo>
                <a:lnTo>
                  <a:pt x="708360" y="175"/>
                </a:lnTo>
                <a:lnTo>
                  <a:pt x="619905" y="175"/>
                </a:lnTo>
                <a:lnTo>
                  <a:pt x="619905" y="599045"/>
                </a:lnTo>
                <a:close/>
                <a:moveTo>
                  <a:pt x="811823" y="196963"/>
                </a:moveTo>
                <a:cubicBezTo>
                  <a:pt x="795196" y="196154"/>
                  <a:pt x="774500" y="196963"/>
                  <a:pt x="753805" y="199399"/>
                </a:cubicBezTo>
                <a:lnTo>
                  <a:pt x="753805" y="281323"/>
                </a:lnTo>
                <a:cubicBezTo>
                  <a:pt x="831702" y="281323"/>
                  <a:pt x="860105" y="292732"/>
                  <a:pt x="860105" y="364907"/>
                </a:cubicBezTo>
                <a:lnTo>
                  <a:pt x="860105" y="599045"/>
                </a:lnTo>
                <a:lnTo>
                  <a:pt x="948560" y="599045"/>
                </a:lnTo>
                <a:lnTo>
                  <a:pt x="948560" y="353981"/>
                </a:lnTo>
                <a:cubicBezTo>
                  <a:pt x="948560" y="263505"/>
                  <a:pt x="897033" y="200209"/>
                  <a:pt x="811823" y="196963"/>
                </a:cubicBezTo>
                <a:close/>
                <a:moveTo>
                  <a:pt x="208777" y="199800"/>
                </a:moveTo>
                <a:cubicBezTo>
                  <a:pt x="114634" y="204671"/>
                  <a:pt x="72849" y="267152"/>
                  <a:pt x="72849" y="366560"/>
                </a:cubicBezTo>
                <a:lnTo>
                  <a:pt x="72849" y="567022"/>
                </a:lnTo>
                <a:cubicBezTo>
                  <a:pt x="72849" y="625455"/>
                  <a:pt x="61073" y="650613"/>
                  <a:pt x="225" y="651830"/>
                </a:cubicBezTo>
                <a:lnTo>
                  <a:pt x="225" y="732932"/>
                </a:lnTo>
                <a:cubicBezTo>
                  <a:pt x="7525" y="734156"/>
                  <a:pt x="19288" y="734156"/>
                  <a:pt x="25376" y="733742"/>
                </a:cubicBezTo>
                <a:cubicBezTo>
                  <a:pt x="119907" y="728068"/>
                  <a:pt x="161297" y="665179"/>
                  <a:pt x="161297" y="566989"/>
                </a:cubicBezTo>
                <a:lnTo>
                  <a:pt x="161297" y="366527"/>
                </a:lnTo>
                <a:cubicBezTo>
                  <a:pt x="161297" y="307693"/>
                  <a:pt x="172257" y="282943"/>
                  <a:pt x="233520" y="281732"/>
                </a:cubicBezTo>
                <a:lnTo>
                  <a:pt x="233520" y="200209"/>
                </a:lnTo>
                <a:cubicBezTo>
                  <a:pt x="226622" y="199399"/>
                  <a:pt x="214859" y="199399"/>
                  <a:pt x="208777" y="199800"/>
                </a:cubicBezTo>
                <a:close/>
                <a:moveTo>
                  <a:pt x="480210" y="199800"/>
                </a:moveTo>
                <a:cubicBezTo>
                  <a:pt x="386483" y="204671"/>
                  <a:pt x="344283" y="267560"/>
                  <a:pt x="344283" y="366560"/>
                </a:cubicBezTo>
                <a:lnTo>
                  <a:pt x="344283" y="599045"/>
                </a:lnTo>
                <a:lnTo>
                  <a:pt x="432731" y="599045"/>
                </a:lnTo>
                <a:lnTo>
                  <a:pt x="432731" y="366527"/>
                </a:lnTo>
                <a:cubicBezTo>
                  <a:pt x="432731" y="308094"/>
                  <a:pt x="444507" y="282943"/>
                  <a:pt x="505362" y="281732"/>
                </a:cubicBezTo>
                <a:lnTo>
                  <a:pt x="505362" y="200209"/>
                </a:lnTo>
                <a:cubicBezTo>
                  <a:pt x="498055" y="199399"/>
                  <a:pt x="486292" y="199399"/>
                  <a:pt x="480210" y="199800"/>
                </a:cubicBezTo>
                <a:close/>
              </a:path>
            </a:pathLst>
          </a:custGeom>
          <a:solidFill>
            <a:schemeClr val="accent1"/>
          </a:solidFill>
          <a:ln w="6638">
            <a:noFill/>
          </a:ln>
        </p:spPr>
        <p:style>
          <a:lnRef idx="0"/>
          <a:fillRef idx="0"/>
          <a:effectRef idx="0"/>
          <a:fontRef idx="minor"/>
        </p:style>
        <p:txBody>
          <a:bodyPr lIns="90000" tIns="45000" rIns="90000" bIns="45000" anchor="ctr">
            <a:noAutofit/>
          </a:bodyPr>
          <a:p>
            <a:endParaRPr lang="de-DE" sz="1800" b="0" u="none" strike="noStrike">
              <a:solidFill>
                <a:schemeClr val="dk1"/>
              </a:solidFill>
              <a:effectLst/>
              <a:uFillTx/>
              <a:latin typeface="SRH"/>
            </a:endParaRPr>
          </a:p>
        </p:txBody>
      </p:sp>
      <p:sp>
        <p:nvSpPr>
          <p:cNvPr id="150" name="Zeichen" hidden="1"/>
          <p:cNvSpPr/>
          <p:nvPr/>
        </p:nvSpPr>
        <p:spPr>
          <a:xfrm>
            <a:off x="8202960" y="2801880"/>
            <a:ext cx="3988440" cy="4055400"/>
          </a:xfrm>
          <a:custGeom>
            <a:avLst/>
            <a:gdLst>
              <a:gd name="textAreaLeft" fmla="*/ 0 w 3988440"/>
              <a:gd name="textAreaRight" fmla="*/ 3989160 w 3988440"/>
              <a:gd name="textAreaTop" fmla="*/ 0 h 4055400"/>
              <a:gd name="textAreaBottom" fmla="*/ 4056120 h 4055400"/>
              <a:gd name="GluePoint1X" fmla="*/ 3989213 w 3989213"/>
              <a:gd name="GluePoint1Y" fmla="*/ 0 h 4055962"/>
              <a:gd name="GluePoint2X" fmla="*/ 3989213 w 3989213"/>
              <a:gd name="GluePoint2Y" fmla="*/ 2389338 h 4055962"/>
              <a:gd name="GluePoint3X" fmla="*/ 3858525 w 3989213"/>
              <a:gd name="GluePoint3Y" fmla="*/ 2411278 h 4055962"/>
              <a:gd name="GluePoint4X" fmla="*/ 2529280 w 3989213"/>
              <a:gd name="GluePoint4Y" fmla="*/ 3871987 h 4055962"/>
              <a:gd name="GluePoint5X" fmla="*/ 2507974 w 3989213"/>
              <a:gd name="GluePoint5Y" fmla="*/ 4055962 h 4055962"/>
              <a:gd name="GluePoint6X" fmla="*/ 0 w 3989213"/>
              <a:gd name="GluePoint6Y" fmla="*/ 4055962 h 4055962"/>
              <a:gd name="GluePoint7X" fmla="*/ 22942 w 3989213"/>
              <a:gd name="GluePoint7Y" fmla="*/ 3789041 h 4055962"/>
              <a:gd name="GluePoint8X" fmla="*/ 3885074 w 3989213"/>
              <a:gd name="GluePoint8Y" fmla="*/ 4662 h 4055962"/>
              <a:gd name="GluePoint9X" fmla="*/ 3957883 w 3989213"/>
              <a:gd name="GluePoint9Y" fmla="*/ 933 h 40559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3989213" h="4055962">
                <a:moveTo>
                  <a:pt x="3989213" y="0"/>
                </a:moveTo>
                <a:lnTo>
                  <a:pt x="3989213" y="2389338"/>
                </a:lnTo>
                <a:lnTo>
                  <a:pt x="3858525" y="2411278"/>
                </a:lnTo>
                <a:cubicBezTo>
                  <a:pt x="2993398" y="2575443"/>
                  <a:pt x="2647939" y="3036171"/>
                  <a:pt x="2529280" y="3871987"/>
                </a:cubicBezTo>
                <a:lnTo>
                  <a:pt x="2507974" y="4055962"/>
                </a:lnTo>
                <a:lnTo>
                  <a:pt x="0" y="4055962"/>
                </a:lnTo>
                <a:lnTo>
                  <a:pt x="22942" y="3789041"/>
                </a:lnTo>
                <a:cubicBezTo>
                  <a:pt x="290736" y="1521935"/>
                  <a:pt x="1510333" y="126899"/>
                  <a:pt x="3885074" y="4662"/>
                </a:cubicBezTo>
                <a:cubicBezTo>
                  <a:pt x="3906982" y="3233"/>
                  <a:pt x="3931449" y="1983"/>
                  <a:pt x="3957883" y="933"/>
                </a:cubicBezTo>
                <a:close/>
              </a:path>
            </a:pathLst>
          </a:custGeom>
          <a:solidFill>
            <a:schemeClr val="bg2">
              <a:lumMod val="20000"/>
              <a:lumOff val="80000"/>
            </a:schemeClr>
          </a:solidFill>
          <a:ln w="12700">
            <a:noFill/>
          </a:ln>
        </p:spPr>
        <p:style>
          <a:lnRef idx="0"/>
          <a:fillRef idx="0"/>
          <a:effectRef idx="0"/>
          <a:fontRef idx="minor"/>
        </p:style>
        <p:txBody>
          <a:bodyPr lIns="90000" tIns="45000" rIns="90000" bIns="45000" anchor="ctr">
            <a:noAutofit/>
          </a:bodyPr>
          <a:p>
            <a:endParaRPr lang="de-DE" sz="1800" b="0" u="none" strike="noStrike">
              <a:solidFill>
                <a:schemeClr val="dk1"/>
              </a:solidFill>
              <a:effectLst/>
              <a:uFillTx/>
              <a:latin typeface="SRH"/>
            </a:endParaRPr>
          </a:p>
        </p:txBody>
      </p:sp>
      <p:sp>
        <p:nvSpPr>
          <p:cNvPr id="151" name="PlaceHolder 1"/>
          <p:cNvSpPr>
            <a:spLocks noGrp="1"/>
          </p:cNvSpPr>
          <p:nvPr>
            <p:ph type="title"/>
          </p:nvPr>
        </p:nvSpPr>
        <p:spPr>
          <a:xfrm>
            <a:off x="360000" y="358920"/>
            <a:ext cx="9164880" cy="834480"/>
          </a:xfrm>
          <a:prstGeom prst="rect">
            <a:avLst/>
          </a:prstGeom>
          <a:noFill/>
          <a:ln w="0">
            <a:noFill/>
          </a:ln>
        </p:spPr>
        <p:txBody>
          <a:bodyPr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52" name="PlaceHolder 2"/>
          <p:cNvSpPr>
            <a:spLocks noGrp="1"/>
          </p:cNvSpPr>
          <p:nvPr>
            <p:ph type="body"/>
          </p:nvPr>
        </p:nvSpPr>
        <p:spPr>
          <a:xfrm>
            <a:off x="367560" y="1728000"/>
            <a:ext cx="7519680" cy="4229280"/>
          </a:xfrm>
          <a:prstGeom prst="rect">
            <a:avLst/>
          </a:prstGeom>
          <a:noFill/>
          <a:ln w="0">
            <a:noFill/>
          </a:ln>
        </p:spPr>
        <p:txBody>
          <a:bodyPr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
        <p:nvSpPr>
          <p:cNvPr id="153" name="PlaceHolder 3"/>
          <p:cNvSpPr>
            <a:spLocks noGrp="1"/>
          </p:cNvSpPr>
          <p:nvPr>
            <p:ph type="dt" idx="46"/>
          </p:nvPr>
        </p:nvSpPr>
        <p:spPr>
          <a:xfrm>
            <a:off x="367560" y="6356520"/>
            <a:ext cx="873720" cy="364320"/>
          </a:xfrm>
          <a:prstGeom prst="rect">
            <a:avLst/>
          </a:prstGeom>
          <a:noFill/>
          <a:ln w="0">
            <a:noFill/>
          </a:ln>
        </p:spPr>
        <p:txBody>
          <a:bodyPr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Text"/>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Text"/>
              </a:rPr>
              <a:t>&lt;date/time&gt;</a:t>
            </a:r>
            <a:endParaRPr lang="en-US" sz="900" b="0" u="none" strike="noStrike">
              <a:solidFill>
                <a:srgbClr val="000000"/>
              </a:solidFill>
              <a:effectLst/>
              <a:uFillTx/>
              <a:latin typeface="Times New Roman"/>
            </a:endParaRPr>
          </a:p>
        </p:txBody>
      </p:sp>
      <p:sp>
        <p:nvSpPr>
          <p:cNvPr id="154" name="PlaceHolder 4"/>
          <p:cNvSpPr>
            <a:spLocks noGrp="1"/>
          </p:cNvSpPr>
          <p:nvPr>
            <p:ph type="ftr" idx="47"/>
          </p:nvPr>
        </p:nvSpPr>
        <p:spPr>
          <a:xfrm>
            <a:off x="1319760" y="6356520"/>
            <a:ext cx="4414680" cy="364320"/>
          </a:xfrm>
          <a:prstGeom prst="rect">
            <a:avLst/>
          </a:prstGeom>
          <a:noFill/>
          <a:ln w="0">
            <a:noFill/>
          </a:ln>
        </p:spPr>
        <p:txBody>
          <a:bodyPr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Text"/>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Text"/>
              </a:rPr>
              <a:t>&lt;footer&gt;</a:t>
            </a:r>
            <a:endParaRPr lang="en-US" sz="900" b="0" u="none" strike="noStrike">
              <a:solidFill>
                <a:srgbClr val="000000"/>
              </a:solidFill>
              <a:effectLst/>
              <a:uFillTx/>
              <a:latin typeface="Times New Roman"/>
            </a:endParaRPr>
          </a:p>
        </p:txBody>
      </p:sp>
      <p:sp>
        <p:nvSpPr>
          <p:cNvPr id="155" name="PlaceHolder 5"/>
          <p:cNvSpPr>
            <a:spLocks noGrp="1"/>
          </p:cNvSpPr>
          <p:nvPr>
            <p:ph type="sldNum" idx="48"/>
          </p:nvPr>
        </p:nvSpPr>
        <p:spPr>
          <a:xfrm>
            <a:off x="11146680" y="6364800"/>
            <a:ext cx="679320" cy="364320"/>
          </a:xfrm>
          <a:prstGeom prst="rect">
            <a:avLst/>
          </a:prstGeom>
          <a:noFill/>
          <a:ln w="0">
            <a:noFill/>
          </a:ln>
        </p:spPr>
        <p:txBody>
          <a:bodyPr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Text"/>
              </a:defRPr>
            </a:lvl1pPr>
          </a:lstStyle>
          <a:p>
            <a:pPr indent="0" algn="r" defTabSz="914400">
              <a:lnSpc>
                <a:spcPct val="100000"/>
              </a:lnSpc>
              <a:buNone/>
              <a:tabLst>
                <a:tab pos="0" algn="l"/>
              </a:tabLst>
            </a:pPr>
            <a:fld id="{B6136569-0B62-4088-B687-A213DCF9BBF2}" type="slidenum">
              <a:rPr lang="de-DE" sz="1550" b="1" u="none" strike="noStrike">
                <a:solidFill>
                  <a:srgbClr val="6D7373"/>
                </a:solidFill>
                <a:effectLst/>
                <a:uFillTx/>
                <a:latin typeface="SRH Text"/>
                <a:ea typeface="SRH Text"/>
              </a:rPr>
              <a:t>&lt;number&gt;</a:t>
            </a:fld>
            <a:endParaRPr lang="en-US" sz="1550" b="0" u="none" strike="noStrike">
              <a:solidFill>
                <a:srgbClr val="000000"/>
              </a:solidFill>
              <a:effectLst/>
              <a:uFillTx/>
              <a:latin typeface="Times New Roman"/>
            </a:endParaRPr>
          </a:p>
        </p:txBody>
      </p:sp>
      <p:sp>
        <p:nvSpPr>
          <p:cNvPr id="156" name="PlaceHolder 6"/>
          <p:cNvSpPr>
            <a:spLocks noGrp="1"/>
          </p:cNvSpPr>
          <p:nvPr>
            <p:ph type="body"/>
          </p:nvPr>
        </p:nvSpPr>
        <p:spPr>
          <a:xfrm>
            <a:off x="8248320" y="1728000"/>
            <a:ext cx="3943080" cy="4229280"/>
          </a:xfrm>
          <a:prstGeom prst="rect">
            <a:avLst/>
          </a:prstGeom>
          <a:solidFill>
            <a:schemeClr val="accent1">
              <a:lumMod val="20000"/>
              <a:lumOff val="80000"/>
            </a:schemeClr>
          </a:solidFill>
          <a:ln w="0">
            <a:noFill/>
          </a:ln>
        </p:spPr>
        <p:txBody>
          <a:bodyPr lIns="90000" tIns="45000" rIns="90000" bIns="4500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1 Inhalt auf warm grey">
    <p:bg>
      <p:bgPr>
        <a:solidFill>
          <a:srgbClr val="FFFFFF"/>
        </a:solidFill>
      </p:bgPr>
    </p:bg>
    <p:spTree>
      <p:nvGrpSpPr>
        <p:cNvPr id="1" name=""/>
        <p:cNvGrpSpPr/>
        <p:nvPr/>
      </p:nvGrpSpPr>
      <p:grpSpPr>
        <a:xfrm>
          <a:off x="0" y="0"/>
          <a:ext cx="0" cy="0"/>
          <a:chOff x="0" y="0"/>
          <a:chExt cx="0" cy="0"/>
        </a:xfrm>
      </p:grpSpPr>
      <p:sp>
        <p:nvSpPr>
          <p:cNvPr id="157" name="Freihandform: Form 11"/>
          <p:cNvSpPr/>
          <p:nvPr/>
        </p:nvSpPr>
        <p:spPr>
          <a:xfrm>
            <a:off x="10878480" y="361080"/>
            <a:ext cx="947520" cy="732960"/>
          </a:xfrm>
          <a:custGeom>
            <a:avLst/>
            <a:gdLst>
              <a:gd name="textAreaLeft" fmla="*/ 0 w 947520"/>
              <a:gd name="textAreaRight" fmla="*/ 948240 w 947520"/>
              <a:gd name="textAreaTop" fmla="*/ 0 h 732960"/>
              <a:gd name="textAreaBottom" fmla="*/ 733680 h 732960"/>
              <a:gd name="GluePoint1X" fmla="*/ 619905 w 948335"/>
              <a:gd name="GluePoint1Y" fmla="*/ 599045 h 733815"/>
              <a:gd name="GluePoint2X" fmla="*/ 708360 w 948335"/>
              <a:gd name="GluePoint2Y" fmla="*/ 599045 h 733815"/>
              <a:gd name="GluePoint3X" fmla="*/ 708360 w 948335"/>
              <a:gd name="GluePoint3Y" fmla="*/ 175 h 733815"/>
              <a:gd name="GluePoint4X" fmla="*/ 619905 w 948335"/>
              <a:gd name="GluePoint4Y" fmla="*/ 175 h 733815"/>
              <a:gd name="GluePoint5X" fmla="*/ 619905 w 948335"/>
              <a:gd name="GluePoint5Y" fmla="*/ 599045 h 733815"/>
              <a:gd name="GluePoint6X" fmla="*/ 811823 w 948335"/>
              <a:gd name="GluePoint6Y" fmla="*/ 196963 h 733815"/>
              <a:gd name="GluePoint7X" fmla="*/ 753805 w 948335"/>
              <a:gd name="GluePoint7Y" fmla="*/ 199399 h 733815"/>
              <a:gd name="GluePoint8X" fmla="*/ 753805 w 948335"/>
              <a:gd name="GluePoint8Y" fmla="*/ 281323 h 733815"/>
              <a:gd name="GluePoint9X" fmla="*/ 860105 w 948335"/>
              <a:gd name="GluePoint9Y" fmla="*/ 364907 h 733815"/>
              <a:gd name="GluePoint10X" fmla="*/ 860105 w 948335"/>
              <a:gd name="GluePoint10Y" fmla="*/ 599045 h 733815"/>
              <a:gd name="GluePoint11X" fmla="*/ 948560 w 948335"/>
              <a:gd name="GluePoint11Y" fmla="*/ 599045 h 733815"/>
              <a:gd name="GluePoint12X" fmla="*/ 948560 w 948335"/>
              <a:gd name="GluePoint12Y" fmla="*/ 353981 h 733815"/>
              <a:gd name="GluePoint13X" fmla="*/ 811823 w 948335"/>
              <a:gd name="GluePoint13Y" fmla="*/ 196963 h 733815"/>
              <a:gd name="GluePoint14X" fmla="*/ 208777 w 948335"/>
              <a:gd name="GluePoint14Y" fmla="*/ 199800 h 733815"/>
              <a:gd name="GluePoint15X" fmla="*/ 72849 w 948335"/>
              <a:gd name="GluePoint15Y" fmla="*/ 366560 h 733815"/>
              <a:gd name="GluePoint16X" fmla="*/ 72849 w 948335"/>
              <a:gd name="GluePoint16Y" fmla="*/ 567022 h 733815"/>
              <a:gd name="GluePoint17X" fmla="*/ 225 w 948335"/>
              <a:gd name="GluePoint17Y" fmla="*/ 651830 h 733815"/>
              <a:gd name="GluePoint18X" fmla="*/ 225 w 948335"/>
              <a:gd name="GluePoint18Y" fmla="*/ 732932 h 733815"/>
              <a:gd name="GluePoint19X" fmla="*/ 25376 w 948335"/>
              <a:gd name="GluePoint19Y" fmla="*/ 733742 h 733815"/>
              <a:gd name="GluePoint20X" fmla="*/ 161297 w 948335"/>
              <a:gd name="GluePoint20Y" fmla="*/ 566989 h 733815"/>
              <a:gd name="GluePoint21X" fmla="*/ 161297 w 948335"/>
              <a:gd name="GluePoint21Y" fmla="*/ 366527 h 733815"/>
              <a:gd name="GluePoint22X" fmla="*/ 233520 w 948335"/>
              <a:gd name="GluePoint22Y" fmla="*/ 281732 h 733815"/>
              <a:gd name="GluePoint23X" fmla="*/ 233520 w 948335"/>
              <a:gd name="GluePoint23Y" fmla="*/ 200209 h 733815"/>
              <a:gd name="GluePoint24X" fmla="*/ 208777 w 948335"/>
              <a:gd name="GluePoint24Y" fmla="*/ 199800 h 733815"/>
              <a:gd name="GluePoint25X" fmla="*/ 480210 w 948335"/>
              <a:gd name="GluePoint25Y" fmla="*/ 199800 h 733815"/>
              <a:gd name="GluePoint26X" fmla="*/ 344283 w 948335"/>
              <a:gd name="GluePoint26Y" fmla="*/ 366560 h 733815"/>
              <a:gd name="GluePoint27X" fmla="*/ 344283 w 948335"/>
              <a:gd name="GluePoint27Y" fmla="*/ 599045 h 733815"/>
              <a:gd name="GluePoint28X" fmla="*/ 432731 w 948335"/>
              <a:gd name="GluePoint28Y" fmla="*/ 599045 h 733815"/>
              <a:gd name="GluePoint29X" fmla="*/ 432731 w 948335"/>
              <a:gd name="GluePoint29Y" fmla="*/ 366527 h 733815"/>
              <a:gd name="GluePoint30X" fmla="*/ 505362 w 948335"/>
              <a:gd name="GluePoint30Y" fmla="*/ 281732 h 733815"/>
              <a:gd name="GluePoint31X" fmla="*/ 505362 w 948335"/>
              <a:gd name="GluePoint31Y" fmla="*/ 200209 h 733815"/>
              <a:gd name="GluePoint32X" fmla="*/ 480210 w 948335"/>
              <a:gd name="GluePoint32Y" fmla="*/ 199800 h 73381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Lst>
            <a:rect l="textAreaLeft" t="textAreaTop" r="textAreaRight" b="textAreaBottom"/>
            <a:pathLst>
              <a:path w="948335" h="733815">
                <a:moveTo>
                  <a:pt x="619905" y="599045"/>
                </a:moveTo>
                <a:lnTo>
                  <a:pt x="708360" y="599045"/>
                </a:lnTo>
                <a:lnTo>
                  <a:pt x="708360" y="175"/>
                </a:lnTo>
                <a:lnTo>
                  <a:pt x="619905" y="175"/>
                </a:lnTo>
                <a:lnTo>
                  <a:pt x="619905" y="599045"/>
                </a:lnTo>
                <a:close/>
                <a:moveTo>
                  <a:pt x="811823" y="196963"/>
                </a:moveTo>
                <a:cubicBezTo>
                  <a:pt x="795196" y="196154"/>
                  <a:pt x="774500" y="196963"/>
                  <a:pt x="753805" y="199399"/>
                </a:cubicBezTo>
                <a:lnTo>
                  <a:pt x="753805" y="281323"/>
                </a:lnTo>
                <a:cubicBezTo>
                  <a:pt x="831702" y="281323"/>
                  <a:pt x="860105" y="292732"/>
                  <a:pt x="860105" y="364907"/>
                </a:cubicBezTo>
                <a:lnTo>
                  <a:pt x="860105" y="599045"/>
                </a:lnTo>
                <a:lnTo>
                  <a:pt x="948560" y="599045"/>
                </a:lnTo>
                <a:lnTo>
                  <a:pt x="948560" y="353981"/>
                </a:lnTo>
                <a:cubicBezTo>
                  <a:pt x="948560" y="263505"/>
                  <a:pt x="897033" y="200209"/>
                  <a:pt x="811823" y="196963"/>
                </a:cubicBezTo>
                <a:close/>
                <a:moveTo>
                  <a:pt x="208777" y="199800"/>
                </a:moveTo>
                <a:cubicBezTo>
                  <a:pt x="114634" y="204671"/>
                  <a:pt x="72849" y="267152"/>
                  <a:pt x="72849" y="366560"/>
                </a:cubicBezTo>
                <a:lnTo>
                  <a:pt x="72849" y="567022"/>
                </a:lnTo>
                <a:cubicBezTo>
                  <a:pt x="72849" y="625455"/>
                  <a:pt x="61073" y="650613"/>
                  <a:pt x="225" y="651830"/>
                </a:cubicBezTo>
                <a:lnTo>
                  <a:pt x="225" y="732932"/>
                </a:lnTo>
                <a:cubicBezTo>
                  <a:pt x="7525" y="734156"/>
                  <a:pt x="19288" y="734156"/>
                  <a:pt x="25376" y="733742"/>
                </a:cubicBezTo>
                <a:cubicBezTo>
                  <a:pt x="119907" y="728068"/>
                  <a:pt x="161297" y="665179"/>
                  <a:pt x="161297" y="566989"/>
                </a:cubicBezTo>
                <a:lnTo>
                  <a:pt x="161297" y="366527"/>
                </a:lnTo>
                <a:cubicBezTo>
                  <a:pt x="161297" y="307693"/>
                  <a:pt x="172257" y="282943"/>
                  <a:pt x="233520" y="281732"/>
                </a:cubicBezTo>
                <a:lnTo>
                  <a:pt x="233520" y="200209"/>
                </a:lnTo>
                <a:cubicBezTo>
                  <a:pt x="226622" y="199399"/>
                  <a:pt x="214859" y="199399"/>
                  <a:pt x="208777" y="199800"/>
                </a:cubicBezTo>
                <a:close/>
                <a:moveTo>
                  <a:pt x="480210" y="199800"/>
                </a:moveTo>
                <a:cubicBezTo>
                  <a:pt x="386483" y="204671"/>
                  <a:pt x="344283" y="267560"/>
                  <a:pt x="344283" y="366560"/>
                </a:cubicBezTo>
                <a:lnTo>
                  <a:pt x="344283" y="599045"/>
                </a:lnTo>
                <a:lnTo>
                  <a:pt x="432731" y="599045"/>
                </a:lnTo>
                <a:lnTo>
                  <a:pt x="432731" y="366527"/>
                </a:lnTo>
                <a:cubicBezTo>
                  <a:pt x="432731" y="308094"/>
                  <a:pt x="444507" y="282943"/>
                  <a:pt x="505362" y="281732"/>
                </a:cubicBezTo>
                <a:lnTo>
                  <a:pt x="505362" y="200209"/>
                </a:lnTo>
                <a:cubicBezTo>
                  <a:pt x="498055" y="199399"/>
                  <a:pt x="486292" y="199399"/>
                  <a:pt x="480210" y="199800"/>
                </a:cubicBezTo>
                <a:close/>
              </a:path>
            </a:pathLst>
          </a:custGeom>
          <a:solidFill>
            <a:schemeClr val="accent1"/>
          </a:solidFill>
          <a:ln w="6638">
            <a:noFill/>
          </a:ln>
        </p:spPr>
        <p:style>
          <a:lnRef idx="0"/>
          <a:fillRef idx="0"/>
          <a:effectRef idx="0"/>
          <a:fontRef idx="minor"/>
        </p:style>
        <p:txBody>
          <a:bodyPr lIns="90000" tIns="45000" rIns="90000" bIns="45000" anchor="ctr">
            <a:noAutofit/>
          </a:bodyPr>
          <a:p>
            <a:endParaRPr lang="de-DE" sz="1800" b="0" u="none" strike="noStrike">
              <a:solidFill>
                <a:schemeClr val="dk1"/>
              </a:solidFill>
              <a:effectLst/>
              <a:uFillTx/>
              <a:latin typeface="SRH"/>
            </a:endParaRPr>
          </a:p>
        </p:txBody>
      </p:sp>
      <p:sp>
        <p:nvSpPr>
          <p:cNvPr id="158" name="Rechteck 9"/>
          <p:cNvSpPr/>
          <p:nvPr/>
        </p:nvSpPr>
        <p:spPr>
          <a:xfrm>
            <a:off x="0" y="1406160"/>
            <a:ext cx="12191400" cy="5451120"/>
          </a:xfrm>
          <a:prstGeom prst="rect">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p>
            <a:endParaRPr lang="de-DE" sz="1800" b="0" u="none" strike="noStrike">
              <a:solidFill>
                <a:schemeClr val="lt1"/>
              </a:solidFill>
              <a:effectLst/>
              <a:uFillTx/>
              <a:latin typeface="SRH"/>
            </a:endParaRPr>
          </a:p>
        </p:txBody>
      </p:sp>
      <p:sp>
        <p:nvSpPr>
          <p:cNvPr id="159" name="Freihandform: Form 28"/>
          <p:cNvSpPr/>
          <p:nvPr/>
        </p:nvSpPr>
        <p:spPr>
          <a:xfrm>
            <a:off x="8202960" y="2801880"/>
            <a:ext cx="3988440" cy="4055400"/>
          </a:xfrm>
          <a:custGeom>
            <a:avLst/>
            <a:gdLst>
              <a:gd name="textAreaLeft" fmla="*/ 0 w 3988440"/>
              <a:gd name="textAreaRight" fmla="*/ 3989160 w 3988440"/>
              <a:gd name="textAreaTop" fmla="*/ 0 h 4055400"/>
              <a:gd name="textAreaBottom" fmla="*/ 4056120 h 4055400"/>
              <a:gd name="GluePoint1X" fmla="*/ 3989213 w 3989213"/>
              <a:gd name="GluePoint1Y" fmla="*/ 0 h 4055962"/>
              <a:gd name="GluePoint2X" fmla="*/ 3989213 w 3989213"/>
              <a:gd name="GluePoint2Y" fmla="*/ 2389338 h 4055962"/>
              <a:gd name="GluePoint3X" fmla="*/ 3858525 w 3989213"/>
              <a:gd name="GluePoint3Y" fmla="*/ 2411278 h 4055962"/>
              <a:gd name="GluePoint4X" fmla="*/ 2529280 w 3989213"/>
              <a:gd name="GluePoint4Y" fmla="*/ 3871987 h 4055962"/>
              <a:gd name="GluePoint5X" fmla="*/ 2507974 w 3989213"/>
              <a:gd name="GluePoint5Y" fmla="*/ 4055962 h 4055962"/>
              <a:gd name="GluePoint6X" fmla="*/ 0 w 3989213"/>
              <a:gd name="GluePoint6Y" fmla="*/ 4055962 h 4055962"/>
              <a:gd name="GluePoint7X" fmla="*/ 22942 w 3989213"/>
              <a:gd name="GluePoint7Y" fmla="*/ 3789041 h 4055962"/>
              <a:gd name="GluePoint8X" fmla="*/ 3885074 w 3989213"/>
              <a:gd name="GluePoint8Y" fmla="*/ 4662 h 4055962"/>
              <a:gd name="GluePoint9X" fmla="*/ 3957883 w 3989213"/>
              <a:gd name="GluePoint9Y" fmla="*/ 933 h 40559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3989213" h="4055962">
                <a:moveTo>
                  <a:pt x="3989213" y="0"/>
                </a:moveTo>
                <a:lnTo>
                  <a:pt x="3989213" y="2389338"/>
                </a:lnTo>
                <a:lnTo>
                  <a:pt x="3858525" y="2411278"/>
                </a:lnTo>
                <a:cubicBezTo>
                  <a:pt x="2993398" y="2575443"/>
                  <a:pt x="2647939" y="3036171"/>
                  <a:pt x="2529280" y="3871987"/>
                </a:cubicBezTo>
                <a:lnTo>
                  <a:pt x="2507974" y="4055962"/>
                </a:lnTo>
                <a:lnTo>
                  <a:pt x="0" y="4055962"/>
                </a:lnTo>
                <a:lnTo>
                  <a:pt x="22942" y="3789041"/>
                </a:lnTo>
                <a:cubicBezTo>
                  <a:pt x="290736" y="1521935"/>
                  <a:pt x="1510333" y="126899"/>
                  <a:pt x="3885074" y="4662"/>
                </a:cubicBezTo>
                <a:cubicBezTo>
                  <a:pt x="3906982" y="3233"/>
                  <a:pt x="3931449" y="1983"/>
                  <a:pt x="3957883" y="933"/>
                </a:cubicBezTo>
                <a:close/>
              </a:path>
            </a:pathLst>
          </a:custGeom>
          <a:solidFill>
            <a:srgbClr val="E6E3E2"/>
          </a:solidFill>
          <a:ln w="12700">
            <a:noFill/>
          </a:ln>
        </p:spPr>
        <p:style>
          <a:lnRef idx="0"/>
          <a:fillRef idx="0"/>
          <a:effectRef idx="0"/>
          <a:fontRef idx="minor"/>
        </p:style>
        <p:txBody>
          <a:bodyPr lIns="90000" tIns="45000" rIns="90000" bIns="45000" anchor="ctr">
            <a:noAutofit/>
          </a:bodyPr>
          <a:p>
            <a:endParaRPr lang="de-DE" sz="1800" b="0" u="none" strike="noStrike">
              <a:solidFill>
                <a:schemeClr val="dk1"/>
              </a:solidFill>
              <a:effectLst/>
              <a:uFillTx/>
              <a:latin typeface="SRH"/>
            </a:endParaRPr>
          </a:p>
        </p:txBody>
      </p:sp>
      <p:sp>
        <p:nvSpPr>
          <p:cNvPr id="160" name="PlaceHolder 1"/>
          <p:cNvSpPr>
            <a:spLocks noGrp="1"/>
          </p:cNvSpPr>
          <p:nvPr>
            <p:ph type="title"/>
          </p:nvPr>
        </p:nvSpPr>
        <p:spPr>
          <a:xfrm>
            <a:off x="360000" y="358920"/>
            <a:ext cx="9157680" cy="834480"/>
          </a:xfrm>
          <a:prstGeom prst="rect">
            <a:avLst/>
          </a:prstGeom>
          <a:noFill/>
          <a:ln w="0">
            <a:noFill/>
          </a:ln>
        </p:spPr>
        <p:txBody>
          <a:bodyPr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61" name="PlaceHolder 2"/>
          <p:cNvSpPr>
            <a:spLocks noGrp="1"/>
          </p:cNvSpPr>
          <p:nvPr>
            <p:ph type="body"/>
          </p:nvPr>
        </p:nvSpPr>
        <p:spPr>
          <a:xfrm>
            <a:off x="359280" y="1728000"/>
            <a:ext cx="9157680" cy="4229280"/>
          </a:xfrm>
          <a:prstGeom prst="rect">
            <a:avLst/>
          </a:prstGeom>
          <a:noFill/>
          <a:ln w="0">
            <a:noFill/>
          </a:ln>
        </p:spPr>
        <p:txBody>
          <a:bodyPr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
        <p:nvSpPr>
          <p:cNvPr id="162" name="PlaceHolder 3"/>
          <p:cNvSpPr>
            <a:spLocks noGrp="1"/>
          </p:cNvSpPr>
          <p:nvPr>
            <p:ph type="dt" idx="49"/>
          </p:nvPr>
        </p:nvSpPr>
        <p:spPr>
          <a:xfrm>
            <a:off x="367560" y="6356520"/>
            <a:ext cx="873720" cy="364320"/>
          </a:xfrm>
          <a:prstGeom prst="rect">
            <a:avLst/>
          </a:prstGeom>
          <a:noFill/>
          <a:ln w="0">
            <a:noFill/>
          </a:ln>
        </p:spPr>
        <p:txBody>
          <a:bodyPr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Text"/>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Text"/>
              </a:rPr>
              <a:t>&lt;date/time&gt;</a:t>
            </a:r>
            <a:endParaRPr lang="en-US" sz="900" b="0" u="none" strike="noStrike">
              <a:solidFill>
                <a:srgbClr val="000000"/>
              </a:solidFill>
              <a:effectLst/>
              <a:uFillTx/>
              <a:latin typeface="Times New Roman"/>
            </a:endParaRPr>
          </a:p>
        </p:txBody>
      </p:sp>
      <p:sp>
        <p:nvSpPr>
          <p:cNvPr id="163" name="PlaceHolder 4"/>
          <p:cNvSpPr>
            <a:spLocks noGrp="1"/>
          </p:cNvSpPr>
          <p:nvPr>
            <p:ph type="ftr" idx="50"/>
          </p:nvPr>
        </p:nvSpPr>
        <p:spPr>
          <a:xfrm>
            <a:off x="1319760" y="6356520"/>
            <a:ext cx="6495120" cy="364320"/>
          </a:xfrm>
          <a:prstGeom prst="rect">
            <a:avLst/>
          </a:prstGeom>
          <a:noFill/>
          <a:ln w="0">
            <a:noFill/>
          </a:ln>
        </p:spPr>
        <p:txBody>
          <a:bodyPr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Text"/>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Text"/>
              </a:rPr>
              <a:t>&lt;footer&gt;</a:t>
            </a:r>
            <a:endParaRPr lang="en-US" sz="900" b="0" u="none" strike="noStrike">
              <a:solidFill>
                <a:srgbClr val="000000"/>
              </a:solidFill>
              <a:effectLst/>
              <a:uFillTx/>
              <a:latin typeface="Times New Roman"/>
            </a:endParaRPr>
          </a:p>
        </p:txBody>
      </p:sp>
      <p:sp>
        <p:nvSpPr>
          <p:cNvPr id="164" name="PlaceHolder 5"/>
          <p:cNvSpPr>
            <a:spLocks noGrp="1"/>
          </p:cNvSpPr>
          <p:nvPr>
            <p:ph type="sldNum" idx="51"/>
          </p:nvPr>
        </p:nvSpPr>
        <p:spPr>
          <a:xfrm>
            <a:off x="11146680" y="6364800"/>
            <a:ext cx="679320" cy="364320"/>
          </a:xfrm>
          <a:prstGeom prst="rect">
            <a:avLst/>
          </a:prstGeom>
          <a:noFill/>
          <a:ln w="0">
            <a:noFill/>
          </a:ln>
        </p:spPr>
        <p:txBody>
          <a:bodyPr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Text"/>
              </a:defRPr>
            </a:lvl1pPr>
          </a:lstStyle>
          <a:p>
            <a:pPr indent="0" algn="r" defTabSz="914400">
              <a:lnSpc>
                <a:spcPct val="100000"/>
              </a:lnSpc>
              <a:buNone/>
              <a:tabLst>
                <a:tab pos="0" algn="l"/>
              </a:tabLst>
            </a:pPr>
            <a:fld id="{9215126B-2E56-49DF-B91F-7C5A9C0A11BA}" type="slidenum">
              <a:rPr lang="de-DE" sz="1550" b="1" u="none" strike="noStrike">
                <a:solidFill>
                  <a:srgbClr val="6D7373"/>
                </a:solidFill>
                <a:effectLst/>
                <a:uFillTx/>
                <a:latin typeface="SRH Text"/>
                <a:ea typeface="SRH Text"/>
              </a:rPr>
              <a:t>&lt;number&gt;</a:t>
            </a:fld>
            <a:endParaRPr lang="en-US" sz="1550" b="0" u="none" strike="noStrike">
              <a:solidFill>
                <a:srgbClr val="000000"/>
              </a:solidFill>
              <a:effectLst/>
              <a:uFillTx/>
              <a:latin typeface="Times New Roman"/>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iagramme auf warm grey">
    <p:bg>
      <p:bgPr>
        <a:solidFill>
          <a:srgbClr val="FFFFFF"/>
        </a:solidFill>
      </p:bgPr>
    </p:bg>
    <p:spTree>
      <p:nvGrpSpPr>
        <p:cNvPr id="1" name=""/>
        <p:cNvGrpSpPr/>
        <p:nvPr/>
      </p:nvGrpSpPr>
      <p:grpSpPr>
        <a:xfrm>
          <a:off x="0" y="0"/>
          <a:ext cx="0" cy="0"/>
          <a:chOff x="0" y="0"/>
          <a:chExt cx="0" cy="0"/>
        </a:xfrm>
      </p:grpSpPr>
      <p:sp>
        <p:nvSpPr>
          <p:cNvPr id="165" name="Freihandform: Form 11"/>
          <p:cNvSpPr/>
          <p:nvPr/>
        </p:nvSpPr>
        <p:spPr>
          <a:xfrm>
            <a:off x="10878480" y="361080"/>
            <a:ext cx="947520" cy="732960"/>
          </a:xfrm>
          <a:custGeom>
            <a:avLst/>
            <a:gdLst>
              <a:gd name="textAreaLeft" fmla="*/ 0 w 947520"/>
              <a:gd name="textAreaRight" fmla="*/ 948240 w 947520"/>
              <a:gd name="textAreaTop" fmla="*/ 0 h 732960"/>
              <a:gd name="textAreaBottom" fmla="*/ 733680 h 732960"/>
              <a:gd name="GluePoint1X" fmla="*/ 619905 w 948335"/>
              <a:gd name="GluePoint1Y" fmla="*/ 599045 h 733815"/>
              <a:gd name="GluePoint2X" fmla="*/ 708360 w 948335"/>
              <a:gd name="GluePoint2Y" fmla="*/ 599045 h 733815"/>
              <a:gd name="GluePoint3X" fmla="*/ 708360 w 948335"/>
              <a:gd name="GluePoint3Y" fmla="*/ 175 h 733815"/>
              <a:gd name="GluePoint4X" fmla="*/ 619905 w 948335"/>
              <a:gd name="GluePoint4Y" fmla="*/ 175 h 733815"/>
              <a:gd name="GluePoint5X" fmla="*/ 619905 w 948335"/>
              <a:gd name="GluePoint5Y" fmla="*/ 599045 h 733815"/>
              <a:gd name="GluePoint6X" fmla="*/ 811823 w 948335"/>
              <a:gd name="GluePoint6Y" fmla="*/ 196963 h 733815"/>
              <a:gd name="GluePoint7X" fmla="*/ 753805 w 948335"/>
              <a:gd name="GluePoint7Y" fmla="*/ 199399 h 733815"/>
              <a:gd name="GluePoint8X" fmla="*/ 753805 w 948335"/>
              <a:gd name="GluePoint8Y" fmla="*/ 281323 h 733815"/>
              <a:gd name="GluePoint9X" fmla="*/ 860105 w 948335"/>
              <a:gd name="GluePoint9Y" fmla="*/ 364907 h 733815"/>
              <a:gd name="GluePoint10X" fmla="*/ 860105 w 948335"/>
              <a:gd name="GluePoint10Y" fmla="*/ 599045 h 733815"/>
              <a:gd name="GluePoint11X" fmla="*/ 948560 w 948335"/>
              <a:gd name="GluePoint11Y" fmla="*/ 599045 h 733815"/>
              <a:gd name="GluePoint12X" fmla="*/ 948560 w 948335"/>
              <a:gd name="GluePoint12Y" fmla="*/ 353981 h 733815"/>
              <a:gd name="GluePoint13X" fmla="*/ 811823 w 948335"/>
              <a:gd name="GluePoint13Y" fmla="*/ 196963 h 733815"/>
              <a:gd name="GluePoint14X" fmla="*/ 208777 w 948335"/>
              <a:gd name="GluePoint14Y" fmla="*/ 199800 h 733815"/>
              <a:gd name="GluePoint15X" fmla="*/ 72849 w 948335"/>
              <a:gd name="GluePoint15Y" fmla="*/ 366560 h 733815"/>
              <a:gd name="GluePoint16X" fmla="*/ 72849 w 948335"/>
              <a:gd name="GluePoint16Y" fmla="*/ 567022 h 733815"/>
              <a:gd name="GluePoint17X" fmla="*/ 225 w 948335"/>
              <a:gd name="GluePoint17Y" fmla="*/ 651830 h 733815"/>
              <a:gd name="GluePoint18X" fmla="*/ 225 w 948335"/>
              <a:gd name="GluePoint18Y" fmla="*/ 732932 h 733815"/>
              <a:gd name="GluePoint19X" fmla="*/ 25376 w 948335"/>
              <a:gd name="GluePoint19Y" fmla="*/ 733742 h 733815"/>
              <a:gd name="GluePoint20X" fmla="*/ 161297 w 948335"/>
              <a:gd name="GluePoint20Y" fmla="*/ 566989 h 733815"/>
              <a:gd name="GluePoint21X" fmla="*/ 161297 w 948335"/>
              <a:gd name="GluePoint21Y" fmla="*/ 366527 h 733815"/>
              <a:gd name="GluePoint22X" fmla="*/ 233520 w 948335"/>
              <a:gd name="GluePoint22Y" fmla="*/ 281732 h 733815"/>
              <a:gd name="GluePoint23X" fmla="*/ 233520 w 948335"/>
              <a:gd name="GluePoint23Y" fmla="*/ 200209 h 733815"/>
              <a:gd name="GluePoint24X" fmla="*/ 208777 w 948335"/>
              <a:gd name="GluePoint24Y" fmla="*/ 199800 h 733815"/>
              <a:gd name="GluePoint25X" fmla="*/ 480210 w 948335"/>
              <a:gd name="GluePoint25Y" fmla="*/ 199800 h 733815"/>
              <a:gd name="GluePoint26X" fmla="*/ 344283 w 948335"/>
              <a:gd name="GluePoint26Y" fmla="*/ 366560 h 733815"/>
              <a:gd name="GluePoint27X" fmla="*/ 344283 w 948335"/>
              <a:gd name="GluePoint27Y" fmla="*/ 599045 h 733815"/>
              <a:gd name="GluePoint28X" fmla="*/ 432731 w 948335"/>
              <a:gd name="GluePoint28Y" fmla="*/ 599045 h 733815"/>
              <a:gd name="GluePoint29X" fmla="*/ 432731 w 948335"/>
              <a:gd name="GluePoint29Y" fmla="*/ 366527 h 733815"/>
              <a:gd name="GluePoint30X" fmla="*/ 505362 w 948335"/>
              <a:gd name="GluePoint30Y" fmla="*/ 281732 h 733815"/>
              <a:gd name="GluePoint31X" fmla="*/ 505362 w 948335"/>
              <a:gd name="GluePoint31Y" fmla="*/ 200209 h 733815"/>
              <a:gd name="GluePoint32X" fmla="*/ 480210 w 948335"/>
              <a:gd name="GluePoint32Y" fmla="*/ 199800 h 73381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Lst>
            <a:rect l="textAreaLeft" t="textAreaTop" r="textAreaRight" b="textAreaBottom"/>
            <a:pathLst>
              <a:path w="948335" h="733815">
                <a:moveTo>
                  <a:pt x="619905" y="599045"/>
                </a:moveTo>
                <a:lnTo>
                  <a:pt x="708360" y="599045"/>
                </a:lnTo>
                <a:lnTo>
                  <a:pt x="708360" y="175"/>
                </a:lnTo>
                <a:lnTo>
                  <a:pt x="619905" y="175"/>
                </a:lnTo>
                <a:lnTo>
                  <a:pt x="619905" y="599045"/>
                </a:lnTo>
                <a:close/>
                <a:moveTo>
                  <a:pt x="811823" y="196963"/>
                </a:moveTo>
                <a:cubicBezTo>
                  <a:pt x="795196" y="196154"/>
                  <a:pt x="774500" y="196963"/>
                  <a:pt x="753805" y="199399"/>
                </a:cubicBezTo>
                <a:lnTo>
                  <a:pt x="753805" y="281323"/>
                </a:lnTo>
                <a:cubicBezTo>
                  <a:pt x="831702" y="281323"/>
                  <a:pt x="860105" y="292732"/>
                  <a:pt x="860105" y="364907"/>
                </a:cubicBezTo>
                <a:lnTo>
                  <a:pt x="860105" y="599045"/>
                </a:lnTo>
                <a:lnTo>
                  <a:pt x="948560" y="599045"/>
                </a:lnTo>
                <a:lnTo>
                  <a:pt x="948560" y="353981"/>
                </a:lnTo>
                <a:cubicBezTo>
                  <a:pt x="948560" y="263505"/>
                  <a:pt x="897033" y="200209"/>
                  <a:pt x="811823" y="196963"/>
                </a:cubicBezTo>
                <a:close/>
                <a:moveTo>
                  <a:pt x="208777" y="199800"/>
                </a:moveTo>
                <a:cubicBezTo>
                  <a:pt x="114634" y="204671"/>
                  <a:pt x="72849" y="267152"/>
                  <a:pt x="72849" y="366560"/>
                </a:cubicBezTo>
                <a:lnTo>
                  <a:pt x="72849" y="567022"/>
                </a:lnTo>
                <a:cubicBezTo>
                  <a:pt x="72849" y="625455"/>
                  <a:pt x="61073" y="650613"/>
                  <a:pt x="225" y="651830"/>
                </a:cubicBezTo>
                <a:lnTo>
                  <a:pt x="225" y="732932"/>
                </a:lnTo>
                <a:cubicBezTo>
                  <a:pt x="7525" y="734156"/>
                  <a:pt x="19288" y="734156"/>
                  <a:pt x="25376" y="733742"/>
                </a:cubicBezTo>
                <a:cubicBezTo>
                  <a:pt x="119907" y="728068"/>
                  <a:pt x="161297" y="665179"/>
                  <a:pt x="161297" y="566989"/>
                </a:cubicBezTo>
                <a:lnTo>
                  <a:pt x="161297" y="366527"/>
                </a:lnTo>
                <a:cubicBezTo>
                  <a:pt x="161297" y="307693"/>
                  <a:pt x="172257" y="282943"/>
                  <a:pt x="233520" y="281732"/>
                </a:cubicBezTo>
                <a:lnTo>
                  <a:pt x="233520" y="200209"/>
                </a:lnTo>
                <a:cubicBezTo>
                  <a:pt x="226622" y="199399"/>
                  <a:pt x="214859" y="199399"/>
                  <a:pt x="208777" y="199800"/>
                </a:cubicBezTo>
                <a:close/>
                <a:moveTo>
                  <a:pt x="480210" y="199800"/>
                </a:moveTo>
                <a:cubicBezTo>
                  <a:pt x="386483" y="204671"/>
                  <a:pt x="344283" y="267560"/>
                  <a:pt x="344283" y="366560"/>
                </a:cubicBezTo>
                <a:lnTo>
                  <a:pt x="344283" y="599045"/>
                </a:lnTo>
                <a:lnTo>
                  <a:pt x="432731" y="599045"/>
                </a:lnTo>
                <a:lnTo>
                  <a:pt x="432731" y="366527"/>
                </a:lnTo>
                <a:cubicBezTo>
                  <a:pt x="432731" y="308094"/>
                  <a:pt x="444507" y="282943"/>
                  <a:pt x="505362" y="281732"/>
                </a:cubicBezTo>
                <a:lnTo>
                  <a:pt x="505362" y="200209"/>
                </a:lnTo>
                <a:cubicBezTo>
                  <a:pt x="498055" y="199399"/>
                  <a:pt x="486292" y="199399"/>
                  <a:pt x="480210" y="199800"/>
                </a:cubicBezTo>
                <a:close/>
              </a:path>
            </a:pathLst>
          </a:custGeom>
          <a:solidFill>
            <a:schemeClr val="accent1"/>
          </a:solidFill>
          <a:ln w="6638">
            <a:noFill/>
          </a:ln>
        </p:spPr>
        <p:style>
          <a:lnRef idx="0"/>
          <a:fillRef idx="0"/>
          <a:effectRef idx="0"/>
          <a:fontRef idx="minor"/>
        </p:style>
        <p:txBody>
          <a:bodyPr lIns="90000" tIns="45000" rIns="90000" bIns="45000" anchor="ctr">
            <a:noAutofit/>
          </a:bodyPr>
          <a:p>
            <a:endParaRPr lang="de-DE" sz="1800" b="0" u="none" strike="noStrike">
              <a:solidFill>
                <a:schemeClr val="dk1"/>
              </a:solidFill>
              <a:effectLst/>
              <a:uFillTx/>
              <a:latin typeface="SRH"/>
            </a:endParaRPr>
          </a:p>
        </p:txBody>
      </p:sp>
      <p:sp>
        <p:nvSpPr>
          <p:cNvPr id="166" name="Rechteck 13"/>
          <p:cNvSpPr/>
          <p:nvPr/>
        </p:nvSpPr>
        <p:spPr>
          <a:xfrm>
            <a:off x="0" y="1406160"/>
            <a:ext cx="12191400" cy="5451120"/>
          </a:xfrm>
          <a:prstGeom prst="rect">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p>
            <a:endParaRPr lang="de-DE" sz="1800" b="0" u="none" strike="noStrike">
              <a:solidFill>
                <a:schemeClr val="lt1"/>
              </a:solidFill>
              <a:effectLst/>
              <a:uFillTx/>
              <a:latin typeface="SRH"/>
            </a:endParaRPr>
          </a:p>
        </p:txBody>
      </p:sp>
      <p:sp>
        <p:nvSpPr>
          <p:cNvPr id="167" name="PlaceHolder 1"/>
          <p:cNvSpPr>
            <a:spLocks noGrp="1"/>
          </p:cNvSpPr>
          <p:nvPr>
            <p:ph type="title"/>
          </p:nvPr>
        </p:nvSpPr>
        <p:spPr>
          <a:xfrm>
            <a:off x="360000" y="358920"/>
            <a:ext cx="9156960" cy="834480"/>
          </a:xfrm>
          <a:prstGeom prst="rect">
            <a:avLst/>
          </a:prstGeom>
          <a:noFill/>
          <a:ln w="0">
            <a:noFill/>
          </a:ln>
        </p:spPr>
        <p:txBody>
          <a:bodyPr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68" name="PlaceHolder 2"/>
          <p:cNvSpPr>
            <a:spLocks noGrp="1"/>
          </p:cNvSpPr>
          <p:nvPr>
            <p:ph type="body"/>
          </p:nvPr>
        </p:nvSpPr>
        <p:spPr>
          <a:xfrm>
            <a:off x="2047680" y="1944000"/>
            <a:ext cx="3867480" cy="3203280"/>
          </a:xfrm>
          <a:prstGeom prst="rect">
            <a:avLst/>
          </a:prstGeom>
          <a:noFill/>
          <a:ln w="0">
            <a:noFill/>
          </a:ln>
        </p:spPr>
        <p:txBody>
          <a:bodyPr lIns="90000" tIns="45000" rIns="90000" bIns="45000" anchor="t">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69" name="PlaceHolder 3"/>
          <p:cNvSpPr>
            <a:spLocks noGrp="1"/>
          </p:cNvSpPr>
          <p:nvPr>
            <p:ph type="dt" idx="52"/>
          </p:nvPr>
        </p:nvSpPr>
        <p:spPr>
          <a:xfrm>
            <a:off x="367560" y="6356520"/>
            <a:ext cx="873720" cy="364320"/>
          </a:xfrm>
          <a:prstGeom prst="rect">
            <a:avLst/>
          </a:prstGeom>
          <a:noFill/>
          <a:ln w="0">
            <a:noFill/>
          </a:ln>
        </p:spPr>
        <p:txBody>
          <a:bodyPr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Text"/>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Text"/>
              </a:rPr>
              <a:t>&lt;date/time&gt;</a:t>
            </a:r>
            <a:endParaRPr lang="en-US" sz="900" b="0" u="none" strike="noStrike">
              <a:solidFill>
                <a:srgbClr val="000000"/>
              </a:solidFill>
              <a:effectLst/>
              <a:uFillTx/>
              <a:latin typeface="Times New Roman"/>
            </a:endParaRPr>
          </a:p>
        </p:txBody>
      </p:sp>
      <p:sp>
        <p:nvSpPr>
          <p:cNvPr id="170" name="PlaceHolder 4"/>
          <p:cNvSpPr>
            <a:spLocks noGrp="1"/>
          </p:cNvSpPr>
          <p:nvPr>
            <p:ph type="ftr" idx="53"/>
          </p:nvPr>
        </p:nvSpPr>
        <p:spPr>
          <a:xfrm>
            <a:off x="1319760" y="6356520"/>
            <a:ext cx="6495120" cy="364320"/>
          </a:xfrm>
          <a:prstGeom prst="rect">
            <a:avLst/>
          </a:prstGeom>
          <a:noFill/>
          <a:ln w="0">
            <a:noFill/>
          </a:ln>
        </p:spPr>
        <p:txBody>
          <a:bodyPr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Text"/>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Text"/>
              </a:rPr>
              <a:t>&lt;footer&gt;</a:t>
            </a:r>
            <a:endParaRPr lang="en-US" sz="900" b="0" u="none" strike="noStrike">
              <a:solidFill>
                <a:srgbClr val="000000"/>
              </a:solidFill>
              <a:effectLst/>
              <a:uFillTx/>
              <a:latin typeface="Times New Roman"/>
            </a:endParaRPr>
          </a:p>
        </p:txBody>
      </p:sp>
      <p:sp>
        <p:nvSpPr>
          <p:cNvPr id="171" name="PlaceHolder 5"/>
          <p:cNvSpPr>
            <a:spLocks noGrp="1"/>
          </p:cNvSpPr>
          <p:nvPr>
            <p:ph type="sldNum" idx="54"/>
          </p:nvPr>
        </p:nvSpPr>
        <p:spPr>
          <a:xfrm>
            <a:off x="11146680" y="6364800"/>
            <a:ext cx="679320" cy="364320"/>
          </a:xfrm>
          <a:prstGeom prst="rect">
            <a:avLst/>
          </a:prstGeom>
          <a:noFill/>
          <a:ln w="0">
            <a:noFill/>
          </a:ln>
        </p:spPr>
        <p:txBody>
          <a:bodyPr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Text"/>
              </a:defRPr>
            </a:lvl1pPr>
          </a:lstStyle>
          <a:p>
            <a:pPr indent="0" algn="r" defTabSz="914400">
              <a:lnSpc>
                <a:spcPct val="100000"/>
              </a:lnSpc>
              <a:buNone/>
              <a:tabLst>
                <a:tab pos="0" algn="l"/>
              </a:tabLst>
            </a:pPr>
            <a:fld id="{B8C78E24-6694-4B7F-8EC6-0630949EC093}" type="slidenum">
              <a:rPr lang="de-DE" sz="1550" b="1" u="none" strike="noStrike">
                <a:solidFill>
                  <a:srgbClr val="6D7373"/>
                </a:solidFill>
                <a:effectLst/>
                <a:uFillTx/>
                <a:latin typeface="SRH Text"/>
                <a:ea typeface="SRH Text"/>
              </a:rPr>
              <a:t>&lt;number&gt;</a:t>
            </a:fld>
            <a:endParaRPr lang="en-US" sz="1550" b="0" u="none" strike="noStrike">
              <a:solidFill>
                <a:srgbClr val="000000"/>
              </a:solidFill>
              <a:effectLst/>
              <a:uFillTx/>
              <a:latin typeface="Times New Roman"/>
            </a:endParaRPr>
          </a:p>
        </p:txBody>
      </p:sp>
      <p:sp>
        <p:nvSpPr>
          <p:cNvPr id="172" name="PlaceHolder 6"/>
          <p:cNvSpPr>
            <a:spLocks noGrp="1"/>
          </p:cNvSpPr>
          <p:nvPr>
            <p:ph type="body"/>
          </p:nvPr>
        </p:nvSpPr>
        <p:spPr>
          <a:xfrm>
            <a:off x="2047680" y="5212800"/>
            <a:ext cx="3867480" cy="738000"/>
          </a:xfrm>
          <a:prstGeom prst="rect">
            <a:avLst/>
          </a:prstGeom>
          <a:noFill/>
          <a:ln w="0">
            <a:noFill/>
          </a:ln>
        </p:spPr>
        <p:txBody>
          <a:bodyPr lIns="0" tIns="0" rIns="0" bIns="0" anchor="t">
            <a:noAutofit/>
          </a:bodyPr>
          <a:lstStyle>
            <a:lvl1pPr indent="0" algn="ctr" defTabSz="914400">
              <a:lnSpc>
                <a:spcPct val="110000"/>
              </a:lnSpc>
              <a:buNone/>
              <a:tabLst>
                <a:tab pos="0" algn="l"/>
              </a:tabLst>
              <a:defRPr lang="de-DE" sz="1400" b="0" u="none" strike="noStrike">
                <a:solidFill>
                  <a:schemeClr val="dk1"/>
                </a:solidFill>
                <a:effectLst/>
                <a:uFillTx/>
                <a:latin typeface="SRH Text"/>
                <a:ea typeface="SRH Text"/>
              </a:defRPr>
            </a:lvl1pPr>
          </a:lstStyle>
          <a:p>
            <a:pPr indent="0" algn="ctr" defTabSz="914400">
              <a:lnSpc>
                <a:spcPct val="110000"/>
              </a:lnSpc>
              <a:buNone/>
              <a:tabLst>
                <a:tab pos="0" algn="l"/>
              </a:tabLst>
            </a:pPr>
            <a:r>
              <a:rPr lang="de-DE" sz="1400" b="0" u="none" strike="noStrike">
                <a:solidFill>
                  <a:schemeClr val="dk1"/>
                </a:solidFill>
                <a:effectLst/>
                <a:uFillTx/>
                <a:latin typeface="SRH Text"/>
                <a:ea typeface="SRH Text"/>
              </a:rPr>
              <a:t>Mastertextformat bearbeiten</a:t>
            </a:r>
            <a:endParaRPr lang="de-DE" sz="1400" b="0" u="none" strike="noStrike">
              <a:solidFill>
                <a:schemeClr val="dk1"/>
              </a:solidFill>
              <a:effectLst/>
              <a:uFillTx/>
              <a:latin typeface="SRH Text"/>
            </a:endParaRPr>
          </a:p>
        </p:txBody>
      </p:sp>
      <p:sp>
        <p:nvSpPr>
          <p:cNvPr id="173" name="PlaceHolder 7"/>
          <p:cNvSpPr>
            <a:spLocks noGrp="1"/>
          </p:cNvSpPr>
          <p:nvPr>
            <p:ph type="body"/>
          </p:nvPr>
        </p:nvSpPr>
        <p:spPr>
          <a:xfrm>
            <a:off x="6275880" y="5212800"/>
            <a:ext cx="3867480" cy="738000"/>
          </a:xfrm>
          <a:prstGeom prst="rect">
            <a:avLst/>
          </a:prstGeom>
          <a:noFill/>
          <a:ln w="0">
            <a:noFill/>
          </a:ln>
        </p:spPr>
        <p:txBody>
          <a:bodyPr lIns="0" tIns="0" rIns="0" bIns="0" anchor="t">
            <a:noAutofit/>
          </a:bodyPr>
          <a:lstStyle>
            <a:lvl1pPr indent="0" algn="ctr" defTabSz="914400">
              <a:lnSpc>
                <a:spcPct val="110000"/>
              </a:lnSpc>
              <a:buNone/>
              <a:tabLst>
                <a:tab pos="0" algn="l"/>
              </a:tabLst>
              <a:defRPr lang="de-DE" sz="1400" b="0" u="none" strike="noStrike">
                <a:solidFill>
                  <a:schemeClr val="dk1"/>
                </a:solidFill>
                <a:effectLst/>
                <a:uFillTx/>
                <a:latin typeface="SRH Text"/>
                <a:ea typeface="SRH Text"/>
              </a:defRPr>
            </a:lvl1pPr>
          </a:lstStyle>
          <a:p>
            <a:pPr indent="0" algn="ctr" defTabSz="914400">
              <a:lnSpc>
                <a:spcPct val="110000"/>
              </a:lnSpc>
              <a:buNone/>
              <a:tabLst>
                <a:tab pos="0" algn="l"/>
              </a:tabLst>
            </a:pPr>
            <a:r>
              <a:rPr lang="de-DE" sz="1400" b="0" u="none" strike="noStrike">
                <a:solidFill>
                  <a:schemeClr val="dk1"/>
                </a:solidFill>
                <a:effectLst/>
                <a:uFillTx/>
                <a:latin typeface="SRH Text"/>
                <a:ea typeface="SRH Text"/>
              </a:rPr>
              <a:t>Mastertextformat bearbeiten</a:t>
            </a:r>
            <a:endParaRPr lang="de-DE" sz="1400" b="0" u="none" strike="noStrike">
              <a:solidFill>
                <a:schemeClr val="dk1"/>
              </a:solidFill>
              <a:effectLst/>
              <a:uFillTx/>
              <a:latin typeface="SRH Text"/>
            </a:endParaRPr>
          </a:p>
        </p:txBody>
      </p:sp>
      <p:sp>
        <p:nvSpPr>
          <p:cNvPr id="174" name="PlaceHolder 8"/>
          <p:cNvSpPr>
            <a:spLocks noGrp="1"/>
          </p:cNvSpPr>
          <p:nvPr>
            <p:ph type="body"/>
          </p:nvPr>
        </p:nvSpPr>
        <p:spPr>
          <a:xfrm>
            <a:off x="6275880" y="1944000"/>
            <a:ext cx="3867480" cy="3203280"/>
          </a:xfrm>
          <a:prstGeom prst="rect">
            <a:avLst/>
          </a:prstGeom>
          <a:noFill/>
          <a:ln w="0">
            <a:noFill/>
          </a:ln>
        </p:spPr>
        <p:txBody>
          <a:bodyPr lIns="90000" tIns="45000" rIns="90000" bIns="45000" anchor="t">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abelle auf warm grey">
    <p:bg>
      <p:bgPr>
        <a:solidFill>
          <a:srgbClr val="FFFFFF"/>
        </a:solidFill>
      </p:bgPr>
    </p:bg>
    <p:spTree>
      <p:nvGrpSpPr>
        <p:cNvPr id="1" name=""/>
        <p:cNvGrpSpPr/>
        <p:nvPr/>
      </p:nvGrpSpPr>
      <p:grpSpPr>
        <a:xfrm>
          <a:off x="0" y="0"/>
          <a:ext cx="0" cy="0"/>
          <a:chOff x="0" y="0"/>
          <a:chExt cx="0" cy="0"/>
        </a:xfrm>
      </p:grpSpPr>
      <p:sp>
        <p:nvSpPr>
          <p:cNvPr id="175" name="Freihandform: Form 11"/>
          <p:cNvSpPr/>
          <p:nvPr/>
        </p:nvSpPr>
        <p:spPr>
          <a:xfrm>
            <a:off x="10878480" y="361080"/>
            <a:ext cx="947520" cy="732960"/>
          </a:xfrm>
          <a:custGeom>
            <a:avLst/>
            <a:gdLst>
              <a:gd name="textAreaLeft" fmla="*/ 0 w 947520"/>
              <a:gd name="textAreaRight" fmla="*/ 948240 w 947520"/>
              <a:gd name="textAreaTop" fmla="*/ 0 h 732960"/>
              <a:gd name="textAreaBottom" fmla="*/ 733680 h 732960"/>
              <a:gd name="GluePoint1X" fmla="*/ 619905 w 948335"/>
              <a:gd name="GluePoint1Y" fmla="*/ 599045 h 733815"/>
              <a:gd name="GluePoint2X" fmla="*/ 708360 w 948335"/>
              <a:gd name="GluePoint2Y" fmla="*/ 599045 h 733815"/>
              <a:gd name="GluePoint3X" fmla="*/ 708360 w 948335"/>
              <a:gd name="GluePoint3Y" fmla="*/ 175 h 733815"/>
              <a:gd name="GluePoint4X" fmla="*/ 619905 w 948335"/>
              <a:gd name="GluePoint4Y" fmla="*/ 175 h 733815"/>
              <a:gd name="GluePoint5X" fmla="*/ 619905 w 948335"/>
              <a:gd name="GluePoint5Y" fmla="*/ 599045 h 733815"/>
              <a:gd name="GluePoint6X" fmla="*/ 811823 w 948335"/>
              <a:gd name="GluePoint6Y" fmla="*/ 196963 h 733815"/>
              <a:gd name="GluePoint7X" fmla="*/ 753805 w 948335"/>
              <a:gd name="GluePoint7Y" fmla="*/ 199399 h 733815"/>
              <a:gd name="GluePoint8X" fmla="*/ 753805 w 948335"/>
              <a:gd name="GluePoint8Y" fmla="*/ 281323 h 733815"/>
              <a:gd name="GluePoint9X" fmla="*/ 860105 w 948335"/>
              <a:gd name="GluePoint9Y" fmla="*/ 364907 h 733815"/>
              <a:gd name="GluePoint10X" fmla="*/ 860105 w 948335"/>
              <a:gd name="GluePoint10Y" fmla="*/ 599045 h 733815"/>
              <a:gd name="GluePoint11X" fmla="*/ 948560 w 948335"/>
              <a:gd name="GluePoint11Y" fmla="*/ 599045 h 733815"/>
              <a:gd name="GluePoint12X" fmla="*/ 948560 w 948335"/>
              <a:gd name="GluePoint12Y" fmla="*/ 353981 h 733815"/>
              <a:gd name="GluePoint13X" fmla="*/ 811823 w 948335"/>
              <a:gd name="GluePoint13Y" fmla="*/ 196963 h 733815"/>
              <a:gd name="GluePoint14X" fmla="*/ 208777 w 948335"/>
              <a:gd name="GluePoint14Y" fmla="*/ 199800 h 733815"/>
              <a:gd name="GluePoint15X" fmla="*/ 72849 w 948335"/>
              <a:gd name="GluePoint15Y" fmla="*/ 366560 h 733815"/>
              <a:gd name="GluePoint16X" fmla="*/ 72849 w 948335"/>
              <a:gd name="GluePoint16Y" fmla="*/ 567022 h 733815"/>
              <a:gd name="GluePoint17X" fmla="*/ 225 w 948335"/>
              <a:gd name="GluePoint17Y" fmla="*/ 651830 h 733815"/>
              <a:gd name="GluePoint18X" fmla="*/ 225 w 948335"/>
              <a:gd name="GluePoint18Y" fmla="*/ 732932 h 733815"/>
              <a:gd name="GluePoint19X" fmla="*/ 25376 w 948335"/>
              <a:gd name="GluePoint19Y" fmla="*/ 733742 h 733815"/>
              <a:gd name="GluePoint20X" fmla="*/ 161297 w 948335"/>
              <a:gd name="GluePoint20Y" fmla="*/ 566989 h 733815"/>
              <a:gd name="GluePoint21X" fmla="*/ 161297 w 948335"/>
              <a:gd name="GluePoint21Y" fmla="*/ 366527 h 733815"/>
              <a:gd name="GluePoint22X" fmla="*/ 233520 w 948335"/>
              <a:gd name="GluePoint22Y" fmla="*/ 281732 h 733815"/>
              <a:gd name="GluePoint23X" fmla="*/ 233520 w 948335"/>
              <a:gd name="GluePoint23Y" fmla="*/ 200209 h 733815"/>
              <a:gd name="GluePoint24X" fmla="*/ 208777 w 948335"/>
              <a:gd name="GluePoint24Y" fmla="*/ 199800 h 733815"/>
              <a:gd name="GluePoint25X" fmla="*/ 480210 w 948335"/>
              <a:gd name="GluePoint25Y" fmla="*/ 199800 h 733815"/>
              <a:gd name="GluePoint26X" fmla="*/ 344283 w 948335"/>
              <a:gd name="GluePoint26Y" fmla="*/ 366560 h 733815"/>
              <a:gd name="GluePoint27X" fmla="*/ 344283 w 948335"/>
              <a:gd name="GluePoint27Y" fmla="*/ 599045 h 733815"/>
              <a:gd name="GluePoint28X" fmla="*/ 432731 w 948335"/>
              <a:gd name="GluePoint28Y" fmla="*/ 599045 h 733815"/>
              <a:gd name="GluePoint29X" fmla="*/ 432731 w 948335"/>
              <a:gd name="GluePoint29Y" fmla="*/ 366527 h 733815"/>
              <a:gd name="GluePoint30X" fmla="*/ 505362 w 948335"/>
              <a:gd name="GluePoint30Y" fmla="*/ 281732 h 733815"/>
              <a:gd name="GluePoint31X" fmla="*/ 505362 w 948335"/>
              <a:gd name="GluePoint31Y" fmla="*/ 200209 h 733815"/>
              <a:gd name="GluePoint32X" fmla="*/ 480210 w 948335"/>
              <a:gd name="GluePoint32Y" fmla="*/ 199800 h 73381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Lst>
            <a:rect l="textAreaLeft" t="textAreaTop" r="textAreaRight" b="textAreaBottom"/>
            <a:pathLst>
              <a:path w="948335" h="733815">
                <a:moveTo>
                  <a:pt x="619905" y="599045"/>
                </a:moveTo>
                <a:lnTo>
                  <a:pt x="708360" y="599045"/>
                </a:lnTo>
                <a:lnTo>
                  <a:pt x="708360" y="175"/>
                </a:lnTo>
                <a:lnTo>
                  <a:pt x="619905" y="175"/>
                </a:lnTo>
                <a:lnTo>
                  <a:pt x="619905" y="599045"/>
                </a:lnTo>
                <a:close/>
                <a:moveTo>
                  <a:pt x="811823" y="196963"/>
                </a:moveTo>
                <a:cubicBezTo>
                  <a:pt x="795196" y="196154"/>
                  <a:pt x="774500" y="196963"/>
                  <a:pt x="753805" y="199399"/>
                </a:cubicBezTo>
                <a:lnTo>
                  <a:pt x="753805" y="281323"/>
                </a:lnTo>
                <a:cubicBezTo>
                  <a:pt x="831702" y="281323"/>
                  <a:pt x="860105" y="292732"/>
                  <a:pt x="860105" y="364907"/>
                </a:cubicBezTo>
                <a:lnTo>
                  <a:pt x="860105" y="599045"/>
                </a:lnTo>
                <a:lnTo>
                  <a:pt x="948560" y="599045"/>
                </a:lnTo>
                <a:lnTo>
                  <a:pt x="948560" y="353981"/>
                </a:lnTo>
                <a:cubicBezTo>
                  <a:pt x="948560" y="263505"/>
                  <a:pt x="897033" y="200209"/>
                  <a:pt x="811823" y="196963"/>
                </a:cubicBezTo>
                <a:close/>
                <a:moveTo>
                  <a:pt x="208777" y="199800"/>
                </a:moveTo>
                <a:cubicBezTo>
                  <a:pt x="114634" y="204671"/>
                  <a:pt x="72849" y="267152"/>
                  <a:pt x="72849" y="366560"/>
                </a:cubicBezTo>
                <a:lnTo>
                  <a:pt x="72849" y="567022"/>
                </a:lnTo>
                <a:cubicBezTo>
                  <a:pt x="72849" y="625455"/>
                  <a:pt x="61073" y="650613"/>
                  <a:pt x="225" y="651830"/>
                </a:cubicBezTo>
                <a:lnTo>
                  <a:pt x="225" y="732932"/>
                </a:lnTo>
                <a:cubicBezTo>
                  <a:pt x="7525" y="734156"/>
                  <a:pt x="19288" y="734156"/>
                  <a:pt x="25376" y="733742"/>
                </a:cubicBezTo>
                <a:cubicBezTo>
                  <a:pt x="119907" y="728068"/>
                  <a:pt x="161297" y="665179"/>
                  <a:pt x="161297" y="566989"/>
                </a:cubicBezTo>
                <a:lnTo>
                  <a:pt x="161297" y="366527"/>
                </a:lnTo>
                <a:cubicBezTo>
                  <a:pt x="161297" y="307693"/>
                  <a:pt x="172257" y="282943"/>
                  <a:pt x="233520" y="281732"/>
                </a:cubicBezTo>
                <a:lnTo>
                  <a:pt x="233520" y="200209"/>
                </a:lnTo>
                <a:cubicBezTo>
                  <a:pt x="226622" y="199399"/>
                  <a:pt x="214859" y="199399"/>
                  <a:pt x="208777" y="199800"/>
                </a:cubicBezTo>
                <a:close/>
                <a:moveTo>
                  <a:pt x="480210" y="199800"/>
                </a:moveTo>
                <a:cubicBezTo>
                  <a:pt x="386483" y="204671"/>
                  <a:pt x="344283" y="267560"/>
                  <a:pt x="344283" y="366560"/>
                </a:cubicBezTo>
                <a:lnTo>
                  <a:pt x="344283" y="599045"/>
                </a:lnTo>
                <a:lnTo>
                  <a:pt x="432731" y="599045"/>
                </a:lnTo>
                <a:lnTo>
                  <a:pt x="432731" y="366527"/>
                </a:lnTo>
                <a:cubicBezTo>
                  <a:pt x="432731" y="308094"/>
                  <a:pt x="444507" y="282943"/>
                  <a:pt x="505362" y="281732"/>
                </a:cubicBezTo>
                <a:lnTo>
                  <a:pt x="505362" y="200209"/>
                </a:lnTo>
                <a:cubicBezTo>
                  <a:pt x="498055" y="199399"/>
                  <a:pt x="486292" y="199399"/>
                  <a:pt x="480210" y="199800"/>
                </a:cubicBezTo>
                <a:close/>
              </a:path>
            </a:pathLst>
          </a:custGeom>
          <a:solidFill>
            <a:schemeClr val="accent1"/>
          </a:solidFill>
          <a:ln w="6638">
            <a:noFill/>
          </a:ln>
        </p:spPr>
        <p:style>
          <a:lnRef idx="0"/>
          <a:fillRef idx="0"/>
          <a:effectRef idx="0"/>
          <a:fontRef idx="minor"/>
        </p:style>
        <p:txBody>
          <a:bodyPr lIns="90000" tIns="45000" rIns="90000" bIns="45000" anchor="ctr">
            <a:noAutofit/>
          </a:bodyPr>
          <a:p>
            <a:endParaRPr lang="de-DE" sz="1800" b="0" u="none" strike="noStrike">
              <a:solidFill>
                <a:schemeClr val="dk1"/>
              </a:solidFill>
              <a:effectLst/>
              <a:uFillTx/>
              <a:latin typeface="SRH"/>
            </a:endParaRPr>
          </a:p>
        </p:txBody>
      </p:sp>
      <p:sp>
        <p:nvSpPr>
          <p:cNvPr id="176" name="Rechteck 13"/>
          <p:cNvSpPr/>
          <p:nvPr/>
        </p:nvSpPr>
        <p:spPr>
          <a:xfrm>
            <a:off x="0" y="1406160"/>
            <a:ext cx="12191400" cy="5451120"/>
          </a:xfrm>
          <a:prstGeom prst="rect">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p>
            <a:endParaRPr lang="de-DE" sz="1800" b="0" u="none" strike="noStrike">
              <a:solidFill>
                <a:schemeClr val="lt1"/>
              </a:solidFill>
              <a:effectLst/>
              <a:uFillTx/>
              <a:latin typeface="SRH"/>
            </a:endParaRPr>
          </a:p>
        </p:txBody>
      </p:sp>
      <p:sp>
        <p:nvSpPr>
          <p:cNvPr id="177" name="PlaceHolder 1"/>
          <p:cNvSpPr>
            <a:spLocks noGrp="1"/>
          </p:cNvSpPr>
          <p:nvPr>
            <p:ph type="title"/>
          </p:nvPr>
        </p:nvSpPr>
        <p:spPr>
          <a:xfrm>
            <a:off x="360000" y="358920"/>
            <a:ext cx="9156960" cy="834480"/>
          </a:xfrm>
          <a:prstGeom prst="rect">
            <a:avLst/>
          </a:prstGeom>
          <a:noFill/>
          <a:ln w="0">
            <a:noFill/>
          </a:ln>
        </p:spPr>
        <p:txBody>
          <a:bodyPr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78" name="PlaceHolder 2"/>
          <p:cNvSpPr>
            <a:spLocks noGrp="1"/>
          </p:cNvSpPr>
          <p:nvPr>
            <p:ph type="body"/>
          </p:nvPr>
        </p:nvSpPr>
        <p:spPr>
          <a:xfrm>
            <a:off x="360000" y="2873880"/>
            <a:ext cx="9157680" cy="2324880"/>
          </a:xfrm>
          <a:prstGeom prst="rect">
            <a:avLst/>
          </a:prstGeom>
          <a:noFill/>
          <a:ln w="0">
            <a:noFill/>
          </a:ln>
        </p:spPr>
        <p:txBody>
          <a:bodyPr lIns="90000" tIns="45000" rIns="90000" bIns="45000" anchor="t">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79" name="PlaceHolder 3"/>
          <p:cNvSpPr>
            <a:spLocks noGrp="1"/>
          </p:cNvSpPr>
          <p:nvPr>
            <p:ph type="dt" idx="55"/>
          </p:nvPr>
        </p:nvSpPr>
        <p:spPr>
          <a:xfrm>
            <a:off x="367560" y="6356520"/>
            <a:ext cx="873720" cy="364320"/>
          </a:xfrm>
          <a:prstGeom prst="rect">
            <a:avLst/>
          </a:prstGeom>
          <a:noFill/>
          <a:ln w="0">
            <a:noFill/>
          </a:ln>
        </p:spPr>
        <p:txBody>
          <a:bodyPr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Text"/>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Text"/>
              </a:rPr>
              <a:t>&lt;date/time&gt;</a:t>
            </a:r>
            <a:endParaRPr lang="en-US" sz="900" b="0" u="none" strike="noStrike">
              <a:solidFill>
                <a:srgbClr val="000000"/>
              </a:solidFill>
              <a:effectLst/>
              <a:uFillTx/>
              <a:latin typeface="Times New Roman"/>
            </a:endParaRPr>
          </a:p>
        </p:txBody>
      </p:sp>
      <p:sp>
        <p:nvSpPr>
          <p:cNvPr id="180" name="PlaceHolder 4"/>
          <p:cNvSpPr>
            <a:spLocks noGrp="1"/>
          </p:cNvSpPr>
          <p:nvPr>
            <p:ph type="ftr" idx="56"/>
          </p:nvPr>
        </p:nvSpPr>
        <p:spPr>
          <a:xfrm>
            <a:off x="1319760" y="6356520"/>
            <a:ext cx="6495120" cy="364320"/>
          </a:xfrm>
          <a:prstGeom prst="rect">
            <a:avLst/>
          </a:prstGeom>
          <a:noFill/>
          <a:ln w="0">
            <a:noFill/>
          </a:ln>
        </p:spPr>
        <p:txBody>
          <a:bodyPr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Text"/>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Text"/>
              </a:rPr>
              <a:t>&lt;footer&gt;</a:t>
            </a:r>
            <a:endParaRPr lang="en-US" sz="900" b="0" u="none" strike="noStrike">
              <a:solidFill>
                <a:srgbClr val="000000"/>
              </a:solidFill>
              <a:effectLst/>
              <a:uFillTx/>
              <a:latin typeface="Times New Roman"/>
            </a:endParaRPr>
          </a:p>
        </p:txBody>
      </p:sp>
      <p:sp>
        <p:nvSpPr>
          <p:cNvPr id="181" name="PlaceHolder 5"/>
          <p:cNvSpPr>
            <a:spLocks noGrp="1"/>
          </p:cNvSpPr>
          <p:nvPr>
            <p:ph type="sldNum" idx="57"/>
          </p:nvPr>
        </p:nvSpPr>
        <p:spPr>
          <a:xfrm>
            <a:off x="11146680" y="6364800"/>
            <a:ext cx="679320" cy="364320"/>
          </a:xfrm>
          <a:prstGeom prst="rect">
            <a:avLst/>
          </a:prstGeom>
          <a:noFill/>
          <a:ln w="0">
            <a:noFill/>
          </a:ln>
        </p:spPr>
        <p:txBody>
          <a:bodyPr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Text"/>
              </a:defRPr>
            </a:lvl1pPr>
          </a:lstStyle>
          <a:p>
            <a:pPr indent="0" algn="r" defTabSz="914400">
              <a:lnSpc>
                <a:spcPct val="100000"/>
              </a:lnSpc>
              <a:buNone/>
              <a:tabLst>
                <a:tab pos="0" algn="l"/>
              </a:tabLst>
            </a:pPr>
            <a:fld id="{A5E50586-D611-4D82-93D5-033FCC7FC4C4}" type="slidenum">
              <a:rPr lang="de-DE" sz="1550" b="1" u="none" strike="noStrike">
                <a:solidFill>
                  <a:srgbClr val="6D7373"/>
                </a:solidFill>
                <a:effectLst/>
                <a:uFillTx/>
                <a:latin typeface="SRH Text"/>
                <a:ea typeface="SRH Text"/>
              </a:rPr>
              <a:t>&lt;number&gt;</a:t>
            </a:fld>
            <a:endParaRPr lang="en-US" sz="1550" b="0" u="none" strike="noStrike">
              <a:solidFill>
                <a:srgbClr val="000000"/>
              </a:solidFill>
              <a:effectLst/>
              <a:uFillTx/>
              <a:latin typeface="Times New Roman"/>
            </a:endParaRPr>
          </a:p>
        </p:txBody>
      </p:sp>
      <p:sp>
        <p:nvSpPr>
          <p:cNvPr id="182" name="PlaceHolder 6"/>
          <p:cNvSpPr>
            <a:spLocks noGrp="1"/>
          </p:cNvSpPr>
          <p:nvPr>
            <p:ph type="body"/>
          </p:nvPr>
        </p:nvSpPr>
        <p:spPr>
          <a:xfrm>
            <a:off x="360000" y="1728000"/>
            <a:ext cx="9157680" cy="780120"/>
          </a:xfrm>
          <a:prstGeom prst="rect">
            <a:avLst/>
          </a:prstGeom>
          <a:noFill/>
          <a:ln w="0">
            <a:noFill/>
          </a:ln>
        </p:spPr>
        <p:txBody>
          <a:bodyPr lIns="90000" tIns="45000" rIns="90000" bIns="45000" anchor="t">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83" name="PlaceHolder 7"/>
          <p:cNvSpPr>
            <a:spLocks noGrp="1"/>
          </p:cNvSpPr>
          <p:nvPr>
            <p:ph type="body"/>
          </p:nvPr>
        </p:nvSpPr>
        <p:spPr>
          <a:xfrm>
            <a:off x="360000" y="5463720"/>
            <a:ext cx="9157680" cy="493560"/>
          </a:xfrm>
          <a:prstGeom prst="rect">
            <a:avLst/>
          </a:prstGeom>
          <a:noFill/>
          <a:ln w="0">
            <a:noFill/>
          </a:ln>
        </p:spPr>
        <p:txBody>
          <a:bodyPr lIns="0" tIns="0" rIns="0" bIns="0" anchor="b">
            <a:noAutofit/>
          </a:bodyPr>
          <a:lstStyle>
            <a:lvl1pPr indent="0" algn="l" defTabSz="914400">
              <a:lnSpc>
                <a:spcPct val="110000"/>
              </a:lnSpc>
              <a:buNone/>
              <a:tabLst>
                <a:tab pos="0" algn="l"/>
              </a:tabLst>
              <a:defRPr lang="de-DE" sz="1200" b="0" u="none" strike="noStrike">
                <a:solidFill>
                  <a:schemeClr val="dk1"/>
                </a:solidFill>
                <a:effectLst/>
                <a:uFillTx/>
                <a:latin typeface="SRH Text"/>
                <a:ea typeface="SRH Text"/>
              </a:defRPr>
            </a:lvl1pPr>
          </a:lstStyle>
          <a:p>
            <a:pPr indent="0" algn="l" defTabSz="914400">
              <a:lnSpc>
                <a:spcPct val="110000"/>
              </a:lnSpc>
              <a:buNone/>
              <a:tabLst>
                <a:tab pos="0" algn="l"/>
              </a:tabLst>
            </a:pPr>
            <a:r>
              <a:rPr lang="de-DE" sz="1200" b="0" u="none" strike="noStrike">
                <a:solidFill>
                  <a:schemeClr val="dk1"/>
                </a:solidFill>
                <a:effectLst/>
                <a:uFillTx/>
                <a:latin typeface="SRH Text"/>
                <a:ea typeface="SRH Text"/>
              </a:rPr>
              <a:t>Mastertextformat bearbeiten</a:t>
            </a:r>
            <a:endParaRPr lang="de-DE" sz="1200" b="0" u="none" strike="noStrike">
              <a:solidFill>
                <a:schemeClr val="dk1"/>
              </a:solidFill>
              <a:effectLst/>
              <a:uFillTx/>
              <a:latin typeface="SRH Text"/>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 Id="rId23" Type="http://schemas.openxmlformats.org/officeDocument/2006/relationships/slideLayout" Target="../slideLayouts/slideLayout22.xml"/><Relationship Id="rId24" Type="http://schemas.openxmlformats.org/officeDocument/2006/relationships/slideLayout" Target="../slideLayouts/slideLayout23.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4.xml"/>
</Relationships>
</file>

<file path=ppt/slides/_rels/slide2.xml.rels><?xml version="1.0" encoding="UTF-8"?>
<Relationships xmlns="http://schemas.openxmlformats.org/package/2006/relationships"><Relationship Id="rId1" Type="http://schemas.openxmlformats.org/officeDocument/2006/relationships/image" Target="../media/image5.jpeg"/><Relationship Id="rId2" Type="http://schemas.openxmlformats.org/officeDocument/2006/relationships/slideLayout" Target="../slideLayouts/slideLayout10.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7.xml.rels><?xml version="1.0" encoding="UTF-8"?>
<Relationships xmlns="http://schemas.openxmlformats.org/package/2006/relationships"><Relationship Id="rId1" Type="http://schemas.openxmlformats.org/officeDocument/2006/relationships/image" Target="../media/image6.jpeg"/><Relationship Id="rId2" Type="http://schemas.openxmlformats.org/officeDocument/2006/relationships/slideLayout" Target="../slideLayouts/slideLayout10.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9.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8.png"/><Relationship Id="rId3" Type="http://schemas.openxmlformats.org/officeDocument/2006/relationships/slideLayout" Target="../slideLayouts/slideLayout10.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11.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0.xml"/>
</Relationships>
</file>

<file path=ppt/slides/_rels/slide12.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0.xml"/>
</Relationships>
</file>

<file path=ppt/slides/_rels/slide13.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0.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15.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10.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17.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0.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19.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10.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27.xml.rels><?xml version="1.0" encoding="UTF-8"?>
<Relationships xmlns="http://schemas.openxmlformats.org/package/2006/relationships"><Relationship Id="rId1" Type="http://schemas.openxmlformats.org/officeDocument/2006/relationships/image" Target="../media/image15.emf"/><Relationship Id="rId2" Type="http://schemas.openxmlformats.org/officeDocument/2006/relationships/image" Target="../media/image16.emf"/><Relationship Id="rId3" Type="http://schemas.openxmlformats.org/officeDocument/2006/relationships/slideLayout" Target="../slideLayouts/slideLayout8.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0" name="PlaceHolder 1"/>
          <p:cNvSpPr>
            <a:spLocks noGrp="1"/>
          </p:cNvSpPr>
          <p:nvPr>
            <p:ph type="title"/>
          </p:nvPr>
        </p:nvSpPr>
        <p:spPr>
          <a:xfrm>
            <a:off x="289080" y="1484640"/>
            <a:ext cx="11256120" cy="2025720"/>
          </a:xfrm>
          <a:prstGeom prst="rect">
            <a:avLst/>
          </a:prstGeom>
          <a:noFill/>
          <a:ln w="0">
            <a:noFill/>
          </a:ln>
        </p:spPr>
        <p:txBody>
          <a:bodyPr lIns="0" tIns="0" rIns="0" bIns="0" anchor="t">
            <a:noAutofit/>
          </a:bodyPr>
          <a:p>
            <a:pPr indent="0" algn="ctr" defTabSz="914400">
              <a:lnSpc>
                <a:spcPct val="98000"/>
              </a:lnSpc>
              <a:spcBef>
                <a:spcPts val="1191"/>
              </a:spcBef>
              <a:spcAft>
                <a:spcPts val="992"/>
              </a:spcAft>
              <a:buNone/>
              <a:tabLst>
                <a:tab pos="0" algn="l"/>
              </a:tabLst>
            </a:pPr>
            <a:r>
              <a:rPr lang="en-US" sz="4000" b="1" u="none" strike="noStrike">
                <a:solidFill>
                  <a:schemeClr val="lt1"/>
                </a:solidFill>
                <a:effectLst/>
                <a:uFillTx/>
                <a:latin typeface="SRH Headline"/>
                <a:ea typeface="SRH Headline"/>
              </a:rPr>
              <a:t>A Reliability-Aware Decision Framework for Cost-Sensitive Selective Prediction in Credit Risk under Distribution Shift </a:t>
            </a:r>
            <a:endParaRPr lang="de-DE" sz="4000" b="1" u="none" strike="noStrike">
              <a:solidFill>
                <a:schemeClr val="lt1"/>
              </a:solidFill>
              <a:effectLst/>
              <a:uFillTx/>
              <a:latin typeface="SRH Headline"/>
            </a:endParaRPr>
          </a:p>
        </p:txBody>
      </p:sp>
      <p:sp>
        <p:nvSpPr>
          <p:cNvPr id="191" name="object 12"/>
          <p:cNvSpPr/>
          <p:nvPr/>
        </p:nvSpPr>
        <p:spPr>
          <a:xfrm>
            <a:off x="438840" y="3974040"/>
            <a:ext cx="8200800" cy="2932560"/>
          </a:xfrm>
          <a:prstGeom prst="rect">
            <a:avLst/>
          </a:prstGeom>
          <a:noFill/>
          <a:ln w="0">
            <a:noFill/>
          </a:ln>
        </p:spPr>
        <p:style>
          <a:lnRef idx="0"/>
          <a:fillRef idx="0"/>
          <a:effectRef idx="0"/>
          <a:fontRef idx="minor"/>
        </p:style>
        <p:txBody>
          <a:bodyPr lIns="0" tIns="12600" rIns="0" bIns="0" anchor="t">
            <a:spAutoFit/>
          </a:bodyPr>
          <a:p>
            <a:pPr marL="12600" defTabSz="914400">
              <a:lnSpc>
                <a:spcPct val="100000"/>
              </a:lnSpc>
              <a:spcBef>
                <a:spcPts val="3345"/>
              </a:spcBef>
            </a:pPr>
            <a:r>
              <a:rPr lang="en-US" sz="2400" b="1" u="none" strike="noStrike">
                <a:solidFill>
                  <a:schemeClr val="lt1"/>
                </a:solidFill>
                <a:effectLst/>
                <a:uFillTx/>
                <a:latin typeface="SRH Headline"/>
                <a:ea typeface="SRH Headline"/>
              </a:rPr>
              <a:t>Amin</a:t>
            </a:r>
            <a:r>
              <a:rPr lang="en-US" sz="2400" b="0" u="none" strike="noStrike">
                <a:solidFill>
                  <a:schemeClr val="dk1"/>
                </a:solidFill>
                <a:effectLst/>
                <a:uFillTx/>
                <a:latin typeface="SRH"/>
                <a:ea typeface="SRH Headline"/>
              </a:rPr>
              <a:t> </a:t>
            </a:r>
            <a:r>
              <a:rPr lang="en-US" sz="2400" b="1" u="none" strike="noStrike">
                <a:solidFill>
                  <a:schemeClr val="lt1"/>
                </a:solidFill>
                <a:effectLst/>
                <a:uFillTx/>
                <a:latin typeface="SRH Headline"/>
                <a:ea typeface="SRH Headline"/>
              </a:rPr>
              <a:t>Feli (11038701) </a:t>
            </a:r>
            <a:endParaRPr lang="en-US" sz="2400" b="0" u="none" strike="noStrike">
              <a:solidFill>
                <a:srgbClr val="FFFFFF"/>
              </a:solidFill>
              <a:effectLst/>
              <a:uFillTx/>
              <a:latin typeface="Arial"/>
            </a:endParaRPr>
          </a:p>
          <a:p>
            <a:pPr marL="12600" defTabSz="914400">
              <a:lnSpc>
                <a:spcPct val="100000"/>
              </a:lnSpc>
              <a:spcBef>
                <a:spcPts val="3345"/>
              </a:spcBef>
            </a:pPr>
            <a:r>
              <a:rPr lang="en-US" sz="2400" b="1" u="none" strike="noStrike">
                <a:solidFill>
                  <a:schemeClr val="lt1"/>
                </a:solidFill>
                <a:effectLst/>
                <a:uFillTx/>
                <a:latin typeface="SRH Headline"/>
                <a:ea typeface="SRH Headline"/>
              </a:rPr>
              <a:t>Supervisor: Prof . Dr.  Mehrdad Jalali </a:t>
            </a:r>
            <a:endParaRPr lang="en-US" sz="2400" b="0" u="none" strike="noStrike">
              <a:solidFill>
                <a:srgbClr val="FFFFFF"/>
              </a:solidFill>
              <a:effectLst/>
              <a:uFillTx/>
              <a:latin typeface="Arial"/>
            </a:endParaRPr>
          </a:p>
          <a:p>
            <a:pPr marL="12600" defTabSz="914400">
              <a:lnSpc>
                <a:spcPct val="100000"/>
              </a:lnSpc>
              <a:spcBef>
                <a:spcPts val="3345"/>
              </a:spcBef>
            </a:pPr>
            <a:r>
              <a:rPr lang="en-US" sz="2400" b="1" u="none" strike="noStrike">
                <a:solidFill>
                  <a:schemeClr val="lt1"/>
                </a:solidFill>
                <a:effectLst/>
                <a:uFillTx/>
                <a:latin typeface="SRH Headline"/>
                <a:ea typeface="SRH Headline"/>
              </a:rPr>
              <a:t>SRH Hochschule Heidelberg</a:t>
            </a:r>
            <a:endParaRPr lang="en-US" sz="2400" b="0" u="none" strike="noStrike">
              <a:solidFill>
                <a:srgbClr val="FFFFFF"/>
              </a:solidFill>
              <a:effectLst/>
              <a:uFillTx/>
              <a:latin typeface="Arial"/>
            </a:endParaRPr>
          </a:p>
          <a:p>
            <a:pPr marL="12600" defTabSz="914400">
              <a:lnSpc>
                <a:spcPct val="150000"/>
              </a:lnSpc>
              <a:spcBef>
                <a:spcPts val="3345"/>
              </a:spcBef>
            </a:pPr>
            <a:endParaRPr lang="en-US" sz="2400" b="0" u="none" strike="noStrike">
              <a:solidFill>
                <a:srgbClr val="FFFFFF"/>
              </a:solidFill>
              <a:effectLst/>
              <a:uFillTx/>
              <a:latin typeface="Arial"/>
            </a:endParaRPr>
          </a:p>
        </p:txBody>
      </p:sp>
      <p:sp>
        <p:nvSpPr>
          <p:cNvPr id="192" name="PlaceHolder 2"/>
          <p:cNvSpPr>
            <a:spLocks noGrp="1"/>
          </p:cNvSpPr>
          <p:nvPr>
            <p:ph type="dt" idx="61"/>
          </p:nvPr>
        </p:nvSpPr>
        <p:spPr>
          <a:xfrm>
            <a:off x="172440" y="6231960"/>
            <a:ext cx="873720" cy="364320"/>
          </a:xfrm>
          <a:prstGeom prst="rect">
            <a:avLst/>
          </a:prstGeom>
          <a:noFill/>
          <a:ln w="0">
            <a:noFill/>
          </a:ln>
        </p:spPr>
        <p:txBody>
          <a:bodyPr lIns="0" tIns="0" rIns="0" bIns="0" anchor="ctr">
            <a:noAutofit/>
          </a:bodyPr>
          <a:lstStyle>
            <a:lvl1pPr indent="0" algn="l" defTabSz="914400">
              <a:lnSpc>
                <a:spcPct val="100000"/>
              </a:lnSpc>
              <a:buNone/>
              <a:tabLst>
                <a:tab pos="0" algn="l"/>
              </a:tabLst>
              <a:defRPr lang="en-CA" sz="900" b="1" u="none" strike="noStrike">
                <a:solidFill>
                  <a:schemeClr val="lt1"/>
                </a:solidFill>
                <a:effectLst/>
                <a:uFillTx/>
                <a:latin typeface="SRH Text"/>
                <a:ea typeface="SRH Text"/>
              </a:defRPr>
            </a:lvl1pPr>
          </a:lstStyle>
          <a:p>
            <a:pPr indent="0" algn="l" defTabSz="914400">
              <a:lnSpc>
                <a:spcPct val="100000"/>
              </a:lnSpc>
              <a:buNone/>
              <a:tabLst>
                <a:tab pos="0" algn="l"/>
              </a:tabLst>
            </a:pPr>
            <a:fld id="{0072E5A9-ACE5-4D1B-B1B4-99E65C59BD72}" type="datetime1">
              <a:rPr lang="en-CA" sz="900" b="1" u="none" strike="noStrike">
                <a:solidFill>
                  <a:schemeClr val="lt1"/>
                </a:solidFill>
                <a:effectLst/>
                <a:uFillTx/>
                <a:latin typeface="SRH Text"/>
                <a:ea typeface="SRH Text"/>
              </a:rPr>
              <a:t>2026-08-08</a:t>
            </a:fld>
            <a:endParaRPr lang="en-US" sz="900" b="0" u="none" strike="noStrike">
              <a:solidFill>
                <a:srgbClr val="FFFFFF"/>
              </a:solidFill>
              <a:effectLst/>
              <a:uFillTx/>
              <a:latin typeface="Times New Roman"/>
            </a:endParaRPr>
          </a:p>
        </p:txBody>
      </p:sp>
      <p:sp>
        <p:nvSpPr>
          <p:cNvPr id="193" name="PlaceHolder 3"/>
          <p:cNvSpPr>
            <a:spLocks noGrp="1"/>
          </p:cNvSpPr>
          <p:nvPr>
            <p:ph type="ftr" idx="62"/>
          </p:nvPr>
        </p:nvSpPr>
        <p:spPr>
          <a:xfrm>
            <a:off x="1133280" y="6284880"/>
            <a:ext cx="6495120" cy="364320"/>
          </a:xfrm>
          <a:prstGeom prst="rect">
            <a:avLst/>
          </a:prstGeom>
          <a:noFill/>
          <a:ln w="0">
            <a:noFill/>
          </a:ln>
        </p:spPr>
        <p:txBody>
          <a:bodyPr lIns="0" tIns="0" rIns="0" bIns="0" anchor="ctr">
            <a:noAutofit/>
          </a:bodyPr>
          <a:lstStyle>
            <a:lvl1pPr indent="0" algn="l" defTabSz="914400">
              <a:lnSpc>
                <a:spcPct val="100000"/>
              </a:lnSpc>
              <a:buNone/>
              <a:tabLst>
                <a:tab pos="0" algn="l"/>
              </a:tabLst>
              <a:defRPr lang="de-DE" sz="900" b="1" u="none" strike="noStrike">
                <a:solidFill>
                  <a:schemeClr val="lt1"/>
                </a:solidFill>
                <a:effectLst/>
                <a:uFillTx/>
                <a:latin typeface="SRH Text"/>
                <a:ea typeface="SRH Text"/>
              </a:defRPr>
            </a:lvl1pPr>
          </a:lstStyle>
          <a:p>
            <a:pPr indent="0" algn="l" defTabSz="914400">
              <a:lnSpc>
                <a:spcPct val="100000"/>
              </a:lnSpc>
              <a:buNone/>
              <a:tabLst>
                <a:tab pos="0" algn="l"/>
              </a:tabLst>
            </a:pPr>
            <a:r>
              <a:rPr lang="de-DE" sz="900" b="1" u="none" strike="noStrike">
                <a:solidFill>
                  <a:schemeClr val="lt1"/>
                </a:solidFill>
                <a:effectLst/>
                <a:uFillTx/>
                <a:latin typeface="SRH Text"/>
                <a:ea typeface="SRH Text"/>
              </a:rPr>
              <a:t>SRH Hochschule Heidelberg</a:t>
            </a:r>
            <a:endParaRPr lang="en-US" sz="900" b="0" u="none" strike="noStrike">
              <a:solidFill>
                <a:srgbClr val="FFFFFF"/>
              </a:solidFill>
              <a:effectLst/>
              <a:uFillTx/>
              <a:latin typeface="Times New Roman"/>
            </a:endParaRPr>
          </a:p>
        </p:txBody>
      </p:sp>
      <p:sp>
        <p:nvSpPr>
          <p:cNvPr id="194" name="PlaceHolder 4"/>
          <p:cNvSpPr>
            <a:spLocks noGrp="1"/>
          </p:cNvSpPr>
          <p:nvPr>
            <p:ph type="sldNum" idx="63"/>
          </p:nvPr>
        </p:nvSpPr>
        <p:spPr>
          <a:xfrm>
            <a:off x="11058480" y="6311520"/>
            <a:ext cx="679320" cy="364320"/>
          </a:xfrm>
          <a:prstGeom prst="rect">
            <a:avLst/>
          </a:prstGeom>
          <a:noFill/>
          <a:ln w="0">
            <a:noFill/>
          </a:ln>
        </p:spPr>
        <p:txBody>
          <a:bodyPr lIns="0" tIns="0" rIns="0" bIns="0" anchor="ctr">
            <a:noAutofit/>
          </a:bodyPr>
          <a:lstStyle>
            <a:lvl1pPr indent="0" algn="r" defTabSz="914400">
              <a:lnSpc>
                <a:spcPct val="100000"/>
              </a:lnSpc>
              <a:buNone/>
              <a:tabLst>
                <a:tab pos="0" algn="l"/>
              </a:tabLst>
              <a:defRPr lang="de-DE" sz="1550" b="1" u="none" strike="noStrike">
                <a:solidFill>
                  <a:schemeClr val="lt1"/>
                </a:solidFill>
                <a:effectLst/>
                <a:uFillTx/>
                <a:latin typeface="SRH Text"/>
                <a:ea typeface="SRH Text"/>
              </a:defRPr>
            </a:lvl1pPr>
          </a:lstStyle>
          <a:p>
            <a:pPr indent="0" algn="r" defTabSz="914400">
              <a:lnSpc>
                <a:spcPct val="100000"/>
              </a:lnSpc>
              <a:buNone/>
              <a:tabLst>
                <a:tab pos="0" algn="l"/>
              </a:tabLst>
            </a:pPr>
            <a:fld id="{DD275669-0316-4A1C-A99D-D7E0DEF85048}" type="slidenum">
              <a:rPr lang="de-DE" sz="1550" b="1" u="none" strike="noStrike">
                <a:solidFill>
                  <a:schemeClr val="lt1"/>
                </a:solidFill>
                <a:effectLst/>
                <a:uFillTx/>
                <a:latin typeface="SRH Text"/>
                <a:ea typeface="SRH Text"/>
              </a:rPr>
              <a:t>&lt;number&gt;</a:t>
            </a:fld>
            <a:endParaRPr lang="en-US" sz="1550" b="0" u="none" strike="noStrike">
              <a:solidFill>
                <a:srgbClr val="FFFFFF"/>
              </a:solidFill>
              <a:effectLst/>
              <a:uFillTx/>
              <a:latin typeface="Times New Roman"/>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195" name="Rectangle 13">
            <a:extLst>
              <a:ext uri="{C183D7F6-B498-43B3-948B-1728B52AA6E4}">
                <adec:decorative xmlns:adec="http://schemas.microsoft.com/office/drawing/2017/decorative" val="1"/>
              </a:ext>
            </a:extLst>
          </p:cNvPr>
          <p:cNvSpPr/>
          <p:nvPr/>
        </p:nvSpPr>
        <p:spPr>
          <a:xfrm>
            <a:off x="0" y="0"/>
            <a:ext cx="12191400" cy="685728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SRH"/>
            </a:endParaRPr>
          </a:p>
        </p:txBody>
      </p:sp>
      <p:sp>
        <p:nvSpPr>
          <p:cNvPr id="196" name="Rectangle 15">
            <a:extLst>
              <a:ext uri="{C183D7F6-B498-43B3-948B-1728B52AA6E4}">
                <adec:decorative xmlns:adec="http://schemas.microsoft.com/office/drawing/2017/decorative" val="1"/>
              </a:ext>
            </a:extLst>
          </p:cNvPr>
          <p:cNvSpPr/>
          <p:nvPr/>
        </p:nvSpPr>
        <p:spPr>
          <a:xfrm>
            <a:off x="0" y="0"/>
            <a:ext cx="2012760" cy="6857280"/>
          </a:xfrm>
          <a:prstGeom prst="rect">
            <a:avLst/>
          </a:prstGeom>
          <a:solidFill>
            <a:srgbClr val="404359"/>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SRH"/>
            </a:endParaRPr>
          </a:p>
        </p:txBody>
      </p:sp>
      <p:sp>
        <p:nvSpPr>
          <p:cNvPr id="197" name="PlaceHolder 1"/>
          <p:cNvSpPr>
            <a:spLocks noGrp="1"/>
          </p:cNvSpPr>
          <p:nvPr>
            <p:ph type="dt" idx="64"/>
          </p:nvPr>
        </p:nvSpPr>
        <p:spPr>
          <a:xfrm>
            <a:off x="413640" y="6356520"/>
            <a:ext cx="1479600" cy="364320"/>
          </a:xfrm>
          <a:prstGeom prst="rect">
            <a:avLst/>
          </a:prstGeom>
          <a:noFill/>
          <a:ln w="0">
            <a:noFill/>
          </a:ln>
        </p:spPr>
        <p:txBody>
          <a:bodyPr lIns="91440" tIns="45720" rIns="91440" bIns="45720" anchor="ctr">
            <a:normAutofit/>
          </a:bodyPr>
          <a:lstStyle>
            <a:lvl1pPr indent="0" algn="l" defTabSz="914400">
              <a:lnSpc>
                <a:spcPct val="100000"/>
              </a:lnSpc>
              <a:spcAft>
                <a:spcPts val="601"/>
              </a:spcAft>
              <a:buNone/>
              <a:tabLst>
                <a:tab pos="0" algn="l"/>
              </a:tabLst>
              <a:defRPr lang="en-US" sz="1200" b="1" u="none" strike="noStrike">
                <a:solidFill>
                  <a:srgbClr val="FFFFFF"/>
                </a:solidFill>
                <a:effectLst/>
                <a:uFillTx/>
                <a:latin typeface="SRH"/>
                <a:ea typeface="SRH Text"/>
              </a:defRPr>
            </a:lvl1pPr>
          </a:lstStyle>
          <a:p>
            <a:pPr indent="0" algn="l" defTabSz="914400">
              <a:lnSpc>
                <a:spcPct val="100000"/>
              </a:lnSpc>
              <a:spcAft>
                <a:spcPts val="601"/>
              </a:spcAft>
              <a:buNone/>
              <a:tabLst>
                <a:tab pos="0" algn="l"/>
              </a:tabLst>
            </a:pPr>
            <a:fld id="{02A8D61F-ECE7-4CDE-89BF-2CDDEEC62AD2}" type="datetime1">
              <a:rPr lang="en-US" sz="1200" b="1" u="none" strike="noStrike">
                <a:solidFill>
                  <a:srgbClr val="FFFFFF"/>
                </a:solidFill>
                <a:effectLst/>
                <a:uFillTx/>
                <a:latin typeface="SRH"/>
                <a:ea typeface="SRH Text"/>
              </a:rPr>
              <a:t>08/08/2026</a:t>
            </a:fld>
            <a:endParaRPr lang="en-US" sz="1200" b="0" u="none" strike="noStrike">
              <a:solidFill>
                <a:srgbClr val="000000"/>
              </a:solidFill>
              <a:effectLst/>
              <a:uFillTx/>
              <a:latin typeface="Times New Roman"/>
            </a:endParaRPr>
          </a:p>
        </p:txBody>
      </p:sp>
      <p:sp>
        <p:nvSpPr>
          <p:cNvPr id="198" name="PlaceHolder 2"/>
          <p:cNvSpPr>
            <a:spLocks noGrp="1"/>
          </p:cNvSpPr>
          <p:nvPr>
            <p:ph type="ftr" idx="65"/>
          </p:nvPr>
        </p:nvSpPr>
        <p:spPr>
          <a:xfrm>
            <a:off x="4116600" y="6356520"/>
            <a:ext cx="7031520" cy="364320"/>
          </a:xfrm>
          <a:prstGeom prst="rect">
            <a:avLst/>
          </a:prstGeom>
          <a:noFill/>
          <a:ln w="0">
            <a:noFill/>
          </a:ln>
        </p:spPr>
        <p:txBody>
          <a:bodyPr lIns="91440" tIns="45720" rIns="91440" bIns="45720" anchor="ctr">
            <a:normAutofit/>
          </a:bodyPr>
          <a:lstStyle>
            <a:lvl1pPr indent="0" algn="ctr" defTabSz="914400">
              <a:lnSpc>
                <a:spcPct val="100000"/>
              </a:lnSpc>
              <a:spcAft>
                <a:spcPts val="601"/>
              </a:spcAft>
              <a:buNone/>
              <a:tabLst>
                <a:tab pos="0" algn="l"/>
              </a:tabLst>
              <a:defRPr lang="en-US" sz="1200" b="1" u="none" strike="noStrike">
                <a:solidFill>
                  <a:srgbClr val="898989"/>
                </a:solidFill>
                <a:effectLst/>
                <a:uFillTx/>
                <a:latin typeface="SRH"/>
                <a:ea typeface="SRH Text"/>
              </a:defRPr>
            </a:lvl1pPr>
          </a:lstStyle>
          <a:p>
            <a:pPr indent="0" algn="ctr" defTabSz="914400">
              <a:lnSpc>
                <a:spcPct val="100000"/>
              </a:lnSpc>
              <a:spcAft>
                <a:spcPts val="601"/>
              </a:spcAft>
              <a:buNone/>
              <a:tabLst>
                <a:tab pos="0" algn="l"/>
              </a:tabLst>
            </a:pPr>
            <a:r>
              <a:rPr lang="en-US" sz="1200" b="1" u="none" strike="noStrike">
                <a:solidFill>
                  <a:srgbClr val="898989"/>
                </a:solidFill>
                <a:effectLst/>
                <a:uFillTx/>
                <a:latin typeface="SRH"/>
                <a:ea typeface="SRH Text"/>
              </a:rPr>
              <a:t>SRH Hochschule Heidelberg</a:t>
            </a:r>
            <a:endParaRPr lang="en-US" sz="1200" b="0" u="none" strike="noStrike">
              <a:solidFill>
                <a:srgbClr val="000000"/>
              </a:solidFill>
              <a:effectLst/>
              <a:uFillTx/>
              <a:latin typeface="Times New Roman"/>
            </a:endParaRPr>
          </a:p>
        </p:txBody>
      </p:sp>
      <p:sp>
        <p:nvSpPr>
          <p:cNvPr id="199" name="PlaceHolder 3"/>
          <p:cNvSpPr>
            <a:spLocks noGrp="1"/>
          </p:cNvSpPr>
          <p:nvPr>
            <p:ph type="sldNum" idx="66"/>
          </p:nvPr>
        </p:nvSpPr>
        <p:spPr>
          <a:xfrm>
            <a:off x="11292480" y="6356520"/>
            <a:ext cx="559440" cy="364320"/>
          </a:xfrm>
          <a:prstGeom prst="rect">
            <a:avLst/>
          </a:prstGeom>
          <a:noFill/>
          <a:ln w="0">
            <a:noFill/>
          </a:ln>
        </p:spPr>
        <p:txBody>
          <a:bodyPr lIns="91440" tIns="45720" rIns="91440" bIns="45720" anchor="ctr">
            <a:normAutofit/>
          </a:bodyPr>
          <a:lstStyle>
            <a:lvl1pPr indent="0" algn="r" defTabSz="914400">
              <a:lnSpc>
                <a:spcPct val="100000"/>
              </a:lnSpc>
              <a:spcAft>
                <a:spcPts val="601"/>
              </a:spcAft>
              <a:buNone/>
              <a:tabLst>
                <a:tab pos="0" algn="l"/>
              </a:tabLst>
              <a:defRPr lang="en-US" sz="1400" b="1" u="none" strike="noStrike">
                <a:solidFill>
                  <a:srgbClr val="898989"/>
                </a:solidFill>
                <a:effectLst/>
                <a:uFillTx/>
                <a:latin typeface="SRH Text"/>
                <a:ea typeface="SRH Text"/>
              </a:defRPr>
            </a:lvl1pPr>
          </a:lstStyle>
          <a:p>
            <a:pPr indent="0" algn="r" defTabSz="914400">
              <a:lnSpc>
                <a:spcPct val="100000"/>
              </a:lnSpc>
              <a:spcAft>
                <a:spcPts val="601"/>
              </a:spcAft>
              <a:buNone/>
              <a:tabLst>
                <a:tab pos="0" algn="l"/>
              </a:tabLst>
            </a:pPr>
            <a:fld id="{657A9FDF-8A26-43FF-8481-25975939D41E}" type="slidenum">
              <a:rPr lang="en-US" sz="1400" b="1" u="none" strike="noStrike">
                <a:solidFill>
                  <a:srgbClr val="898989"/>
                </a:solidFill>
                <a:effectLst/>
                <a:uFillTx/>
                <a:latin typeface="SRH Text"/>
                <a:ea typeface="SRH Text"/>
              </a:rPr>
              <a:t>2</a:t>
            </a:fld>
            <a:endParaRPr lang="en-US" sz="1400" b="0" u="none" strike="noStrike">
              <a:solidFill>
                <a:srgbClr val="000000"/>
              </a:solidFill>
              <a:effectLst/>
              <a:uFillTx/>
              <a:latin typeface="Times New Roman"/>
            </a:endParaRPr>
          </a:p>
        </p:txBody>
      </p:sp>
      <p:pic>
        <p:nvPicPr>
          <p:cNvPr id="200" name=""/>
          <p:cNvPicPr/>
          <p:nvPr/>
        </p:nvPicPr>
        <p:blipFill>
          <a:blip r:embed="rId1"/>
          <a:stretch/>
        </p:blipFill>
        <p:spPr>
          <a:xfrm>
            <a:off x="1913400" y="11520"/>
            <a:ext cx="10202400" cy="6857640"/>
          </a:xfrm>
          <a:prstGeom prst="rect">
            <a:avLst/>
          </a:prstGeom>
          <a:noFill/>
          <a:ln w="0">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1" name="PlaceHolder 1"/>
          <p:cNvSpPr>
            <a:spLocks noGrp="1"/>
          </p:cNvSpPr>
          <p:nvPr>
            <p:ph type="title"/>
          </p:nvPr>
        </p:nvSpPr>
        <p:spPr>
          <a:xfrm>
            <a:off x="191880" y="90720"/>
            <a:ext cx="9156960" cy="834480"/>
          </a:xfrm>
          <a:prstGeom prst="rect">
            <a:avLst/>
          </a:prstGeom>
          <a:noFill/>
          <a:ln w="0">
            <a:noFill/>
          </a:ln>
        </p:spPr>
        <p:txBody>
          <a:bodyPr lIns="0" tIns="0" rIns="0" bIns="0" anchor="b">
            <a:noAutofit/>
          </a:bodyPr>
          <a:p>
            <a:pPr indent="0" algn="l" defTabSz="914400">
              <a:lnSpc>
                <a:spcPct val="100000"/>
              </a:lnSpc>
              <a:buNone/>
              <a:tabLst>
                <a:tab pos="0" algn="l"/>
              </a:tabLst>
            </a:pPr>
            <a:r>
              <a:rPr lang="en-US" sz="3000" b="1" u="none" strike="noStrike">
                <a:solidFill>
                  <a:srgbClr val="DF4807"/>
                </a:solidFill>
                <a:effectLst/>
                <a:uFillTx/>
                <a:latin typeface="SRH Headline"/>
                <a:ea typeface="SRH Headline"/>
              </a:rPr>
              <a:t>Problem Statement:</a:t>
            </a:r>
            <a:endParaRPr lang="de-DE" sz="3000" b="1" u="none" strike="noStrike">
              <a:solidFill>
                <a:schemeClr val="dk1"/>
              </a:solidFill>
              <a:effectLst/>
              <a:uFillTx/>
              <a:latin typeface="SRH Headline"/>
            </a:endParaRPr>
          </a:p>
        </p:txBody>
      </p:sp>
      <p:sp>
        <p:nvSpPr>
          <p:cNvPr id="202" name="PlaceHolder 2"/>
          <p:cNvSpPr>
            <a:spLocks noGrp="1"/>
          </p:cNvSpPr>
          <p:nvPr>
            <p:ph/>
          </p:nvPr>
        </p:nvSpPr>
        <p:spPr>
          <a:xfrm>
            <a:off x="277200" y="987480"/>
            <a:ext cx="10804680" cy="5705280"/>
          </a:xfrm>
          <a:prstGeom prst="rect">
            <a:avLst/>
          </a:prstGeom>
          <a:noFill/>
          <a:ln w="0">
            <a:noFill/>
          </a:ln>
        </p:spPr>
        <p:txBody>
          <a:bodyPr lIns="0" tIns="0" rIns="0" bIns="0" anchor="t">
            <a:noAutofit/>
          </a:bodyPr>
          <a:p>
            <a:pPr indent="0" algn="just" defTabSz="914400">
              <a:lnSpc>
                <a:spcPct val="200000"/>
              </a:lnSpc>
              <a:spcBef>
                <a:spcPts val="1199"/>
              </a:spcBef>
              <a:buNone/>
              <a:tabLst>
                <a:tab pos="0" algn="l"/>
              </a:tabLst>
            </a:pPr>
            <a:r>
              <a:rPr lang="en-US" sz="1800" b="0" u="none" strike="noStrike">
                <a:solidFill>
                  <a:schemeClr val="dk1"/>
                </a:solidFill>
                <a:effectLst/>
                <a:uFillTx/>
                <a:latin typeface="SRH Text"/>
                <a:ea typeface="SRH Text"/>
              </a:rPr>
              <a:t>Accurately forecasting energy consumption in buildings is a complex and challenging task. Energy usage depends on multiple dynamic factors, including </a:t>
            </a:r>
            <a:r>
              <a:rPr lang="en-US" sz="1800" b="1" u="none" strike="noStrike">
                <a:solidFill>
                  <a:schemeClr val="dk1"/>
                </a:solidFill>
                <a:effectLst/>
                <a:uFillTx/>
                <a:latin typeface="SRH Text"/>
                <a:ea typeface="SRH Text"/>
              </a:rPr>
              <a:t>weather conditions(</a:t>
            </a:r>
            <a:r>
              <a:rPr lang="en-US" sz="1800" b="0" u="none" strike="noStrike">
                <a:solidFill>
                  <a:schemeClr val="dk1"/>
                </a:solidFill>
                <a:effectLst/>
                <a:uFillTx/>
                <a:latin typeface="SRH Text"/>
                <a:ea typeface="SRH Text"/>
              </a:rPr>
              <a:t>Temperature, Humidity, Wind</a:t>
            </a:r>
            <a:r>
              <a:rPr lang="en-US" sz="1800" b="1" u="none" strike="noStrike">
                <a:solidFill>
                  <a:schemeClr val="dk1"/>
                </a:solidFill>
                <a:effectLst/>
                <a:uFillTx/>
                <a:latin typeface="SRH Text"/>
                <a:ea typeface="SRH Text"/>
              </a:rPr>
              <a:t>)</a:t>
            </a:r>
            <a:r>
              <a:rPr lang="en-US" sz="1800" b="0" u="none" strike="noStrike">
                <a:solidFill>
                  <a:schemeClr val="dk1"/>
                </a:solidFill>
                <a:effectLst/>
                <a:uFillTx/>
                <a:latin typeface="SRH Text"/>
                <a:ea typeface="SRH Text"/>
              </a:rPr>
              <a:t>, </a:t>
            </a:r>
            <a:r>
              <a:rPr lang="en-US" sz="1800" b="1" u="none" strike="noStrike">
                <a:solidFill>
                  <a:schemeClr val="dk1"/>
                </a:solidFill>
                <a:effectLst/>
                <a:uFillTx/>
                <a:latin typeface="SRH Text"/>
                <a:ea typeface="SRH Text"/>
              </a:rPr>
              <a:t>occupancy levels</a:t>
            </a:r>
            <a:r>
              <a:rPr lang="en-US" sz="1800" b="0" u="none" strike="noStrike">
                <a:solidFill>
                  <a:schemeClr val="dk1"/>
                </a:solidFill>
                <a:effectLst/>
                <a:uFillTx/>
                <a:latin typeface="SRH Text"/>
                <a:ea typeface="SRH Text"/>
              </a:rPr>
              <a:t>, </a:t>
            </a:r>
            <a:r>
              <a:rPr lang="en-US" sz="1800" b="1" u="none" strike="noStrike">
                <a:solidFill>
                  <a:schemeClr val="dk1"/>
                </a:solidFill>
                <a:effectLst/>
                <a:uFillTx/>
                <a:latin typeface="SRH Text"/>
                <a:ea typeface="SRH Text"/>
              </a:rPr>
              <a:t>operational systems(</a:t>
            </a:r>
            <a:r>
              <a:rPr lang="en-US" sz="1800" b="0" u="none" strike="noStrike">
                <a:solidFill>
                  <a:schemeClr val="dk1"/>
                </a:solidFill>
                <a:effectLst/>
                <a:uFillTx/>
                <a:latin typeface="SRH Text"/>
                <a:ea typeface="SRH Text"/>
              </a:rPr>
              <a:t>Heating, Cooling and Lighting systems</a:t>
            </a:r>
            <a:r>
              <a:rPr lang="en-US" sz="1800" b="1" u="none" strike="noStrike">
                <a:solidFill>
                  <a:schemeClr val="dk1"/>
                </a:solidFill>
                <a:effectLst/>
                <a:uFillTx/>
                <a:latin typeface="SRH Text"/>
                <a:ea typeface="SRH Text"/>
              </a:rPr>
              <a:t>)</a:t>
            </a:r>
            <a:r>
              <a:rPr lang="en-US" sz="1800" b="0" u="none" strike="noStrike">
                <a:solidFill>
                  <a:schemeClr val="dk1"/>
                </a:solidFill>
                <a:effectLst/>
                <a:uFillTx/>
                <a:latin typeface="SRH Text"/>
                <a:ea typeface="SRH Text"/>
              </a:rPr>
              <a:t>, and equipment characteristics. Traditional approaches often fail to account for these complexities, making it difficult to predict consumption patterns reliably. As a result, building managers, energy providers, and policymakers face challenges in optimizing energy allocation, reducing operational costs, and implementing effective energy-saving strategies. There is a clear need for advanced predictive models that can analyze real-time data and provide actionable insights to support sustainable building operations.”</a:t>
            </a:r>
            <a:endParaRPr lang="de-DE" sz="1800" b="0" u="none" strike="noStrike">
              <a:solidFill>
                <a:schemeClr val="dk1"/>
              </a:solidFill>
              <a:effectLst/>
              <a:uFillTx/>
              <a:latin typeface="SRH Text"/>
            </a:endParaRPr>
          </a:p>
        </p:txBody>
      </p:sp>
      <p:sp>
        <p:nvSpPr>
          <p:cNvPr id="203" name="PlaceHolder 3"/>
          <p:cNvSpPr>
            <a:spLocks noGrp="1"/>
          </p:cNvSpPr>
          <p:nvPr>
            <p:ph type="ftr" idx="67"/>
          </p:nvPr>
        </p:nvSpPr>
        <p:spPr>
          <a:xfrm>
            <a:off x="1242360" y="6366240"/>
            <a:ext cx="6495120" cy="364320"/>
          </a:xfrm>
          <a:prstGeom prst="rect">
            <a:avLst/>
          </a:prstGeom>
          <a:noFill/>
          <a:ln w="0">
            <a:noFill/>
          </a:ln>
        </p:spPr>
        <p:txBody>
          <a:bodyPr lIns="0" tIns="0" rIns="0" bIns="0" anchor="ctr">
            <a:noAutofit/>
          </a:bodyPr>
          <a:lstStyle>
            <a:lvl1pPr indent="0" algn="l" defTabSz="914400">
              <a:lnSpc>
                <a:spcPct val="100000"/>
              </a:lnSpc>
              <a:buNone/>
              <a:tabLst>
                <a:tab pos="0" algn="l"/>
              </a:tabLst>
              <a:defRPr lang="nl-NL" sz="900" b="1" u="none" spc="-31" strike="noStrike">
                <a:solidFill>
                  <a:schemeClr val="dk1"/>
                </a:solidFill>
                <a:effectLst/>
                <a:uFillTx/>
                <a:latin typeface="Arial MT"/>
                <a:ea typeface="SRH Text"/>
              </a:defRPr>
            </a:lvl1pPr>
          </a:lstStyle>
          <a:p>
            <a:pPr indent="0" algn="l" defTabSz="914400">
              <a:lnSpc>
                <a:spcPct val="100000"/>
              </a:lnSpc>
              <a:buNone/>
              <a:tabLst>
                <a:tab pos="0" algn="l"/>
              </a:tabLst>
            </a:pPr>
            <a:r>
              <a:rPr lang="nl-NL" sz="900" b="1" u="none" spc="-31" strike="noStrike">
                <a:solidFill>
                  <a:schemeClr val="dk1"/>
                </a:solidFill>
                <a:effectLst/>
                <a:uFillTx/>
                <a:latin typeface="Arial MT"/>
                <a:ea typeface="SRH Text"/>
              </a:rPr>
              <a:t>SRH Hochschule Heidelberg</a:t>
            </a:r>
            <a:endParaRPr lang="en-US" sz="900" b="0" u="none" strike="noStrike">
              <a:solidFill>
                <a:srgbClr val="000000"/>
              </a:solidFill>
              <a:effectLst/>
              <a:uFillTx/>
              <a:latin typeface="Times New Roman"/>
            </a:endParaRPr>
          </a:p>
        </p:txBody>
      </p:sp>
      <p:sp>
        <p:nvSpPr>
          <p:cNvPr id="5" name="PlaceHolder 4"/>
          <p:cNvSpPr>
            <a:spLocks noGrp="1"/>
          </p:cNvSpPr>
          <p:nvPr>
            <p:ph type="sldNum" idx="21"/>
          </p:nvPr>
        </p:nvSpPr>
        <p:spPr/>
        <p:txBody>
          <a:bodyPr/>
          <a:p>
            <a:fld id="{C7EEF9FE-EFA9-482F-83A8-4011F710AD26}" type="slidenum">
              <a:t>3</a:t>
            </a:fld>
          </a:p>
        </p:txBody>
      </p:sp>
      <p:sp>
        <p:nvSpPr>
          <p:cNvPr id="6" name="PlaceHolder 5"/>
          <p:cNvSpPr>
            <a:spLocks noGrp="1"/>
          </p:cNvSpPr>
          <p:nvPr>
            <p:ph type="dt" idx="19"/>
          </p:nvPr>
        </p:nvSpPr>
        <p:spPr/>
        <p:txBody>
          <a:bodyPr/>
          <a:p>
            <a:fld id="{6B8CB6B4-79F3-4A5A-AAF5-067DC51DC444}" type="datetime1">
              <a:rPr lang="en-US"/>
              <a:t>08/08/2026</a:t>
            </a:fld>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4" name="PlaceHolder 1"/>
          <p:cNvSpPr>
            <a:spLocks noGrp="1"/>
          </p:cNvSpPr>
          <p:nvPr>
            <p:ph type="title"/>
          </p:nvPr>
        </p:nvSpPr>
        <p:spPr>
          <a:xfrm>
            <a:off x="304920" y="109800"/>
            <a:ext cx="9156960" cy="834480"/>
          </a:xfrm>
          <a:prstGeom prst="rect">
            <a:avLst/>
          </a:prstGeom>
          <a:noFill/>
          <a:ln w="0">
            <a:noFill/>
          </a:ln>
        </p:spPr>
        <p:txBody>
          <a:bodyPr lIns="0" tIns="0" rIns="0" bIns="0" anchor="b">
            <a:noAutofit/>
          </a:bodyPr>
          <a:p>
            <a:pPr indent="0" algn="l" defTabSz="914400">
              <a:lnSpc>
                <a:spcPct val="100000"/>
              </a:lnSpc>
              <a:buNone/>
              <a:tabLst>
                <a:tab pos="0" algn="l"/>
              </a:tabLst>
            </a:pPr>
            <a:r>
              <a:rPr lang="en-US" sz="3000" b="1" u="none" strike="noStrike">
                <a:solidFill>
                  <a:srgbClr val="DF4807"/>
                </a:solidFill>
                <a:effectLst/>
                <a:uFillTx/>
                <a:latin typeface="SRH Headline"/>
                <a:ea typeface="SRH Headline"/>
              </a:rPr>
              <a:t>Table of Content</a:t>
            </a:r>
            <a:endParaRPr lang="de-DE" sz="3000" b="1" u="none" strike="noStrike">
              <a:solidFill>
                <a:schemeClr val="dk1"/>
              </a:solidFill>
              <a:effectLst/>
              <a:uFillTx/>
              <a:latin typeface="SRH Headline"/>
            </a:endParaRPr>
          </a:p>
        </p:txBody>
      </p:sp>
      <p:sp>
        <p:nvSpPr>
          <p:cNvPr id="205" name="PlaceHolder 2"/>
          <p:cNvSpPr>
            <a:spLocks noGrp="1"/>
          </p:cNvSpPr>
          <p:nvPr>
            <p:ph/>
          </p:nvPr>
        </p:nvSpPr>
        <p:spPr>
          <a:xfrm>
            <a:off x="304920" y="1109520"/>
            <a:ext cx="11371320" cy="5180760"/>
          </a:xfrm>
          <a:prstGeom prst="rect">
            <a:avLst/>
          </a:prstGeom>
          <a:noFill/>
          <a:ln w="0">
            <a:noFill/>
          </a:ln>
        </p:spPr>
        <p:txBody>
          <a:bodyPr lIns="0" tIns="0" rIns="0" bIns="0" anchor="t">
            <a:noAutofit/>
          </a:bodyPr>
          <a:p>
            <a:pPr marL="360000" lvl="1" indent="-360000" algn="just" defTabSz="914400">
              <a:lnSpc>
                <a:spcPct val="110000"/>
              </a:lnSpc>
              <a:spcBef>
                <a:spcPts val="1199"/>
              </a:spcBef>
              <a:buClr>
                <a:srgbClr val="DF4807"/>
              </a:buClr>
              <a:buFont typeface="SRH"/>
              <a:buChar char="—"/>
              <a:tabLst>
                <a:tab pos="0" algn="l"/>
              </a:tabLst>
            </a:pPr>
            <a:r>
              <a:rPr lang="en-US" sz="1800" b="1" u="none" strike="noStrike">
                <a:solidFill>
                  <a:schemeClr val="dk1"/>
                </a:solidFill>
                <a:effectLst/>
                <a:uFillTx/>
                <a:latin typeface="SRH Text"/>
                <a:ea typeface="SRH Text"/>
              </a:rPr>
              <a:t>Introduction</a:t>
            </a:r>
            <a:endParaRPr lang="de-DE" sz="1800" b="0" u="none" strike="noStrike">
              <a:solidFill>
                <a:schemeClr val="dk1"/>
              </a:solidFill>
              <a:effectLst/>
              <a:uFillTx/>
              <a:latin typeface="SRH Text"/>
            </a:endParaRPr>
          </a:p>
          <a:p>
            <a:pPr marL="360000" lvl="1" indent="-360000" algn="just" defTabSz="914400">
              <a:lnSpc>
                <a:spcPct val="110000"/>
              </a:lnSpc>
              <a:spcBef>
                <a:spcPts val="1199"/>
              </a:spcBef>
              <a:buClr>
                <a:srgbClr val="DF4807"/>
              </a:buClr>
              <a:buFont typeface="SRH"/>
              <a:buChar char="—"/>
              <a:tabLst>
                <a:tab pos="0" algn="l"/>
              </a:tabLst>
            </a:pPr>
            <a:r>
              <a:rPr lang="en-US" sz="1800" b="1" u="none" strike="noStrike">
                <a:solidFill>
                  <a:schemeClr val="dk1"/>
                </a:solidFill>
                <a:effectLst/>
                <a:uFillTx/>
                <a:latin typeface="SRH Text"/>
                <a:ea typeface="SRH Text"/>
              </a:rPr>
              <a:t>Dataset Description</a:t>
            </a:r>
            <a:endParaRPr lang="de-DE" sz="1800" b="0" u="none" strike="noStrike">
              <a:solidFill>
                <a:schemeClr val="dk1"/>
              </a:solidFill>
              <a:effectLst/>
              <a:uFillTx/>
              <a:latin typeface="SRH Text"/>
            </a:endParaRPr>
          </a:p>
          <a:p>
            <a:pPr marL="360000" lvl="1" indent="-360000" algn="just" defTabSz="914400">
              <a:lnSpc>
                <a:spcPct val="110000"/>
              </a:lnSpc>
              <a:spcBef>
                <a:spcPts val="1199"/>
              </a:spcBef>
              <a:buClr>
                <a:srgbClr val="DF4807"/>
              </a:buClr>
              <a:buFont typeface="SRH"/>
              <a:buChar char="—"/>
              <a:tabLst>
                <a:tab pos="0" algn="l"/>
              </a:tabLst>
            </a:pPr>
            <a:r>
              <a:rPr lang="en-US" sz="1800" b="1" u="none" strike="noStrike">
                <a:solidFill>
                  <a:schemeClr val="dk1"/>
                </a:solidFill>
                <a:effectLst/>
                <a:uFillTx/>
                <a:latin typeface="SRH Text"/>
                <a:ea typeface="SRH Text"/>
              </a:rPr>
              <a:t>Related Work</a:t>
            </a:r>
            <a:endParaRPr lang="de-DE" sz="1800" b="0" u="none" strike="noStrike">
              <a:solidFill>
                <a:schemeClr val="dk1"/>
              </a:solidFill>
              <a:effectLst/>
              <a:uFillTx/>
              <a:latin typeface="SRH Text"/>
            </a:endParaRPr>
          </a:p>
          <a:p>
            <a:pPr marL="360000" lvl="1" indent="-360000" algn="just" defTabSz="914400">
              <a:lnSpc>
                <a:spcPct val="110000"/>
              </a:lnSpc>
              <a:spcBef>
                <a:spcPts val="1199"/>
              </a:spcBef>
              <a:buClr>
                <a:srgbClr val="DF4807"/>
              </a:buClr>
              <a:buFont typeface="SRH"/>
              <a:buChar char="—"/>
              <a:tabLst>
                <a:tab pos="0" algn="l"/>
              </a:tabLst>
            </a:pPr>
            <a:r>
              <a:rPr lang="en-US" sz="1800" b="1" u="none" strike="noStrike">
                <a:solidFill>
                  <a:schemeClr val="dk1"/>
                </a:solidFill>
                <a:effectLst/>
                <a:uFillTx/>
                <a:latin typeface="SRH Text"/>
                <a:ea typeface="SRH Text"/>
              </a:rPr>
              <a:t>Exploratory Data Analysis (EDA)</a:t>
            </a:r>
            <a:endParaRPr lang="de-DE" sz="1800" b="0" u="none" strike="noStrike">
              <a:solidFill>
                <a:schemeClr val="dk1"/>
              </a:solidFill>
              <a:effectLst/>
              <a:uFillTx/>
              <a:latin typeface="SRH Text"/>
            </a:endParaRPr>
          </a:p>
          <a:p>
            <a:pPr marL="360000" lvl="1" indent="-360000" algn="just" defTabSz="914400">
              <a:lnSpc>
                <a:spcPct val="110000"/>
              </a:lnSpc>
              <a:spcBef>
                <a:spcPts val="1199"/>
              </a:spcBef>
              <a:buClr>
                <a:srgbClr val="DF4807"/>
              </a:buClr>
              <a:buFont typeface="SRH"/>
              <a:buChar char="—"/>
              <a:tabLst>
                <a:tab pos="0" algn="l"/>
              </a:tabLst>
            </a:pPr>
            <a:r>
              <a:rPr lang="en-US" sz="1800" b="1" u="none" strike="noStrike">
                <a:solidFill>
                  <a:schemeClr val="dk1"/>
                </a:solidFill>
                <a:effectLst/>
                <a:uFillTx/>
                <a:latin typeface="SRH Text"/>
                <a:ea typeface="SRH Text"/>
              </a:rPr>
              <a:t>Feature Importance</a:t>
            </a:r>
            <a:endParaRPr lang="de-DE" sz="1800" b="0" u="none" strike="noStrike">
              <a:solidFill>
                <a:schemeClr val="dk1"/>
              </a:solidFill>
              <a:effectLst/>
              <a:uFillTx/>
              <a:latin typeface="SRH Text"/>
            </a:endParaRPr>
          </a:p>
          <a:p>
            <a:pPr marL="360000" lvl="1" indent="-360000" algn="just" defTabSz="914400">
              <a:lnSpc>
                <a:spcPct val="110000"/>
              </a:lnSpc>
              <a:spcBef>
                <a:spcPts val="1199"/>
              </a:spcBef>
              <a:buClr>
                <a:srgbClr val="DF4807"/>
              </a:buClr>
              <a:buFont typeface="SRH"/>
              <a:buChar char="—"/>
              <a:tabLst>
                <a:tab pos="0" algn="l"/>
              </a:tabLst>
            </a:pPr>
            <a:r>
              <a:rPr lang="en-US" sz="1800" b="1" u="none" strike="noStrike">
                <a:solidFill>
                  <a:schemeClr val="dk1"/>
                </a:solidFill>
                <a:effectLst/>
                <a:uFillTx/>
                <a:latin typeface="SRH Text"/>
                <a:ea typeface="SRH Text"/>
              </a:rPr>
              <a:t>Modeling and Algorithms</a:t>
            </a:r>
            <a:endParaRPr lang="de-DE" sz="1800" b="0" u="none" strike="noStrike">
              <a:solidFill>
                <a:schemeClr val="dk1"/>
              </a:solidFill>
              <a:effectLst/>
              <a:uFillTx/>
              <a:latin typeface="SRH Text"/>
            </a:endParaRPr>
          </a:p>
          <a:p>
            <a:pPr marL="360000" lvl="1" indent="-360000" algn="just" defTabSz="914400">
              <a:lnSpc>
                <a:spcPct val="110000"/>
              </a:lnSpc>
              <a:spcBef>
                <a:spcPts val="1199"/>
              </a:spcBef>
              <a:buClr>
                <a:srgbClr val="DF4807"/>
              </a:buClr>
              <a:buFont typeface="SRH"/>
              <a:buChar char="—"/>
              <a:tabLst>
                <a:tab pos="0" algn="l"/>
              </a:tabLst>
            </a:pPr>
            <a:r>
              <a:rPr lang="en-US" sz="1800" b="1" u="none" strike="noStrike">
                <a:solidFill>
                  <a:schemeClr val="dk1"/>
                </a:solidFill>
                <a:effectLst/>
                <a:uFillTx/>
                <a:latin typeface="SRH Text"/>
                <a:ea typeface="SRH Text"/>
              </a:rPr>
              <a:t>Results &amp; Discussion</a:t>
            </a:r>
            <a:endParaRPr lang="de-DE" sz="1800" b="0" u="none" strike="noStrike">
              <a:solidFill>
                <a:schemeClr val="dk1"/>
              </a:solidFill>
              <a:effectLst/>
              <a:uFillTx/>
              <a:latin typeface="SRH Text"/>
            </a:endParaRPr>
          </a:p>
          <a:p>
            <a:pPr marL="360000" lvl="1" indent="-360000" algn="just" defTabSz="914400">
              <a:lnSpc>
                <a:spcPct val="110000"/>
              </a:lnSpc>
              <a:spcBef>
                <a:spcPts val="1199"/>
              </a:spcBef>
              <a:buClr>
                <a:srgbClr val="DF4807"/>
              </a:buClr>
              <a:buFont typeface="SRH"/>
              <a:buChar char="—"/>
              <a:tabLst>
                <a:tab pos="0" algn="l"/>
              </a:tabLst>
            </a:pPr>
            <a:r>
              <a:rPr lang="en-US" sz="1800" b="1" u="none" strike="noStrike">
                <a:solidFill>
                  <a:schemeClr val="dk1"/>
                </a:solidFill>
                <a:effectLst/>
                <a:uFillTx/>
                <a:latin typeface="SRH Text"/>
                <a:ea typeface="SRH Text"/>
              </a:rPr>
              <a:t>Conclusion &amp; Future Work</a:t>
            </a:r>
            <a:endParaRPr lang="de-DE" sz="1800" b="0" u="none" strike="noStrike">
              <a:solidFill>
                <a:schemeClr val="dk1"/>
              </a:solidFill>
              <a:effectLst/>
              <a:uFillTx/>
              <a:latin typeface="SRH Text"/>
            </a:endParaRPr>
          </a:p>
        </p:txBody>
      </p:sp>
      <p:sp>
        <p:nvSpPr>
          <p:cNvPr id="206" name="PlaceHolder 3"/>
          <p:cNvSpPr>
            <a:spLocks noGrp="1"/>
          </p:cNvSpPr>
          <p:nvPr>
            <p:ph type="ftr" idx="68"/>
          </p:nvPr>
        </p:nvSpPr>
        <p:spPr>
          <a:xfrm>
            <a:off x="1242360" y="6366240"/>
            <a:ext cx="6495120" cy="364320"/>
          </a:xfrm>
          <a:prstGeom prst="rect">
            <a:avLst/>
          </a:prstGeom>
          <a:noFill/>
          <a:ln w="0">
            <a:noFill/>
          </a:ln>
        </p:spPr>
        <p:txBody>
          <a:bodyPr lIns="0" tIns="0" rIns="0" bIns="0" anchor="ctr">
            <a:noAutofit/>
          </a:bodyPr>
          <a:lstStyle>
            <a:lvl1pPr indent="0" algn="l" defTabSz="914400">
              <a:lnSpc>
                <a:spcPct val="100000"/>
              </a:lnSpc>
              <a:buNone/>
              <a:tabLst>
                <a:tab pos="0" algn="l"/>
              </a:tabLst>
              <a:defRPr lang="nl-NL" sz="900" b="1" u="none" spc="-31" strike="noStrike">
                <a:solidFill>
                  <a:schemeClr val="dk1"/>
                </a:solidFill>
                <a:effectLst/>
                <a:uFillTx/>
                <a:latin typeface="Arial MT"/>
                <a:ea typeface="SRH Text"/>
              </a:defRPr>
            </a:lvl1pPr>
          </a:lstStyle>
          <a:p>
            <a:pPr indent="0" algn="l" defTabSz="914400">
              <a:lnSpc>
                <a:spcPct val="100000"/>
              </a:lnSpc>
              <a:buNone/>
              <a:tabLst>
                <a:tab pos="0" algn="l"/>
              </a:tabLst>
            </a:pPr>
            <a:r>
              <a:rPr lang="nl-NL" sz="900" b="1" u="none" spc="-31" strike="noStrike">
                <a:solidFill>
                  <a:schemeClr val="dk1"/>
                </a:solidFill>
                <a:effectLst/>
                <a:uFillTx/>
                <a:latin typeface="Arial MT"/>
                <a:ea typeface="SRH Text"/>
              </a:rPr>
              <a:t>SRH Hochschule Heidelberg</a:t>
            </a:r>
            <a:endParaRPr lang="en-US" sz="900" b="0" u="none" strike="noStrike">
              <a:solidFill>
                <a:srgbClr val="000000"/>
              </a:solidFill>
              <a:effectLst/>
              <a:uFillTx/>
              <a:latin typeface="Times New Roman"/>
            </a:endParaRPr>
          </a:p>
        </p:txBody>
      </p:sp>
      <p:sp>
        <p:nvSpPr>
          <p:cNvPr id="5" name="PlaceHolder 4"/>
          <p:cNvSpPr>
            <a:spLocks noGrp="1"/>
          </p:cNvSpPr>
          <p:nvPr>
            <p:ph type="sldNum" idx="21"/>
          </p:nvPr>
        </p:nvSpPr>
        <p:spPr/>
        <p:txBody>
          <a:bodyPr/>
          <a:p>
            <a:fld id="{6540A705-ADAF-4CC4-9AC1-B4EECFBA5E8E}" type="slidenum">
              <a:t>4</a:t>
            </a:fld>
          </a:p>
        </p:txBody>
      </p:sp>
      <p:sp>
        <p:nvSpPr>
          <p:cNvPr id="6" name="PlaceHolder 5"/>
          <p:cNvSpPr>
            <a:spLocks noGrp="1"/>
          </p:cNvSpPr>
          <p:nvPr>
            <p:ph type="dt" idx="19"/>
          </p:nvPr>
        </p:nvSpPr>
        <p:spPr/>
        <p:txBody>
          <a:bodyPr/>
          <a:p>
            <a:fld id="{598D8014-E870-49C9-B6B5-28E8451597D6}" type="datetime1">
              <a:rPr lang="en-US"/>
              <a:t>08/08/2026</a:t>
            </a:fld>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7" name="PlaceHolder 1"/>
          <p:cNvSpPr>
            <a:spLocks noGrp="1"/>
          </p:cNvSpPr>
          <p:nvPr>
            <p:ph type="title"/>
          </p:nvPr>
        </p:nvSpPr>
        <p:spPr>
          <a:xfrm>
            <a:off x="487800" y="-77040"/>
            <a:ext cx="9224640" cy="834480"/>
          </a:xfrm>
          <a:prstGeom prst="rect">
            <a:avLst/>
          </a:prstGeom>
          <a:noFill/>
          <a:ln w="0">
            <a:noFill/>
          </a:ln>
        </p:spPr>
        <p:txBody>
          <a:bodyPr lIns="0" tIns="0" rIns="0" bIns="0" anchor="b">
            <a:noAutofit/>
          </a:bodyPr>
          <a:p>
            <a:pPr indent="0" algn="l" defTabSz="914400">
              <a:lnSpc>
                <a:spcPct val="100000"/>
              </a:lnSpc>
              <a:buNone/>
              <a:tabLst>
                <a:tab pos="0" algn="l"/>
              </a:tabLst>
            </a:pPr>
            <a:r>
              <a:rPr lang="en-US" sz="3000" b="1" u="none" strike="noStrike">
                <a:solidFill>
                  <a:srgbClr val="DF4807"/>
                </a:solidFill>
                <a:effectLst/>
                <a:uFillTx/>
                <a:latin typeface="SRH Headline"/>
                <a:ea typeface="SRH Headline"/>
              </a:rPr>
              <a:t>Introduction</a:t>
            </a:r>
            <a:endParaRPr lang="de-DE" sz="3000" b="1" u="none" strike="noStrike">
              <a:solidFill>
                <a:schemeClr val="dk1"/>
              </a:solidFill>
              <a:effectLst/>
              <a:uFillTx/>
              <a:latin typeface="SRH Headline"/>
            </a:endParaRPr>
          </a:p>
        </p:txBody>
      </p:sp>
      <p:sp>
        <p:nvSpPr>
          <p:cNvPr id="208" name="PlaceHolder 2"/>
          <p:cNvSpPr>
            <a:spLocks noGrp="1"/>
          </p:cNvSpPr>
          <p:nvPr>
            <p:ph/>
          </p:nvPr>
        </p:nvSpPr>
        <p:spPr>
          <a:xfrm>
            <a:off x="366840" y="792360"/>
            <a:ext cx="10337040" cy="5485680"/>
          </a:xfrm>
          <a:prstGeom prst="rect">
            <a:avLst/>
          </a:prstGeom>
          <a:noFill/>
          <a:ln w="0">
            <a:noFill/>
          </a:ln>
        </p:spPr>
        <p:txBody>
          <a:bodyPr lIns="0" tIns="0" rIns="0" bIns="0" anchor="t">
            <a:noAutofit/>
          </a:bodyPr>
          <a:p>
            <a:pPr marL="285840" indent="-285840" algn="l" defTabSz="914400">
              <a:lnSpc>
                <a:spcPct val="150000"/>
              </a:lnSpc>
              <a:spcBef>
                <a:spcPts val="1199"/>
              </a:spcBef>
              <a:buClr>
                <a:srgbClr val="575756"/>
              </a:buClr>
              <a:buFont typeface="Wingdings" charset="2"/>
              <a:buChar char=""/>
              <a:tabLst>
                <a:tab pos="0" algn="l"/>
              </a:tabLst>
            </a:pPr>
            <a:r>
              <a:rPr lang="en-US" sz="1800" b="0" u="none" strike="noStrike">
                <a:solidFill>
                  <a:schemeClr val="dk1"/>
                </a:solidFill>
                <a:effectLst/>
                <a:uFillTx/>
                <a:latin typeface="SRH Text"/>
                <a:ea typeface="SRH Text"/>
              </a:rPr>
              <a:t>Buildings consume a significant portion of electricity and contribute heavily to </a:t>
            </a:r>
            <a:r>
              <a:rPr lang="en-US" sz="1800" b="1" u="none" strike="noStrike">
                <a:solidFill>
                  <a:schemeClr val="dk1"/>
                </a:solidFill>
                <a:effectLst/>
                <a:uFillTx/>
                <a:latin typeface="SRH Text"/>
                <a:ea typeface="SRH Text"/>
              </a:rPr>
              <a:t>greenhouse gas emissions</a:t>
            </a:r>
            <a:r>
              <a:rPr lang="en-US" sz="1800" b="0" u="none" strike="noStrike">
                <a:solidFill>
                  <a:schemeClr val="dk1"/>
                </a:solidFill>
                <a:effectLst/>
                <a:uFillTx/>
                <a:latin typeface="SRH Text"/>
                <a:ea typeface="SRH Text"/>
              </a:rPr>
              <a:t>.</a:t>
            </a:r>
            <a:endParaRPr lang="de-DE" sz="1800" b="0" u="none" strike="noStrike">
              <a:solidFill>
                <a:schemeClr val="dk1"/>
              </a:solidFill>
              <a:effectLst/>
              <a:uFillTx/>
              <a:latin typeface="SRH Text"/>
            </a:endParaRPr>
          </a:p>
          <a:p>
            <a:pPr marL="285840" indent="-285840" algn="l" defTabSz="914400">
              <a:lnSpc>
                <a:spcPct val="150000"/>
              </a:lnSpc>
              <a:spcBef>
                <a:spcPts val="1199"/>
              </a:spcBef>
              <a:buClr>
                <a:srgbClr val="575756"/>
              </a:buClr>
              <a:buFont typeface="Wingdings" charset="2"/>
              <a:buChar char=""/>
              <a:tabLst>
                <a:tab pos="0" algn="l"/>
              </a:tabLst>
            </a:pPr>
            <a:r>
              <a:rPr lang="en-US" sz="1800" b="0" u="none" strike="noStrike">
                <a:solidFill>
                  <a:schemeClr val="dk1"/>
                </a:solidFill>
                <a:effectLst/>
                <a:uFillTx/>
                <a:latin typeface="SRH Text"/>
                <a:ea typeface="SRH Text"/>
              </a:rPr>
              <a:t>Efficient energy management is key to reducing costs, improving resource use, and supporting sustainability.</a:t>
            </a:r>
            <a:endParaRPr lang="de-DE" sz="1800" b="0" u="none" strike="noStrike">
              <a:solidFill>
                <a:schemeClr val="dk1"/>
              </a:solidFill>
              <a:effectLst/>
              <a:uFillTx/>
              <a:latin typeface="SRH Text"/>
            </a:endParaRPr>
          </a:p>
          <a:p>
            <a:pPr marL="285840" indent="-285840" algn="l" defTabSz="914400">
              <a:lnSpc>
                <a:spcPct val="150000"/>
              </a:lnSpc>
              <a:spcBef>
                <a:spcPts val="1199"/>
              </a:spcBef>
              <a:buClr>
                <a:srgbClr val="575756"/>
              </a:buClr>
              <a:buFont typeface="Wingdings" charset="2"/>
              <a:buChar char=""/>
              <a:tabLst>
                <a:tab pos="0" algn="l"/>
              </a:tabLst>
            </a:pPr>
            <a:r>
              <a:rPr lang="en-US" sz="1800" b="0" u="none" strike="noStrike">
                <a:solidFill>
                  <a:schemeClr val="dk1"/>
                </a:solidFill>
                <a:effectLst/>
                <a:uFillTx/>
                <a:latin typeface="SRH Text"/>
                <a:ea typeface="SRH Text"/>
              </a:rPr>
              <a:t>Accurate energy consumption prediction helps building managers, utility providers, and policymakers to:</a:t>
            </a:r>
            <a:endParaRPr lang="de-DE" sz="1800" b="0" u="none" strike="noStrike">
              <a:solidFill>
                <a:schemeClr val="dk1"/>
              </a:solidFill>
              <a:effectLst/>
              <a:uFillTx/>
              <a:latin typeface="SRH Text"/>
            </a:endParaRPr>
          </a:p>
          <a:p>
            <a:pPr marL="285840" indent="-285840" algn="l" defTabSz="914400">
              <a:lnSpc>
                <a:spcPct val="150000"/>
              </a:lnSpc>
              <a:spcBef>
                <a:spcPts val="1199"/>
              </a:spcBef>
              <a:buClr>
                <a:srgbClr val="575756"/>
              </a:buClr>
              <a:buFont typeface="Wingdings" charset="2"/>
              <a:buChar char=""/>
              <a:tabLst>
                <a:tab pos="0" algn="l"/>
              </a:tabLst>
            </a:pPr>
            <a:r>
              <a:rPr lang="en-US" sz="1800" b="0" u="none" strike="noStrike">
                <a:solidFill>
                  <a:schemeClr val="dk1"/>
                </a:solidFill>
                <a:effectLst/>
                <a:uFillTx/>
                <a:latin typeface="SRH Text"/>
                <a:ea typeface="SRH Text"/>
              </a:rPr>
              <a:t>Anticipate peak demand and optimize energy supply</a:t>
            </a:r>
            <a:endParaRPr lang="de-DE" sz="1800" b="0" u="none" strike="noStrike">
              <a:solidFill>
                <a:schemeClr val="dk1"/>
              </a:solidFill>
              <a:effectLst/>
              <a:uFillTx/>
              <a:latin typeface="SRH Text"/>
            </a:endParaRPr>
          </a:p>
          <a:p>
            <a:pPr marL="285840" indent="-285840" algn="l" defTabSz="914400">
              <a:lnSpc>
                <a:spcPct val="150000"/>
              </a:lnSpc>
              <a:spcBef>
                <a:spcPts val="1199"/>
              </a:spcBef>
              <a:buClr>
                <a:srgbClr val="575756"/>
              </a:buClr>
              <a:buFont typeface="Wingdings" charset="2"/>
              <a:buChar char=""/>
              <a:tabLst>
                <a:tab pos="0" algn="l"/>
              </a:tabLst>
            </a:pPr>
            <a:r>
              <a:rPr lang="en-US" sz="1800" b="0" u="none" strike="noStrike">
                <a:solidFill>
                  <a:schemeClr val="dk1"/>
                </a:solidFill>
                <a:effectLst/>
                <a:uFillTx/>
                <a:latin typeface="SRH Text"/>
                <a:ea typeface="SRH Text"/>
              </a:rPr>
              <a:t>Identify high-impact energy-consuming systems</a:t>
            </a:r>
            <a:endParaRPr lang="de-DE" sz="1800" b="0" u="none" strike="noStrike">
              <a:solidFill>
                <a:schemeClr val="dk1"/>
              </a:solidFill>
              <a:effectLst/>
              <a:uFillTx/>
              <a:latin typeface="SRH Text"/>
            </a:endParaRPr>
          </a:p>
          <a:p>
            <a:pPr marL="285840" indent="-285840" algn="l" defTabSz="914400">
              <a:lnSpc>
                <a:spcPct val="150000"/>
              </a:lnSpc>
              <a:spcBef>
                <a:spcPts val="1199"/>
              </a:spcBef>
              <a:buClr>
                <a:srgbClr val="575756"/>
              </a:buClr>
              <a:buFont typeface="Wingdings" charset="2"/>
              <a:buChar char=""/>
              <a:tabLst>
                <a:tab pos="0" algn="l"/>
              </a:tabLst>
            </a:pPr>
            <a:r>
              <a:rPr lang="en-US" sz="1800" b="0" u="none" strike="noStrike">
                <a:solidFill>
                  <a:schemeClr val="dk1"/>
                </a:solidFill>
                <a:effectLst/>
                <a:uFillTx/>
                <a:latin typeface="SRH Text"/>
                <a:ea typeface="SRH Text"/>
              </a:rPr>
              <a:t>Implement targeted strategies for cost and energy savings</a:t>
            </a:r>
            <a:endParaRPr lang="de-DE" sz="1800" b="0" u="none" strike="noStrike">
              <a:solidFill>
                <a:schemeClr val="dk1"/>
              </a:solidFill>
              <a:effectLst/>
              <a:uFillTx/>
              <a:latin typeface="SRH Text"/>
            </a:endParaRPr>
          </a:p>
        </p:txBody>
      </p:sp>
      <p:sp>
        <p:nvSpPr>
          <p:cNvPr id="4" name="PlaceHolder 3"/>
          <p:cNvSpPr>
            <a:spLocks noGrp="1"/>
          </p:cNvSpPr>
          <p:nvPr>
            <p:ph type="ftr" idx="20"/>
          </p:nvPr>
        </p:nvSpPr>
        <p:spPr/>
        <p:txBody>
          <a:bodyPr/>
          <a:p>
            <a:r>
              <a:t>SRH Hochschule Heidelberg</a:t>
            </a:r>
          </a:p>
        </p:txBody>
      </p:sp>
      <p:sp>
        <p:nvSpPr>
          <p:cNvPr id="5" name="PlaceHolder 4"/>
          <p:cNvSpPr>
            <a:spLocks noGrp="1"/>
          </p:cNvSpPr>
          <p:nvPr>
            <p:ph type="sldNum" idx="21"/>
          </p:nvPr>
        </p:nvSpPr>
        <p:spPr/>
        <p:txBody>
          <a:bodyPr/>
          <a:p>
            <a:fld id="{757F84A6-28E7-4EEF-8AC6-D14B2488D1DD}" type="slidenum">
              <a:t>5</a:t>
            </a:fld>
          </a:p>
        </p:txBody>
      </p:sp>
      <p:sp>
        <p:nvSpPr>
          <p:cNvPr id="6" name="PlaceHolder 5"/>
          <p:cNvSpPr>
            <a:spLocks noGrp="1"/>
          </p:cNvSpPr>
          <p:nvPr>
            <p:ph type="dt" idx="19"/>
          </p:nvPr>
        </p:nvSpPr>
        <p:spPr/>
        <p:txBody>
          <a:bodyPr/>
          <a:p>
            <a:fld id="{7F68EE90-B9BF-4C97-AD9D-EA0AAC661108}" type="datetime1">
              <a:rPr lang="en-US"/>
              <a:t>08/08/2026</a:t>
            </a:fld>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9" name="PlaceHolder 1"/>
          <p:cNvSpPr>
            <a:spLocks noGrp="1"/>
          </p:cNvSpPr>
          <p:nvPr>
            <p:ph type="title"/>
          </p:nvPr>
        </p:nvSpPr>
        <p:spPr>
          <a:xfrm>
            <a:off x="267840" y="291600"/>
            <a:ext cx="9156960" cy="667440"/>
          </a:xfrm>
          <a:prstGeom prst="rect">
            <a:avLst/>
          </a:prstGeom>
          <a:noFill/>
          <a:ln w="0">
            <a:noFill/>
          </a:ln>
        </p:spPr>
        <p:txBody>
          <a:bodyPr lIns="0" tIns="0" rIns="0" bIns="0" anchor="b">
            <a:noAutofit/>
          </a:bodyPr>
          <a:p>
            <a:pPr indent="0" algn="l" defTabSz="914400">
              <a:lnSpc>
                <a:spcPct val="100000"/>
              </a:lnSpc>
              <a:buNone/>
              <a:tabLst>
                <a:tab pos="0" algn="l"/>
              </a:tabLst>
            </a:pPr>
            <a:r>
              <a:rPr lang="en-US" sz="3000" b="1" u="none" strike="noStrike">
                <a:solidFill>
                  <a:srgbClr val="DF4807"/>
                </a:solidFill>
                <a:effectLst/>
                <a:uFillTx/>
                <a:latin typeface="SRH Headline"/>
                <a:ea typeface="SRH Headline"/>
              </a:rPr>
              <a:t>Dataset</a:t>
            </a:r>
            <a:endParaRPr lang="de-DE" sz="3000" b="1" u="none" strike="noStrike">
              <a:solidFill>
                <a:schemeClr val="dk1"/>
              </a:solidFill>
              <a:effectLst/>
              <a:uFillTx/>
              <a:latin typeface="SRH Headline"/>
            </a:endParaRPr>
          </a:p>
        </p:txBody>
      </p:sp>
      <p:sp>
        <p:nvSpPr>
          <p:cNvPr id="210" name="Inhaltsplatzhalter 5"/>
          <p:cNvSpPr/>
          <p:nvPr/>
        </p:nvSpPr>
        <p:spPr>
          <a:xfrm>
            <a:off x="267840" y="1145880"/>
            <a:ext cx="10521360" cy="5089320"/>
          </a:xfrm>
          <a:prstGeom prst="rect">
            <a:avLst/>
          </a:prstGeom>
          <a:noFill/>
          <a:ln w="0">
            <a:noFill/>
          </a:ln>
        </p:spPr>
        <p:style>
          <a:lnRef idx="0"/>
          <a:fillRef idx="0"/>
          <a:effectRef idx="0"/>
          <a:fontRef idx="minor"/>
        </p:style>
        <p:txBody>
          <a:bodyPr lIns="0" tIns="0" rIns="0" bIns="0" anchor="t">
            <a:noAutofit/>
          </a:bodyPr>
          <a:p>
            <a:pPr algn="just" defTabSz="914400">
              <a:lnSpc>
                <a:spcPct val="110000"/>
              </a:lnSpc>
              <a:spcBef>
                <a:spcPts val="1199"/>
              </a:spcBef>
              <a:tabLst>
                <a:tab pos="0" algn="l"/>
              </a:tabLst>
            </a:pPr>
            <a:r>
              <a:rPr lang="en-US" sz="2000" b="1" u="none" strike="noStrike">
                <a:solidFill>
                  <a:srgbClr val="DF4807"/>
                </a:solidFill>
                <a:effectLst/>
                <a:uFillTx/>
                <a:latin typeface="SRH Text"/>
                <a:ea typeface="SRH Text"/>
              </a:rPr>
              <a:t>Data Source:</a:t>
            </a:r>
            <a:endParaRPr lang="en-US" sz="2000" b="0" u="none" strike="noStrike">
              <a:solidFill>
                <a:srgbClr val="000000"/>
              </a:solidFill>
              <a:effectLst/>
              <a:uFillTx/>
              <a:latin typeface="Arial"/>
            </a:endParaRPr>
          </a:p>
          <a:p>
            <a:pPr algn="just" defTabSz="914400">
              <a:lnSpc>
                <a:spcPct val="110000"/>
              </a:lnSpc>
              <a:spcBef>
                <a:spcPts val="1199"/>
              </a:spcBef>
              <a:tabLst>
                <a:tab pos="0" algn="l"/>
              </a:tabLst>
            </a:pPr>
            <a:r>
              <a:rPr lang="en-US" sz="2000" b="0" u="none" strike="noStrike">
                <a:solidFill>
                  <a:schemeClr val="dk1"/>
                </a:solidFill>
                <a:effectLst/>
                <a:uFillTx/>
                <a:latin typeface="SRH Text"/>
                <a:ea typeface="SRH Text"/>
              </a:rPr>
              <a:t>downloaded from the Kaggle.com</a:t>
            </a:r>
            <a:endParaRPr lang="en-US" sz="2000" b="0" u="none" strike="noStrike">
              <a:solidFill>
                <a:srgbClr val="000000"/>
              </a:solidFill>
              <a:effectLst/>
              <a:uFillTx/>
              <a:latin typeface="Arial"/>
            </a:endParaRPr>
          </a:p>
          <a:p>
            <a:pPr algn="just" defTabSz="914400">
              <a:lnSpc>
                <a:spcPct val="110000"/>
              </a:lnSpc>
              <a:spcBef>
                <a:spcPts val="1199"/>
              </a:spcBef>
              <a:tabLst>
                <a:tab pos="0" algn="l"/>
              </a:tabLst>
            </a:pPr>
            <a:r>
              <a:rPr lang="en-US" sz="2000" b="1" u="none" strike="noStrike">
                <a:solidFill>
                  <a:srgbClr val="DF4807"/>
                </a:solidFill>
                <a:effectLst/>
                <a:uFillTx/>
                <a:latin typeface="SRH Text"/>
                <a:ea typeface="SRH Text"/>
              </a:rPr>
              <a:t>Description</a:t>
            </a:r>
            <a:r>
              <a:rPr lang="en-US" sz="2000" b="1" u="none" strike="noStrike">
                <a:solidFill>
                  <a:schemeClr val="dk1"/>
                </a:solidFill>
                <a:effectLst/>
                <a:uFillTx/>
                <a:latin typeface="SRH Text"/>
                <a:ea typeface="SRH Text"/>
              </a:rPr>
              <a:t> </a:t>
            </a:r>
            <a:r>
              <a:rPr lang="de-DE" sz="2000" b="1" u="none" strike="noStrike">
                <a:solidFill>
                  <a:srgbClr val="DF4807"/>
                </a:solidFill>
                <a:effectLst/>
                <a:uFillTx/>
                <a:latin typeface="SRH Text"/>
                <a:ea typeface="SRH Text"/>
              </a:rPr>
              <a:t>:</a:t>
            </a:r>
            <a:endParaRPr lang="en-US" sz="2000" b="0" u="none" strike="noStrike">
              <a:solidFill>
                <a:srgbClr val="000000"/>
              </a:solidFill>
              <a:effectLst/>
              <a:uFillTx/>
              <a:latin typeface="Arial"/>
            </a:endParaRPr>
          </a:p>
          <a:p>
            <a:pPr defTabSz="914400">
              <a:lnSpc>
                <a:spcPct val="110000"/>
              </a:lnSpc>
              <a:spcBef>
                <a:spcPts val="1199"/>
              </a:spcBef>
              <a:tabLst>
                <a:tab pos="0" algn="l"/>
              </a:tabLst>
            </a:pPr>
            <a:r>
              <a:rPr lang="en-US" sz="1800" b="1" u="none" strike="noStrike">
                <a:solidFill>
                  <a:schemeClr val="dk1"/>
                </a:solidFill>
                <a:effectLst/>
                <a:uFillTx/>
                <a:latin typeface="SRH Text"/>
                <a:ea typeface="SRH Text"/>
              </a:rPr>
              <a:t>Southern California Energy Consumption</a:t>
            </a:r>
            <a:endParaRPr lang="en-US" sz="1800" b="0" u="none" strike="noStrike">
              <a:solidFill>
                <a:srgbClr val="000000"/>
              </a:solidFill>
              <a:effectLst/>
              <a:uFillTx/>
              <a:latin typeface="Arial"/>
            </a:endParaRPr>
          </a:p>
          <a:p>
            <a:pPr algn="just" defTabSz="914400">
              <a:lnSpc>
                <a:spcPct val="110000"/>
              </a:lnSpc>
              <a:spcBef>
                <a:spcPts val="1199"/>
              </a:spcBef>
              <a:tabLst>
                <a:tab pos="0" algn="l"/>
              </a:tabLst>
            </a:pPr>
            <a:r>
              <a:rPr lang="en-US" sz="1800" b="1" u="none" strike="noStrike">
                <a:solidFill>
                  <a:srgbClr val="DF4807"/>
                </a:solidFill>
                <a:effectLst/>
                <a:uFillTx/>
                <a:latin typeface="SRH Text"/>
                <a:ea typeface="SRH Text"/>
              </a:rPr>
              <a:t>About the Dataset:</a:t>
            </a:r>
            <a:endParaRPr lang="en-US" sz="1800" b="0" u="none" strike="noStrike">
              <a:solidFill>
                <a:srgbClr val="000000"/>
              </a:solidFill>
              <a:effectLst/>
              <a:uFillTx/>
              <a:latin typeface="Arial"/>
            </a:endParaRPr>
          </a:p>
          <a:p>
            <a:pPr algn="just" defTabSz="914400">
              <a:lnSpc>
                <a:spcPct val="150000"/>
              </a:lnSpc>
              <a:spcBef>
                <a:spcPts val="1199"/>
              </a:spcBef>
              <a:tabLst>
                <a:tab pos="0" algn="l"/>
              </a:tabLst>
            </a:pPr>
            <a:r>
              <a:rPr lang="en-US" sz="1800" b="0" u="none" strike="noStrike">
                <a:solidFill>
                  <a:schemeClr val="dk1"/>
                </a:solidFill>
                <a:effectLst/>
                <a:uFillTx/>
                <a:latin typeface="SRH Text"/>
                <a:ea typeface="SRH Text"/>
              </a:rPr>
              <a:t>This dataset contains </a:t>
            </a:r>
            <a:r>
              <a:rPr lang="en-US" sz="1800" b="1" u="none" strike="noStrike">
                <a:solidFill>
                  <a:schemeClr val="dk1"/>
                </a:solidFill>
                <a:effectLst/>
                <a:uFillTx/>
                <a:latin typeface="SRH Text"/>
                <a:ea typeface="SRH Text"/>
              </a:rPr>
              <a:t>comprehensive energy consumption data</a:t>
            </a:r>
            <a:r>
              <a:rPr lang="en-US" sz="1800" b="0" u="none" strike="noStrike">
                <a:solidFill>
                  <a:schemeClr val="dk1"/>
                </a:solidFill>
                <a:effectLst/>
                <a:uFillTx/>
                <a:latin typeface="SRH Text"/>
                <a:ea typeface="SRH Text"/>
              </a:rPr>
              <a:t> collected from over 100 buildings in Southern California between </a:t>
            </a:r>
            <a:r>
              <a:rPr lang="en-US" sz="1800" b="1" u="none" strike="noStrike">
                <a:solidFill>
                  <a:schemeClr val="dk1"/>
                </a:solidFill>
                <a:effectLst/>
                <a:uFillTx/>
                <a:latin typeface="SRH Text"/>
                <a:ea typeface="SRH Text"/>
              </a:rPr>
              <a:t>January 2018 and January 2024</a:t>
            </a:r>
            <a:r>
              <a:rPr lang="en-US" sz="1800" b="0" u="none" strike="noStrike">
                <a:solidFill>
                  <a:schemeClr val="dk1"/>
                </a:solidFill>
                <a:effectLst/>
                <a:uFillTx/>
                <a:latin typeface="SRH Text"/>
                <a:ea typeface="SRH Text"/>
              </a:rPr>
              <a:t>. It includes hourly electricity usage for residential, commercial, and industrial buildings, along with environmental and operational variables. The dataset is designed for applications in energy forecasting, management, sustainability, and AI-driven optimization. This dataset including </a:t>
            </a:r>
            <a:r>
              <a:rPr lang="en-US" sz="1800" b="1" u="none" strike="noStrike">
                <a:solidFill>
                  <a:schemeClr val="dk1"/>
                </a:solidFill>
                <a:effectLst/>
                <a:uFillTx/>
                <a:latin typeface="SRH Text"/>
                <a:ea typeface="SRH Text"/>
              </a:rPr>
              <a:t>30 numerical features</a:t>
            </a:r>
            <a:r>
              <a:rPr lang="en-US" sz="1800" b="0" u="none" strike="noStrike">
                <a:solidFill>
                  <a:schemeClr val="dk1"/>
                </a:solidFill>
                <a:effectLst/>
                <a:uFillTx/>
                <a:latin typeface="SRH Text"/>
                <a:ea typeface="SRH Text"/>
              </a:rPr>
              <a:t> and </a:t>
            </a:r>
            <a:r>
              <a:rPr lang="en-US" sz="1800" b="1" u="none" strike="noStrike">
                <a:solidFill>
                  <a:schemeClr val="dk1"/>
                </a:solidFill>
                <a:effectLst/>
                <a:uFillTx/>
                <a:latin typeface="SRH Text"/>
                <a:ea typeface="SRH Text"/>
              </a:rPr>
              <a:t>10 categorical features</a:t>
            </a:r>
            <a:r>
              <a:rPr lang="en-US" sz="1800" b="0" u="none" strike="noStrike">
                <a:solidFill>
                  <a:schemeClr val="dk1"/>
                </a:solidFill>
                <a:effectLst/>
                <a:uFillTx/>
                <a:latin typeface="SRH Text"/>
                <a:ea typeface="SRH Text"/>
              </a:rPr>
              <a:t>.</a:t>
            </a:r>
            <a:endParaRPr lang="en-US" sz="1800" b="0" u="none" strike="noStrike">
              <a:solidFill>
                <a:srgbClr val="000000"/>
              </a:solidFill>
              <a:effectLst/>
              <a:uFillTx/>
              <a:latin typeface="Arial"/>
            </a:endParaRPr>
          </a:p>
        </p:txBody>
      </p:sp>
      <p:sp>
        <p:nvSpPr>
          <p:cNvPr id="3" name="PlaceHolder 2"/>
          <p:cNvSpPr>
            <a:spLocks noGrp="1"/>
          </p:cNvSpPr>
          <p:nvPr>
            <p:ph type="ftr" idx="20"/>
          </p:nvPr>
        </p:nvSpPr>
        <p:spPr/>
        <p:txBody>
          <a:bodyPr/>
          <a:p>
            <a:r>
              <a:t>SRH Hochschule Heidelberg</a:t>
            </a:r>
          </a:p>
        </p:txBody>
      </p:sp>
      <p:sp>
        <p:nvSpPr>
          <p:cNvPr id="4" name="PlaceHolder 3"/>
          <p:cNvSpPr>
            <a:spLocks noGrp="1"/>
          </p:cNvSpPr>
          <p:nvPr>
            <p:ph type="sldNum" idx="21"/>
          </p:nvPr>
        </p:nvSpPr>
        <p:spPr/>
        <p:txBody>
          <a:bodyPr/>
          <a:p>
            <a:fld id="{C9EF4DD6-FFE4-460E-B792-7B6CA1A9645F}" type="slidenum">
              <a:t>6</a:t>
            </a:fld>
          </a:p>
        </p:txBody>
      </p:sp>
      <p:sp>
        <p:nvSpPr>
          <p:cNvPr id="5" name="PlaceHolder 4"/>
          <p:cNvSpPr>
            <a:spLocks noGrp="1"/>
          </p:cNvSpPr>
          <p:nvPr>
            <p:ph type="dt" idx="19"/>
          </p:nvPr>
        </p:nvSpPr>
        <p:spPr/>
        <p:txBody>
          <a:bodyPr/>
          <a:p>
            <a:fld id="{0B2DDDB5-3196-4DCE-B1D1-72330C5F0F56}" type="datetime1">
              <a:rPr lang="en-US"/>
              <a:t>08/08/2026</a:t>
            </a:fld>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 name="PlaceHolder 1"/>
          <p:cNvSpPr>
            <a:spLocks noGrp="1"/>
          </p:cNvSpPr>
          <p:nvPr>
            <p:ph type="title"/>
          </p:nvPr>
        </p:nvSpPr>
        <p:spPr>
          <a:xfrm>
            <a:off x="360000" y="358920"/>
            <a:ext cx="9156960" cy="834480"/>
          </a:xfrm>
          <a:prstGeom prst="rect">
            <a:avLst/>
          </a:prstGeom>
          <a:noFill/>
          <a:ln w="0">
            <a:noFill/>
          </a:ln>
        </p:spPr>
        <p:txBody>
          <a:bodyPr lIns="0" tIns="0" rIns="0" bIns="0" anchor="b">
            <a:noAutofit/>
          </a:bodyPr>
          <a:p>
            <a:pPr indent="0" algn="l" defTabSz="914400">
              <a:buNone/>
              <a:tabLst>
                <a:tab pos="0" algn="l"/>
              </a:tabLst>
            </a:pPr>
            <a:endParaRPr lang="de-DE" sz="3000" b="1" u="none" strike="noStrike">
              <a:solidFill>
                <a:schemeClr val="dk1"/>
              </a:solidFill>
              <a:effectLst/>
              <a:uFillTx/>
              <a:latin typeface="SRH Headline"/>
            </a:endParaRPr>
          </a:p>
        </p:txBody>
      </p:sp>
      <p:pic>
        <p:nvPicPr>
          <p:cNvPr id="212" name="Picture 1"/>
          <p:cNvPicPr/>
          <p:nvPr/>
        </p:nvPicPr>
        <p:blipFill>
          <a:blip r:embed="rId1"/>
          <a:stretch/>
        </p:blipFill>
        <p:spPr>
          <a:xfrm>
            <a:off x="1706760" y="1076400"/>
            <a:ext cx="8570160" cy="5175720"/>
          </a:xfrm>
          <a:prstGeom prst="rect">
            <a:avLst/>
          </a:prstGeom>
          <a:noFill/>
          <a:ln w="0">
            <a:noFill/>
          </a:ln>
        </p:spPr>
      </p:pic>
      <p:sp>
        <p:nvSpPr>
          <p:cNvPr id="3" name="PlaceHolder 2"/>
          <p:cNvSpPr>
            <a:spLocks noGrp="1"/>
          </p:cNvSpPr>
          <p:nvPr>
            <p:ph type="ftr" idx="20"/>
          </p:nvPr>
        </p:nvSpPr>
        <p:spPr/>
        <p:txBody>
          <a:bodyPr/>
          <a:p>
            <a:r>
              <a:t>SRH Hochschule Heidelberg</a:t>
            </a:r>
          </a:p>
        </p:txBody>
      </p:sp>
      <p:sp>
        <p:nvSpPr>
          <p:cNvPr id="4" name="PlaceHolder 3"/>
          <p:cNvSpPr>
            <a:spLocks noGrp="1"/>
          </p:cNvSpPr>
          <p:nvPr>
            <p:ph type="sldNum" idx="21"/>
          </p:nvPr>
        </p:nvSpPr>
        <p:spPr/>
        <p:txBody>
          <a:bodyPr/>
          <a:p>
            <a:fld id="{0E049A31-1ED2-4CAF-9011-CECA76A9E4C0}" type="slidenum">
              <a:t>7</a:t>
            </a:fld>
          </a:p>
        </p:txBody>
      </p:sp>
      <p:sp>
        <p:nvSpPr>
          <p:cNvPr id="5" name="PlaceHolder 4"/>
          <p:cNvSpPr>
            <a:spLocks noGrp="1"/>
          </p:cNvSpPr>
          <p:nvPr>
            <p:ph type="dt" idx="19"/>
          </p:nvPr>
        </p:nvSpPr>
        <p:spPr/>
        <p:txBody>
          <a:bodyPr/>
          <a:p>
            <a:fld id="{72F0F211-CBB1-41C8-A83E-8573C00459D7}" type="datetime1">
              <a:rPr lang="en-US"/>
              <a:t>08/08/2026</a:t>
            </a:fld>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3" name="PlaceHolder 1"/>
          <p:cNvSpPr>
            <a:spLocks noGrp="1"/>
          </p:cNvSpPr>
          <p:nvPr>
            <p:ph type="title"/>
          </p:nvPr>
        </p:nvSpPr>
        <p:spPr>
          <a:xfrm>
            <a:off x="267840" y="291600"/>
            <a:ext cx="9156960" cy="667440"/>
          </a:xfrm>
          <a:prstGeom prst="rect">
            <a:avLst/>
          </a:prstGeom>
          <a:noFill/>
          <a:ln w="0">
            <a:noFill/>
          </a:ln>
        </p:spPr>
        <p:txBody>
          <a:bodyPr lIns="0" tIns="0" rIns="0" bIns="0" anchor="b">
            <a:noAutofit/>
          </a:bodyPr>
          <a:p>
            <a:pPr indent="0" algn="l" defTabSz="914400">
              <a:lnSpc>
                <a:spcPct val="100000"/>
              </a:lnSpc>
              <a:buNone/>
              <a:tabLst>
                <a:tab pos="0" algn="l"/>
              </a:tabLst>
            </a:pPr>
            <a:r>
              <a:rPr lang="en-US" sz="3000" b="1" u="none" strike="noStrike">
                <a:solidFill>
                  <a:srgbClr val="C00000"/>
                </a:solidFill>
                <a:effectLst/>
                <a:uFillTx/>
                <a:latin typeface="SRH Headline"/>
                <a:ea typeface="SRH Headline"/>
              </a:rPr>
              <a:t>EDA Workflow</a:t>
            </a:r>
            <a:endParaRPr lang="de-DE" sz="3000" b="1" u="none" strike="noStrike">
              <a:solidFill>
                <a:schemeClr val="dk1"/>
              </a:solidFill>
              <a:effectLst/>
              <a:uFillTx/>
              <a:latin typeface="SRH Headline"/>
            </a:endParaRPr>
          </a:p>
        </p:txBody>
      </p:sp>
      <p:sp>
        <p:nvSpPr>
          <p:cNvPr id="214" name="Inhaltsplatzhalter 5"/>
          <p:cNvSpPr/>
          <p:nvPr/>
        </p:nvSpPr>
        <p:spPr>
          <a:xfrm>
            <a:off x="267840" y="1145880"/>
            <a:ext cx="10521360" cy="5089320"/>
          </a:xfrm>
          <a:prstGeom prst="rect">
            <a:avLst/>
          </a:prstGeom>
          <a:noFill/>
          <a:ln w="0">
            <a:noFill/>
          </a:ln>
        </p:spPr>
        <p:style>
          <a:lnRef idx="0"/>
          <a:fillRef idx="0"/>
          <a:effectRef idx="0"/>
          <a:fontRef idx="minor"/>
        </p:style>
        <p:txBody>
          <a:bodyPr lIns="0" tIns="0" rIns="0" bIns="0" anchor="t">
            <a:noAutofit/>
          </a:bodyPr>
          <a:p>
            <a:pPr defTabSz="914400">
              <a:lnSpc>
                <a:spcPct val="110000"/>
              </a:lnSpc>
              <a:spcBef>
                <a:spcPts val="1199"/>
              </a:spcBef>
              <a:tabLst>
                <a:tab pos="0" algn="l"/>
              </a:tabLst>
            </a:pPr>
            <a:r>
              <a:rPr lang="en-US" sz="1800" b="1" u="none" strike="noStrike">
                <a:solidFill>
                  <a:srgbClr val="C00000"/>
                </a:solidFill>
                <a:effectLst/>
                <a:uFillTx/>
                <a:latin typeface="SRH Text"/>
                <a:ea typeface="SRH Text"/>
              </a:rPr>
              <a:t>1. Data Cleaning</a:t>
            </a:r>
            <a:endParaRPr lang="en-US" sz="1800" b="0" u="none" strike="noStrike">
              <a:solidFill>
                <a:srgbClr val="000000"/>
              </a:solidFill>
              <a:effectLst/>
              <a:uFillTx/>
              <a:latin typeface="Arial"/>
            </a:endParaRPr>
          </a:p>
          <a:p>
            <a:pPr defTabSz="914400">
              <a:lnSpc>
                <a:spcPct val="110000"/>
              </a:lnSpc>
              <a:spcBef>
                <a:spcPts val="1199"/>
              </a:spcBef>
              <a:tabLst>
                <a:tab pos="0" algn="l"/>
              </a:tabLst>
            </a:pPr>
            <a:r>
              <a:rPr lang="en-US" sz="1800" b="1" u="none" strike="noStrike">
                <a:solidFill>
                  <a:schemeClr val="dk1"/>
                </a:solidFill>
                <a:effectLst/>
                <a:uFillTx/>
                <a:latin typeface="SRH Text"/>
                <a:ea typeface="SRH Text"/>
              </a:rPr>
              <a:t>Missing values:</a:t>
            </a:r>
            <a:r>
              <a:rPr lang="en-US" sz="1800" b="0" u="none" strike="noStrike">
                <a:solidFill>
                  <a:schemeClr val="dk1"/>
                </a:solidFill>
                <a:effectLst/>
                <a:uFillTx/>
                <a:latin typeface="SRH Text"/>
                <a:ea typeface="SRH Text"/>
              </a:rPr>
              <a:t> Many datasets have gaps. If we don’t handle them, models may misinterpret the data. We can fill missing values with averages/medians or remove rows if necessary.</a:t>
            </a:r>
            <a:endParaRPr lang="en-US" sz="1800" b="0" u="none" strike="noStrike">
              <a:solidFill>
                <a:srgbClr val="000000"/>
              </a:solidFill>
              <a:effectLst/>
              <a:uFillTx/>
              <a:latin typeface="Arial"/>
            </a:endParaRPr>
          </a:p>
          <a:p>
            <a:pPr defTabSz="914400">
              <a:lnSpc>
                <a:spcPct val="110000"/>
              </a:lnSpc>
              <a:spcBef>
                <a:spcPts val="1199"/>
              </a:spcBef>
              <a:tabLst>
                <a:tab pos="0" algn="l"/>
              </a:tabLst>
            </a:pPr>
            <a:r>
              <a:rPr lang="en-US" sz="1800" b="1" u="none" strike="noStrike">
                <a:solidFill>
                  <a:schemeClr val="dk1"/>
                </a:solidFill>
                <a:effectLst/>
                <a:uFillTx/>
                <a:latin typeface="SRH Text"/>
                <a:ea typeface="SRH Text"/>
              </a:rPr>
              <a:t>Duplicates:</a:t>
            </a:r>
            <a:r>
              <a:rPr lang="en-US" sz="1800" b="0" u="none" strike="noStrike">
                <a:solidFill>
                  <a:schemeClr val="dk1"/>
                </a:solidFill>
                <a:effectLst/>
                <a:uFillTx/>
                <a:latin typeface="SRH Text"/>
                <a:ea typeface="SRH Text"/>
              </a:rPr>
              <a:t> Repeated rows add no value and can bias results. Detecting and removing duplicates ensures cleaner analysis.</a:t>
            </a:r>
            <a:endParaRPr lang="en-US" sz="1800" b="0" u="none" strike="noStrike">
              <a:solidFill>
                <a:srgbClr val="000000"/>
              </a:solidFill>
              <a:effectLst/>
              <a:uFillTx/>
              <a:latin typeface="Arial"/>
            </a:endParaRPr>
          </a:p>
          <a:p>
            <a:pPr defTabSz="914400">
              <a:lnSpc>
                <a:spcPct val="110000"/>
              </a:lnSpc>
              <a:spcBef>
                <a:spcPts val="1199"/>
              </a:spcBef>
              <a:tabLst>
                <a:tab pos="0" algn="l"/>
              </a:tabLst>
            </a:pPr>
            <a:r>
              <a:rPr lang="en-US" sz="1800" b="1" u="none" strike="noStrike">
                <a:solidFill>
                  <a:schemeClr val="dk1"/>
                </a:solidFill>
                <a:effectLst/>
                <a:uFillTx/>
                <a:latin typeface="SRH Text"/>
                <a:ea typeface="SRH Text"/>
              </a:rPr>
              <a:t>Data types:</a:t>
            </a:r>
            <a:r>
              <a:rPr lang="en-US" sz="1800" b="0" u="none" strike="noStrike">
                <a:solidFill>
                  <a:schemeClr val="dk1"/>
                </a:solidFill>
                <a:effectLst/>
                <a:uFillTx/>
                <a:latin typeface="SRH Text"/>
                <a:ea typeface="SRH Text"/>
              </a:rPr>
              <a:t> Correct data type assignment (categorical vs. numerical) is important because algorithms treat them differently. For example, temperature is numerical, while building type is categorical.</a:t>
            </a:r>
            <a:endParaRPr lang="en-US" sz="1800" b="0" u="none" strike="noStrike">
              <a:solidFill>
                <a:srgbClr val="000000"/>
              </a:solidFill>
              <a:effectLst/>
              <a:uFillTx/>
              <a:latin typeface="Arial"/>
            </a:endParaRPr>
          </a:p>
          <a:p>
            <a:pPr defTabSz="914400">
              <a:lnSpc>
                <a:spcPct val="110000"/>
              </a:lnSpc>
              <a:spcBef>
                <a:spcPts val="1199"/>
              </a:spcBef>
              <a:tabLst>
                <a:tab pos="0" algn="l"/>
              </a:tabLst>
            </a:pPr>
            <a:r>
              <a:rPr lang="en-US" sz="1800" b="1" u="none" strike="noStrike">
                <a:solidFill>
                  <a:srgbClr val="C00000"/>
                </a:solidFill>
                <a:effectLst/>
                <a:uFillTx/>
                <a:latin typeface="SRH Text"/>
                <a:ea typeface="SRH Text"/>
              </a:rPr>
              <a:t>2. Univariate Analysis</a:t>
            </a:r>
            <a:endParaRPr lang="en-US" sz="1800" b="0" u="none" strike="noStrike">
              <a:solidFill>
                <a:srgbClr val="000000"/>
              </a:solidFill>
              <a:effectLst/>
              <a:uFillTx/>
              <a:latin typeface="Arial"/>
            </a:endParaRPr>
          </a:p>
          <a:p>
            <a:pPr defTabSz="914400">
              <a:lnSpc>
                <a:spcPct val="110000"/>
              </a:lnSpc>
              <a:spcBef>
                <a:spcPts val="1199"/>
              </a:spcBef>
              <a:tabLst>
                <a:tab pos="0" algn="l"/>
              </a:tabLst>
            </a:pPr>
            <a:r>
              <a:rPr lang="en-US" sz="1800" b="1" u="none" strike="noStrike">
                <a:solidFill>
                  <a:schemeClr val="dk1"/>
                </a:solidFill>
                <a:effectLst/>
                <a:uFillTx/>
                <a:latin typeface="SRH Text"/>
                <a:ea typeface="SRH Text"/>
              </a:rPr>
              <a:t>Distribution of features:</a:t>
            </a:r>
            <a:r>
              <a:rPr lang="en-US" sz="1800" b="0" u="none" strike="noStrike">
                <a:solidFill>
                  <a:schemeClr val="dk1"/>
                </a:solidFill>
                <a:effectLst/>
                <a:uFillTx/>
                <a:latin typeface="SRH Text"/>
                <a:ea typeface="SRH Text"/>
              </a:rPr>
              <a:t> By looking at histograms or boxplots, we understand how each feature is spread. For example, energy usage might be normally distributed or skewed.</a:t>
            </a:r>
            <a:endParaRPr lang="en-US" sz="1800" b="0" u="none" strike="noStrike">
              <a:solidFill>
                <a:srgbClr val="000000"/>
              </a:solidFill>
              <a:effectLst/>
              <a:uFillTx/>
              <a:latin typeface="Arial"/>
            </a:endParaRPr>
          </a:p>
          <a:p>
            <a:pPr defTabSz="914400">
              <a:lnSpc>
                <a:spcPct val="110000"/>
              </a:lnSpc>
              <a:spcBef>
                <a:spcPts val="1199"/>
              </a:spcBef>
              <a:tabLst>
                <a:tab pos="0" algn="l"/>
              </a:tabLst>
            </a:pPr>
            <a:endParaRPr lang="en-US" sz="1800" b="0" u="none" strike="noStrike">
              <a:solidFill>
                <a:srgbClr val="000000"/>
              </a:solidFill>
              <a:effectLst/>
              <a:uFillTx/>
              <a:latin typeface="Arial"/>
            </a:endParaRPr>
          </a:p>
        </p:txBody>
      </p:sp>
      <p:sp>
        <p:nvSpPr>
          <p:cNvPr id="3" name="PlaceHolder 2"/>
          <p:cNvSpPr>
            <a:spLocks noGrp="1"/>
          </p:cNvSpPr>
          <p:nvPr>
            <p:ph type="ftr" idx="20"/>
          </p:nvPr>
        </p:nvSpPr>
        <p:spPr/>
        <p:txBody>
          <a:bodyPr/>
          <a:p>
            <a:r>
              <a:t>SRH Hochschule Heidelberg</a:t>
            </a:r>
          </a:p>
        </p:txBody>
      </p:sp>
      <p:sp>
        <p:nvSpPr>
          <p:cNvPr id="4" name="PlaceHolder 3"/>
          <p:cNvSpPr>
            <a:spLocks noGrp="1"/>
          </p:cNvSpPr>
          <p:nvPr>
            <p:ph type="sldNum" idx="21"/>
          </p:nvPr>
        </p:nvSpPr>
        <p:spPr/>
        <p:txBody>
          <a:bodyPr/>
          <a:p>
            <a:fld id="{5AFC0124-27A9-4C47-B4D9-C9C3EA0E1843}" type="slidenum">
              <a:t>8</a:t>
            </a:fld>
          </a:p>
        </p:txBody>
      </p:sp>
      <p:sp>
        <p:nvSpPr>
          <p:cNvPr id="5" name="PlaceHolder 4"/>
          <p:cNvSpPr>
            <a:spLocks noGrp="1"/>
          </p:cNvSpPr>
          <p:nvPr>
            <p:ph type="dt" idx="19"/>
          </p:nvPr>
        </p:nvSpPr>
        <p:spPr/>
        <p:txBody>
          <a:bodyPr/>
          <a:p>
            <a:fld id="{2600AE56-B656-44E0-B67B-F67CD72D58BC}" type="datetime1">
              <a:rPr lang="en-US"/>
              <a:t>08/08/2026</a:t>
            </a:fld>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 name="PlaceHolder 1"/>
          <p:cNvSpPr>
            <a:spLocks noGrp="1"/>
          </p:cNvSpPr>
          <p:nvPr>
            <p:ph type="title"/>
          </p:nvPr>
        </p:nvSpPr>
        <p:spPr>
          <a:xfrm>
            <a:off x="267840" y="291600"/>
            <a:ext cx="9156960" cy="667440"/>
          </a:xfrm>
          <a:prstGeom prst="rect">
            <a:avLst/>
          </a:prstGeom>
          <a:noFill/>
          <a:ln w="0">
            <a:noFill/>
          </a:ln>
        </p:spPr>
        <p:txBody>
          <a:bodyPr lIns="0" tIns="0" rIns="0" bIns="0" anchor="b">
            <a:noAutofit/>
          </a:bodyPr>
          <a:p>
            <a:pPr indent="0" algn="l" defTabSz="914400">
              <a:lnSpc>
                <a:spcPct val="100000"/>
              </a:lnSpc>
              <a:buNone/>
              <a:tabLst>
                <a:tab pos="0" algn="l"/>
              </a:tabLst>
            </a:pPr>
            <a:r>
              <a:rPr lang="en-US" sz="3000" b="1" u="none" strike="noStrike">
                <a:solidFill>
                  <a:srgbClr val="C00000"/>
                </a:solidFill>
                <a:effectLst/>
                <a:uFillTx/>
                <a:latin typeface="SRH Headline"/>
                <a:ea typeface="SRH Headline"/>
              </a:rPr>
              <a:t>Skewness</a:t>
            </a:r>
            <a:endParaRPr lang="de-DE" sz="3000" b="1" u="none" strike="noStrike">
              <a:solidFill>
                <a:schemeClr val="dk1"/>
              </a:solidFill>
              <a:effectLst/>
              <a:uFillTx/>
              <a:latin typeface="SRH Headline"/>
            </a:endParaRPr>
          </a:p>
        </p:txBody>
      </p:sp>
      <p:sp>
        <p:nvSpPr>
          <p:cNvPr id="216" name="Inhaltsplatzhalter 5"/>
          <p:cNvSpPr/>
          <p:nvPr/>
        </p:nvSpPr>
        <p:spPr>
          <a:xfrm>
            <a:off x="267840" y="1145880"/>
            <a:ext cx="10521360" cy="5089320"/>
          </a:xfrm>
          <a:prstGeom prst="rect">
            <a:avLst/>
          </a:prstGeom>
          <a:noFill/>
          <a:ln w="0">
            <a:noFill/>
          </a:ln>
        </p:spPr>
        <p:style>
          <a:lnRef idx="0"/>
          <a:fillRef idx="0"/>
          <a:effectRef idx="0"/>
          <a:fontRef idx="minor"/>
        </p:style>
        <p:txBody>
          <a:bodyPr lIns="0" tIns="0" rIns="0" bIns="0" anchor="t">
            <a:noAutofit/>
          </a:bodyPr>
          <a:p>
            <a:pPr defTabSz="914400">
              <a:lnSpc>
                <a:spcPct val="110000"/>
              </a:lnSpc>
              <a:spcBef>
                <a:spcPts val="1199"/>
              </a:spcBef>
              <a:tabLst>
                <a:tab pos="0" algn="l"/>
              </a:tabLst>
            </a:pPr>
            <a:r>
              <a:rPr lang="en-US" sz="1800" b="0" u="none" strike="noStrike">
                <a:solidFill>
                  <a:schemeClr val="dk1"/>
                </a:solidFill>
                <a:effectLst/>
                <a:uFillTx/>
                <a:latin typeface="SRH Text"/>
                <a:ea typeface="SRH Text"/>
              </a:rPr>
              <a:t>🔹 Skewness: -0.0087 </a:t>
            </a:r>
            <a:endParaRPr lang="en-US" sz="1800" b="0" u="none" strike="noStrike">
              <a:solidFill>
                <a:srgbClr val="000000"/>
              </a:solidFill>
              <a:effectLst/>
              <a:uFillTx/>
              <a:latin typeface="Arial"/>
            </a:endParaRPr>
          </a:p>
          <a:p>
            <a:pPr defTabSz="914400">
              <a:lnSpc>
                <a:spcPct val="110000"/>
              </a:lnSpc>
              <a:spcBef>
                <a:spcPts val="1199"/>
              </a:spcBef>
              <a:tabLst>
                <a:tab pos="0" algn="l"/>
              </a:tabLst>
            </a:pPr>
            <a:r>
              <a:rPr lang="en-US" sz="1800" b="0" u="none" strike="noStrike">
                <a:solidFill>
                  <a:schemeClr val="dk1"/>
                </a:solidFill>
                <a:effectLst/>
                <a:uFillTx/>
                <a:latin typeface="SRH Text"/>
                <a:ea typeface="SRH Text"/>
              </a:rPr>
              <a:t>🔹 Kurtosis: -0.1610</a:t>
            </a:r>
            <a:endParaRPr lang="en-US" sz="1800" b="0" u="none" strike="noStrike">
              <a:solidFill>
                <a:srgbClr val="000000"/>
              </a:solidFill>
              <a:effectLst/>
              <a:uFillTx/>
              <a:latin typeface="Arial"/>
            </a:endParaRPr>
          </a:p>
        </p:txBody>
      </p:sp>
      <p:pic>
        <p:nvPicPr>
          <p:cNvPr id="217" name="Picture 5"/>
          <p:cNvPicPr/>
          <p:nvPr/>
        </p:nvPicPr>
        <p:blipFill>
          <a:blip r:embed="rId1"/>
          <a:stretch/>
        </p:blipFill>
        <p:spPr>
          <a:xfrm>
            <a:off x="383040" y="2231280"/>
            <a:ext cx="5306760" cy="3699720"/>
          </a:xfrm>
          <a:prstGeom prst="rect">
            <a:avLst/>
          </a:prstGeom>
          <a:noFill/>
          <a:ln w="0">
            <a:noFill/>
          </a:ln>
        </p:spPr>
      </p:pic>
      <p:pic>
        <p:nvPicPr>
          <p:cNvPr id="218" name="Picture 6"/>
          <p:cNvPicPr/>
          <p:nvPr/>
        </p:nvPicPr>
        <p:blipFill>
          <a:blip r:embed="rId2"/>
          <a:stretch/>
        </p:blipFill>
        <p:spPr>
          <a:xfrm>
            <a:off x="5995440" y="2075760"/>
            <a:ext cx="5248080" cy="4159800"/>
          </a:xfrm>
          <a:prstGeom prst="rect">
            <a:avLst/>
          </a:prstGeom>
          <a:noFill/>
          <a:ln w="0">
            <a:noFill/>
          </a:ln>
        </p:spPr>
      </p:pic>
      <p:sp>
        <p:nvSpPr>
          <p:cNvPr id="3" name="PlaceHolder 2"/>
          <p:cNvSpPr>
            <a:spLocks noGrp="1"/>
          </p:cNvSpPr>
          <p:nvPr>
            <p:ph type="ftr" idx="20"/>
          </p:nvPr>
        </p:nvSpPr>
        <p:spPr/>
        <p:txBody>
          <a:bodyPr/>
          <a:p>
            <a:r>
              <a:t>SRH Hochschule Heidelberg</a:t>
            </a:r>
          </a:p>
        </p:txBody>
      </p:sp>
      <p:sp>
        <p:nvSpPr>
          <p:cNvPr id="4" name="PlaceHolder 3"/>
          <p:cNvSpPr>
            <a:spLocks noGrp="1"/>
          </p:cNvSpPr>
          <p:nvPr>
            <p:ph type="sldNum" idx="21"/>
          </p:nvPr>
        </p:nvSpPr>
        <p:spPr/>
        <p:txBody>
          <a:bodyPr/>
          <a:p>
            <a:fld id="{3FE580A2-0E81-4D3E-B5FE-A4DE8E25E160}" type="slidenum">
              <a:t>9</a:t>
            </a:fld>
          </a:p>
        </p:txBody>
      </p:sp>
      <p:sp>
        <p:nvSpPr>
          <p:cNvPr id="5" name="PlaceHolder 4"/>
          <p:cNvSpPr>
            <a:spLocks noGrp="1"/>
          </p:cNvSpPr>
          <p:nvPr>
            <p:ph type="dt" idx="19"/>
          </p:nvPr>
        </p:nvSpPr>
        <p:spPr/>
        <p:txBody>
          <a:bodyPr/>
          <a:p>
            <a:fld id="{C74198FF-2E83-433D-9896-EAA1E463FEAF}" type="datetime1">
              <a:rPr lang="en-US"/>
              <a:t>08/08/2026</a:t>
            </a:fld>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9" name="PlaceHolder 1"/>
          <p:cNvSpPr>
            <a:spLocks noGrp="1"/>
          </p:cNvSpPr>
          <p:nvPr>
            <p:ph type="title"/>
          </p:nvPr>
        </p:nvSpPr>
        <p:spPr>
          <a:xfrm>
            <a:off x="170640" y="-77040"/>
            <a:ext cx="9541800" cy="834480"/>
          </a:xfrm>
          <a:prstGeom prst="rect">
            <a:avLst/>
          </a:prstGeom>
          <a:noFill/>
          <a:ln w="0">
            <a:noFill/>
          </a:ln>
        </p:spPr>
        <p:txBody>
          <a:bodyPr lIns="0" tIns="0" rIns="0" bIns="0" anchor="b">
            <a:noAutofit/>
          </a:bodyPr>
          <a:p>
            <a:pPr indent="0" algn="l" defTabSz="914400">
              <a:lnSpc>
                <a:spcPct val="100000"/>
              </a:lnSpc>
              <a:buNone/>
              <a:tabLst>
                <a:tab pos="0" algn="l"/>
              </a:tabLst>
            </a:pPr>
            <a:r>
              <a:rPr lang="en-US" sz="3000" b="1" u="none" strike="noStrike">
                <a:solidFill>
                  <a:srgbClr val="C00000"/>
                </a:solidFill>
                <a:effectLst/>
                <a:uFillTx/>
                <a:latin typeface="SRH Headline"/>
                <a:ea typeface="SRH Headline"/>
              </a:rPr>
              <a:t>Anomaly Detection Methods(Outliers)</a:t>
            </a:r>
            <a:endParaRPr lang="de-DE" sz="3000" b="1" u="none" strike="noStrike">
              <a:solidFill>
                <a:schemeClr val="dk1"/>
              </a:solidFill>
              <a:effectLst/>
              <a:uFillTx/>
              <a:latin typeface="SRH Headline"/>
            </a:endParaRPr>
          </a:p>
        </p:txBody>
      </p:sp>
      <p:sp>
        <p:nvSpPr>
          <p:cNvPr id="220" name="PlaceHolder 2"/>
          <p:cNvSpPr>
            <a:spLocks noGrp="1"/>
          </p:cNvSpPr>
          <p:nvPr>
            <p:ph/>
          </p:nvPr>
        </p:nvSpPr>
        <p:spPr>
          <a:xfrm>
            <a:off x="219600" y="1048680"/>
            <a:ext cx="11179440" cy="5808600"/>
          </a:xfrm>
          <a:prstGeom prst="rect">
            <a:avLst/>
          </a:prstGeom>
          <a:noFill/>
          <a:ln w="0">
            <a:noFill/>
          </a:ln>
        </p:spPr>
        <p:txBody>
          <a:bodyPr lIns="0" tIns="0" rIns="0" bIns="0" anchor="t">
            <a:noAutofit/>
          </a:bodyPr>
          <a:p>
            <a:pPr indent="0" algn="l" defTabSz="914400">
              <a:lnSpc>
                <a:spcPct val="110000"/>
              </a:lnSpc>
              <a:spcBef>
                <a:spcPts val="1199"/>
              </a:spcBef>
              <a:buNone/>
              <a:tabLst>
                <a:tab pos="0" algn="l"/>
              </a:tabLst>
            </a:pPr>
            <a:r>
              <a:rPr lang="en-US" sz="1800" b="0" u="none" strike="noStrike">
                <a:solidFill>
                  <a:schemeClr val="dk1"/>
                </a:solidFill>
                <a:effectLst/>
                <a:uFillTx/>
                <a:latin typeface="SRH Text"/>
                <a:ea typeface="SRH Text"/>
              </a:rPr>
              <a:t>Outliers are extreme values that may distort model performance. Boxplots help us identify them, and depending on context, we either keep (if valid) or treat/remove them.</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1" u="none" strike="noStrike">
                <a:solidFill>
                  <a:srgbClr val="C00000"/>
                </a:solidFill>
                <a:effectLst/>
                <a:uFillTx/>
                <a:latin typeface="SRH Text"/>
                <a:ea typeface="SRH Text"/>
              </a:rPr>
              <a:t> Statistical Methods</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1" u="none" strike="noStrike">
                <a:solidFill>
                  <a:schemeClr val="dk1"/>
                </a:solidFill>
                <a:effectLst/>
                <a:uFillTx/>
                <a:latin typeface="SRH Text"/>
                <a:ea typeface="SRH Text"/>
              </a:rPr>
              <a:t>Examples:</a:t>
            </a:r>
            <a:r>
              <a:rPr lang="en-US" sz="1800" b="0" u="none" strike="noStrike">
                <a:solidFill>
                  <a:schemeClr val="dk1"/>
                </a:solidFill>
                <a:effectLst/>
                <a:uFillTx/>
                <a:latin typeface="SRH Text"/>
                <a:ea typeface="SRH Text"/>
              </a:rPr>
              <a:t> Z-Score, IQR, REHWS</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1" u="none" strike="noStrike">
                <a:solidFill>
                  <a:schemeClr val="dk1"/>
                </a:solidFill>
                <a:effectLst/>
                <a:uFillTx/>
                <a:latin typeface="SRH Text"/>
                <a:ea typeface="SRH Text"/>
              </a:rPr>
              <a:t>Idea:</a:t>
            </a:r>
            <a:r>
              <a:rPr lang="en-US" sz="1800" b="0" u="none" strike="noStrike">
                <a:solidFill>
                  <a:schemeClr val="dk1"/>
                </a:solidFill>
                <a:effectLst/>
                <a:uFillTx/>
                <a:latin typeface="SRH Text"/>
                <a:ea typeface="SRH Text"/>
              </a:rPr>
              <a:t> These methods assume the data follows a known </a:t>
            </a:r>
            <a:r>
              <a:rPr lang="en-US" sz="1800" b="1" u="none" strike="noStrike">
                <a:solidFill>
                  <a:schemeClr val="dk1"/>
                </a:solidFill>
                <a:effectLst/>
                <a:uFillTx/>
                <a:latin typeface="SRH Text"/>
                <a:ea typeface="SRH Text"/>
              </a:rPr>
              <a:t>statistical distribution </a:t>
            </a:r>
            <a:r>
              <a:rPr lang="en-US" sz="1800" b="0" u="none" strike="noStrike">
                <a:solidFill>
                  <a:schemeClr val="dk1"/>
                </a:solidFill>
                <a:effectLst/>
                <a:uFillTx/>
                <a:latin typeface="SRH Text"/>
                <a:ea typeface="SRH Text"/>
              </a:rPr>
              <a:t>(e.g., normal distribution). Any point that deviates strongly from this distribution is marked as an outlier.</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1" u="none" strike="noStrike">
                <a:solidFill>
                  <a:schemeClr val="dk1"/>
                </a:solidFill>
                <a:effectLst/>
                <a:uFillTx/>
                <a:latin typeface="SRH Text"/>
                <a:ea typeface="SRH Text"/>
              </a:rPr>
              <a:t>Pros:</a:t>
            </a:r>
            <a:r>
              <a:rPr lang="en-US" sz="1800" b="0" u="none" strike="noStrike">
                <a:solidFill>
                  <a:schemeClr val="dk1"/>
                </a:solidFill>
                <a:effectLst/>
                <a:uFillTx/>
                <a:latin typeface="SRH Text"/>
                <a:ea typeface="SRH Text"/>
              </a:rPr>
              <a:t> Simple, fast, and easy to interpret.</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1" u="none" strike="noStrike">
                <a:solidFill>
                  <a:schemeClr val="dk1"/>
                </a:solidFill>
                <a:effectLst/>
                <a:uFillTx/>
                <a:latin typeface="SRH Text"/>
                <a:ea typeface="SRH Text"/>
              </a:rPr>
              <a:t>Cons:</a:t>
            </a:r>
            <a:r>
              <a:rPr lang="en-US" sz="1800" b="0" u="none" strike="noStrike">
                <a:solidFill>
                  <a:schemeClr val="dk1"/>
                </a:solidFill>
                <a:effectLst/>
                <a:uFillTx/>
                <a:latin typeface="SRH Text"/>
                <a:ea typeface="SRH Text"/>
              </a:rPr>
              <a:t> Not suitable if the data does not follow the assumed distribution</a:t>
            </a:r>
            <a:r>
              <a:rPr lang="en-US" sz="1800" b="0" u="none" strike="noStrike">
                <a:solidFill>
                  <a:schemeClr val="dk1"/>
                </a:solidFill>
                <a:effectLst/>
                <a:uFillTx/>
                <a:latin typeface="Wingdings"/>
                <a:ea typeface="SRH Text"/>
              </a:rPr>
              <a:t></a:t>
            </a:r>
            <a:r>
              <a:rPr lang="en-US" sz="1800" b="0" u="none" strike="noStrike">
                <a:solidFill>
                  <a:schemeClr val="dk1"/>
                </a:solidFill>
                <a:effectLst/>
                <a:uFillTx/>
                <a:latin typeface="SRH Text"/>
                <a:ea typeface="SRH Text"/>
              </a:rPr>
              <a:t>(problem with high-dimensional data)</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endParaRPr lang="de-DE" sz="1800" b="0" u="none" strike="noStrike">
              <a:solidFill>
                <a:schemeClr val="dk1"/>
              </a:solidFill>
              <a:effectLst/>
              <a:uFillTx/>
              <a:latin typeface="SRH Text"/>
            </a:endParaRPr>
          </a:p>
        </p:txBody>
      </p:sp>
      <p:sp>
        <p:nvSpPr>
          <p:cNvPr id="4" name="PlaceHolder 3"/>
          <p:cNvSpPr>
            <a:spLocks noGrp="1"/>
          </p:cNvSpPr>
          <p:nvPr>
            <p:ph type="ftr" idx="20"/>
          </p:nvPr>
        </p:nvSpPr>
        <p:spPr/>
        <p:txBody>
          <a:bodyPr/>
          <a:p>
            <a:r>
              <a:t>SRH Hochschule Heidelberg</a:t>
            </a:r>
          </a:p>
        </p:txBody>
      </p:sp>
      <p:sp>
        <p:nvSpPr>
          <p:cNvPr id="5" name="PlaceHolder 4"/>
          <p:cNvSpPr>
            <a:spLocks noGrp="1"/>
          </p:cNvSpPr>
          <p:nvPr>
            <p:ph type="sldNum" idx="21"/>
          </p:nvPr>
        </p:nvSpPr>
        <p:spPr/>
        <p:txBody>
          <a:bodyPr/>
          <a:p>
            <a:fld id="{576FC463-B5E1-4562-85B9-C2FE34CFE255}" type="slidenum">
              <a:t>10</a:t>
            </a:fld>
          </a:p>
        </p:txBody>
      </p:sp>
      <p:sp>
        <p:nvSpPr>
          <p:cNvPr id="6" name="PlaceHolder 5"/>
          <p:cNvSpPr>
            <a:spLocks noGrp="1"/>
          </p:cNvSpPr>
          <p:nvPr>
            <p:ph type="dt" idx="19"/>
          </p:nvPr>
        </p:nvSpPr>
        <p:spPr/>
        <p:txBody>
          <a:bodyPr/>
          <a:p>
            <a:fld id="{9FB49D84-58D9-41C1-9411-9981A15251CA}" type="datetime1">
              <a:rPr lang="en-US"/>
              <a:t>08/08/2026</a:t>
            </a:fld>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1" name="PlaceHolder 1"/>
          <p:cNvSpPr>
            <a:spLocks noGrp="1"/>
          </p:cNvSpPr>
          <p:nvPr>
            <p:ph type="title"/>
          </p:nvPr>
        </p:nvSpPr>
        <p:spPr>
          <a:xfrm>
            <a:off x="170640" y="-77040"/>
            <a:ext cx="9541800" cy="834480"/>
          </a:xfrm>
          <a:prstGeom prst="rect">
            <a:avLst/>
          </a:prstGeom>
          <a:noFill/>
          <a:ln w="0">
            <a:noFill/>
          </a:ln>
        </p:spPr>
        <p:txBody>
          <a:bodyPr lIns="0" tIns="0" rIns="0" bIns="0" anchor="b">
            <a:noAutofit/>
          </a:bodyPr>
          <a:p>
            <a:pPr indent="0" algn="l" defTabSz="914400">
              <a:lnSpc>
                <a:spcPct val="100000"/>
              </a:lnSpc>
              <a:buNone/>
              <a:tabLst>
                <a:tab pos="0" algn="l"/>
              </a:tabLst>
            </a:pPr>
            <a:r>
              <a:rPr lang="en-US" sz="3000" b="1" u="none" strike="noStrike">
                <a:solidFill>
                  <a:srgbClr val="C00000"/>
                </a:solidFill>
                <a:effectLst/>
                <a:uFillTx/>
                <a:latin typeface="SRH Headline"/>
                <a:ea typeface="SRH Headline"/>
              </a:rPr>
              <a:t>Z-Score </a:t>
            </a:r>
            <a:endParaRPr lang="de-DE" sz="3000" b="1" u="none" strike="noStrike">
              <a:solidFill>
                <a:schemeClr val="dk1"/>
              </a:solidFill>
              <a:effectLst/>
              <a:uFillTx/>
              <a:latin typeface="SRH Headline"/>
            </a:endParaRPr>
          </a:p>
        </p:txBody>
      </p:sp>
      <p:sp>
        <p:nvSpPr>
          <p:cNvPr id="222" name="PlaceHolder 2"/>
          <p:cNvSpPr>
            <a:spLocks noGrp="1"/>
          </p:cNvSpPr>
          <p:nvPr>
            <p:ph/>
          </p:nvPr>
        </p:nvSpPr>
        <p:spPr>
          <a:xfrm>
            <a:off x="366840" y="792360"/>
            <a:ext cx="10824480" cy="5936760"/>
          </a:xfrm>
          <a:prstGeom prst="rect">
            <a:avLst/>
          </a:prstGeom>
          <a:noFill/>
          <a:ln w="0">
            <a:noFill/>
          </a:ln>
        </p:spPr>
        <p:txBody>
          <a:bodyPr lIns="0" tIns="0" rIns="0" bIns="0" anchor="t">
            <a:noAutofit/>
          </a:bodyPr>
          <a:p>
            <a:pPr indent="0" algn="l" defTabSz="914400">
              <a:lnSpc>
                <a:spcPct val="110000"/>
              </a:lnSpc>
              <a:spcBef>
                <a:spcPts val="1199"/>
              </a:spcBef>
              <a:buNone/>
              <a:tabLst>
                <a:tab pos="0" algn="l"/>
              </a:tabLst>
            </a:pPr>
            <a:r>
              <a:rPr lang="en-US" sz="1800" b="1" u="none" strike="noStrike">
                <a:solidFill>
                  <a:schemeClr val="dk1"/>
                </a:solidFill>
                <a:effectLst/>
                <a:uFillTx/>
                <a:latin typeface="SRH Text"/>
                <a:ea typeface="SRH Text"/>
              </a:rPr>
              <a:t>Local Context, Not Just Global</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0" u="none" strike="noStrike">
                <a:solidFill>
                  <a:schemeClr val="dk1"/>
                </a:solidFill>
                <a:effectLst/>
                <a:uFillTx/>
                <a:latin typeface="SRH Text"/>
                <a:ea typeface="SRH Text"/>
              </a:rPr>
              <a:t>Energy consumption data is a </a:t>
            </a:r>
            <a:r>
              <a:rPr lang="en-US" sz="1800" b="1" u="none" strike="noStrike">
                <a:solidFill>
                  <a:schemeClr val="dk1"/>
                </a:solidFill>
                <a:effectLst/>
                <a:uFillTx/>
                <a:latin typeface="SRH Text"/>
                <a:ea typeface="SRH Text"/>
              </a:rPr>
              <a:t>time series</a:t>
            </a:r>
            <a:r>
              <a:rPr lang="en-US" sz="1800" b="0" u="none" strike="noStrike">
                <a:solidFill>
                  <a:schemeClr val="dk1"/>
                </a:solidFill>
                <a:effectLst/>
                <a:uFillTx/>
                <a:latin typeface="SRH Text"/>
                <a:ea typeface="SRH Text"/>
              </a:rPr>
              <a:t> → patterns change over time.</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0" u="none" strike="noStrike">
                <a:solidFill>
                  <a:schemeClr val="dk1"/>
                </a:solidFill>
                <a:effectLst/>
                <a:uFillTx/>
                <a:latin typeface="SRH Text"/>
                <a:ea typeface="SRH Text"/>
              </a:rPr>
              <a:t>A </a:t>
            </a:r>
            <a:r>
              <a:rPr lang="en-US" sz="1800" b="1" u="none" strike="noStrike">
                <a:solidFill>
                  <a:schemeClr val="dk1"/>
                </a:solidFill>
                <a:effectLst/>
                <a:uFillTx/>
                <a:latin typeface="SRH Text"/>
                <a:ea typeface="SRH Text"/>
              </a:rPr>
              <a:t>rolling Z-score </a:t>
            </a:r>
            <a:r>
              <a:rPr lang="en-US" sz="1800" b="0" u="none" strike="noStrike">
                <a:solidFill>
                  <a:schemeClr val="dk1"/>
                </a:solidFill>
                <a:effectLst/>
                <a:uFillTx/>
                <a:latin typeface="SRH Text"/>
                <a:ea typeface="SRH Text"/>
              </a:rPr>
              <a:t>evaluates each new point </a:t>
            </a:r>
            <a:r>
              <a:rPr lang="en-US" sz="1800" b="1" u="none" strike="noStrike">
                <a:solidFill>
                  <a:schemeClr val="dk1"/>
                </a:solidFill>
                <a:effectLst/>
                <a:uFillTx/>
                <a:latin typeface="SRH Text"/>
                <a:ea typeface="SRH Text"/>
              </a:rPr>
              <a:t>relative to its recent history</a:t>
            </a:r>
            <a:r>
              <a:rPr lang="en-US" sz="1800" b="0" u="none" strike="noStrike">
                <a:solidFill>
                  <a:schemeClr val="dk1"/>
                </a:solidFill>
                <a:effectLst/>
                <a:uFillTx/>
                <a:latin typeface="SRH Text"/>
                <a:ea typeface="SRH Text"/>
              </a:rPr>
              <a:t>, not just the overall dataset.</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0" u="none" strike="noStrike">
                <a:solidFill>
                  <a:schemeClr val="dk1"/>
                </a:solidFill>
                <a:effectLst/>
                <a:uFillTx/>
                <a:latin typeface="SRH Text"/>
                <a:ea typeface="SRH Text"/>
              </a:rPr>
              <a:t>This means it can catch </a:t>
            </a:r>
            <a:r>
              <a:rPr lang="en-US" sz="1800" b="1" u="none" strike="noStrike">
                <a:solidFill>
                  <a:schemeClr val="dk1"/>
                </a:solidFill>
                <a:effectLst/>
                <a:uFillTx/>
                <a:latin typeface="SRH Text"/>
                <a:ea typeface="SRH Text"/>
              </a:rPr>
              <a:t>short-term anomalies</a:t>
            </a:r>
            <a:r>
              <a:rPr lang="en-US" sz="1800" b="0" u="none" strike="noStrike">
                <a:solidFill>
                  <a:schemeClr val="dk1"/>
                </a:solidFill>
                <a:effectLst/>
                <a:uFillTx/>
                <a:latin typeface="SRH Text"/>
                <a:ea typeface="SRH Text"/>
              </a:rPr>
              <a:t> that global methods might miss.</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1" u="none" strike="noStrike">
                <a:solidFill>
                  <a:schemeClr val="dk1"/>
                </a:solidFill>
                <a:effectLst/>
                <a:uFillTx/>
                <a:latin typeface="SRH Text"/>
                <a:ea typeface="SRH Text"/>
              </a:rPr>
              <a:t>Adaptive to Seasonality and Trends</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0" u="none" strike="noStrike">
                <a:solidFill>
                  <a:schemeClr val="dk1"/>
                </a:solidFill>
                <a:effectLst/>
                <a:uFillTx/>
                <a:latin typeface="SRH Text"/>
                <a:ea typeface="SRH Text"/>
              </a:rPr>
              <a:t>By using a </a:t>
            </a:r>
            <a:r>
              <a:rPr lang="en-US" sz="1800" b="1" u="none" strike="noStrike">
                <a:solidFill>
                  <a:schemeClr val="dk1"/>
                </a:solidFill>
                <a:effectLst/>
                <a:uFillTx/>
                <a:latin typeface="SRH Text"/>
                <a:ea typeface="SRH Text"/>
              </a:rPr>
              <a:t>moving window</a:t>
            </a:r>
            <a:r>
              <a:rPr lang="en-US" sz="1800" b="0" u="none" strike="noStrike">
                <a:solidFill>
                  <a:schemeClr val="dk1"/>
                </a:solidFill>
                <a:effectLst/>
                <a:uFillTx/>
                <a:latin typeface="SRH Text"/>
                <a:ea typeface="SRH Text"/>
              </a:rPr>
              <a:t>, the method automatically adapts to local shifts (e.g., winter vs. summer usage).</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0" u="none" strike="noStrike">
                <a:solidFill>
                  <a:schemeClr val="dk1"/>
                </a:solidFill>
                <a:effectLst/>
                <a:uFillTx/>
                <a:latin typeface="SRH Text"/>
                <a:ea typeface="SRH Text"/>
              </a:rPr>
              <a:t>If consumption gradually increases, the Z-score adjusts with it.</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1" u="none" strike="noStrike">
                <a:solidFill>
                  <a:schemeClr val="dk1"/>
                </a:solidFill>
                <a:effectLst/>
                <a:uFillTx/>
                <a:latin typeface="SRH Text"/>
                <a:ea typeface="SRH Text"/>
              </a:rPr>
              <a:t>Sensitivity Control</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0" u="none" strike="noStrike">
                <a:solidFill>
                  <a:schemeClr val="dk1"/>
                </a:solidFill>
                <a:effectLst/>
                <a:uFillTx/>
                <a:latin typeface="SRH Text"/>
                <a:ea typeface="SRH Text"/>
              </a:rPr>
              <a:t>Easy to tune with two parameters:</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en-US" sz="1800" b="1" u="none" strike="noStrike">
                <a:solidFill>
                  <a:schemeClr val="dk1"/>
                </a:solidFill>
                <a:effectLst/>
                <a:uFillTx/>
                <a:latin typeface="SRH Text"/>
                <a:ea typeface="SRH Text"/>
              </a:rPr>
              <a:t>Window size (N):</a:t>
            </a:r>
            <a:r>
              <a:rPr lang="en-US" sz="1800" b="0" u="none" strike="noStrike">
                <a:solidFill>
                  <a:schemeClr val="dk1"/>
                </a:solidFill>
                <a:effectLst/>
                <a:uFillTx/>
                <a:latin typeface="SRH Text"/>
                <a:ea typeface="SRH Text"/>
              </a:rPr>
              <a:t> how much history to consider.</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en-US" sz="1800" b="1" u="none" strike="noStrike">
                <a:solidFill>
                  <a:schemeClr val="dk1"/>
                </a:solidFill>
                <a:effectLst/>
                <a:uFillTx/>
                <a:latin typeface="SRH Text"/>
                <a:ea typeface="SRH Text"/>
              </a:rPr>
              <a:t>Threshold (e.g., 3σ):</a:t>
            </a:r>
            <a:r>
              <a:rPr lang="en-US" sz="1800" b="0" u="none" strike="noStrike">
                <a:solidFill>
                  <a:schemeClr val="dk1"/>
                </a:solidFill>
                <a:effectLst/>
                <a:uFillTx/>
                <a:latin typeface="SRH Text"/>
                <a:ea typeface="SRH Text"/>
              </a:rPr>
              <a:t> how strict we are about flagging anomalies.</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endParaRPr lang="de-DE" sz="1800" b="0" u="none" strike="noStrike">
              <a:solidFill>
                <a:schemeClr val="dk1"/>
              </a:solidFill>
              <a:effectLst/>
              <a:uFillTx/>
              <a:latin typeface="SRH Text"/>
            </a:endParaRPr>
          </a:p>
        </p:txBody>
      </p:sp>
      <p:sp>
        <p:nvSpPr>
          <p:cNvPr id="223" name="Picture 6"/>
          <p:cNvSpPr/>
          <p:nvPr/>
        </p:nvSpPr>
        <p:spPr>
          <a:xfrm>
            <a:off x="7057800" y="3779640"/>
            <a:ext cx="5133600" cy="1931400"/>
          </a:xfrm>
          <a:prstGeom prst="roundRect">
            <a:avLst>
              <a:gd name="adj" fmla="val 16667"/>
            </a:avLst>
          </a:prstGeom>
          <a:blipFill rotWithShape="0">
            <a:blip r:embed="rId1"/>
            <a:srcRect/>
            <a:stretch/>
          </a:blipFill>
          <a:ln w="0">
            <a:noFill/>
          </a:ln>
          <a:effectLst>
            <a:outerShdw algn="tl" blurRad="76320" dir="7800819" dist="38073" rotWithShape="0">
              <a:srgbClr val="000000">
                <a:alpha val="40000"/>
              </a:srgbClr>
            </a:outerShdw>
          </a:effectLst>
          <a:scene3d>
            <a:camera prst="orthographicFront"/>
            <a:lightRig dir="t" rig="contrasting">
              <a:rot lat="0" lon="0" rev="4200000"/>
            </a:lightRig>
          </a:scene3d>
          <a:sp3d prstMaterial="plastic">
            <a:bevelT prst="relaxedInset" w="381000" h="114300"/>
            <a:contourClr>
              <a:srgbClr val="969696"/>
            </a:contourClr>
          </a:sp3d>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 name="PlaceHolder 3"/>
          <p:cNvSpPr>
            <a:spLocks noGrp="1"/>
          </p:cNvSpPr>
          <p:nvPr>
            <p:ph type="ftr" idx="20"/>
          </p:nvPr>
        </p:nvSpPr>
        <p:spPr/>
        <p:txBody>
          <a:bodyPr/>
          <a:p>
            <a:r>
              <a:t>SRH Hochschule Heidelberg</a:t>
            </a:r>
          </a:p>
        </p:txBody>
      </p:sp>
      <p:sp>
        <p:nvSpPr>
          <p:cNvPr id="5" name="PlaceHolder 4"/>
          <p:cNvSpPr>
            <a:spLocks noGrp="1"/>
          </p:cNvSpPr>
          <p:nvPr>
            <p:ph type="sldNum" idx="21"/>
          </p:nvPr>
        </p:nvSpPr>
        <p:spPr/>
        <p:txBody>
          <a:bodyPr/>
          <a:p>
            <a:fld id="{98498F06-1635-4B20-B708-C45CB49664C6}" type="slidenum">
              <a:t>11</a:t>
            </a:fld>
          </a:p>
        </p:txBody>
      </p:sp>
      <p:sp>
        <p:nvSpPr>
          <p:cNvPr id="6" name="PlaceHolder 5"/>
          <p:cNvSpPr>
            <a:spLocks noGrp="1"/>
          </p:cNvSpPr>
          <p:nvPr>
            <p:ph type="dt" idx="19"/>
          </p:nvPr>
        </p:nvSpPr>
        <p:spPr/>
        <p:txBody>
          <a:bodyPr/>
          <a:p>
            <a:fld id="{90EC2A0E-8D48-4C08-B999-7092121EF310}" type="datetime1">
              <a:rPr lang="en-US"/>
              <a:t>08/08/2026</a:t>
            </a:fld>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 name="PlaceHolder 1"/>
          <p:cNvSpPr>
            <a:spLocks noGrp="1"/>
          </p:cNvSpPr>
          <p:nvPr>
            <p:ph type="title"/>
          </p:nvPr>
        </p:nvSpPr>
        <p:spPr>
          <a:xfrm>
            <a:off x="170640" y="-77040"/>
            <a:ext cx="9541800" cy="834480"/>
          </a:xfrm>
          <a:prstGeom prst="rect">
            <a:avLst/>
          </a:prstGeom>
          <a:noFill/>
          <a:ln w="0">
            <a:noFill/>
          </a:ln>
        </p:spPr>
        <p:txBody>
          <a:bodyPr lIns="0" tIns="0" rIns="0" bIns="0" anchor="b">
            <a:noAutofit/>
          </a:bodyPr>
          <a:p>
            <a:pPr indent="0" algn="l" defTabSz="914400">
              <a:lnSpc>
                <a:spcPct val="100000"/>
              </a:lnSpc>
              <a:buNone/>
              <a:tabLst>
                <a:tab pos="0" algn="l"/>
              </a:tabLst>
            </a:pPr>
            <a:r>
              <a:rPr lang="en-US" sz="3000" b="1" u="none" strike="noStrike">
                <a:solidFill>
                  <a:srgbClr val="C00000"/>
                </a:solidFill>
                <a:effectLst/>
                <a:uFillTx/>
                <a:latin typeface="SRH Headline"/>
                <a:ea typeface="SRH Headline"/>
              </a:rPr>
              <a:t>Anomaly Detection Methods(Outliers)</a:t>
            </a:r>
            <a:endParaRPr lang="de-DE" sz="3000" b="1" u="none" strike="noStrike">
              <a:solidFill>
                <a:schemeClr val="dk1"/>
              </a:solidFill>
              <a:effectLst/>
              <a:uFillTx/>
              <a:latin typeface="SRH Headline"/>
            </a:endParaRPr>
          </a:p>
        </p:txBody>
      </p:sp>
      <p:sp>
        <p:nvSpPr>
          <p:cNvPr id="225" name="PlaceHolder 2"/>
          <p:cNvSpPr>
            <a:spLocks noGrp="1"/>
          </p:cNvSpPr>
          <p:nvPr>
            <p:ph/>
          </p:nvPr>
        </p:nvSpPr>
        <p:spPr>
          <a:xfrm>
            <a:off x="219600" y="853560"/>
            <a:ext cx="11179440" cy="6003720"/>
          </a:xfrm>
          <a:prstGeom prst="rect">
            <a:avLst/>
          </a:prstGeom>
          <a:noFill/>
          <a:ln w="0">
            <a:noFill/>
          </a:ln>
        </p:spPr>
        <p:txBody>
          <a:bodyPr lIns="0" tIns="0" rIns="0" bIns="0" anchor="t">
            <a:noAutofit/>
          </a:bodyPr>
          <a:p>
            <a:pPr indent="0" algn="l" defTabSz="914400">
              <a:lnSpc>
                <a:spcPct val="110000"/>
              </a:lnSpc>
              <a:spcBef>
                <a:spcPts val="1199"/>
              </a:spcBef>
              <a:buNone/>
              <a:tabLst>
                <a:tab pos="0" algn="l"/>
              </a:tabLst>
            </a:pPr>
            <a:r>
              <a:rPr lang="en-US" sz="1800" b="1" u="none" strike="noStrike">
                <a:solidFill>
                  <a:srgbClr val="C00000"/>
                </a:solidFill>
                <a:effectLst/>
                <a:uFillTx/>
                <a:latin typeface="SRH Text"/>
                <a:ea typeface="SRH Text"/>
              </a:rPr>
              <a:t>REHWS </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2000" b="0" u="none" strike="noStrike">
                <a:solidFill>
                  <a:schemeClr val="dk1"/>
                </a:solidFill>
                <a:effectLst/>
                <a:uFillTx/>
                <a:latin typeface="SRH Text"/>
                <a:ea typeface="SRH Text"/>
              </a:rPr>
              <a:t>- Combination of Exponential Smoothing and Holt-Winters (for seasonal time series).</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2000" b="0" u="none" strike="noStrike">
                <a:solidFill>
                  <a:schemeClr val="dk1"/>
                </a:solidFill>
                <a:effectLst/>
                <a:uFillTx/>
                <a:latin typeface="SRH Text"/>
                <a:ea typeface="SRH Text"/>
              </a:rPr>
              <a:t>How does it detect Outliers?</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2000" b="0" u="none" strike="noStrike">
                <a:solidFill>
                  <a:schemeClr val="dk1"/>
                </a:solidFill>
                <a:effectLst/>
                <a:uFillTx/>
                <a:latin typeface="SRH Text"/>
                <a:ea typeface="SRH Text"/>
              </a:rPr>
              <a:t>1. Smoothing: Build a baseline signal (trend + seasonality) with Holt-Winters/Exponential Smoothing.</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2000" b="0" u="none" strike="noStrike">
                <a:solidFill>
                  <a:schemeClr val="dk1"/>
                </a:solidFill>
                <a:effectLst/>
                <a:uFillTx/>
                <a:latin typeface="SRH Text"/>
                <a:ea typeface="SRH Text"/>
              </a:rPr>
              <a:t>2. Compare: Check actual data points against the smoothed/predicted values.</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2000" b="0" u="none" strike="noStrike">
                <a:solidFill>
                  <a:schemeClr val="dk1"/>
                </a:solidFill>
                <a:effectLst/>
                <a:uFillTx/>
                <a:latin typeface="SRH Text"/>
                <a:ea typeface="SRH Text"/>
              </a:rPr>
              <a:t>3. Outlier Marking: If the difference is too large (above a threshold), mark the point as an outlier.</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endParaRPr lang="de-DE" sz="1800" b="0" u="none" strike="noStrike">
              <a:solidFill>
                <a:schemeClr val="dk1"/>
              </a:solidFill>
              <a:effectLst/>
              <a:uFillTx/>
              <a:latin typeface="SRH Text"/>
            </a:endParaRPr>
          </a:p>
        </p:txBody>
      </p:sp>
      <p:pic>
        <p:nvPicPr>
          <p:cNvPr id="226" name="Picture 8"/>
          <p:cNvPicPr/>
          <p:nvPr/>
        </p:nvPicPr>
        <p:blipFill>
          <a:blip r:embed="rId1"/>
          <a:stretch/>
        </p:blipFill>
        <p:spPr>
          <a:xfrm>
            <a:off x="3389400" y="4058280"/>
            <a:ext cx="6741360" cy="2536200"/>
          </a:xfrm>
          <a:prstGeom prst="rect">
            <a:avLst/>
          </a:prstGeom>
          <a:noFill/>
          <a:ln cap="sq" w="38100">
            <a:solidFill>
              <a:srgbClr val="000000"/>
            </a:solidFill>
            <a:miter/>
          </a:ln>
          <a:effectLst>
            <a:outerShdw algn="tl" blurRad="50760" dir="2700000" dist="37674" rotWithShape="0">
              <a:srgbClr val="000000">
                <a:alpha val="43000"/>
              </a:srgbClr>
            </a:outerShdw>
          </a:effectLst>
        </p:spPr>
      </p:pic>
      <p:sp>
        <p:nvSpPr>
          <p:cNvPr id="4" name="PlaceHolder 3"/>
          <p:cNvSpPr>
            <a:spLocks noGrp="1"/>
          </p:cNvSpPr>
          <p:nvPr>
            <p:ph type="ftr" idx="20"/>
          </p:nvPr>
        </p:nvSpPr>
        <p:spPr/>
        <p:txBody>
          <a:bodyPr/>
          <a:p>
            <a:r>
              <a:t>SRH Hochschule Heidelberg</a:t>
            </a:r>
          </a:p>
        </p:txBody>
      </p:sp>
      <p:sp>
        <p:nvSpPr>
          <p:cNvPr id="5" name="PlaceHolder 4"/>
          <p:cNvSpPr>
            <a:spLocks noGrp="1"/>
          </p:cNvSpPr>
          <p:nvPr>
            <p:ph type="sldNum" idx="21"/>
          </p:nvPr>
        </p:nvSpPr>
        <p:spPr/>
        <p:txBody>
          <a:bodyPr/>
          <a:p>
            <a:fld id="{EB342D6F-5BA5-4FB9-9453-3299679C93F8}" type="slidenum">
              <a:t>12</a:t>
            </a:fld>
          </a:p>
        </p:txBody>
      </p:sp>
      <p:sp>
        <p:nvSpPr>
          <p:cNvPr id="6" name="PlaceHolder 5"/>
          <p:cNvSpPr>
            <a:spLocks noGrp="1"/>
          </p:cNvSpPr>
          <p:nvPr>
            <p:ph type="dt" idx="19"/>
          </p:nvPr>
        </p:nvSpPr>
        <p:spPr/>
        <p:txBody>
          <a:bodyPr/>
          <a:p>
            <a:fld id="{BEBC582C-D5B0-410B-AB8A-B035C69EDECF}" type="datetime1">
              <a:rPr lang="en-US"/>
              <a:t>08/08/2026</a:t>
            </a:fld>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7" name="PlaceHolder 1"/>
          <p:cNvSpPr>
            <a:spLocks noGrp="1"/>
          </p:cNvSpPr>
          <p:nvPr>
            <p:ph type="title"/>
          </p:nvPr>
        </p:nvSpPr>
        <p:spPr>
          <a:xfrm>
            <a:off x="170640" y="-77040"/>
            <a:ext cx="9541800" cy="834480"/>
          </a:xfrm>
          <a:prstGeom prst="rect">
            <a:avLst/>
          </a:prstGeom>
          <a:noFill/>
          <a:ln w="0">
            <a:noFill/>
          </a:ln>
        </p:spPr>
        <p:txBody>
          <a:bodyPr lIns="0" tIns="0" rIns="0" bIns="0" anchor="b">
            <a:noAutofit/>
          </a:bodyPr>
          <a:p>
            <a:pPr indent="0" algn="l" defTabSz="914400">
              <a:lnSpc>
                <a:spcPct val="100000"/>
              </a:lnSpc>
              <a:buNone/>
              <a:tabLst>
                <a:tab pos="0" algn="l"/>
              </a:tabLst>
            </a:pPr>
            <a:r>
              <a:rPr lang="en-US" sz="3000" b="1" u="none" strike="noStrike">
                <a:solidFill>
                  <a:srgbClr val="C00000"/>
                </a:solidFill>
                <a:effectLst/>
                <a:uFillTx/>
                <a:latin typeface="SRH Headline"/>
                <a:ea typeface="SRH Headline"/>
              </a:rPr>
              <a:t>Anomaly Detection Methods(Outliers)</a:t>
            </a:r>
            <a:endParaRPr lang="de-DE" sz="3000" b="1" u="none" strike="noStrike">
              <a:solidFill>
                <a:schemeClr val="dk1"/>
              </a:solidFill>
              <a:effectLst/>
              <a:uFillTx/>
              <a:latin typeface="SRH Headline"/>
            </a:endParaRPr>
          </a:p>
        </p:txBody>
      </p:sp>
      <p:pic>
        <p:nvPicPr>
          <p:cNvPr id="228" name="Content Placeholder 8"/>
          <p:cNvPicPr/>
          <p:nvPr/>
        </p:nvPicPr>
        <p:blipFill>
          <a:blip r:embed="rId1"/>
          <a:stretch/>
        </p:blipFill>
        <p:spPr>
          <a:xfrm>
            <a:off x="6105960" y="3702960"/>
            <a:ext cx="5752080" cy="2063160"/>
          </a:xfrm>
          <a:prstGeom prst="rect">
            <a:avLst/>
          </a:prstGeom>
          <a:noFill/>
          <a:ln cap="sq" w="38100">
            <a:solidFill>
              <a:srgbClr val="000000"/>
            </a:solidFill>
            <a:miter/>
          </a:ln>
          <a:effectLst>
            <a:outerShdw algn="tl" blurRad="50760" dir="2700000" dist="37674" rotWithShape="0">
              <a:srgbClr val="000000">
                <a:alpha val="43000"/>
              </a:srgbClr>
            </a:outerShdw>
          </a:effectLst>
        </p:spPr>
      </p:pic>
      <p:sp>
        <p:nvSpPr>
          <p:cNvPr id="229" name="Content Placeholder 2"/>
          <p:cNvSpPr/>
          <p:nvPr/>
        </p:nvSpPr>
        <p:spPr>
          <a:xfrm>
            <a:off x="317160" y="1048680"/>
            <a:ext cx="11179440" cy="6003720"/>
          </a:xfrm>
          <a:prstGeom prst="rect">
            <a:avLst/>
          </a:prstGeom>
          <a:noFill/>
          <a:ln w="0">
            <a:noFill/>
          </a:ln>
        </p:spPr>
        <p:style>
          <a:lnRef idx="0"/>
          <a:fillRef idx="0"/>
          <a:effectRef idx="0"/>
          <a:fontRef idx="minor"/>
        </p:style>
        <p:txBody>
          <a:bodyPr lIns="0" tIns="0" rIns="0" bIns="0" anchor="t">
            <a:noAutofit/>
          </a:bodyPr>
          <a:p>
            <a:pPr defTabSz="914400">
              <a:lnSpc>
                <a:spcPct val="110000"/>
              </a:lnSpc>
              <a:spcBef>
                <a:spcPts val="1199"/>
              </a:spcBef>
              <a:tabLst>
                <a:tab pos="0" algn="l"/>
              </a:tabLst>
            </a:pPr>
            <a:r>
              <a:rPr lang="en-US" sz="1800" b="1" u="none" strike="noStrike">
                <a:solidFill>
                  <a:srgbClr val="C00000"/>
                </a:solidFill>
                <a:effectLst/>
                <a:uFillTx/>
                <a:latin typeface="SRH Text"/>
                <a:ea typeface="SRH Text"/>
              </a:rPr>
              <a:t>IQR = Interquartile Range</a:t>
            </a:r>
            <a:endParaRPr lang="en-US" sz="1800" b="0" u="none" strike="noStrike">
              <a:solidFill>
                <a:srgbClr val="000000"/>
              </a:solidFill>
              <a:effectLst/>
              <a:uFillTx/>
              <a:latin typeface="Arial"/>
            </a:endParaRPr>
          </a:p>
          <a:p>
            <a:pPr defTabSz="914400">
              <a:lnSpc>
                <a:spcPct val="110000"/>
              </a:lnSpc>
              <a:spcBef>
                <a:spcPts val="1199"/>
              </a:spcBef>
              <a:tabLst>
                <a:tab pos="0" algn="l"/>
              </a:tabLst>
            </a:pPr>
            <a:r>
              <a:rPr lang="en-US" sz="1800" b="0" u="none" strike="noStrike">
                <a:solidFill>
                  <a:schemeClr val="dk1"/>
                </a:solidFill>
                <a:effectLst/>
                <a:uFillTx/>
                <a:latin typeface="SRH Text"/>
                <a:ea typeface="SRH Text"/>
              </a:rPr>
              <a:t>1. Compute Quartiles:</a:t>
            </a:r>
            <a:endParaRPr lang="en-US" sz="1800" b="0" u="none" strike="noStrike">
              <a:solidFill>
                <a:srgbClr val="000000"/>
              </a:solidFill>
              <a:effectLst/>
              <a:uFillTx/>
              <a:latin typeface="Arial"/>
            </a:endParaRPr>
          </a:p>
          <a:p>
            <a:pPr defTabSz="914400">
              <a:lnSpc>
                <a:spcPct val="110000"/>
              </a:lnSpc>
              <a:spcBef>
                <a:spcPts val="1199"/>
              </a:spcBef>
              <a:tabLst>
                <a:tab pos="0" algn="l"/>
              </a:tabLst>
            </a:pPr>
            <a:r>
              <a:rPr lang="en-US" sz="1800" b="0" u="none" strike="noStrike">
                <a:solidFill>
                  <a:schemeClr val="dk1"/>
                </a:solidFill>
                <a:effectLst/>
                <a:uFillTx/>
                <a:latin typeface="SRH Text"/>
                <a:ea typeface="SRH Text"/>
              </a:rPr>
              <a:t>   - Q1 (25th percentile): 25% of data below this value</a:t>
            </a:r>
            <a:endParaRPr lang="en-US" sz="1800" b="0" u="none" strike="noStrike">
              <a:solidFill>
                <a:srgbClr val="000000"/>
              </a:solidFill>
              <a:effectLst/>
              <a:uFillTx/>
              <a:latin typeface="Arial"/>
            </a:endParaRPr>
          </a:p>
          <a:p>
            <a:pPr defTabSz="914400">
              <a:lnSpc>
                <a:spcPct val="110000"/>
              </a:lnSpc>
              <a:spcBef>
                <a:spcPts val="1199"/>
              </a:spcBef>
              <a:tabLst>
                <a:tab pos="0" algn="l"/>
              </a:tabLst>
            </a:pPr>
            <a:r>
              <a:rPr lang="en-US" sz="1800" b="0" u="none" strike="noStrike">
                <a:solidFill>
                  <a:schemeClr val="dk1"/>
                </a:solidFill>
                <a:effectLst/>
                <a:uFillTx/>
                <a:latin typeface="SRH Text"/>
                <a:ea typeface="SRH Text"/>
              </a:rPr>
              <a:t>   - Q3 (75th percentile): 75% of data below this value</a:t>
            </a:r>
            <a:endParaRPr lang="en-US" sz="1800" b="0" u="none" strike="noStrike">
              <a:solidFill>
                <a:srgbClr val="000000"/>
              </a:solidFill>
              <a:effectLst/>
              <a:uFillTx/>
              <a:latin typeface="Arial"/>
            </a:endParaRPr>
          </a:p>
          <a:p>
            <a:pPr defTabSz="914400">
              <a:lnSpc>
                <a:spcPct val="110000"/>
              </a:lnSpc>
              <a:spcBef>
                <a:spcPts val="1199"/>
              </a:spcBef>
              <a:tabLst>
                <a:tab pos="0" algn="l"/>
              </a:tabLst>
            </a:pPr>
            <a:r>
              <a:rPr lang="en-US" sz="1800" b="0" u="none" strike="noStrike">
                <a:solidFill>
                  <a:schemeClr val="dk1"/>
                </a:solidFill>
                <a:effectLst/>
                <a:uFillTx/>
                <a:latin typeface="SRH Text"/>
                <a:ea typeface="SRH Text"/>
              </a:rPr>
              <a:t>2. Compute IQR:</a:t>
            </a:r>
            <a:endParaRPr lang="en-US" sz="1800" b="0" u="none" strike="noStrike">
              <a:solidFill>
                <a:srgbClr val="000000"/>
              </a:solidFill>
              <a:effectLst/>
              <a:uFillTx/>
              <a:latin typeface="Arial"/>
            </a:endParaRPr>
          </a:p>
          <a:p>
            <a:pPr defTabSz="914400">
              <a:lnSpc>
                <a:spcPct val="110000"/>
              </a:lnSpc>
              <a:spcBef>
                <a:spcPts val="1199"/>
              </a:spcBef>
              <a:tabLst>
                <a:tab pos="0" algn="l"/>
              </a:tabLst>
            </a:pPr>
            <a:r>
              <a:rPr lang="en-US" sz="1800" b="0" u="none" strike="noStrike">
                <a:solidFill>
                  <a:schemeClr val="dk1"/>
                </a:solidFill>
                <a:effectLst/>
                <a:uFillTx/>
                <a:latin typeface="SRH Text"/>
                <a:ea typeface="SRH Text"/>
              </a:rPr>
              <a:t>   - IQR = Q3 - Q1</a:t>
            </a:r>
            <a:endParaRPr lang="en-US" sz="1800" b="0" u="none" strike="noStrike">
              <a:solidFill>
                <a:srgbClr val="000000"/>
              </a:solidFill>
              <a:effectLst/>
              <a:uFillTx/>
              <a:latin typeface="Arial"/>
            </a:endParaRPr>
          </a:p>
          <a:p>
            <a:pPr defTabSz="914400">
              <a:lnSpc>
                <a:spcPct val="110000"/>
              </a:lnSpc>
              <a:spcBef>
                <a:spcPts val="1199"/>
              </a:spcBef>
              <a:tabLst>
                <a:tab pos="0" algn="l"/>
              </a:tabLst>
            </a:pPr>
            <a:r>
              <a:rPr lang="en-US" sz="1800" b="0" u="none" strike="noStrike">
                <a:solidFill>
                  <a:schemeClr val="dk1"/>
                </a:solidFill>
                <a:effectLst/>
                <a:uFillTx/>
                <a:latin typeface="SRH Text"/>
                <a:ea typeface="SRH Text"/>
              </a:rPr>
              <a:t>   - Represents the range of the central 50% of data</a:t>
            </a:r>
            <a:endParaRPr lang="en-US" sz="1800" b="0" u="none" strike="noStrike">
              <a:solidFill>
                <a:srgbClr val="000000"/>
              </a:solidFill>
              <a:effectLst/>
              <a:uFillTx/>
              <a:latin typeface="Arial"/>
            </a:endParaRPr>
          </a:p>
          <a:p>
            <a:pPr defTabSz="914400">
              <a:lnSpc>
                <a:spcPct val="110000"/>
              </a:lnSpc>
              <a:spcBef>
                <a:spcPts val="1199"/>
              </a:spcBef>
              <a:tabLst>
                <a:tab pos="0" algn="l"/>
              </a:tabLst>
            </a:pPr>
            <a:r>
              <a:rPr lang="en-US" sz="1800" b="0" u="none" strike="noStrike">
                <a:solidFill>
                  <a:schemeClr val="dk1"/>
                </a:solidFill>
                <a:effectLst/>
                <a:uFillTx/>
                <a:latin typeface="SRH Text"/>
                <a:ea typeface="SRH Text"/>
              </a:rPr>
              <a:t>3. Determine Thresholds:</a:t>
            </a:r>
            <a:endParaRPr lang="en-US" sz="1800" b="0" u="none" strike="noStrike">
              <a:solidFill>
                <a:srgbClr val="000000"/>
              </a:solidFill>
              <a:effectLst/>
              <a:uFillTx/>
              <a:latin typeface="Arial"/>
            </a:endParaRPr>
          </a:p>
          <a:p>
            <a:pPr defTabSz="914400">
              <a:lnSpc>
                <a:spcPct val="110000"/>
              </a:lnSpc>
              <a:spcBef>
                <a:spcPts val="1199"/>
              </a:spcBef>
              <a:tabLst>
                <a:tab pos="0" algn="l"/>
              </a:tabLst>
            </a:pPr>
            <a:r>
              <a:rPr lang="en-US" sz="1800" b="0" u="none" strike="noStrike">
                <a:solidFill>
                  <a:schemeClr val="dk1"/>
                </a:solidFill>
                <a:effectLst/>
                <a:uFillTx/>
                <a:latin typeface="SRH Text"/>
                <a:ea typeface="SRH Text"/>
              </a:rPr>
              <a:t>   - Lower Bound = Q1 - 1.5 × IQR</a:t>
            </a:r>
            <a:endParaRPr lang="en-US" sz="1800" b="0" u="none" strike="noStrike">
              <a:solidFill>
                <a:srgbClr val="000000"/>
              </a:solidFill>
              <a:effectLst/>
              <a:uFillTx/>
              <a:latin typeface="Arial"/>
            </a:endParaRPr>
          </a:p>
          <a:p>
            <a:pPr defTabSz="914400">
              <a:lnSpc>
                <a:spcPct val="110000"/>
              </a:lnSpc>
              <a:spcBef>
                <a:spcPts val="1199"/>
              </a:spcBef>
              <a:tabLst>
                <a:tab pos="0" algn="l"/>
              </a:tabLst>
            </a:pPr>
            <a:r>
              <a:rPr lang="en-US" sz="1800" b="0" u="none" strike="noStrike">
                <a:solidFill>
                  <a:schemeClr val="dk1"/>
                </a:solidFill>
                <a:effectLst/>
                <a:uFillTx/>
                <a:latin typeface="SRH Text"/>
                <a:ea typeface="SRH Text"/>
              </a:rPr>
              <a:t>   - Upper Bound = Q3 + 1.5 × IQR</a:t>
            </a:r>
            <a:endParaRPr lang="en-US" sz="1800" b="0" u="none" strike="noStrike">
              <a:solidFill>
                <a:srgbClr val="000000"/>
              </a:solidFill>
              <a:effectLst/>
              <a:uFillTx/>
              <a:latin typeface="Arial"/>
            </a:endParaRPr>
          </a:p>
          <a:p>
            <a:pPr defTabSz="914400">
              <a:lnSpc>
                <a:spcPct val="110000"/>
              </a:lnSpc>
              <a:spcBef>
                <a:spcPts val="1199"/>
              </a:spcBef>
              <a:tabLst>
                <a:tab pos="0" algn="l"/>
              </a:tabLst>
            </a:pPr>
            <a:r>
              <a:rPr lang="en-US" sz="1800" b="0" u="none" strike="noStrike">
                <a:solidFill>
                  <a:schemeClr val="dk1"/>
                </a:solidFill>
                <a:effectLst/>
                <a:uFillTx/>
                <a:latin typeface="SRH Text"/>
                <a:ea typeface="SRH Text"/>
              </a:rPr>
              <a:t>4. Identify Outliers:</a:t>
            </a:r>
            <a:endParaRPr lang="en-US" sz="1800" b="0" u="none" strike="noStrike">
              <a:solidFill>
                <a:srgbClr val="000000"/>
              </a:solidFill>
              <a:effectLst/>
              <a:uFillTx/>
              <a:latin typeface="Arial"/>
            </a:endParaRPr>
          </a:p>
          <a:p>
            <a:pPr defTabSz="914400">
              <a:lnSpc>
                <a:spcPct val="110000"/>
              </a:lnSpc>
              <a:spcBef>
                <a:spcPts val="1199"/>
              </a:spcBef>
              <a:tabLst>
                <a:tab pos="0" algn="l"/>
              </a:tabLst>
            </a:pPr>
            <a:r>
              <a:rPr lang="en-US" sz="1800" b="0" u="none" strike="noStrike">
                <a:solidFill>
                  <a:schemeClr val="dk1"/>
                </a:solidFill>
                <a:effectLst/>
                <a:uFillTx/>
                <a:latin typeface="SRH Text"/>
                <a:ea typeface="SRH Text"/>
              </a:rPr>
              <a:t>- Any data point outside these bounds is considered an outlier</a:t>
            </a:r>
            <a:endParaRPr lang="en-US" sz="1800" b="0" u="none" strike="noStrike">
              <a:solidFill>
                <a:srgbClr val="000000"/>
              </a:solidFill>
              <a:effectLst/>
              <a:uFillTx/>
              <a:latin typeface="Arial"/>
            </a:endParaRPr>
          </a:p>
          <a:p>
            <a:pPr defTabSz="914400">
              <a:lnSpc>
                <a:spcPct val="110000"/>
              </a:lnSpc>
              <a:spcBef>
                <a:spcPts val="1199"/>
              </a:spcBef>
              <a:tabLst>
                <a:tab pos="0" algn="l"/>
              </a:tabLst>
            </a:pPr>
            <a:r>
              <a:rPr lang="en-US" sz="2000" b="0" u="none" strike="noStrike">
                <a:solidFill>
                  <a:schemeClr val="dk1"/>
                </a:solidFill>
                <a:effectLst/>
                <a:uFillTx/>
                <a:latin typeface="SRH Text"/>
                <a:ea typeface="SRH Text"/>
              </a:rPr>
              <a:t>.</a:t>
            </a:r>
            <a:endParaRPr lang="en-US" sz="2000" b="0" u="none" strike="noStrike">
              <a:solidFill>
                <a:srgbClr val="000000"/>
              </a:solidFill>
              <a:effectLst/>
              <a:uFillTx/>
              <a:latin typeface="Arial"/>
            </a:endParaRPr>
          </a:p>
          <a:p>
            <a:pPr defTabSz="914400">
              <a:lnSpc>
                <a:spcPct val="110000"/>
              </a:lnSpc>
              <a:spcBef>
                <a:spcPts val="1199"/>
              </a:spcBef>
              <a:tabLst>
                <a:tab pos="0" algn="l"/>
              </a:tabLst>
            </a:pPr>
            <a:endParaRPr lang="en-US" sz="1800" b="0" u="none" strike="noStrike">
              <a:solidFill>
                <a:srgbClr val="000000"/>
              </a:solidFill>
              <a:effectLst/>
              <a:uFillTx/>
              <a:latin typeface="Arial"/>
            </a:endParaRPr>
          </a:p>
          <a:p>
            <a:pPr defTabSz="914400">
              <a:lnSpc>
                <a:spcPct val="110000"/>
              </a:lnSpc>
              <a:spcBef>
                <a:spcPts val="1199"/>
              </a:spcBef>
              <a:tabLst>
                <a:tab pos="0" algn="l"/>
              </a:tabLst>
            </a:pPr>
            <a:endParaRPr lang="en-US" sz="1800" b="0" u="none" strike="noStrike">
              <a:solidFill>
                <a:srgbClr val="000000"/>
              </a:solidFill>
              <a:effectLst/>
              <a:uFillTx/>
              <a:latin typeface="Arial"/>
            </a:endParaRPr>
          </a:p>
        </p:txBody>
      </p:sp>
      <p:sp>
        <p:nvSpPr>
          <p:cNvPr id="3" name="PlaceHolder 2"/>
          <p:cNvSpPr>
            <a:spLocks noGrp="1"/>
          </p:cNvSpPr>
          <p:nvPr>
            <p:ph type="ftr" idx="20"/>
          </p:nvPr>
        </p:nvSpPr>
        <p:spPr/>
        <p:txBody>
          <a:bodyPr/>
          <a:p>
            <a:r>
              <a:t>SRH Hochschule Heidelberg</a:t>
            </a:r>
          </a:p>
        </p:txBody>
      </p:sp>
      <p:sp>
        <p:nvSpPr>
          <p:cNvPr id="4" name="PlaceHolder 3"/>
          <p:cNvSpPr>
            <a:spLocks noGrp="1"/>
          </p:cNvSpPr>
          <p:nvPr>
            <p:ph type="sldNum" idx="21"/>
          </p:nvPr>
        </p:nvSpPr>
        <p:spPr/>
        <p:txBody>
          <a:bodyPr/>
          <a:p>
            <a:fld id="{862F6AD8-9FBA-470E-8DA4-1F7D83686F06}" type="slidenum">
              <a:t>13</a:t>
            </a:fld>
          </a:p>
        </p:txBody>
      </p:sp>
      <p:sp>
        <p:nvSpPr>
          <p:cNvPr id="5" name="PlaceHolder 4"/>
          <p:cNvSpPr>
            <a:spLocks noGrp="1"/>
          </p:cNvSpPr>
          <p:nvPr>
            <p:ph type="dt" idx="19"/>
          </p:nvPr>
        </p:nvSpPr>
        <p:spPr/>
        <p:txBody>
          <a:bodyPr/>
          <a:p>
            <a:fld id="{5FC6BD50-9DCE-44B5-9676-85A0C7F6BA98}" type="datetime1">
              <a:rPr lang="en-US"/>
              <a:t>08/08/2026</a:t>
            </a:fld>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0" name="PlaceHolder 1"/>
          <p:cNvSpPr>
            <a:spLocks noGrp="1"/>
          </p:cNvSpPr>
          <p:nvPr>
            <p:ph/>
          </p:nvPr>
        </p:nvSpPr>
        <p:spPr>
          <a:xfrm>
            <a:off x="359280" y="511920"/>
            <a:ext cx="10112760" cy="5445360"/>
          </a:xfrm>
          <a:prstGeom prst="rect">
            <a:avLst/>
          </a:prstGeom>
          <a:noFill/>
          <a:ln w="0">
            <a:noFill/>
          </a:ln>
        </p:spPr>
        <p:txBody>
          <a:bodyPr lIns="0" tIns="0" rIns="0" bIns="0" anchor="t">
            <a:noAutofit/>
          </a:bodyPr>
          <a:p>
            <a:pPr indent="0" algn="l" defTabSz="914400">
              <a:lnSpc>
                <a:spcPct val="110000"/>
              </a:lnSpc>
              <a:spcBef>
                <a:spcPts val="1199"/>
              </a:spcBef>
              <a:buNone/>
              <a:tabLst>
                <a:tab pos="0" algn="l"/>
              </a:tabLst>
            </a:pPr>
            <a:r>
              <a:rPr lang="en-US" sz="1800" b="1" u="none" strike="noStrike">
                <a:solidFill>
                  <a:srgbClr val="C00000"/>
                </a:solidFill>
                <a:effectLst/>
                <a:uFillTx/>
                <a:latin typeface="SRH Text"/>
                <a:ea typeface="SRH Text"/>
              </a:rPr>
              <a:t> Deep Learning (DL)</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1" u="none" strike="noStrike">
                <a:solidFill>
                  <a:schemeClr val="dk1"/>
                </a:solidFill>
                <a:effectLst/>
                <a:uFillTx/>
                <a:latin typeface="SRH Text"/>
                <a:ea typeface="SRH Text"/>
              </a:rPr>
              <a:t>Examples:</a:t>
            </a:r>
            <a:r>
              <a:rPr lang="en-US" sz="1800" b="0" u="none" strike="noStrike">
                <a:solidFill>
                  <a:schemeClr val="dk1"/>
                </a:solidFill>
                <a:effectLst/>
                <a:uFillTx/>
                <a:latin typeface="SRH Text"/>
                <a:ea typeface="SRH Text"/>
              </a:rPr>
              <a:t> , DAGMM(Deep Autoencoding Gaussian Mixture Model)</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1" u="none" strike="noStrike">
                <a:solidFill>
                  <a:schemeClr val="dk1"/>
                </a:solidFill>
                <a:effectLst/>
                <a:uFillTx/>
                <a:latin typeface="SRH Text"/>
                <a:ea typeface="SRH Text"/>
              </a:rPr>
              <a:t>Idea:</a:t>
            </a:r>
            <a:r>
              <a:rPr lang="en-US" sz="1800" b="0" u="none" strike="noStrike">
                <a:solidFill>
                  <a:schemeClr val="dk1"/>
                </a:solidFill>
                <a:effectLst/>
                <a:uFillTx/>
                <a:latin typeface="SRH Text"/>
                <a:ea typeface="SRH Text"/>
              </a:rPr>
              <a:t> These models learn </a:t>
            </a:r>
            <a:r>
              <a:rPr lang="en-US" sz="1800" b="1" u="none" strike="noStrike">
                <a:solidFill>
                  <a:schemeClr val="dk1"/>
                </a:solidFill>
                <a:effectLst/>
                <a:uFillTx/>
                <a:latin typeface="SRH Text"/>
                <a:ea typeface="SRH Text"/>
              </a:rPr>
              <a:t>complex and sequential patterns </a:t>
            </a:r>
            <a:r>
              <a:rPr lang="en-US" sz="1800" b="0" u="none" strike="noStrike">
                <a:solidFill>
                  <a:schemeClr val="dk1"/>
                </a:solidFill>
                <a:effectLst/>
                <a:uFillTx/>
                <a:latin typeface="SRH Text"/>
                <a:ea typeface="SRH Text"/>
              </a:rPr>
              <a:t>in the data. They can capture temporal dynamics, making them very effective for time series anomaly detection (like energy consumption).</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1" u="none" strike="noStrike">
                <a:solidFill>
                  <a:schemeClr val="dk1"/>
                </a:solidFill>
                <a:effectLst/>
                <a:uFillTx/>
                <a:latin typeface="SRH Text"/>
                <a:ea typeface="SRH Text"/>
              </a:rPr>
              <a:t>Pros:</a:t>
            </a:r>
            <a:r>
              <a:rPr lang="en-US" sz="1800" b="0" u="none" strike="noStrike">
                <a:solidFill>
                  <a:schemeClr val="dk1"/>
                </a:solidFill>
                <a:effectLst/>
                <a:uFillTx/>
                <a:latin typeface="SRH Text"/>
                <a:ea typeface="SRH Text"/>
              </a:rPr>
              <a:t> High accuracy for large and complex datasets, especially sequential data.</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1" u="none" strike="noStrike">
                <a:solidFill>
                  <a:schemeClr val="dk1"/>
                </a:solidFill>
                <a:effectLst/>
                <a:uFillTx/>
                <a:latin typeface="SRH Text"/>
                <a:ea typeface="SRH Text"/>
              </a:rPr>
              <a:t>Cons:</a:t>
            </a:r>
            <a:r>
              <a:rPr lang="en-US" sz="1800" b="0" u="none" strike="noStrike">
                <a:solidFill>
                  <a:schemeClr val="dk1"/>
                </a:solidFill>
                <a:effectLst/>
                <a:uFillTx/>
                <a:latin typeface="SRH Text"/>
                <a:ea typeface="SRH Text"/>
              </a:rPr>
              <a:t> Requires more data, computational power, and training time.</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endParaRPr lang="de-DE" sz="1800" b="0" u="none" strike="noStrike">
              <a:solidFill>
                <a:schemeClr val="dk1"/>
              </a:solidFill>
              <a:effectLst/>
              <a:uFillTx/>
              <a:latin typeface="SRH Text"/>
            </a:endParaRPr>
          </a:p>
        </p:txBody>
      </p:sp>
      <p:sp>
        <p:nvSpPr>
          <p:cNvPr id="3" name="PlaceHolder 2"/>
          <p:cNvSpPr>
            <a:spLocks noGrp="1"/>
          </p:cNvSpPr>
          <p:nvPr>
            <p:ph type="ftr" idx="20"/>
          </p:nvPr>
        </p:nvSpPr>
        <p:spPr/>
        <p:txBody>
          <a:bodyPr/>
          <a:p>
            <a:r>
              <a:t>SRH Hochschule Heidelberg</a:t>
            </a:r>
          </a:p>
        </p:txBody>
      </p:sp>
      <p:sp>
        <p:nvSpPr>
          <p:cNvPr id="4" name="PlaceHolder 3"/>
          <p:cNvSpPr>
            <a:spLocks noGrp="1"/>
          </p:cNvSpPr>
          <p:nvPr>
            <p:ph type="sldNum" idx="21"/>
          </p:nvPr>
        </p:nvSpPr>
        <p:spPr/>
        <p:txBody>
          <a:bodyPr/>
          <a:p>
            <a:fld id="{D7A62B37-1349-4D7C-BCE9-379B0AD34822}" type="slidenum">
              <a:t>14</a:t>
            </a:fld>
          </a:p>
        </p:txBody>
      </p:sp>
      <p:sp>
        <p:nvSpPr>
          <p:cNvPr id="5" name="PlaceHolder 4"/>
          <p:cNvSpPr>
            <a:spLocks noGrp="1"/>
          </p:cNvSpPr>
          <p:nvPr>
            <p:ph type="dt" idx="19"/>
          </p:nvPr>
        </p:nvSpPr>
        <p:spPr/>
        <p:txBody>
          <a:bodyPr/>
          <a:p>
            <a:fld id="{98874D70-953F-4419-827F-6A192CF2BBE9}" type="datetime1">
              <a:rPr lang="en-US"/>
              <a:t>08/08/2026</a:t>
            </a:fld>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1" name="PlaceHolder 1"/>
          <p:cNvSpPr>
            <a:spLocks noGrp="1"/>
          </p:cNvSpPr>
          <p:nvPr>
            <p:ph/>
          </p:nvPr>
        </p:nvSpPr>
        <p:spPr>
          <a:xfrm>
            <a:off x="359280" y="511920"/>
            <a:ext cx="11136960" cy="5571000"/>
          </a:xfrm>
          <a:prstGeom prst="rect">
            <a:avLst/>
          </a:prstGeom>
          <a:noFill/>
          <a:ln w="0">
            <a:noFill/>
          </a:ln>
        </p:spPr>
        <p:txBody>
          <a:bodyPr lIns="0" tIns="0" rIns="0" bIns="0" anchor="t">
            <a:noAutofit/>
          </a:bodyPr>
          <a:p>
            <a:pPr indent="0" algn="l" defTabSz="914400">
              <a:lnSpc>
                <a:spcPct val="110000"/>
              </a:lnSpc>
              <a:spcBef>
                <a:spcPts val="1199"/>
              </a:spcBef>
              <a:buNone/>
              <a:tabLst>
                <a:tab pos="0" algn="l"/>
              </a:tabLst>
            </a:pPr>
            <a:r>
              <a:rPr lang="en-US" sz="1800" b="1" u="none" strike="noStrike">
                <a:solidFill>
                  <a:srgbClr val="C00000"/>
                </a:solidFill>
                <a:effectLst/>
                <a:uFillTx/>
                <a:latin typeface="SRH Text"/>
                <a:ea typeface="SRH Text"/>
              </a:rPr>
              <a:t>DAGMM(Deep Autoencoding Gaussian Mixture Model)</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1" u="none" strike="noStrike">
                <a:solidFill>
                  <a:schemeClr val="dk1"/>
                </a:solidFill>
                <a:effectLst/>
                <a:uFillTx/>
                <a:latin typeface="SRH Text"/>
                <a:ea typeface="SRH Text"/>
              </a:rPr>
              <a:t>Encoding with Autoencoder:</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0" u="none" strike="noStrike">
                <a:solidFill>
                  <a:schemeClr val="dk1"/>
                </a:solidFill>
                <a:effectLst/>
                <a:uFillTx/>
                <a:latin typeface="SRH Text"/>
                <a:ea typeface="SRH Text"/>
              </a:rPr>
              <a:t>Input data is encoded and reconstructed</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0" u="none" strike="noStrike">
                <a:solidFill>
                  <a:schemeClr val="dk1"/>
                </a:solidFill>
                <a:effectLst/>
                <a:uFillTx/>
                <a:latin typeface="SRH Text"/>
                <a:ea typeface="SRH Text"/>
              </a:rPr>
              <a:t>Produces compressed representation and latent features</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1" u="none" strike="noStrike">
                <a:solidFill>
                  <a:schemeClr val="dk1"/>
                </a:solidFill>
                <a:effectLst/>
                <a:uFillTx/>
                <a:latin typeface="SRH Text"/>
                <a:ea typeface="SRH Text"/>
              </a:rPr>
              <a:t>Reconstruction Error:</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0" u="none" strike="noStrike">
                <a:solidFill>
                  <a:schemeClr val="dk1"/>
                </a:solidFill>
                <a:effectLst/>
                <a:uFillTx/>
                <a:latin typeface="SRH Text"/>
                <a:ea typeface="SRH Text"/>
              </a:rPr>
              <a:t>Difference between actual and reconstructed data is calculated</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0" u="none" strike="noStrike">
                <a:solidFill>
                  <a:schemeClr val="dk1"/>
                </a:solidFill>
                <a:effectLst/>
                <a:uFillTx/>
                <a:latin typeface="SRH Text"/>
                <a:ea typeface="SRH Text"/>
              </a:rPr>
              <a:t>Outliers usually have higher reconstruction error because Autoencoder cannot reconstruct them well</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1" u="none" strike="noStrike">
                <a:solidFill>
                  <a:schemeClr val="dk1"/>
                </a:solidFill>
                <a:effectLst/>
                <a:uFillTx/>
                <a:latin typeface="SRH Text"/>
                <a:ea typeface="SRH Text"/>
              </a:rPr>
              <a:t>Anomaly Score Calculation:</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0" u="none" strike="noStrike">
                <a:solidFill>
                  <a:schemeClr val="dk1"/>
                </a:solidFill>
                <a:effectLst/>
                <a:uFillTx/>
                <a:latin typeface="SRH Text"/>
                <a:ea typeface="SRH Text"/>
              </a:rPr>
              <a:t>Each sample's probability under GMM is calculated</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0" u="none" strike="noStrike">
                <a:solidFill>
                  <a:schemeClr val="dk1"/>
                </a:solidFill>
                <a:effectLst/>
                <a:uFillTx/>
                <a:latin typeface="SRH Text"/>
                <a:ea typeface="SRH Text"/>
              </a:rPr>
              <a:t>Samples with low probability or in rare parts of the distribution → </a:t>
            </a:r>
            <a:r>
              <a:rPr lang="en-US" sz="1800" b="1" u="none" strike="noStrike">
                <a:solidFill>
                  <a:schemeClr val="dk1"/>
                </a:solidFill>
                <a:effectLst/>
                <a:uFillTx/>
                <a:latin typeface="SRH Text"/>
                <a:ea typeface="SRH Text"/>
              </a:rPr>
              <a:t>Outliers</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endParaRPr lang="de-DE" sz="1800" b="0" u="none" strike="noStrike">
              <a:solidFill>
                <a:schemeClr val="dk1"/>
              </a:solidFill>
              <a:effectLst/>
              <a:uFillTx/>
              <a:latin typeface="SRH Text"/>
            </a:endParaRPr>
          </a:p>
        </p:txBody>
      </p:sp>
      <p:sp>
        <p:nvSpPr>
          <p:cNvPr id="232" name="Picture 7"/>
          <p:cNvSpPr/>
          <p:nvPr/>
        </p:nvSpPr>
        <p:spPr>
          <a:xfrm>
            <a:off x="5340240" y="4957920"/>
            <a:ext cx="5814720" cy="1899360"/>
          </a:xfrm>
          <a:prstGeom prst="roundRect">
            <a:avLst>
              <a:gd name="adj" fmla="val 4167"/>
            </a:avLst>
          </a:prstGeom>
          <a:blipFill rotWithShape="0">
            <a:blip r:embed="rId1"/>
            <a:srcRect/>
            <a:stretch/>
          </a:blipFill>
          <a:ln cap="sq" w="76200">
            <a:solidFill>
              <a:srgbClr val="292929"/>
            </a:solidFill>
            <a:miter/>
          </a:ln>
          <a:effectLst>
            <a:reflection algn="bl" blurRad="12700" dir="5400000" dist="5000" endPos="28000" rotWithShape="0" stA="28000" sy="-100000"/>
          </a:effectLst>
          <a:scene3d>
            <a:camera prst="orthographicFront"/>
            <a:lightRig dir="t" rig="threePt">
              <a:rot lat="0" lon="0" rev="2700000"/>
            </a:lightRig>
          </a:scene3d>
          <a:sp3d>
            <a:bevelT h="38100"/>
            <a:contourClr>
              <a:srgbClr val="C0C0C0"/>
            </a:contourClr>
          </a:sp3d>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 name="PlaceHolder 2"/>
          <p:cNvSpPr>
            <a:spLocks noGrp="1"/>
          </p:cNvSpPr>
          <p:nvPr>
            <p:ph type="ftr" idx="20"/>
          </p:nvPr>
        </p:nvSpPr>
        <p:spPr/>
        <p:txBody>
          <a:bodyPr/>
          <a:p>
            <a:r>
              <a:t>SRH Hochschule Heidelberg</a:t>
            </a:r>
          </a:p>
        </p:txBody>
      </p:sp>
      <p:sp>
        <p:nvSpPr>
          <p:cNvPr id="4" name="PlaceHolder 3"/>
          <p:cNvSpPr>
            <a:spLocks noGrp="1"/>
          </p:cNvSpPr>
          <p:nvPr>
            <p:ph type="sldNum" idx="21"/>
          </p:nvPr>
        </p:nvSpPr>
        <p:spPr/>
        <p:txBody>
          <a:bodyPr/>
          <a:p>
            <a:fld id="{31D3197E-2399-414B-90F6-3B9B9D1DCFB3}" type="slidenum">
              <a:t>15</a:t>
            </a:fld>
          </a:p>
        </p:txBody>
      </p:sp>
      <p:sp>
        <p:nvSpPr>
          <p:cNvPr id="5" name="PlaceHolder 4"/>
          <p:cNvSpPr>
            <a:spLocks noGrp="1"/>
          </p:cNvSpPr>
          <p:nvPr>
            <p:ph type="dt" idx="19"/>
          </p:nvPr>
        </p:nvSpPr>
        <p:spPr/>
        <p:txBody>
          <a:bodyPr/>
          <a:p>
            <a:fld id="{E7A7F8DC-F2D4-4E1A-9430-3D79C91ABB6F}" type="datetime1">
              <a:rPr lang="en-US"/>
              <a:t>08/08/2026</a:t>
            </a:fld>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3" name="PlaceHolder 1"/>
          <p:cNvSpPr>
            <a:spLocks noGrp="1"/>
          </p:cNvSpPr>
          <p:nvPr>
            <p:ph type="title"/>
          </p:nvPr>
        </p:nvSpPr>
        <p:spPr>
          <a:xfrm>
            <a:off x="170640" y="-77040"/>
            <a:ext cx="10679400" cy="834480"/>
          </a:xfrm>
          <a:prstGeom prst="rect">
            <a:avLst/>
          </a:prstGeom>
          <a:noFill/>
          <a:ln w="0">
            <a:noFill/>
          </a:ln>
        </p:spPr>
        <p:txBody>
          <a:bodyPr lIns="0" tIns="0" rIns="0" bIns="0" anchor="b">
            <a:noAutofit/>
          </a:bodyPr>
          <a:p>
            <a:pPr indent="0" algn="l" defTabSz="914400">
              <a:lnSpc>
                <a:spcPct val="100000"/>
              </a:lnSpc>
              <a:buNone/>
              <a:tabLst>
                <a:tab pos="0" algn="l"/>
              </a:tabLst>
            </a:pPr>
            <a:r>
              <a:rPr lang="en-US" sz="3000" b="1" u="none" strike="noStrike">
                <a:solidFill>
                  <a:srgbClr val="C00000"/>
                </a:solidFill>
                <a:effectLst/>
                <a:uFillTx/>
                <a:latin typeface="SRH Headline"/>
                <a:ea typeface="SRH Headline"/>
              </a:rPr>
              <a:t>Feature Importance</a:t>
            </a:r>
            <a:endParaRPr lang="de-DE" sz="3000" b="1" u="none" strike="noStrike">
              <a:solidFill>
                <a:schemeClr val="dk1"/>
              </a:solidFill>
              <a:effectLst/>
              <a:uFillTx/>
              <a:latin typeface="SRH Headline"/>
            </a:endParaRPr>
          </a:p>
        </p:txBody>
      </p:sp>
      <p:sp>
        <p:nvSpPr>
          <p:cNvPr id="234" name="PlaceHolder 2"/>
          <p:cNvSpPr>
            <a:spLocks noGrp="1"/>
          </p:cNvSpPr>
          <p:nvPr>
            <p:ph/>
          </p:nvPr>
        </p:nvSpPr>
        <p:spPr>
          <a:xfrm>
            <a:off x="366840" y="1097280"/>
            <a:ext cx="10861200" cy="5302800"/>
          </a:xfrm>
          <a:prstGeom prst="rect">
            <a:avLst/>
          </a:prstGeom>
          <a:noFill/>
          <a:ln w="0">
            <a:noFill/>
          </a:ln>
        </p:spPr>
        <p:txBody>
          <a:bodyPr lIns="0" tIns="0" rIns="0" bIns="0" anchor="t">
            <a:noAutofit/>
          </a:bodyPr>
          <a:p>
            <a:pPr indent="0" algn="l" defTabSz="914400">
              <a:lnSpc>
                <a:spcPct val="150000"/>
              </a:lnSpc>
              <a:spcBef>
                <a:spcPts val="1199"/>
              </a:spcBef>
              <a:buNone/>
              <a:tabLst>
                <a:tab pos="0" algn="l"/>
              </a:tabLst>
            </a:pPr>
            <a:r>
              <a:rPr lang="en-US" sz="1800" b="0" u="none" strike="noStrike">
                <a:solidFill>
                  <a:schemeClr val="dk1"/>
                </a:solidFill>
                <a:effectLst/>
                <a:uFillTx/>
                <a:latin typeface="SRH Text"/>
                <a:ea typeface="SRH Text"/>
              </a:rPr>
              <a:t>Feature importance tells us </a:t>
            </a:r>
            <a:r>
              <a:rPr lang="en-US" sz="1800" b="1" u="none" strike="noStrike">
                <a:solidFill>
                  <a:schemeClr val="dk1"/>
                </a:solidFill>
                <a:effectLst/>
                <a:uFillTx/>
                <a:latin typeface="SRH Text"/>
                <a:ea typeface="SRH Text"/>
              </a:rPr>
              <a:t>which input variables (features)</a:t>
            </a:r>
            <a:r>
              <a:rPr lang="en-US" sz="1800" b="0" u="none" strike="noStrike">
                <a:solidFill>
                  <a:schemeClr val="dk1"/>
                </a:solidFill>
                <a:effectLst/>
                <a:uFillTx/>
                <a:latin typeface="SRH Text"/>
                <a:ea typeface="SRH Text"/>
              </a:rPr>
              <a:t> have the most influence in predicting the target variable (here: </a:t>
            </a:r>
            <a:r>
              <a:rPr lang="en-US" sz="1800" b="1" u="none" strike="noStrike">
                <a:solidFill>
                  <a:schemeClr val="dk1"/>
                </a:solidFill>
                <a:effectLst/>
                <a:uFillTx/>
                <a:latin typeface="SRH Text"/>
                <a:ea typeface="SRH Text"/>
              </a:rPr>
              <a:t>Energy Consumption</a:t>
            </a:r>
            <a:r>
              <a:rPr lang="en-US" sz="1800" b="0" u="none" strike="noStrike">
                <a:solidFill>
                  <a:schemeClr val="dk1"/>
                </a:solidFill>
                <a:effectLst/>
                <a:uFillTx/>
                <a:latin typeface="SRH Text"/>
                <a:ea typeface="SRH Text"/>
              </a:rPr>
              <a:t>).</a:t>
            </a:r>
            <a:endParaRPr lang="de-DE" sz="1800" b="0" u="none" strike="noStrike">
              <a:solidFill>
                <a:schemeClr val="dk1"/>
              </a:solidFill>
              <a:effectLst/>
              <a:uFillTx/>
              <a:latin typeface="SRH Text"/>
            </a:endParaRPr>
          </a:p>
          <a:p>
            <a:pPr indent="0" algn="l" defTabSz="914400">
              <a:lnSpc>
                <a:spcPct val="150000"/>
              </a:lnSpc>
              <a:spcBef>
                <a:spcPts val="1199"/>
              </a:spcBef>
              <a:buNone/>
              <a:tabLst>
                <a:tab pos="0" algn="l"/>
              </a:tabLst>
            </a:pPr>
            <a:r>
              <a:rPr lang="en-US" sz="1800" b="0" u="none" strike="noStrike">
                <a:solidFill>
                  <a:schemeClr val="dk1"/>
                </a:solidFill>
                <a:effectLst/>
                <a:uFillTx/>
                <a:latin typeface="SRH Text"/>
                <a:ea typeface="SRH Text"/>
              </a:rPr>
              <a:t>Feature importance </a:t>
            </a:r>
            <a:r>
              <a:rPr lang="en-US" sz="1800" b="1" u="none" strike="noStrike">
                <a:solidFill>
                  <a:schemeClr val="dk1"/>
                </a:solidFill>
                <a:effectLst/>
                <a:uFillTx/>
                <a:latin typeface="SRH Text"/>
                <a:ea typeface="SRH Text"/>
              </a:rPr>
              <a:t>quantifies that contribution</a:t>
            </a:r>
            <a:r>
              <a:rPr lang="en-US" sz="1800" b="0" u="none" strike="noStrike">
                <a:solidFill>
                  <a:schemeClr val="dk1"/>
                </a:solidFill>
                <a:effectLst/>
                <a:uFillTx/>
                <a:latin typeface="SRH Text"/>
                <a:ea typeface="SRH Text"/>
              </a:rPr>
              <a:t>, usually by measuring how much a feature reduces prediction error when it is used in decision splits.</a:t>
            </a:r>
            <a:endParaRPr lang="de-DE" sz="1800" b="0" u="none" strike="noStrike">
              <a:solidFill>
                <a:schemeClr val="dk1"/>
              </a:solidFill>
              <a:effectLst/>
              <a:uFillTx/>
              <a:latin typeface="SRH Text"/>
            </a:endParaRPr>
          </a:p>
          <a:p>
            <a:pPr marL="360000" lvl="1" indent="-360000" algn="l" defTabSz="914400">
              <a:lnSpc>
                <a:spcPct val="150000"/>
              </a:lnSpc>
              <a:spcBef>
                <a:spcPts val="1199"/>
              </a:spcBef>
              <a:buClr>
                <a:srgbClr val="DF4807"/>
              </a:buClr>
              <a:buFont typeface="SRH"/>
              <a:buChar char="—"/>
              <a:tabLst>
                <a:tab pos="0" algn="l"/>
              </a:tabLst>
            </a:pPr>
            <a:r>
              <a:rPr lang="en-US" sz="1800" b="0" u="none" strike="noStrike">
                <a:solidFill>
                  <a:schemeClr val="dk1"/>
                </a:solidFill>
                <a:effectLst/>
                <a:uFillTx/>
                <a:latin typeface="SRH Text"/>
                <a:ea typeface="SRH Text"/>
              </a:rPr>
              <a:t>Permutation Feature Importance</a:t>
            </a:r>
            <a:endParaRPr lang="de-DE" sz="1800" b="0" u="none" strike="noStrike">
              <a:solidFill>
                <a:schemeClr val="dk1"/>
              </a:solidFill>
              <a:effectLst/>
              <a:uFillTx/>
              <a:latin typeface="SRH Text"/>
            </a:endParaRPr>
          </a:p>
          <a:p>
            <a:pPr marL="360000" lvl="1" indent="-360000" algn="l" defTabSz="914400">
              <a:lnSpc>
                <a:spcPct val="150000"/>
              </a:lnSpc>
              <a:spcBef>
                <a:spcPts val="1199"/>
              </a:spcBef>
              <a:buClr>
                <a:srgbClr val="DF4807"/>
              </a:buClr>
              <a:buFont typeface="SRH"/>
              <a:buChar char="—"/>
              <a:tabLst>
                <a:tab pos="0" algn="l"/>
              </a:tabLst>
            </a:pPr>
            <a:r>
              <a:rPr lang="en-US" sz="1800" b="0" u="none" strike="noStrike">
                <a:solidFill>
                  <a:schemeClr val="dk1"/>
                </a:solidFill>
                <a:effectLst/>
                <a:uFillTx/>
                <a:latin typeface="SRH Text"/>
                <a:ea typeface="SRH Text"/>
              </a:rPr>
              <a:t>Variance Threshold</a:t>
            </a:r>
            <a:endParaRPr lang="de-DE" sz="1800" b="0" u="none" strike="noStrike">
              <a:solidFill>
                <a:schemeClr val="dk1"/>
              </a:solidFill>
              <a:effectLst/>
              <a:uFillTx/>
              <a:latin typeface="SRH Text"/>
            </a:endParaRPr>
          </a:p>
          <a:p>
            <a:pPr marL="360000" lvl="1" indent="-360000" algn="l" defTabSz="914400">
              <a:lnSpc>
                <a:spcPct val="150000"/>
              </a:lnSpc>
              <a:spcBef>
                <a:spcPts val="1199"/>
              </a:spcBef>
              <a:buClr>
                <a:srgbClr val="DF4807"/>
              </a:buClr>
              <a:buFont typeface="SRH"/>
              <a:buChar char="—"/>
              <a:tabLst>
                <a:tab pos="0" algn="l"/>
              </a:tabLst>
            </a:pPr>
            <a:r>
              <a:rPr lang="en-US" sz="1800" b="0" u="none" strike="noStrike">
                <a:solidFill>
                  <a:schemeClr val="dk1"/>
                </a:solidFill>
                <a:effectLst/>
                <a:uFillTx/>
                <a:latin typeface="SRH Text"/>
                <a:ea typeface="SRH Text"/>
              </a:rPr>
              <a:t>Mutual Information-MI</a:t>
            </a:r>
            <a:endParaRPr lang="de-DE" sz="1800" b="0" u="none" strike="noStrike">
              <a:solidFill>
                <a:schemeClr val="dk1"/>
              </a:solidFill>
              <a:effectLst/>
              <a:uFillTx/>
              <a:latin typeface="SRH Text"/>
            </a:endParaRPr>
          </a:p>
          <a:p>
            <a:pPr marL="360000" lvl="1" indent="-360000" algn="l" defTabSz="914400">
              <a:lnSpc>
                <a:spcPct val="150000"/>
              </a:lnSpc>
              <a:spcBef>
                <a:spcPts val="1199"/>
              </a:spcBef>
              <a:buClr>
                <a:srgbClr val="DF4807"/>
              </a:buClr>
              <a:buFont typeface="SRH"/>
              <a:buChar char="—"/>
              <a:tabLst>
                <a:tab pos="0" algn="l"/>
              </a:tabLst>
            </a:pPr>
            <a:r>
              <a:rPr lang="en-US" sz="1800" b="0" u="none" strike="noStrike">
                <a:solidFill>
                  <a:schemeClr val="dk1"/>
                </a:solidFill>
                <a:effectLst/>
                <a:uFillTx/>
                <a:latin typeface="SRH Text"/>
                <a:ea typeface="SRH Text"/>
              </a:rPr>
              <a:t>Correlation Matrix</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endParaRPr lang="de-DE" sz="1800" b="0" u="none" strike="noStrike">
              <a:solidFill>
                <a:schemeClr val="dk1"/>
              </a:solidFill>
              <a:effectLst/>
              <a:uFillTx/>
              <a:latin typeface="SRH Text"/>
            </a:endParaRPr>
          </a:p>
        </p:txBody>
      </p:sp>
      <p:sp>
        <p:nvSpPr>
          <p:cNvPr id="4" name="PlaceHolder 3"/>
          <p:cNvSpPr>
            <a:spLocks noGrp="1"/>
          </p:cNvSpPr>
          <p:nvPr>
            <p:ph type="ftr" idx="20"/>
          </p:nvPr>
        </p:nvSpPr>
        <p:spPr/>
        <p:txBody>
          <a:bodyPr/>
          <a:p>
            <a:r>
              <a:t>SRH Hochschule Heidelberg</a:t>
            </a:r>
          </a:p>
        </p:txBody>
      </p:sp>
      <p:sp>
        <p:nvSpPr>
          <p:cNvPr id="5" name="PlaceHolder 4"/>
          <p:cNvSpPr>
            <a:spLocks noGrp="1"/>
          </p:cNvSpPr>
          <p:nvPr>
            <p:ph type="sldNum" idx="21"/>
          </p:nvPr>
        </p:nvSpPr>
        <p:spPr/>
        <p:txBody>
          <a:bodyPr/>
          <a:p>
            <a:fld id="{FCAEAE54-0AD6-441D-9291-4AEACA3DD451}" type="slidenum">
              <a:t>16</a:t>
            </a:fld>
          </a:p>
        </p:txBody>
      </p:sp>
      <p:sp>
        <p:nvSpPr>
          <p:cNvPr id="6" name="PlaceHolder 5"/>
          <p:cNvSpPr>
            <a:spLocks noGrp="1"/>
          </p:cNvSpPr>
          <p:nvPr>
            <p:ph type="dt" idx="19"/>
          </p:nvPr>
        </p:nvSpPr>
        <p:spPr/>
        <p:txBody>
          <a:bodyPr/>
          <a:p>
            <a:fld id="{5547A590-D24F-4D68-A844-549E2B6C364B}" type="datetime1">
              <a:rPr lang="en-US"/>
              <a:t>08/08/2026</a:t>
            </a:fld>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5" name="PlaceHolder 1"/>
          <p:cNvSpPr>
            <a:spLocks noGrp="1"/>
          </p:cNvSpPr>
          <p:nvPr>
            <p:ph type="title"/>
          </p:nvPr>
        </p:nvSpPr>
        <p:spPr>
          <a:xfrm>
            <a:off x="170640" y="-77040"/>
            <a:ext cx="10679400" cy="834480"/>
          </a:xfrm>
          <a:prstGeom prst="rect">
            <a:avLst/>
          </a:prstGeom>
          <a:noFill/>
          <a:ln w="0">
            <a:noFill/>
          </a:ln>
        </p:spPr>
        <p:txBody>
          <a:bodyPr lIns="0" tIns="0" rIns="0" bIns="0" anchor="b">
            <a:noAutofit/>
          </a:bodyPr>
          <a:p>
            <a:pPr indent="0" algn="l" defTabSz="914400">
              <a:lnSpc>
                <a:spcPct val="100000"/>
              </a:lnSpc>
              <a:buNone/>
              <a:tabLst>
                <a:tab pos="0" algn="l"/>
              </a:tabLst>
            </a:pPr>
            <a:r>
              <a:rPr lang="en-US" sz="3000" b="1" u="none" strike="noStrike">
                <a:solidFill>
                  <a:srgbClr val="C00000"/>
                </a:solidFill>
                <a:effectLst/>
                <a:uFillTx/>
                <a:latin typeface="SRH Headline"/>
                <a:ea typeface="SRH Headline"/>
              </a:rPr>
              <a:t>Permutation Feature Importance</a:t>
            </a:r>
            <a:endParaRPr lang="de-DE" sz="3000" b="1" u="none" strike="noStrike">
              <a:solidFill>
                <a:schemeClr val="dk1"/>
              </a:solidFill>
              <a:effectLst/>
              <a:uFillTx/>
              <a:latin typeface="SRH Headline"/>
            </a:endParaRPr>
          </a:p>
        </p:txBody>
      </p:sp>
      <p:sp>
        <p:nvSpPr>
          <p:cNvPr id="236" name="PlaceHolder 2"/>
          <p:cNvSpPr>
            <a:spLocks noGrp="1"/>
          </p:cNvSpPr>
          <p:nvPr>
            <p:ph/>
          </p:nvPr>
        </p:nvSpPr>
        <p:spPr>
          <a:xfrm>
            <a:off x="110880" y="1173240"/>
            <a:ext cx="10337040" cy="1935000"/>
          </a:xfrm>
          <a:prstGeom prst="rect">
            <a:avLst/>
          </a:prstGeom>
          <a:noFill/>
          <a:ln w="0">
            <a:noFill/>
          </a:ln>
        </p:spPr>
        <p:txBody>
          <a:bodyPr lIns="0" tIns="0" rIns="0" bIns="0" anchor="t">
            <a:noAutofit/>
          </a:bodyPr>
          <a:p>
            <a:pPr marL="285840" indent="-285840" algn="l" defTabSz="914400">
              <a:lnSpc>
                <a:spcPct val="110000"/>
              </a:lnSpc>
              <a:spcBef>
                <a:spcPts val="1199"/>
              </a:spcBef>
              <a:buClr>
                <a:srgbClr val="575756"/>
              </a:buClr>
              <a:buFont typeface="Wingdings" charset="2"/>
              <a:buChar char=""/>
              <a:tabLst>
                <a:tab pos="0" algn="l"/>
              </a:tabLst>
            </a:pPr>
            <a:r>
              <a:rPr lang="en-US" sz="1800" b="0" u="none" strike="noStrike">
                <a:solidFill>
                  <a:schemeClr val="dk1"/>
                </a:solidFill>
                <a:effectLst/>
                <a:uFillTx/>
                <a:latin typeface="SRH Text"/>
                <a:ea typeface="SRH Text"/>
              </a:rPr>
              <a:t>A method to measure the importance of each feature in a machine learning model.</a:t>
            </a:r>
            <a:endParaRPr lang="de-DE" sz="1800" b="0" u="none" strike="noStrike">
              <a:solidFill>
                <a:schemeClr val="dk1"/>
              </a:solidFill>
              <a:effectLst/>
              <a:uFillTx/>
              <a:latin typeface="SRH Text"/>
            </a:endParaRPr>
          </a:p>
          <a:p>
            <a:pPr marL="285840" indent="-285840" algn="l" defTabSz="914400">
              <a:lnSpc>
                <a:spcPct val="110000"/>
              </a:lnSpc>
              <a:spcBef>
                <a:spcPts val="1199"/>
              </a:spcBef>
              <a:buClr>
                <a:srgbClr val="575756"/>
              </a:buClr>
              <a:buFont typeface="Wingdings" charset="2"/>
              <a:buChar char=""/>
              <a:tabLst>
                <a:tab pos="0" algn="l"/>
              </a:tabLst>
            </a:pPr>
            <a:r>
              <a:rPr lang="en-US" sz="1800" b="0" u="none" strike="noStrike">
                <a:solidFill>
                  <a:schemeClr val="dk1"/>
                </a:solidFill>
                <a:effectLst/>
                <a:uFillTx/>
                <a:latin typeface="SRH Text"/>
                <a:ea typeface="SRH Text"/>
              </a:rPr>
              <a:t>Idea: Randomly shuffle a feature’s values and see how the model performance changes.</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1" u="none" strike="noStrike">
                <a:solidFill>
                  <a:schemeClr val="dk1"/>
                </a:solidFill>
                <a:effectLst/>
                <a:uFillTx/>
                <a:latin typeface="SRH Text"/>
                <a:ea typeface="SRH Text"/>
              </a:rPr>
              <a:t>How it works:</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0" u="none" strike="noStrike">
                <a:solidFill>
                  <a:schemeClr val="dk1"/>
                </a:solidFill>
                <a:effectLst/>
                <a:uFillTx/>
                <a:latin typeface="SRH Text"/>
                <a:ea typeface="SRH Text"/>
              </a:rPr>
              <a:t>Train the model on the data and calculate </a:t>
            </a:r>
            <a:r>
              <a:rPr lang="en-US" sz="1800" b="1" u="none" strike="noStrike">
                <a:solidFill>
                  <a:schemeClr val="dk1"/>
                </a:solidFill>
                <a:effectLst/>
                <a:uFillTx/>
                <a:latin typeface="SRH Text"/>
                <a:ea typeface="SRH Text"/>
              </a:rPr>
              <a:t>baseline performance</a:t>
            </a:r>
            <a:r>
              <a:rPr lang="en-US" sz="1800" b="0" u="none" strike="noStrike">
                <a:solidFill>
                  <a:schemeClr val="dk1"/>
                </a:solidFill>
                <a:effectLst/>
                <a:uFillTx/>
                <a:latin typeface="SRH Text"/>
                <a:ea typeface="SRH Text"/>
              </a:rPr>
              <a:t> (e.g., accuracy, R²).</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0" u="none" strike="noStrike">
                <a:solidFill>
                  <a:schemeClr val="dk1"/>
                </a:solidFill>
                <a:effectLst/>
                <a:uFillTx/>
                <a:latin typeface="SRH Text"/>
                <a:ea typeface="SRH Text"/>
              </a:rPr>
              <a:t>For each feature:</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en-US" sz="1800" b="0" u="none" strike="noStrike">
                <a:solidFill>
                  <a:schemeClr val="dk1"/>
                </a:solidFill>
                <a:effectLst/>
                <a:uFillTx/>
                <a:latin typeface="SRH Text"/>
                <a:ea typeface="SRH Text"/>
              </a:rPr>
              <a:t>Shuffle its values randomly.</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en-US" sz="1800" b="0" u="none" strike="noStrike">
                <a:solidFill>
                  <a:schemeClr val="dk1"/>
                </a:solidFill>
                <a:effectLst/>
                <a:uFillTx/>
                <a:latin typeface="SRH Text"/>
                <a:ea typeface="SRH Text"/>
              </a:rPr>
              <a:t>Re-evaluate the model performance.</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0" u="none" strike="noStrike">
                <a:solidFill>
                  <a:schemeClr val="dk1"/>
                </a:solidFill>
                <a:effectLst/>
                <a:uFillTx/>
                <a:latin typeface="SRH Text"/>
                <a:ea typeface="SRH Text"/>
              </a:rPr>
              <a:t>Compare performance:</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en-US" sz="1800" b="1" u="none" strike="noStrike">
                <a:solidFill>
                  <a:schemeClr val="dk1"/>
                </a:solidFill>
                <a:effectLst/>
                <a:uFillTx/>
                <a:latin typeface="SRH Text"/>
                <a:ea typeface="SRH Text"/>
              </a:rPr>
              <a:t>Big drop in performance → feature is very important</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en-US" sz="1800" b="1" u="none" strike="noStrike">
                <a:solidFill>
                  <a:schemeClr val="dk1"/>
                </a:solidFill>
                <a:effectLst/>
                <a:uFillTx/>
                <a:latin typeface="SRH Text"/>
                <a:ea typeface="SRH Text"/>
              </a:rPr>
              <a:t>Little or no change → feature is less important</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endParaRPr lang="de-DE" sz="1800" b="0" u="none" strike="noStrike">
              <a:solidFill>
                <a:schemeClr val="dk1"/>
              </a:solidFill>
              <a:effectLst/>
              <a:uFillTx/>
              <a:latin typeface="SRH Text"/>
            </a:endParaRPr>
          </a:p>
        </p:txBody>
      </p:sp>
      <p:pic>
        <p:nvPicPr>
          <p:cNvPr id="237" name="Picture 2"/>
          <p:cNvPicPr/>
          <p:nvPr/>
        </p:nvPicPr>
        <p:blipFill>
          <a:blip r:embed="rId1"/>
          <a:stretch/>
        </p:blipFill>
        <p:spPr>
          <a:xfrm>
            <a:off x="7059240" y="2865240"/>
            <a:ext cx="5132160" cy="3522600"/>
          </a:xfrm>
          <a:prstGeom prst="rect">
            <a:avLst/>
          </a:prstGeom>
          <a:noFill/>
          <a:ln w="0">
            <a:noFill/>
          </a:ln>
        </p:spPr>
      </p:pic>
      <p:sp>
        <p:nvSpPr>
          <p:cNvPr id="4" name="PlaceHolder 3"/>
          <p:cNvSpPr>
            <a:spLocks noGrp="1"/>
          </p:cNvSpPr>
          <p:nvPr>
            <p:ph type="ftr" idx="20"/>
          </p:nvPr>
        </p:nvSpPr>
        <p:spPr/>
        <p:txBody>
          <a:bodyPr/>
          <a:p>
            <a:r>
              <a:t>SRH Hochschule Heidelberg</a:t>
            </a:r>
          </a:p>
        </p:txBody>
      </p:sp>
      <p:sp>
        <p:nvSpPr>
          <p:cNvPr id="5" name="PlaceHolder 4"/>
          <p:cNvSpPr>
            <a:spLocks noGrp="1"/>
          </p:cNvSpPr>
          <p:nvPr>
            <p:ph type="sldNum" idx="21"/>
          </p:nvPr>
        </p:nvSpPr>
        <p:spPr/>
        <p:txBody>
          <a:bodyPr/>
          <a:p>
            <a:fld id="{1DBF211E-86E2-497A-AEEB-674A618490E0}" type="slidenum">
              <a:t>17</a:t>
            </a:fld>
          </a:p>
        </p:txBody>
      </p:sp>
      <p:sp>
        <p:nvSpPr>
          <p:cNvPr id="6" name="PlaceHolder 5"/>
          <p:cNvSpPr>
            <a:spLocks noGrp="1"/>
          </p:cNvSpPr>
          <p:nvPr>
            <p:ph type="dt" idx="19"/>
          </p:nvPr>
        </p:nvSpPr>
        <p:spPr/>
        <p:txBody>
          <a:bodyPr/>
          <a:p>
            <a:fld id="{29FA926D-9C63-4303-9BE9-B317B03A5A29}" type="datetime1">
              <a:rPr lang="en-US"/>
              <a:t>08/08/2026</a:t>
            </a:fld>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8" name="PlaceHolder 1"/>
          <p:cNvSpPr>
            <a:spLocks noGrp="1"/>
          </p:cNvSpPr>
          <p:nvPr>
            <p:ph type="title"/>
          </p:nvPr>
        </p:nvSpPr>
        <p:spPr>
          <a:xfrm>
            <a:off x="170640" y="-77040"/>
            <a:ext cx="9541800" cy="834480"/>
          </a:xfrm>
          <a:prstGeom prst="rect">
            <a:avLst/>
          </a:prstGeom>
          <a:noFill/>
          <a:ln w="0">
            <a:noFill/>
          </a:ln>
        </p:spPr>
        <p:txBody>
          <a:bodyPr lIns="0" tIns="0" rIns="0" bIns="0" anchor="b">
            <a:noAutofit/>
          </a:bodyPr>
          <a:p>
            <a:pPr indent="0" algn="l" defTabSz="914400">
              <a:lnSpc>
                <a:spcPct val="100000"/>
              </a:lnSpc>
              <a:buNone/>
              <a:tabLst>
                <a:tab pos="0" algn="l"/>
              </a:tabLst>
            </a:pPr>
            <a:r>
              <a:rPr lang="en-US" sz="3000" b="1" u="none" strike="noStrike">
                <a:solidFill>
                  <a:srgbClr val="C00000"/>
                </a:solidFill>
                <a:effectLst/>
                <a:uFillTx/>
                <a:latin typeface="SRH Headline"/>
                <a:ea typeface="SRH Headline"/>
              </a:rPr>
              <a:t>Variance Threshold</a:t>
            </a:r>
            <a:endParaRPr lang="de-DE" sz="3000" b="1" u="none" strike="noStrike">
              <a:solidFill>
                <a:schemeClr val="dk1"/>
              </a:solidFill>
              <a:effectLst/>
              <a:uFillTx/>
              <a:latin typeface="SRH Headline"/>
            </a:endParaRPr>
          </a:p>
        </p:txBody>
      </p:sp>
      <p:sp>
        <p:nvSpPr>
          <p:cNvPr id="239" name="PlaceHolder 2"/>
          <p:cNvSpPr>
            <a:spLocks noGrp="1"/>
          </p:cNvSpPr>
          <p:nvPr>
            <p:ph/>
          </p:nvPr>
        </p:nvSpPr>
        <p:spPr>
          <a:xfrm>
            <a:off x="359280" y="1072800"/>
            <a:ext cx="10503000" cy="2425320"/>
          </a:xfrm>
          <a:prstGeom prst="rect">
            <a:avLst/>
          </a:prstGeom>
          <a:noFill/>
          <a:ln w="0">
            <a:noFill/>
          </a:ln>
        </p:spPr>
        <p:txBody>
          <a:bodyPr lIns="0" tIns="0" rIns="0" bIns="0" anchor="t">
            <a:noAutofit/>
          </a:bodyPr>
          <a:p>
            <a:pPr indent="0" algn="l" defTabSz="914400">
              <a:lnSpc>
                <a:spcPct val="110000"/>
              </a:lnSpc>
              <a:spcBef>
                <a:spcPts val="1199"/>
              </a:spcBef>
              <a:buNone/>
              <a:tabLst>
                <a:tab pos="0" algn="l"/>
              </a:tabLst>
            </a:pPr>
            <a:r>
              <a:rPr lang="en-US" sz="1800" b="1" u="none" strike="noStrike">
                <a:solidFill>
                  <a:schemeClr val="dk1"/>
                </a:solidFill>
                <a:effectLst/>
                <a:uFillTx/>
                <a:latin typeface="SRH Text"/>
                <a:ea typeface="SRH Text"/>
              </a:rPr>
              <a:t>A feature selection method </a:t>
            </a:r>
            <a:r>
              <a:rPr lang="en-US" sz="1800" b="0" u="none" strike="noStrike">
                <a:solidFill>
                  <a:schemeClr val="dk1"/>
                </a:solidFill>
                <a:effectLst/>
                <a:uFillTx/>
                <a:latin typeface="SRH Text"/>
                <a:ea typeface="SRH Text"/>
              </a:rPr>
              <a:t>that removes features with </a:t>
            </a:r>
            <a:r>
              <a:rPr lang="en-US" sz="1800" b="1" u="none" strike="noStrike">
                <a:solidFill>
                  <a:schemeClr val="dk1"/>
                </a:solidFill>
                <a:effectLst/>
                <a:uFillTx/>
                <a:latin typeface="SRH Text"/>
                <a:ea typeface="SRH Text"/>
              </a:rPr>
              <a:t>very low variance</a:t>
            </a:r>
            <a:r>
              <a:rPr lang="en-US" sz="1800" b="0" u="none" strike="noStrike">
                <a:solidFill>
                  <a:schemeClr val="dk1"/>
                </a:solidFill>
                <a:effectLst/>
                <a:uFillTx/>
                <a:latin typeface="SRH Text"/>
                <a:ea typeface="SRH Text"/>
              </a:rPr>
              <a:t> (i.e., </a:t>
            </a:r>
            <a:r>
              <a:rPr lang="en-US" sz="1800" b="1" u="none" strike="noStrike">
                <a:solidFill>
                  <a:schemeClr val="dk1"/>
                </a:solidFill>
                <a:effectLst/>
                <a:uFillTx/>
                <a:latin typeface="SRH Text"/>
                <a:ea typeface="SRH Text"/>
              </a:rPr>
              <a:t>almost constant </a:t>
            </a:r>
            <a:r>
              <a:rPr lang="en-US" sz="1800" b="0" u="none" strike="noStrike">
                <a:solidFill>
                  <a:schemeClr val="dk1"/>
                </a:solidFill>
                <a:effectLst/>
                <a:uFillTx/>
                <a:latin typeface="SRH Text"/>
                <a:ea typeface="SRH Text"/>
              </a:rPr>
              <a:t>values).</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1" u="none" strike="noStrike">
                <a:solidFill>
                  <a:schemeClr val="dk1"/>
                </a:solidFill>
                <a:effectLst/>
                <a:uFillTx/>
                <a:latin typeface="SRH Text"/>
                <a:ea typeface="SRH Text"/>
              </a:rPr>
              <a:t>Why it matters:</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0" u="none" strike="noStrike">
                <a:solidFill>
                  <a:schemeClr val="dk1"/>
                </a:solidFill>
                <a:effectLst/>
                <a:uFillTx/>
                <a:latin typeface="SRH Text"/>
                <a:ea typeface="SRH Text"/>
              </a:rPr>
              <a:t>Features with no variability don’t help the model.</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0" u="none" strike="noStrike">
                <a:solidFill>
                  <a:schemeClr val="dk1"/>
                </a:solidFill>
                <a:effectLst/>
                <a:uFillTx/>
                <a:latin typeface="SRH Text"/>
                <a:ea typeface="SRH Text"/>
              </a:rPr>
              <a:t>Reduces dataset size, speeds up training, and avoids overfitting.</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0" u="none" strike="noStrike">
                <a:solidFill>
                  <a:schemeClr val="dk1"/>
                </a:solidFill>
                <a:effectLst/>
                <a:uFillTx/>
                <a:latin typeface="SRH Text"/>
                <a:ea typeface="SRH Text"/>
              </a:rPr>
              <a:t>Low variance features: </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0" u="none" strike="noStrike">
                <a:solidFill>
                  <a:schemeClr val="dk1"/>
                </a:solidFill>
                <a:effectLst/>
                <a:uFillTx/>
                <a:latin typeface="SRH Text"/>
                <a:ea typeface="SRH Text"/>
              </a:rPr>
              <a:t>Original feature count: 41 </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0" u="none" strike="noStrike">
                <a:solidFill>
                  <a:schemeClr val="dk1"/>
                </a:solidFill>
                <a:effectLst/>
                <a:uFillTx/>
                <a:latin typeface="SRH Text"/>
                <a:ea typeface="SRH Text"/>
              </a:rPr>
              <a:t>Selected feature count: 40</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endParaRPr lang="de-DE" sz="1800" b="0" u="none" strike="noStrike">
              <a:solidFill>
                <a:schemeClr val="dk1"/>
              </a:solidFill>
              <a:effectLst/>
              <a:uFillTx/>
              <a:latin typeface="SRH Text"/>
            </a:endParaRPr>
          </a:p>
        </p:txBody>
      </p:sp>
      <p:sp>
        <p:nvSpPr>
          <p:cNvPr id="4" name="PlaceHolder 3"/>
          <p:cNvSpPr>
            <a:spLocks noGrp="1"/>
          </p:cNvSpPr>
          <p:nvPr>
            <p:ph type="ftr" idx="20"/>
          </p:nvPr>
        </p:nvSpPr>
        <p:spPr/>
        <p:txBody>
          <a:bodyPr/>
          <a:p>
            <a:r>
              <a:t>SRH Hochschule Heidelberg</a:t>
            </a:r>
          </a:p>
        </p:txBody>
      </p:sp>
      <p:sp>
        <p:nvSpPr>
          <p:cNvPr id="5" name="PlaceHolder 4"/>
          <p:cNvSpPr>
            <a:spLocks noGrp="1"/>
          </p:cNvSpPr>
          <p:nvPr>
            <p:ph type="sldNum" idx="21"/>
          </p:nvPr>
        </p:nvSpPr>
        <p:spPr/>
        <p:txBody>
          <a:bodyPr/>
          <a:p>
            <a:fld id="{D2F511E6-B306-466B-89F4-5E27A113AADA}" type="slidenum">
              <a:t>18</a:t>
            </a:fld>
          </a:p>
        </p:txBody>
      </p:sp>
      <p:sp>
        <p:nvSpPr>
          <p:cNvPr id="6" name="PlaceHolder 5"/>
          <p:cNvSpPr>
            <a:spLocks noGrp="1"/>
          </p:cNvSpPr>
          <p:nvPr>
            <p:ph type="dt" idx="19"/>
          </p:nvPr>
        </p:nvSpPr>
        <p:spPr/>
        <p:txBody>
          <a:bodyPr/>
          <a:p>
            <a:fld id="{42320D13-C271-41B7-AE79-A906803B30E2}" type="datetime1">
              <a:rPr lang="en-US"/>
              <a:t>08/08/2026</a:t>
            </a:fld>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0" name="PlaceHolder 1"/>
          <p:cNvSpPr>
            <a:spLocks noGrp="1"/>
          </p:cNvSpPr>
          <p:nvPr>
            <p:ph type="title"/>
          </p:nvPr>
        </p:nvSpPr>
        <p:spPr>
          <a:xfrm>
            <a:off x="170640" y="-77040"/>
            <a:ext cx="9541800" cy="834480"/>
          </a:xfrm>
          <a:prstGeom prst="rect">
            <a:avLst/>
          </a:prstGeom>
          <a:noFill/>
          <a:ln w="0">
            <a:noFill/>
          </a:ln>
        </p:spPr>
        <p:txBody>
          <a:bodyPr lIns="0" tIns="0" rIns="0" bIns="0" anchor="b">
            <a:noAutofit/>
          </a:bodyPr>
          <a:p>
            <a:pPr indent="0" algn="l" defTabSz="914400">
              <a:lnSpc>
                <a:spcPct val="100000"/>
              </a:lnSpc>
              <a:buNone/>
              <a:tabLst>
                <a:tab pos="0" algn="l"/>
              </a:tabLst>
            </a:pPr>
            <a:r>
              <a:rPr lang="en-US" sz="3000" b="1" u="none" strike="noStrike">
                <a:solidFill>
                  <a:srgbClr val="C00000"/>
                </a:solidFill>
                <a:effectLst/>
                <a:uFillTx/>
                <a:latin typeface="SRH Headline"/>
                <a:ea typeface="SRH Headline"/>
              </a:rPr>
              <a:t>Mutual Information (MI)</a:t>
            </a:r>
            <a:endParaRPr lang="de-DE" sz="3000" b="1" u="none" strike="noStrike">
              <a:solidFill>
                <a:schemeClr val="dk1"/>
              </a:solidFill>
              <a:effectLst/>
              <a:uFillTx/>
              <a:latin typeface="SRH Headline"/>
            </a:endParaRPr>
          </a:p>
        </p:txBody>
      </p:sp>
      <p:sp>
        <p:nvSpPr>
          <p:cNvPr id="241" name="PlaceHolder 2"/>
          <p:cNvSpPr>
            <a:spLocks noGrp="1"/>
          </p:cNvSpPr>
          <p:nvPr>
            <p:ph/>
          </p:nvPr>
        </p:nvSpPr>
        <p:spPr>
          <a:xfrm>
            <a:off x="109800" y="963000"/>
            <a:ext cx="5193000" cy="5217480"/>
          </a:xfrm>
          <a:prstGeom prst="rect">
            <a:avLst/>
          </a:prstGeom>
          <a:noFill/>
          <a:ln w="0">
            <a:noFill/>
          </a:ln>
        </p:spPr>
        <p:txBody>
          <a:bodyPr lIns="0" tIns="0" rIns="0" bIns="0" anchor="t">
            <a:noAutofit/>
          </a:bodyPr>
          <a:p>
            <a:pPr indent="0" algn="l" defTabSz="914400">
              <a:lnSpc>
                <a:spcPct val="110000"/>
              </a:lnSpc>
              <a:spcBef>
                <a:spcPts val="1199"/>
              </a:spcBef>
              <a:buNone/>
              <a:tabLst>
                <a:tab pos="0" algn="l"/>
              </a:tabLst>
            </a:pPr>
            <a:r>
              <a:rPr lang="en-US" sz="1800" b="0" u="none" strike="noStrike">
                <a:solidFill>
                  <a:schemeClr val="dk1"/>
                </a:solidFill>
                <a:effectLst/>
                <a:uFillTx/>
                <a:latin typeface="SRH Text"/>
                <a:ea typeface="SRH Text"/>
              </a:rPr>
              <a:t>A measure from information theory that tells us </a:t>
            </a:r>
            <a:r>
              <a:rPr lang="en-US" sz="1800" b="1" u="none" strike="noStrike">
                <a:solidFill>
                  <a:schemeClr val="dk1"/>
                </a:solidFill>
                <a:effectLst/>
                <a:uFillTx/>
                <a:latin typeface="SRH Text"/>
                <a:ea typeface="SRH Text"/>
              </a:rPr>
              <a:t>how much knowing one variable reduces uncertainty about another</a:t>
            </a:r>
            <a:r>
              <a:rPr lang="en-US" sz="1800" b="0" u="none" strike="noStrike">
                <a:solidFill>
                  <a:schemeClr val="dk1"/>
                </a:solidFill>
                <a:effectLst/>
                <a:uFillTx/>
                <a:latin typeface="SRH Text"/>
                <a:ea typeface="SRH Text"/>
              </a:rPr>
              <a:t>.</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1" u="none" strike="noStrike">
                <a:solidFill>
                  <a:schemeClr val="dk1"/>
                </a:solidFill>
                <a:effectLst/>
                <a:uFillTx/>
                <a:latin typeface="SRH Text"/>
                <a:ea typeface="SRH Text"/>
              </a:rPr>
              <a:t>Why it matters:</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0" u="none" strike="noStrike">
                <a:solidFill>
                  <a:schemeClr val="dk1"/>
                </a:solidFill>
                <a:effectLst/>
                <a:uFillTx/>
                <a:latin typeface="SRH Text"/>
                <a:ea typeface="SRH Text"/>
              </a:rPr>
              <a:t>Used for feature selection → finds </a:t>
            </a:r>
            <a:r>
              <a:rPr lang="en-US" sz="1800" b="1" u="none" strike="noStrike">
                <a:solidFill>
                  <a:schemeClr val="dk1"/>
                </a:solidFill>
                <a:effectLst/>
                <a:uFillTx/>
                <a:latin typeface="SRH Text"/>
                <a:ea typeface="SRH Text"/>
              </a:rPr>
              <a:t>nonlinear relationships</a:t>
            </a:r>
            <a:r>
              <a:rPr lang="en-US" sz="1800" b="0" u="none" strike="noStrike">
                <a:solidFill>
                  <a:schemeClr val="dk1"/>
                </a:solidFill>
                <a:effectLst/>
                <a:uFillTx/>
                <a:latin typeface="SRH Text"/>
                <a:ea typeface="SRH Text"/>
              </a:rPr>
              <a:t> between features and target.</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0" u="none" strike="noStrike">
                <a:solidFill>
                  <a:schemeClr val="dk1"/>
                </a:solidFill>
                <a:effectLst/>
                <a:uFillTx/>
                <a:latin typeface="SRH Text"/>
                <a:ea typeface="SRH Text"/>
              </a:rPr>
              <a:t>More flexible than correlation because it captures </a:t>
            </a:r>
            <a:r>
              <a:rPr lang="en-US" sz="1800" b="1" u="none" strike="noStrike">
                <a:solidFill>
                  <a:schemeClr val="dk1"/>
                </a:solidFill>
                <a:effectLst/>
                <a:uFillTx/>
                <a:latin typeface="SRH Text"/>
                <a:ea typeface="SRH Text"/>
              </a:rPr>
              <a:t>both linear &amp; nonlinear dependencies</a:t>
            </a:r>
            <a:r>
              <a:rPr lang="en-US" sz="1800" b="0" u="none" strike="noStrike">
                <a:solidFill>
                  <a:schemeClr val="dk1"/>
                </a:solidFill>
                <a:effectLst/>
                <a:uFillTx/>
                <a:latin typeface="SRH Text"/>
                <a:ea typeface="SRH Text"/>
              </a:rPr>
              <a:t>.</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endParaRPr lang="de-DE" sz="1800" b="0" u="none" strike="noStrike">
              <a:solidFill>
                <a:schemeClr val="dk1"/>
              </a:solidFill>
              <a:effectLst/>
              <a:uFillTx/>
              <a:latin typeface="SRH Text"/>
            </a:endParaRPr>
          </a:p>
        </p:txBody>
      </p:sp>
      <p:pic>
        <p:nvPicPr>
          <p:cNvPr id="242" name="Picture 6"/>
          <p:cNvPicPr/>
          <p:nvPr/>
        </p:nvPicPr>
        <p:blipFill>
          <a:blip r:embed="rId1"/>
          <a:stretch/>
        </p:blipFill>
        <p:spPr>
          <a:xfrm>
            <a:off x="5693760" y="1121400"/>
            <a:ext cx="6265800" cy="5735880"/>
          </a:xfrm>
          <a:prstGeom prst="rect">
            <a:avLst/>
          </a:prstGeom>
          <a:noFill/>
          <a:ln w="0">
            <a:noFill/>
          </a:ln>
        </p:spPr>
      </p:pic>
      <p:sp>
        <p:nvSpPr>
          <p:cNvPr id="4" name="PlaceHolder 3"/>
          <p:cNvSpPr>
            <a:spLocks noGrp="1"/>
          </p:cNvSpPr>
          <p:nvPr>
            <p:ph type="ftr" idx="20"/>
          </p:nvPr>
        </p:nvSpPr>
        <p:spPr/>
        <p:txBody>
          <a:bodyPr/>
          <a:p>
            <a:r>
              <a:t>SRH Hochschule Heidelberg</a:t>
            </a:r>
          </a:p>
        </p:txBody>
      </p:sp>
      <p:sp>
        <p:nvSpPr>
          <p:cNvPr id="5" name="PlaceHolder 4"/>
          <p:cNvSpPr>
            <a:spLocks noGrp="1"/>
          </p:cNvSpPr>
          <p:nvPr>
            <p:ph type="sldNum" idx="21"/>
          </p:nvPr>
        </p:nvSpPr>
        <p:spPr/>
        <p:txBody>
          <a:bodyPr/>
          <a:p>
            <a:fld id="{856C2BD5-CC98-4F85-8DD2-8D8F21D97D7E}" type="slidenum">
              <a:t>19</a:t>
            </a:fld>
          </a:p>
        </p:txBody>
      </p:sp>
      <p:sp>
        <p:nvSpPr>
          <p:cNvPr id="6" name="PlaceHolder 5"/>
          <p:cNvSpPr>
            <a:spLocks noGrp="1"/>
          </p:cNvSpPr>
          <p:nvPr>
            <p:ph type="dt" idx="19"/>
          </p:nvPr>
        </p:nvSpPr>
        <p:spPr/>
        <p:txBody>
          <a:bodyPr/>
          <a:p>
            <a:fld id="{C33BC9F2-3C71-4A7A-A68D-65EE6B74AF36}" type="datetime1">
              <a:rPr lang="en-US"/>
              <a:t>08/08/2026</a:t>
            </a:fld>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3" name="PlaceHolder 1"/>
          <p:cNvSpPr>
            <a:spLocks noGrp="1"/>
          </p:cNvSpPr>
          <p:nvPr>
            <p:ph type="title"/>
          </p:nvPr>
        </p:nvSpPr>
        <p:spPr>
          <a:xfrm>
            <a:off x="267840" y="291600"/>
            <a:ext cx="9156960" cy="667440"/>
          </a:xfrm>
          <a:prstGeom prst="rect">
            <a:avLst/>
          </a:prstGeom>
          <a:noFill/>
          <a:ln w="0">
            <a:noFill/>
          </a:ln>
        </p:spPr>
        <p:txBody>
          <a:bodyPr lIns="0" tIns="0" rIns="0" bIns="0" anchor="b">
            <a:noAutofit/>
          </a:bodyPr>
          <a:p>
            <a:pPr indent="0" algn="l" defTabSz="914400">
              <a:lnSpc>
                <a:spcPct val="100000"/>
              </a:lnSpc>
              <a:buNone/>
              <a:tabLst>
                <a:tab pos="0" algn="l"/>
              </a:tabLst>
            </a:pPr>
            <a:r>
              <a:rPr lang="en-US" sz="3000" b="1" u="none" strike="noStrike">
                <a:solidFill>
                  <a:srgbClr val="DF4807"/>
                </a:solidFill>
                <a:effectLst/>
                <a:uFillTx/>
                <a:latin typeface="SRH Headline"/>
                <a:ea typeface="SRH Headline"/>
              </a:rPr>
              <a:t>Related Articles</a:t>
            </a:r>
            <a:endParaRPr lang="de-DE" sz="3000" b="1" u="none" strike="noStrike">
              <a:solidFill>
                <a:schemeClr val="dk1"/>
              </a:solidFill>
              <a:effectLst/>
              <a:uFillTx/>
              <a:latin typeface="SRH Headline"/>
            </a:endParaRPr>
          </a:p>
        </p:txBody>
      </p:sp>
      <p:graphicFrame>
        <p:nvGraphicFramePr>
          <p:cNvPr id="244" name="Table 8"/>
          <p:cNvGraphicFramePr/>
          <p:nvPr/>
        </p:nvGraphicFramePr>
        <p:xfrm>
          <a:off x="500040" y="1511640"/>
          <a:ext cx="11325600" cy="4732920"/>
        </p:xfrm>
        <a:graphic>
          <a:graphicData uri="http://schemas.openxmlformats.org/drawingml/2006/table">
            <a:tbl>
              <a:tblPr/>
              <a:tblGrid>
                <a:gridCol w="2040120"/>
                <a:gridCol w="1564560"/>
                <a:gridCol w="1564560"/>
                <a:gridCol w="1564560"/>
                <a:gridCol w="1564560"/>
                <a:gridCol w="3027600"/>
              </a:tblGrid>
              <a:tr h="938520">
                <a:tc>
                  <a:txBody>
                    <a:bodyPr lIns="42480" tIns="21240" rIns="42480" bIns="21240" anchor="ctr">
                      <a:noAutofit/>
                    </a:bodyPr>
                    <a:p>
                      <a:pPr algn="ctr" defTabSz="914400">
                        <a:lnSpc>
                          <a:spcPct val="100000"/>
                        </a:lnSpc>
                      </a:pPr>
                      <a:r>
                        <a:rPr lang="en-US" sz="1400" b="1" u="none" strike="noStrike">
                          <a:solidFill>
                            <a:schemeClr val="dk1"/>
                          </a:solidFill>
                          <a:effectLst/>
                          <a:uFillTx/>
                          <a:latin typeface="SRH"/>
                        </a:rPr>
                        <a:t>Algorithm</a:t>
                      </a:r>
                      <a:endParaRPr lang="en-US" sz="1400" b="0" u="none" strike="noStrike">
                        <a:solidFill>
                          <a:srgbClr val="000000"/>
                        </a:solidFill>
                        <a:effectLst/>
                        <a:uFillTx/>
                        <a:latin typeface="Arial"/>
                      </a:endParaRPr>
                    </a:p>
                  </a:txBody>
                  <a:tcPr anchor="ctr" marL="42480" marR="42480" marT="21240" marB="21240">
                    <a:lnL w="12240">
                      <a:noFill/>
                      <a:prstDash val="solid"/>
                    </a:lnL>
                    <a:lnR w="12240">
                      <a:noFill/>
                      <a:prstDash val="solid"/>
                    </a:lnR>
                    <a:lnT w="12240">
                      <a:noFill/>
                      <a:prstDash val="solid"/>
                    </a:lnT>
                    <a:lnB w="12240">
                      <a:noFill/>
                      <a:prstDash val="solid"/>
                    </a:lnB>
                    <a:noFill/>
                  </a:tcPr>
                </a:tc>
                <a:tc>
                  <a:txBody>
                    <a:bodyPr lIns="42480" tIns="21240" rIns="42480" bIns="21240" anchor="ctr">
                      <a:noAutofit/>
                    </a:bodyPr>
                    <a:p>
                      <a:pPr algn="ctr" defTabSz="914400">
                        <a:lnSpc>
                          <a:spcPct val="100000"/>
                        </a:lnSpc>
                      </a:pPr>
                      <a:r>
                        <a:rPr lang="en-US" sz="1400" b="1" u="none" strike="noStrike">
                          <a:solidFill>
                            <a:schemeClr val="dk1"/>
                          </a:solidFill>
                          <a:effectLst/>
                          <a:uFillTx/>
                          <a:latin typeface="SRH"/>
                        </a:rPr>
                        <a:t>Type</a:t>
                      </a:r>
                      <a:endParaRPr lang="en-US" sz="1400" b="0" u="none" strike="noStrike">
                        <a:solidFill>
                          <a:srgbClr val="000000"/>
                        </a:solidFill>
                        <a:effectLst/>
                        <a:uFillTx/>
                        <a:latin typeface="Arial"/>
                      </a:endParaRPr>
                    </a:p>
                  </a:txBody>
                  <a:tcPr anchor="ctr" marL="42480" marR="42480" marT="21240" marB="21240">
                    <a:lnL w="12240">
                      <a:noFill/>
                      <a:prstDash val="solid"/>
                    </a:lnL>
                    <a:lnR w="12240">
                      <a:noFill/>
                      <a:prstDash val="solid"/>
                    </a:lnR>
                    <a:lnT w="12240">
                      <a:noFill/>
                      <a:prstDash val="solid"/>
                    </a:lnT>
                    <a:lnB w="12240">
                      <a:noFill/>
                      <a:prstDash val="solid"/>
                    </a:lnB>
                    <a:noFill/>
                  </a:tcPr>
                </a:tc>
                <a:tc>
                  <a:txBody>
                    <a:bodyPr lIns="42480" tIns="21240" rIns="42480" bIns="21240" anchor="ctr">
                      <a:noAutofit/>
                    </a:bodyPr>
                    <a:p>
                      <a:pPr algn="ctr" defTabSz="914400">
                        <a:lnSpc>
                          <a:spcPct val="100000"/>
                        </a:lnSpc>
                      </a:pPr>
                      <a:r>
                        <a:rPr lang="en-US" sz="1400" b="1" u="none" strike="noStrike">
                          <a:solidFill>
                            <a:schemeClr val="dk1"/>
                          </a:solidFill>
                          <a:effectLst/>
                          <a:uFillTx/>
                          <a:latin typeface="SRH"/>
                        </a:rPr>
                        <a:t>MAE (↓)</a:t>
                      </a:r>
                      <a:endParaRPr lang="en-US" sz="1400" b="0" u="none" strike="noStrike">
                        <a:solidFill>
                          <a:srgbClr val="000000"/>
                        </a:solidFill>
                        <a:effectLst/>
                        <a:uFillTx/>
                        <a:latin typeface="Arial"/>
                      </a:endParaRPr>
                    </a:p>
                  </a:txBody>
                  <a:tcPr anchor="ctr" marL="42480" marR="42480" marT="21240" marB="21240">
                    <a:lnL w="12240">
                      <a:noFill/>
                      <a:prstDash val="solid"/>
                    </a:lnL>
                    <a:lnR w="12240">
                      <a:noFill/>
                      <a:prstDash val="solid"/>
                    </a:lnR>
                    <a:lnT w="12240">
                      <a:noFill/>
                      <a:prstDash val="solid"/>
                    </a:lnT>
                    <a:lnB w="12240">
                      <a:noFill/>
                      <a:prstDash val="solid"/>
                    </a:lnB>
                    <a:noFill/>
                  </a:tcPr>
                </a:tc>
                <a:tc>
                  <a:txBody>
                    <a:bodyPr lIns="42480" tIns="21240" rIns="42480" bIns="21240" anchor="ctr">
                      <a:noAutofit/>
                    </a:bodyPr>
                    <a:p>
                      <a:pPr algn="ctr" defTabSz="914400">
                        <a:lnSpc>
                          <a:spcPct val="100000"/>
                        </a:lnSpc>
                      </a:pPr>
                      <a:r>
                        <a:rPr lang="en-US" sz="1400" b="1" u="none" strike="noStrike">
                          <a:solidFill>
                            <a:schemeClr val="dk1"/>
                          </a:solidFill>
                          <a:effectLst/>
                          <a:uFillTx/>
                          <a:latin typeface="SRH"/>
                        </a:rPr>
                        <a:t>R² (↑)</a:t>
                      </a:r>
                      <a:endParaRPr lang="en-US" sz="1400" b="0" u="none" strike="noStrike">
                        <a:solidFill>
                          <a:srgbClr val="000000"/>
                        </a:solidFill>
                        <a:effectLst/>
                        <a:uFillTx/>
                        <a:latin typeface="Arial"/>
                      </a:endParaRPr>
                    </a:p>
                  </a:txBody>
                  <a:tcPr anchor="ctr" marL="42480" marR="42480" marT="21240" marB="21240">
                    <a:lnL w="12240">
                      <a:noFill/>
                      <a:prstDash val="solid"/>
                    </a:lnL>
                    <a:lnR w="12240">
                      <a:noFill/>
                      <a:prstDash val="solid"/>
                    </a:lnR>
                    <a:lnT w="12240">
                      <a:noFill/>
                      <a:prstDash val="solid"/>
                    </a:lnT>
                    <a:lnB w="12240">
                      <a:noFill/>
                      <a:prstDash val="solid"/>
                    </a:lnB>
                    <a:noFill/>
                  </a:tcPr>
                </a:tc>
                <a:tc>
                  <a:txBody>
                    <a:bodyPr lIns="42480" tIns="21240" rIns="42480" bIns="21240" anchor="ctr">
                      <a:noAutofit/>
                    </a:bodyPr>
                    <a:p>
                      <a:pPr algn="ctr" defTabSz="914400">
                        <a:lnSpc>
                          <a:spcPct val="100000"/>
                        </a:lnSpc>
                      </a:pPr>
                      <a:r>
                        <a:rPr lang="en-US" sz="1400" b="1" u="none" strike="noStrike">
                          <a:solidFill>
                            <a:schemeClr val="dk1"/>
                          </a:solidFill>
                          <a:effectLst/>
                          <a:uFillTx/>
                          <a:latin typeface="SRH"/>
                        </a:rPr>
                        <a:t>Supervised / Unsupervised</a:t>
                      </a:r>
                      <a:endParaRPr lang="en-US" sz="1400" b="0" u="none" strike="noStrike">
                        <a:solidFill>
                          <a:srgbClr val="000000"/>
                        </a:solidFill>
                        <a:effectLst/>
                        <a:uFillTx/>
                        <a:latin typeface="Arial"/>
                      </a:endParaRPr>
                    </a:p>
                  </a:txBody>
                  <a:tcPr anchor="ctr" marL="42480" marR="42480" marT="21240" marB="21240">
                    <a:lnL w="12240">
                      <a:noFill/>
                      <a:prstDash val="solid"/>
                    </a:lnL>
                    <a:lnR w="12240">
                      <a:noFill/>
                      <a:prstDash val="solid"/>
                    </a:lnR>
                    <a:lnT w="12240">
                      <a:noFill/>
                      <a:prstDash val="solid"/>
                    </a:lnT>
                    <a:lnB w="12240">
                      <a:noFill/>
                      <a:prstDash val="solid"/>
                    </a:lnB>
                    <a:noFill/>
                  </a:tcPr>
                </a:tc>
                <a:tc>
                  <a:txBody>
                    <a:bodyPr lIns="42480" tIns="21240" rIns="42480" bIns="21240" anchor="ctr">
                      <a:noAutofit/>
                    </a:bodyPr>
                    <a:p>
                      <a:pPr algn="ctr" defTabSz="914400">
                        <a:lnSpc>
                          <a:spcPct val="100000"/>
                        </a:lnSpc>
                      </a:pPr>
                      <a:r>
                        <a:rPr lang="en-US" sz="1400" b="1" u="none" strike="noStrike">
                          <a:solidFill>
                            <a:schemeClr val="dk1"/>
                          </a:solidFill>
                          <a:effectLst/>
                          <a:uFillTx/>
                          <a:latin typeface="SRH"/>
                        </a:rPr>
                        <a:t>Notes</a:t>
                      </a:r>
                      <a:endParaRPr lang="en-US" sz="1400" b="0" u="none" strike="noStrike">
                        <a:solidFill>
                          <a:srgbClr val="000000"/>
                        </a:solidFill>
                        <a:effectLst/>
                        <a:uFillTx/>
                        <a:latin typeface="Arial"/>
                      </a:endParaRPr>
                    </a:p>
                  </a:txBody>
                  <a:tcPr anchor="ctr" marL="42480" marR="42480" marT="21240" marB="21240">
                    <a:lnL w="12240">
                      <a:noFill/>
                      <a:prstDash val="solid"/>
                    </a:lnL>
                    <a:lnR w="12240">
                      <a:noFill/>
                      <a:prstDash val="solid"/>
                    </a:lnR>
                    <a:lnT w="12240">
                      <a:noFill/>
                      <a:prstDash val="solid"/>
                    </a:lnT>
                    <a:lnB w="12240">
                      <a:noFill/>
                      <a:prstDash val="solid"/>
                    </a:lnB>
                    <a:noFill/>
                  </a:tcPr>
                </a:tc>
              </a:tr>
              <a:tr h="749160">
                <a:tc>
                  <a:txBody>
                    <a:bodyPr lIns="42480" tIns="21240" rIns="42480" bIns="21240" anchor="ctr">
                      <a:noAutofit/>
                    </a:bodyPr>
                    <a:p>
                      <a:pPr defTabSz="914400">
                        <a:lnSpc>
                          <a:spcPct val="100000"/>
                        </a:lnSpc>
                      </a:pPr>
                      <a:r>
                        <a:rPr lang="en-US" sz="1400" b="0" u="none" strike="noStrike">
                          <a:solidFill>
                            <a:schemeClr val="dk1"/>
                          </a:solidFill>
                          <a:effectLst/>
                          <a:uFillTx/>
                          <a:latin typeface="SRH"/>
                        </a:rPr>
                        <a:t>ANN (Artificial Neural Network)</a:t>
                      </a:r>
                      <a:endParaRPr lang="en-US" sz="1400" b="0" u="none" strike="noStrike">
                        <a:solidFill>
                          <a:srgbClr val="000000"/>
                        </a:solidFill>
                        <a:effectLst/>
                        <a:uFillTx/>
                        <a:latin typeface="Arial"/>
                      </a:endParaRPr>
                    </a:p>
                  </a:txBody>
                  <a:tcPr anchor="ctr" marL="42480" marR="42480" marT="21240" marB="21240">
                    <a:lnL w="12240">
                      <a:noFill/>
                      <a:prstDash val="solid"/>
                    </a:lnL>
                    <a:lnR w="12240">
                      <a:noFill/>
                      <a:prstDash val="solid"/>
                    </a:lnR>
                    <a:lnT w="12240">
                      <a:noFill/>
                      <a:prstDash val="solid"/>
                    </a:lnT>
                    <a:lnB w="12240">
                      <a:noFill/>
                      <a:prstDash val="solid"/>
                    </a:lnB>
                    <a:noFill/>
                  </a:tcPr>
                </a:tc>
                <a:tc>
                  <a:txBody>
                    <a:bodyPr lIns="42480" tIns="21240" rIns="42480" bIns="21240" anchor="ctr">
                      <a:noAutofit/>
                    </a:bodyPr>
                    <a:p>
                      <a:pPr defTabSz="914400">
                        <a:lnSpc>
                          <a:spcPct val="100000"/>
                        </a:lnSpc>
                      </a:pPr>
                      <a:r>
                        <a:rPr lang="en-US" sz="1400" b="0" u="none" strike="noStrike">
                          <a:solidFill>
                            <a:schemeClr val="dk1"/>
                          </a:solidFill>
                          <a:effectLst/>
                          <a:uFillTx/>
                          <a:latin typeface="SRH"/>
                        </a:rPr>
                        <a:t>Neural Network</a:t>
                      </a:r>
                      <a:endParaRPr lang="en-US" sz="1400" b="0" u="none" strike="noStrike">
                        <a:solidFill>
                          <a:srgbClr val="000000"/>
                        </a:solidFill>
                        <a:effectLst/>
                        <a:uFillTx/>
                        <a:latin typeface="Arial"/>
                      </a:endParaRPr>
                    </a:p>
                  </a:txBody>
                  <a:tcPr anchor="ctr" marL="42480" marR="42480" marT="21240" marB="21240">
                    <a:lnL w="12240">
                      <a:noFill/>
                      <a:prstDash val="solid"/>
                    </a:lnL>
                    <a:lnR w="12240">
                      <a:noFill/>
                      <a:prstDash val="solid"/>
                    </a:lnR>
                    <a:lnT w="12240">
                      <a:noFill/>
                      <a:prstDash val="solid"/>
                    </a:lnT>
                    <a:lnB w="12240">
                      <a:noFill/>
                      <a:prstDash val="solid"/>
                    </a:lnB>
                    <a:noFill/>
                  </a:tcPr>
                </a:tc>
                <a:tc>
                  <a:txBody>
                    <a:bodyPr lIns="42480" tIns="21240" rIns="42480" bIns="21240" anchor="ctr">
                      <a:noAutofit/>
                    </a:bodyPr>
                    <a:p>
                      <a:pPr algn="ctr" defTabSz="914400">
                        <a:lnSpc>
                          <a:spcPct val="100000"/>
                        </a:lnSpc>
                      </a:pPr>
                      <a:r>
                        <a:rPr lang="en-US" sz="1400" b="0" u="none" strike="noStrike">
                          <a:solidFill>
                            <a:schemeClr val="dk1"/>
                          </a:solidFill>
                          <a:effectLst/>
                          <a:uFillTx/>
                          <a:latin typeface="SRH"/>
                        </a:rPr>
                        <a:t>~2.1</a:t>
                      </a:r>
                      <a:endParaRPr lang="en-US" sz="1400" b="0" u="none" strike="noStrike">
                        <a:solidFill>
                          <a:srgbClr val="000000"/>
                        </a:solidFill>
                        <a:effectLst/>
                        <a:uFillTx/>
                        <a:latin typeface="Arial"/>
                      </a:endParaRPr>
                    </a:p>
                  </a:txBody>
                  <a:tcPr anchor="ctr" marL="42480" marR="42480" marT="21240" marB="21240">
                    <a:lnL w="12240">
                      <a:noFill/>
                      <a:prstDash val="solid"/>
                    </a:lnL>
                    <a:lnR w="12240">
                      <a:noFill/>
                      <a:prstDash val="solid"/>
                    </a:lnR>
                    <a:lnT w="12240">
                      <a:noFill/>
                      <a:prstDash val="solid"/>
                    </a:lnT>
                    <a:lnB w="12240">
                      <a:noFill/>
                      <a:prstDash val="solid"/>
                    </a:lnB>
                    <a:noFill/>
                  </a:tcPr>
                </a:tc>
                <a:tc>
                  <a:txBody>
                    <a:bodyPr lIns="42480" tIns="21240" rIns="42480" bIns="21240" anchor="ctr">
                      <a:noAutofit/>
                    </a:bodyPr>
                    <a:p>
                      <a:pPr algn="ctr" defTabSz="914400">
                        <a:lnSpc>
                          <a:spcPct val="100000"/>
                        </a:lnSpc>
                      </a:pPr>
                      <a:r>
                        <a:rPr lang="en-US" sz="1400" b="0" u="none" strike="noStrike">
                          <a:solidFill>
                            <a:schemeClr val="dk1"/>
                          </a:solidFill>
                          <a:effectLst/>
                          <a:uFillTx/>
                          <a:latin typeface="SRH"/>
                        </a:rPr>
                        <a:t>0.85</a:t>
                      </a:r>
                      <a:endParaRPr lang="en-US" sz="1400" b="0" u="none" strike="noStrike">
                        <a:solidFill>
                          <a:srgbClr val="000000"/>
                        </a:solidFill>
                        <a:effectLst/>
                        <a:uFillTx/>
                        <a:latin typeface="Arial"/>
                      </a:endParaRPr>
                    </a:p>
                  </a:txBody>
                  <a:tcPr anchor="ctr" marL="42480" marR="42480" marT="21240" marB="21240">
                    <a:lnL w="12240">
                      <a:noFill/>
                      <a:prstDash val="solid"/>
                    </a:lnL>
                    <a:lnR w="12240">
                      <a:noFill/>
                      <a:prstDash val="solid"/>
                    </a:lnR>
                    <a:lnT w="12240">
                      <a:noFill/>
                      <a:prstDash val="solid"/>
                    </a:lnT>
                    <a:lnB w="12240">
                      <a:noFill/>
                      <a:prstDash val="solid"/>
                    </a:lnB>
                    <a:noFill/>
                  </a:tcPr>
                </a:tc>
                <a:tc>
                  <a:txBody>
                    <a:bodyPr lIns="42480" tIns="21240" rIns="42480" bIns="21240" anchor="ctr">
                      <a:noAutofit/>
                    </a:bodyPr>
                    <a:p>
                      <a:pPr defTabSz="914400">
                        <a:lnSpc>
                          <a:spcPct val="100000"/>
                        </a:lnSpc>
                      </a:pPr>
                      <a:r>
                        <a:rPr lang="en-US" sz="1400" b="0" u="none" strike="noStrike">
                          <a:solidFill>
                            <a:schemeClr val="dk1"/>
                          </a:solidFill>
                          <a:effectLst/>
                          <a:uFillTx/>
                          <a:latin typeface="SRH"/>
                        </a:rPr>
                        <a:t>Supervised</a:t>
                      </a:r>
                      <a:endParaRPr lang="en-US" sz="1400" b="0" u="none" strike="noStrike">
                        <a:solidFill>
                          <a:srgbClr val="000000"/>
                        </a:solidFill>
                        <a:effectLst/>
                        <a:uFillTx/>
                        <a:latin typeface="Arial"/>
                      </a:endParaRPr>
                    </a:p>
                  </a:txBody>
                  <a:tcPr anchor="ctr" marL="42480" marR="42480" marT="21240" marB="21240">
                    <a:lnL w="12240">
                      <a:noFill/>
                      <a:prstDash val="solid"/>
                    </a:lnL>
                    <a:lnR w="12240">
                      <a:noFill/>
                      <a:prstDash val="solid"/>
                    </a:lnR>
                    <a:lnT w="12240">
                      <a:noFill/>
                      <a:prstDash val="solid"/>
                    </a:lnT>
                    <a:lnB w="12240">
                      <a:noFill/>
                      <a:prstDash val="solid"/>
                    </a:lnB>
                    <a:noFill/>
                  </a:tcPr>
                </a:tc>
                <a:tc>
                  <a:txBody>
                    <a:bodyPr lIns="42480" tIns="21240" rIns="42480" bIns="21240" anchor="ctr">
                      <a:noAutofit/>
                    </a:bodyPr>
                    <a:p>
                      <a:pPr defTabSz="914400">
                        <a:lnSpc>
                          <a:spcPct val="100000"/>
                        </a:lnSpc>
                      </a:pPr>
                      <a:r>
                        <a:rPr lang="en-US" sz="1400" b="0" u="none" strike="noStrike">
                          <a:solidFill>
                            <a:schemeClr val="dk1"/>
                          </a:solidFill>
                          <a:effectLst/>
                          <a:uFillTx/>
                          <a:latin typeface="SRH"/>
                        </a:rPr>
                        <a:t>Handles non-linear patterns, good for medium datasets</a:t>
                      </a:r>
                      <a:endParaRPr lang="en-US" sz="1400" b="0" u="none" strike="noStrike">
                        <a:solidFill>
                          <a:srgbClr val="000000"/>
                        </a:solidFill>
                        <a:effectLst/>
                        <a:uFillTx/>
                        <a:latin typeface="Arial"/>
                      </a:endParaRPr>
                    </a:p>
                  </a:txBody>
                  <a:tcPr anchor="ctr" marL="42480" marR="42480" marT="21240" marB="21240">
                    <a:lnL w="12240">
                      <a:noFill/>
                      <a:prstDash val="solid"/>
                    </a:lnL>
                    <a:lnR w="12240">
                      <a:noFill/>
                      <a:prstDash val="solid"/>
                    </a:lnR>
                    <a:lnT w="12240">
                      <a:noFill/>
                      <a:prstDash val="solid"/>
                    </a:lnT>
                    <a:lnB w="12240">
                      <a:noFill/>
                      <a:prstDash val="solid"/>
                    </a:lnB>
                    <a:noFill/>
                  </a:tcPr>
                </a:tc>
              </a:tr>
              <a:tr h="867240">
                <a:tc>
                  <a:txBody>
                    <a:bodyPr lIns="42480" tIns="21240" rIns="42480" bIns="21240" anchor="ctr">
                      <a:noAutofit/>
                    </a:bodyPr>
                    <a:p>
                      <a:pPr defTabSz="914400">
                        <a:lnSpc>
                          <a:spcPct val="100000"/>
                        </a:lnSpc>
                      </a:pPr>
                      <a:r>
                        <a:rPr lang="en-US" sz="1400" b="0" u="none" strike="noStrike">
                          <a:solidFill>
                            <a:schemeClr val="dk1"/>
                          </a:solidFill>
                          <a:effectLst/>
                          <a:uFillTx/>
                          <a:latin typeface="SRH"/>
                        </a:rPr>
                        <a:t>DNN (Deep Neural Network)</a:t>
                      </a:r>
                      <a:endParaRPr lang="en-US" sz="1400" b="0" u="none" strike="noStrike">
                        <a:solidFill>
                          <a:srgbClr val="000000"/>
                        </a:solidFill>
                        <a:effectLst/>
                        <a:uFillTx/>
                        <a:latin typeface="Arial"/>
                      </a:endParaRPr>
                    </a:p>
                  </a:txBody>
                  <a:tcPr anchor="ctr" marL="42480" marR="42480" marT="21240" marB="21240">
                    <a:lnL w="12240">
                      <a:noFill/>
                      <a:prstDash val="solid"/>
                    </a:lnL>
                    <a:lnR w="12240">
                      <a:noFill/>
                      <a:prstDash val="solid"/>
                    </a:lnR>
                    <a:lnT w="12240">
                      <a:noFill/>
                      <a:prstDash val="solid"/>
                    </a:lnT>
                    <a:lnB w="12240">
                      <a:noFill/>
                      <a:prstDash val="solid"/>
                    </a:lnB>
                    <a:noFill/>
                  </a:tcPr>
                </a:tc>
                <a:tc>
                  <a:txBody>
                    <a:bodyPr lIns="42480" tIns="21240" rIns="42480" bIns="21240" anchor="ctr">
                      <a:noAutofit/>
                    </a:bodyPr>
                    <a:p>
                      <a:pPr defTabSz="914400">
                        <a:lnSpc>
                          <a:spcPct val="100000"/>
                        </a:lnSpc>
                      </a:pPr>
                      <a:r>
                        <a:rPr lang="en-US" sz="1400" b="0" u="none" strike="noStrike">
                          <a:solidFill>
                            <a:schemeClr val="dk1"/>
                          </a:solidFill>
                          <a:effectLst/>
                          <a:uFillTx/>
                          <a:latin typeface="SRH"/>
                        </a:rPr>
                        <a:t>Neural Network</a:t>
                      </a:r>
                      <a:endParaRPr lang="en-US" sz="1400" b="0" u="none" strike="noStrike">
                        <a:solidFill>
                          <a:srgbClr val="000000"/>
                        </a:solidFill>
                        <a:effectLst/>
                        <a:uFillTx/>
                        <a:latin typeface="Arial"/>
                      </a:endParaRPr>
                    </a:p>
                  </a:txBody>
                  <a:tcPr anchor="ctr" marL="42480" marR="42480" marT="21240" marB="21240">
                    <a:lnL w="12240">
                      <a:noFill/>
                      <a:prstDash val="solid"/>
                    </a:lnL>
                    <a:lnR w="12240">
                      <a:noFill/>
                      <a:prstDash val="solid"/>
                    </a:lnR>
                    <a:lnT w="12240">
                      <a:noFill/>
                      <a:prstDash val="solid"/>
                    </a:lnT>
                    <a:lnB w="12240">
                      <a:noFill/>
                      <a:prstDash val="solid"/>
                    </a:lnB>
                    <a:noFill/>
                  </a:tcPr>
                </a:tc>
                <a:tc>
                  <a:txBody>
                    <a:bodyPr lIns="42480" tIns="21240" rIns="42480" bIns="21240" anchor="ctr">
                      <a:noAutofit/>
                    </a:bodyPr>
                    <a:p>
                      <a:pPr algn="ctr" defTabSz="914400">
                        <a:lnSpc>
                          <a:spcPct val="100000"/>
                        </a:lnSpc>
                      </a:pPr>
                      <a:r>
                        <a:rPr lang="en-US" sz="1400" b="0" u="none" strike="noStrike">
                          <a:solidFill>
                            <a:schemeClr val="dk1"/>
                          </a:solidFill>
                          <a:effectLst/>
                          <a:uFillTx/>
                          <a:latin typeface="SRH"/>
                        </a:rPr>
                        <a:t>~1.16</a:t>
                      </a:r>
                      <a:endParaRPr lang="en-US" sz="1400" b="0" u="none" strike="noStrike">
                        <a:solidFill>
                          <a:srgbClr val="000000"/>
                        </a:solidFill>
                        <a:effectLst/>
                        <a:uFillTx/>
                        <a:latin typeface="Arial"/>
                      </a:endParaRPr>
                    </a:p>
                  </a:txBody>
                  <a:tcPr anchor="ctr" marL="42480" marR="42480" marT="21240" marB="21240">
                    <a:lnL w="12240">
                      <a:noFill/>
                      <a:prstDash val="solid"/>
                    </a:lnL>
                    <a:lnR w="12240">
                      <a:noFill/>
                      <a:prstDash val="solid"/>
                    </a:lnR>
                    <a:lnT w="12240">
                      <a:noFill/>
                      <a:prstDash val="solid"/>
                    </a:lnT>
                    <a:lnB w="12240">
                      <a:noFill/>
                      <a:prstDash val="solid"/>
                    </a:lnB>
                    <a:noFill/>
                  </a:tcPr>
                </a:tc>
                <a:tc>
                  <a:txBody>
                    <a:bodyPr lIns="42480" tIns="21240" rIns="42480" bIns="21240" anchor="ctr">
                      <a:noAutofit/>
                    </a:bodyPr>
                    <a:p>
                      <a:pPr algn="ctr" defTabSz="914400">
                        <a:lnSpc>
                          <a:spcPct val="100000"/>
                        </a:lnSpc>
                      </a:pPr>
                      <a:r>
                        <a:rPr lang="en-US" sz="1400" b="0" u="none" strike="noStrike">
                          <a:solidFill>
                            <a:schemeClr val="dk1"/>
                          </a:solidFill>
                          <a:effectLst/>
                          <a:uFillTx/>
                          <a:latin typeface="SRH"/>
                        </a:rPr>
                        <a:t>0.92</a:t>
                      </a:r>
                      <a:endParaRPr lang="en-US" sz="1400" b="0" u="none" strike="noStrike">
                        <a:solidFill>
                          <a:srgbClr val="000000"/>
                        </a:solidFill>
                        <a:effectLst/>
                        <a:uFillTx/>
                        <a:latin typeface="Arial"/>
                      </a:endParaRPr>
                    </a:p>
                  </a:txBody>
                  <a:tcPr anchor="ctr" marL="42480" marR="42480" marT="21240" marB="21240">
                    <a:lnL w="12240">
                      <a:noFill/>
                      <a:prstDash val="solid"/>
                    </a:lnL>
                    <a:lnR w="12240">
                      <a:noFill/>
                      <a:prstDash val="solid"/>
                    </a:lnR>
                    <a:lnT w="12240">
                      <a:noFill/>
                      <a:prstDash val="solid"/>
                    </a:lnT>
                    <a:lnB w="12240">
                      <a:noFill/>
                      <a:prstDash val="solid"/>
                    </a:lnB>
                    <a:noFill/>
                  </a:tcPr>
                </a:tc>
                <a:tc>
                  <a:txBody>
                    <a:bodyPr lIns="42480" tIns="21240" rIns="42480" bIns="21240" anchor="ctr">
                      <a:noAutofit/>
                    </a:bodyPr>
                    <a:p>
                      <a:pPr defTabSz="914400">
                        <a:lnSpc>
                          <a:spcPct val="100000"/>
                        </a:lnSpc>
                      </a:pPr>
                      <a:r>
                        <a:rPr lang="en-US" sz="1400" b="0" u="none" strike="noStrike">
                          <a:solidFill>
                            <a:schemeClr val="dk1"/>
                          </a:solidFill>
                          <a:effectLst/>
                          <a:uFillTx/>
                          <a:latin typeface="SRH"/>
                        </a:rPr>
                        <a:t>Supervised</a:t>
                      </a:r>
                      <a:endParaRPr lang="en-US" sz="1400" b="0" u="none" strike="noStrike">
                        <a:solidFill>
                          <a:srgbClr val="000000"/>
                        </a:solidFill>
                        <a:effectLst/>
                        <a:uFillTx/>
                        <a:latin typeface="Arial"/>
                      </a:endParaRPr>
                    </a:p>
                  </a:txBody>
                  <a:tcPr anchor="ctr" marL="42480" marR="42480" marT="21240" marB="21240">
                    <a:lnL w="12240">
                      <a:noFill/>
                      <a:prstDash val="solid"/>
                    </a:lnL>
                    <a:lnR w="12240">
                      <a:noFill/>
                      <a:prstDash val="solid"/>
                    </a:lnR>
                    <a:lnT w="12240">
                      <a:noFill/>
                      <a:prstDash val="solid"/>
                    </a:lnT>
                    <a:lnB w="12240">
                      <a:noFill/>
                      <a:prstDash val="solid"/>
                    </a:lnB>
                    <a:noFill/>
                  </a:tcPr>
                </a:tc>
                <a:tc>
                  <a:txBody>
                    <a:bodyPr lIns="42480" tIns="21240" rIns="42480" bIns="21240" anchor="ctr">
                      <a:noAutofit/>
                    </a:bodyPr>
                    <a:p>
                      <a:pPr defTabSz="914400">
                        <a:lnSpc>
                          <a:spcPct val="100000"/>
                        </a:lnSpc>
                      </a:pPr>
                      <a:r>
                        <a:rPr lang="en-US" sz="1400" b="0" u="none" strike="noStrike">
                          <a:solidFill>
                            <a:schemeClr val="dk1"/>
                          </a:solidFill>
                          <a:effectLst/>
                          <a:uFillTx/>
                          <a:latin typeface="SRH"/>
                        </a:rPr>
                        <a:t>Very accurate with large data, but computationally expensive</a:t>
                      </a:r>
                      <a:endParaRPr lang="en-US" sz="1400" b="0" u="none" strike="noStrike">
                        <a:solidFill>
                          <a:srgbClr val="000000"/>
                        </a:solidFill>
                        <a:effectLst/>
                        <a:uFillTx/>
                        <a:latin typeface="Arial"/>
                      </a:endParaRPr>
                    </a:p>
                  </a:txBody>
                  <a:tcPr anchor="ctr" marL="42480" marR="42480" marT="21240" marB="21240">
                    <a:lnL w="12240">
                      <a:noFill/>
                      <a:prstDash val="solid"/>
                    </a:lnL>
                    <a:lnR w="12240">
                      <a:noFill/>
                      <a:prstDash val="solid"/>
                    </a:lnR>
                    <a:lnT w="12240">
                      <a:noFill/>
                      <a:prstDash val="solid"/>
                    </a:lnT>
                    <a:lnB w="12240">
                      <a:noFill/>
                      <a:prstDash val="solid"/>
                    </a:lnB>
                    <a:noFill/>
                  </a:tcPr>
                </a:tc>
              </a:tr>
              <a:tr h="630720">
                <a:tc>
                  <a:txBody>
                    <a:bodyPr lIns="42480" tIns="21240" rIns="42480" bIns="21240" anchor="ctr">
                      <a:noAutofit/>
                    </a:bodyPr>
                    <a:p>
                      <a:pPr defTabSz="914400">
                        <a:lnSpc>
                          <a:spcPct val="100000"/>
                        </a:lnSpc>
                      </a:pPr>
                      <a:r>
                        <a:rPr lang="en-US" sz="1400" b="0" u="none" strike="noStrike">
                          <a:solidFill>
                            <a:schemeClr val="dk1"/>
                          </a:solidFill>
                          <a:effectLst/>
                          <a:uFillTx/>
                          <a:latin typeface="SRH"/>
                        </a:rPr>
                        <a:t>SVM / SVR (Support Vector Machine/Regression)</a:t>
                      </a:r>
                      <a:endParaRPr lang="en-US" sz="1400" b="0" u="none" strike="noStrike">
                        <a:solidFill>
                          <a:srgbClr val="000000"/>
                        </a:solidFill>
                        <a:effectLst/>
                        <a:uFillTx/>
                        <a:latin typeface="Arial"/>
                      </a:endParaRPr>
                    </a:p>
                  </a:txBody>
                  <a:tcPr anchor="ctr" marL="42480" marR="42480" marT="21240" marB="21240">
                    <a:lnL w="12240">
                      <a:noFill/>
                      <a:prstDash val="solid"/>
                    </a:lnL>
                    <a:lnR w="12240">
                      <a:noFill/>
                      <a:prstDash val="solid"/>
                    </a:lnR>
                    <a:lnT w="12240">
                      <a:noFill/>
                      <a:prstDash val="solid"/>
                    </a:lnT>
                    <a:lnB w="12240">
                      <a:noFill/>
                      <a:prstDash val="solid"/>
                    </a:lnB>
                    <a:noFill/>
                  </a:tcPr>
                </a:tc>
                <a:tc>
                  <a:txBody>
                    <a:bodyPr lIns="42480" tIns="21240" rIns="42480" bIns="21240" anchor="ctr">
                      <a:noAutofit/>
                    </a:bodyPr>
                    <a:p>
                      <a:pPr defTabSz="914400">
                        <a:lnSpc>
                          <a:spcPct val="100000"/>
                        </a:lnSpc>
                      </a:pPr>
                      <a:r>
                        <a:rPr lang="en-US" sz="1400" b="0" u="none" strike="noStrike">
                          <a:solidFill>
                            <a:schemeClr val="dk1"/>
                          </a:solidFill>
                          <a:effectLst/>
                          <a:uFillTx/>
                          <a:latin typeface="SRH"/>
                        </a:rPr>
                        <a:t>Kernel-based</a:t>
                      </a:r>
                      <a:endParaRPr lang="en-US" sz="1400" b="0" u="none" strike="noStrike">
                        <a:solidFill>
                          <a:srgbClr val="000000"/>
                        </a:solidFill>
                        <a:effectLst/>
                        <a:uFillTx/>
                        <a:latin typeface="Arial"/>
                      </a:endParaRPr>
                    </a:p>
                  </a:txBody>
                  <a:tcPr anchor="ctr" marL="42480" marR="42480" marT="21240" marB="21240">
                    <a:lnL w="12240">
                      <a:noFill/>
                      <a:prstDash val="solid"/>
                    </a:lnL>
                    <a:lnR w="12240">
                      <a:noFill/>
                      <a:prstDash val="solid"/>
                    </a:lnR>
                    <a:lnT w="12240">
                      <a:noFill/>
                      <a:prstDash val="solid"/>
                    </a:lnT>
                    <a:lnB w="12240">
                      <a:noFill/>
                      <a:prstDash val="solid"/>
                    </a:lnB>
                    <a:noFill/>
                  </a:tcPr>
                </a:tc>
                <a:tc>
                  <a:txBody>
                    <a:bodyPr lIns="42480" tIns="21240" rIns="42480" bIns="21240" anchor="ctr">
                      <a:noAutofit/>
                    </a:bodyPr>
                    <a:p>
                      <a:pPr algn="ctr" defTabSz="914400">
                        <a:lnSpc>
                          <a:spcPct val="100000"/>
                        </a:lnSpc>
                      </a:pPr>
                      <a:r>
                        <a:rPr lang="en-US" sz="1400" b="0" u="none" strike="noStrike">
                          <a:solidFill>
                            <a:schemeClr val="dk1"/>
                          </a:solidFill>
                          <a:effectLst/>
                          <a:uFillTx/>
                          <a:latin typeface="SRH"/>
                        </a:rPr>
                        <a:t>~2.5</a:t>
                      </a:r>
                      <a:endParaRPr lang="en-US" sz="1400" b="0" u="none" strike="noStrike">
                        <a:solidFill>
                          <a:srgbClr val="000000"/>
                        </a:solidFill>
                        <a:effectLst/>
                        <a:uFillTx/>
                        <a:latin typeface="Arial"/>
                      </a:endParaRPr>
                    </a:p>
                  </a:txBody>
                  <a:tcPr anchor="ctr" marL="42480" marR="42480" marT="21240" marB="21240">
                    <a:lnL w="12240">
                      <a:noFill/>
                      <a:prstDash val="solid"/>
                    </a:lnL>
                    <a:lnR w="12240">
                      <a:noFill/>
                      <a:prstDash val="solid"/>
                    </a:lnR>
                    <a:lnT w="12240">
                      <a:noFill/>
                      <a:prstDash val="solid"/>
                    </a:lnT>
                    <a:lnB w="12240">
                      <a:noFill/>
                      <a:prstDash val="solid"/>
                    </a:lnB>
                    <a:noFill/>
                  </a:tcPr>
                </a:tc>
                <a:tc>
                  <a:txBody>
                    <a:bodyPr lIns="42480" tIns="21240" rIns="42480" bIns="21240" anchor="ctr">
                      <a:noAutofit/>
                    </a:bodyPr>
                    <a:p>
                      <a:pPr algn="ctr" defTabSz="914400">
                        <a:lnSpc>
                          <a:spcPct val="100000"/>
                        </a:lnSpc>
                      </a:pPr>
                      <a:r>
                        <a:rPr lang="en-US" sz="1400" b="0" u="none" strike="noStrike">
                          <a:solidFill>
                            <a:schemeClr val="dk1"/>
                          </a:solidFill>
                          <a:effectLst/>
                          <a:uFillTx/>
                          <a:latin typeface="SRH"/>
                        </a:rPr>
                        <a:t>0.80</a:t>
                      </a:r>
                      <a:endParaRPr lang="en-US" sz="1400" b="0" u="none" strike="noStrike">
                        <a:solidFill>
                          <a:srgbClr val="000000"/>
                        </a:solidFill>
                        <a:effectLst/>
                        <a:uFillTx/>
                        <a:latin typeface="Arial"/>
                      </a:endParaRPr>
                    </a:p>
                  </a:txBody>
                  <a:tcPr anchor="ctr" marL="42480" marR="42480" marT="21240" marB="21240">
                    <a:lnL w="12240">
                      <a:noFill/>
                      <a:prstDash val="solid"/>
                    </a:lnL>
                    <a:lnR w="12240">
                      <a:noFill/>
                      <a:prstDash val="solid"/>
                    </a:lnR>
                    <a:lnT w="12240">
                      <a:noFill/>
                      <a:prstDash val="solid"/>
                    </a:lnT>
                    <a:lnB w="12240">
                      <a:noFill/>
                      <a:prstDash val="solid"/>
                    </a:lnB>
                    <a:noFill/>
                  </a:tcPr>
                </a:tc>
                <a:tc>
                  <a:txBody>
                    <a:bodyPr lIns="42480" tIns="21240" rIns="42480" bIns="21240" anchor="ctr">
                      <a:noAutofit/>
                    </a:bodyPr>
                    <a:p>
                      <a:pPr defTabSz="914400">
                        <a:lnSpc>
                          <a:spcPct val="100000"/>
                        </a:lnSpc>
                      </a:pPr>
                      <a:r>
                        <a:rPr lang="en-US" sz="1400" b="0" u="none" strike="noStrike">
                          <a:solidFill>
                            <a:schemeClr val="dk1"/>
                          </a:solidFill>
                          <a:effectLst/>
                          <a:uFillTx/>
                          <a:latin typeface="SRH"/>
                        </a:rPr>
                        <a:t>Supervised</a:t>
                      </a:r>
                      <a:endParaRPr lang="en-US" sz="1400" b="0" u="none" strike="noStrike">
                        <a:solidFill>
                          <a:srgbClr val="000000"/>
                        </a:solidFill>
                        <a:effectLst/>
                        <a:uFillTx/>
                        <a:latin typeface="Arial"/>
                      </a:endParaRPr>
                    </a:p>
                  </a:txBody>
                  <a:tcPr anchor="ctr" marL="42480" marR="42480" marT="21240" marB="21240">
                    <a:lnL w="12240">
                      <a:noFill/>
                      <a:prstDash val="solid"/>
                    </a:lnL>
                    <a:lnR w="12240">
                      <a:noFill/>
                      <a:prstDash val="solid"/>
                    </a:lnR>
                    <a:lnT w="12240">
                      <a:noFill/>
                      <a:prstDash val="solid"/>
                    </a:lnT>
                    <a:lnB w="12240">
                      <a:noFill/>
                      <a:prstDash val="solid"/>
                    </a:lnB>
                    <a:noFill/>
                  </a:tcPr>
                </a:tc>
                <a:tc>
                  <a:txBody>
                    <a:bodyPr lIns="42480" tIns="21240" rIns="42480" bIns="21240" anchor="ctr">
                      <a:noAutofit/>
                    </a:bodyPr>
                    <a:p>
                      <a:pPr defTabSz="914400">
                        <a:lnSpc>
                          <a:spcPct val="100000"/>
                        </a:lnSpc>
                      </a:pPr>
                      <a:r>
                        <a:rPr lang="en-US" sz="1400" b="0" u="none" strike="noStrike">
                          <a:solidFill>
                            <a:schemeClr val="dk1"/>
                          </a:solidFill>
                          <a:effectLst/>
                          <a:uFillTx/>
                          <a:latin typeface="SRH"/>
                        </a:rPr>
                        <a:t>Works well for small datasets, but less scalable</a:t>
                      </a:r>
                      <a:endParaRPr lang="en-US" sz="1400" b="0" u="none" strike="noStrike">
                        <a:solidFill>
                          <a:srgbClr val="000000"/>
                        </a:solidFill>
                        <a:effectLst/>
                        <a:uFillTx/>
                        <a:latin typeface="Arial"/>
                      </a:endParaRPr>
                    </a:p>
                  </a:txBody>
                  <a:tcPr anchor="ctr" marL="42480" marR="42480" marT="21240" marB="21240">
                    <a:lnL w="12240">
                      <a:noFill/>
                      <a:prstDash val="solid"/>
                    </a:lnL>
                    <a:lnR w="12240">
                      <a:noFill/>
                      <a:prstDash val="solid"/>
                    </a:lnR>
                    <a:lnT w="12240">
                      <a:noFill/>
                      <a:prstDash val="solid"/>
                    </a:lnT>
                    <a:lnB w="12240">
                      <a:noFill/>
                      <a:prstDash val="solid"/>
                    </a:lnB>
                    <a:noFill/>
                  </a:tcPr>
                </a:tc>
              </a:tr>
              <a:tr h="512280">
                <a:tc>
                  <a:txBody>
                    <a:bodyPr lIns="42480" tIns="21240" rIns="42480" bIns="21240" anchor="ctr">
                      <a:noAutofit/>
                    </a:bodyPr>
                    <a:p>
                      <a:pPr defTabSz="914400">
                        <a:lnSpc>
                          <a:spcPct val="100000"/>
                        </a:lnSpc>
                      </a:pPr>
                      <a:r>
                        <a:rPr lang="en-US" sz="1400" b="0" u="none" strike="noStrike">
                          <a:solidFill>
                            <a:schemeClr val="dk1"/>
                          </a:solidFill>
                          <a:effectLst/>
                          <a:uFillTx/>
                          <a:latin typeface="SRH"/>
                        </a:rPr>
                        <a:t>Decision Tree (DT)</a:t>
                      </a:r>
                      <a:endParaRPr lang="en-US" sz="1400" b="0" u="none" strike="noStrike">
                        <a:solidFill>
                          <a:srgbClr val="000000"/>
                        </a:solidFill>
                        <a:effectLst/>
                        <a:uFillTx/>
                        <a:latin typeface="Arial"/>
                      </a:endParaRPr>
                    </a:p>
                  </a:txBody>
                  <a:tcPr anchor="ctr" marL="42480" marR="42480" marT="21240" marB="21240">
                    <a:lnL w="12240">
                      <a:noFill/>
                      <a:prstDash val="solid"/>
                    </a:lnL>
                    <a:lnR w="12240">
                      <a:noFill/>
                      <a:prstDash val="solid"/>
                    </a:lnR>
                    <a:lnT w="12240">
                      <a:noFill/>
                      <a:prstDash val="solid"/>
                    </a:lnT>
                    <a:lnB w="12240">
                      <a:noFill/>
                      <a:prstDash val="solid"/>
                    </a:lnB>
                    <a:noFill/>
                  </a:tcPr>
                </a:tc>
                <a:tc>
                  <a:txBody>
                    <a:bodyPr lIns="42480" tIns="21240" rIns="42480" bIns="21240" anchor="ctr">
                      <a:noAutofit/>
                    </a:bodyPr>
                    <a:p>
                      <a:pPr defTabSz="914400">
                        <a:lnSpc>
                          <a:spcPct val="100000"/>
                        </a:lnSpc>
                      </a:pPr>
                      <a:r>
                        <a:rPr lang="en-US" sz="1400" b="0" u="none" strike="noStrike">
                          <a:solidFill>
                            <a:schemeClr val="dk1"/>
                          </a:solidFill>
                          <a:effectLst/>
                          <a:uFillTx/>
                          <a:latin typeface="SRH"/>
                        </a:rPr>
                        <a:t>Tree-based</a:t>
                      </a:r>
                      <a:endParaRPr lang="en-US" sz="1400" b="0" u="none" strike="noStrike">
                        <a:solidFill>
                          <a:srgbClr val="000000"/>
                        </a:solidFill>
                        <a:effectLst/>
                        <a:uFillTx/>
                        <a:latin typeface="Arial"/>
                      </a:endParaRPr>
                    </a:p>
                  </a:txBody>
                  <a:tcPr anchor="ctr" marL="42480" marR="42480" marT="21240" marB="21240">
                    <a:lnL w="12240">
                      <a:noFill/>
                      <a:prstDash val="solid"/>
                    </a:lnL>
                    <a:lnR w="12240">
                      <a:noFill/>
                      <a:prstDash val="solid"/>
                    </a:lnR>
                    <a:lnT w="12240">
                      <a:noFill/>
                      <a:prstDash val="solid"/>
                    </a:lnT>
                    <a:lnB w="12240">
                      <a:noFill/>
                      <a:prstDash val="solid"/>
                    </a:lnB>
                    <a:noFill/>
                  </a:tcPr>
                </a:tc>
                <a:tc>
                  <a:txBody>
                    <a:bodyPr lIns="42480" tIns="21240" rIns="42480" bIns="21240" anchor="ctr">
                      <a:noAutofit/>
                    </a:bodyPr>
                    <a:p>
                      <a:pPr algn="ctr" defTabSz="914400">
                        <a:lnSpc>
                          <a:spcPct val="100000"/>
                        </a:lnSpc>
                      </a:pPr>
                      <a:r>
                        <a:rPr lang="en-US" sz="1400" b="0" u="none" strike="noStrike">
                          <a:solidFill>
                            <a:schemeClr val="dk1"/>
                          </a:solidFill>
                          <a:effectLst/>
                          <a:uFillTx/>
                          <a:latin typeface="SRH"/>
                        </a:rPr>
                        <a:t>~3.0</a:t>
                      </a:r>
                      <a:endParaRPr lang="en-US" sz="1400" b="0" u="none" strike="noStrike">
                        <a:solidFill>
                          <a:srgbClr val="000000"/>
                        </a:solidFill>
                        <a:effectLst/>
                        <a:uFillTx/>
                        <a:latin typeface="Arial"/>
                      </a:endParaRPr>
                    </a:p>
                  </a:txBody>
                  <a:tcPr anchor="ctr" marL="42480" marR="42480" marT="21240" marB="21240">
                    <a:lnL w="12240">
                      <a:noFill/>
                      <a:prstDash val="solid"/>
                    </a:lnL>
                    <a:lnR w="12240">
                      <a:noFill/>
                      <a:prstDash val="solid"/>
                    </a:lnR>
                    <a:lnT w="12240">
                      <a:noFill/>
                      <a:prstDash val="solid"/>
                    </a:lnT>
                    <a:lnB w="12240">
                      <a:noFill/>
                      <a:prstDash val="solid"/>
                    </a:lnB>
                    <a:noFill/>
                  </a:tcPr>
                </a:tc>
                <a:tc>
                  <a:txBody>
                    <a:bodyPr lIns="42480" tIns="21240" rIns="42480" bIns="21240" anchor="ctr">
                      <a:noAutofit/>
                    </a:bodyPr>
                    <a:p>
                      <a:pPr algn="ctr" defTabSz="914400">
                        <a:lnSpc>
                          <a:spcPct val="100000"/>
                        </a:lnSpc>
                      </a:pPr>
                      <a:r>
                        <a:rPr lang="en-US" sz="1400" b="0" u="none" strike="noStrike">
                          <a:solidFill>
                            <a:schemeClr val="dk1"/>
                          </a:solidFill>
                          <a:effectLst/>
                          <a:uFillTx/>
                          <a:latin typeface="SRH"/>
                        </a:rPr>
                        <a:t>0.75</a:t>
                      </a:r>
                      <a:endParaRPr lang="en-US" sz="1400" b="0" u="none" strike="noStrike">
                        <a:solidFill>
                          <a:srgbClr val="000000"/>
                        </a:solidFill>
                        <a:effectLst/>
                        <a:uFillTx/>
                        <a:latin typeface="Arial"/>
                      </a:endParaRPr>
                    </a:p>
                  </a:txBody>
                  <a:tcPr anchor="ctr" marL="42480" marR="42480" marT="21240" marB="21240">
                    <a:lnL w="12240">
                      <a:noFill/>
                      <a:prstDash val="solid"/>
                    </a:lnL>
                    <a:lnR w="12240">
                      <a:noFill/>
                      <a:prstDash val="solid"/>
                    </a:lnR>
                    <a:lnT w="12240">
                      <a:noFill/>
                      <a:prstDash val="solid"/>
                    </a:lnT>
                    <a:lnB w="12240">
                      <a:noFill/>
                      <a:prstDash val="solid"/>
                    </a:lnB>
                    <a:noFill/>
                  </a:tcPr>
                </a:tc>
                <a:tc>
                  <a:txBody>
                    <a:bodyPr lIns="42480" tIns="21240" rIns="42480" bIns="21240" anchor="ctr">
                      <a:noAutofit/>
                    </a:bodyPr>
                    <a:p>
                      <a:pPr defTabSz="914400">
                        <a:lnSpc>
                          <a:spcPct val="100000"/>
                        </a:lnSpc>
                      </a:pPr>
                      <a:r>
                        <a:rPr lang="en-US" sz="1400" b="0" u="none" strike="noStrike">
                          <a:solidFill>
                            <a:schemeClr val="dk1"/>
                          </a:solidFill>
                          <a:effectLst/>
                          <a:uFillTx/>
                          <a:latin typeface="SRH"/>
                        </a:rPr>
                        <a:t>Supervised</a:t>
                      </a:r>
                      <a:endParaRPr lang="en-US" sz="1400" b="0" u="none" strike="noStrike">
                        <a:solidFill>
                          <a:srgbClr val="000000"/>
                        </a:solidFill>
                        <a:effectLst/>
                        <a:uFillTx/>
                        <a:latin typeface="Arial"/>
                      </a:endParaRPr>
                    </a:p>
                  </a:txBody>
                  <a:tcPr anchor="ctr" marL="42480" marR="42480" marT="21240" marB="21240">
                    <a:lnL w="12240">
                      <a:noFill/>
                      <a:prstDash val="solid"/>
                    </a:lnL>
                    <a:lnR w="12240">
                      <a:noFill/>
                      <a:prstDash val="solid"/>
                    </a:lnR>
                    <a:lnT w="12240">
                      <a:noFill/>
                      <a:prstDash val="solid"/>
                    </a:lnT>
                    <a:lnB w="12240">
                      <a:noFill/>
                      <a:prstDash val="solid"/>
                    </a:lnB>
                    <a:noFill/>
                  </a:tcPr>
                </a:tc>
                <a:tc>
                  <a:txBody>
                    <a:bodyPr lIns="42480" tIns="21240" rIns="42480" bIns="21240" anchor="ctr">
                      <a:noAutofit/>
                    </a:bodyPr>
                    <a:p>
                      <a:pPr defTabSz="914400">
                        <a:lnSpc>
                          <a:spcPct val="100000"/>
                        </a:lnSpc>
                      </a:pPr>
                      <a:r>
                        <a:rPr lang="en-US" sz="1400" b="0" u="none" strike="noStrike">
                          <a:solidFill>
                            <a:schemeClr val="dk1"/>
                          </a:solidFill>
                          <a:effectLst/>
                          <a:uFillTx/>
                          <a:latin typeface="SRH"/>
                        </a:rPr>
                        <a:t>Easy to interpret, but less accurate</a:t>
                      </a:r>
                      <a:endParaRPr lang="en-US" sz="1400" b="0" u="none" strike="noStrike">
                        <a:solidFill>
                          <a:srgbClr val="000000"/>
                        </a:solidFill>
                        <a:effectLst/>
                        <a:uFillTx/>
                        <a:latin typeface="Arial"/>
                      </a:endParaRPr>
                    </a:p>
                  </a:txBody>
                  <a:tcPr anchor="ctr" marL="42480" marR="42480" marT="21240" marB="21240">
                    <a:lnL w="12240">
                      <a:noFill/>
                      <a:prstDash val="solid"/>
                    </a:lnL>
                    <a:lnR w="12240">
                      <a:noFill/>
                      <a:prstDash val="solid"/>
                    </a:lnR>
                    <a:lnT w="12240">
                      <a:noFill/>
                      <a:prstDash val="solid"/>
                    </a:lnT>
                    <a:lnB w="12240">
                      <a:noFill/>
                      <a:prstDash val="solid"/>
                    </a:lnB>
                    <a:noFill/>
                  </a:tcPr>
                </a:tc>
              </a:tr>
              <a:tr h="982440">
                <a:tc>
                  <a:txBody>
                    <a:bodyPr lIns="42480" tIns="21240" rIns="42480" bIns="21240" anchor="ctr">
                      <a:noAutofit/>
                    </a:bodyPr>
                    <a:p>
                      <a:pPr defTabSz="914400">
                        <a:lnSpc>
                          <a:spcPct val="100000"/>
                        </a:lnSpc>
                      </a:pPr>
                      <a:r>
                        <a:rPr lang="en-US" sz="1400" b="0" u="none" strike="noStrike">
                          <a:solidFill>
                            <a:schemeClr val="dk1"/>
                          </a:solidFill>
                          <a:effectLst/>
                          <a:uFillTx/>
                          <a:latin typeface="SRH"/>
                        </a:rPr>
                        <a:t>Clustering (K-Means, etc.)</a:t>
                      </a:r>
                      <a:endParaRPr lang="en-US" sz="1400" b="0" u="none" strike="noStrike">
                        <a:solidFill>
                          <a:srgbClr val="000000"/>
                        </a:solidFill>
                        <a:effectLst/>
                        <a:uFillTx/>
                        <a:latin typeface="Arial"/>
                      </a:endParaRPr>
                    </a:p>
                  </a:txBody>
                  <a:tcPr anchor="ctr" marL="42480" marR="42480" marT="21240" marB="21240">
                    <a:lnL w="12240">
                      <a:noFill/>
                      <a:prstDash val="solid"/>
                    </a:lnL>
                    <a:lnR w="12240">
                      <a:noFill/>
                      <a:prstDash val="solid"/>
                    </a:lnR>
                    <a:lnT w="12240">
                      <a:noFill/>
                      <a:prstDash val="solid"/>
                    </a:lnT>
                    <a:lnB w="12240">
                      <a:noFill/>
                      <a:prstDash val="solid"/>
                    </a:lnB>
                    <a:noFill/>
                  </a:tcPr>
                </a:tc>
                <a:tc>
                  <a:txBody>
                    <a:bodyPr lIns="42480" tIns="21240" rIns="42480" bIns="21240" anchor="ctr">
                      <a:noAutofit/>
                    </a:bodyPr>
                    <a:p>
                      <a:pPr defTabSz="914400">
                        <a:lnSpc>
                          <a:spcPct val="100000"/>
                        </a:lnSpc>
                      </a:pPr>
                      <a:r>
                        <a:rPr lang="en-US" sz="1400" b="0" u="none" strike="noStrike">
                          <a:solidFill>
                            <a:schemeClr val="dk1"/>
                          </a:solidFill>
                          <a:effectLst/>
                          <a:uFillTx/>
                          <a:latin typeface="SRH"/>
                        </a:rPr>
                        <a:t>Statistical</a:t>
                      </a:r>
                      <a:endParaRPr lang="en-US" sz="1400" b="0" u="none" strike="noStrike">
                        <a:solidFill>
                          <a:srgbClr val="000000"/>
                        </a:solidFill>
                        <a:effectLst/>
                        <a:uFillTx/>
                        <a:latin typeface="Arial"/>
                      </a:endParaRPr>
                    </a:p>
                  </a:txBody>
                  <a:tcPr anchor="ctr" marL="42480" marR="42480" marT="21240" marB="21240">
                    <a:lnL w="12240">
                      <a:noFill/>
                      <a:prstDash val="solid"/>
                    </a:lnL>
                    <a:lnR w="12240">
                      <a:noFill/>
                      <a:prstDash val="solid"/>
                    </a:lnR>
                    <a:lnT w="12240">
                      <a:noFill/>
                      <a:prstDash val="solid"/>
                    </a:lnT>
                    <a:lnB w="12240">
                      <a:noFill/>
                      <a:prstDash val="solid"/>
                    </a:lnB>
                    <a:noFill/>
                  </a:tcPr>
                </a:tc>
                <a:tc>
                  <a:txBody>
                    <a:bodyPr lIns="42480" tIns="21240" rIns="42480" bIns="21240" anchor="ctr">
                      <a:noAutofit/>
                    </a:bodyPr>
                    <a:p>
                      <a:pPr algn="ctr" defTabSz="914400">
                        <a:lnSpc>
                          <a:spcPct val="100000"/>
                        </a:lnSpc>
                      </a:pPr>
                      <a:r>
                        <a:rPr lang="en-US" sz="1400" b="0" u="none" strike="noStrike">
                          <a:solidFill>
                            <a:schemeClr val="dk1"/>
                          </a:solidFill>
                          <a:effectLst/>
                          <a:uFillTx/>
                          <a:latin typeface="SRH"/>
                        </a:rPr>
                        <a:t>–</a:t>
                      </a:r>
                      <a:endParaRPr lang="en-US" sz="1400" b="0" u="none" strike="noStrike">
                        <a:solidFill>
                          <a:srgbClr val="000000"/>
                        </a:solidFill>
                        <a:effectLst/>
                        <a:uFillTx/>
                        <a:latin typeface="Arial"/>
                      </a:endParaRPr>
                    </a:p>
                  </a:txBody>
                  <a:tcPr anchor="ctr" marL="42480" marR="42480" marT="21240" marB="21240">
                    <a:lnL w="12240">
                      <a:noFill/>
                      <a:prstDash val="solid"/>
                    </a:lnL>
                    <a:lnR w="12240">
                      <a:noFill/>
                      <a:prstDash val="solid"/>
                    </a:lnR>
                    <a:lnT w="12240">
                      <a:noFill/>
                      <a:prstDash val="solid"/>
                    </a:lnT>
                    <a:lnB w="12240">
                      <a:noFill/>
                      <a:prstDash val="solid"/>
                    </a:lnB>
                    <a:noFill/>
                  </a:tcPr>
                </a:tc>
                <a:tc>
                  <a:txBody>
                    <a:bodyPr lIns="42480" tIns="21240" rIns="42480" bIns="21240" anchor="ctr">
                      <a:noAutofit/>
                    </a:bodyPr>
                    <a:p>
                      <a:pPr algn="ctr" defTabSz="914400">
                        <a:lnSpc>
                          <a:spcPct val="100000"/>
                        </a:lnSpc>
                      </a:pPr>
                      <a:r>
                        <a:rPr lang="en-US" sz="1400" b="0" u="none" strike="noStrike">
                          <a:solidFill>
                            <a:schemeClr val="dk1"/>
                          </a:solidFill>
                          <a:effectLst/>
                          <a:uFillTx/>
                          <a:latin typeface="SRH"/>
                        </a:rPr>
                        <a:t>–</a:t>
                      </a:r>
                      <a:endParaRPr lang="en-US" sz="1400" b="0" u="none" strike="noStrike">
                        <a:solidFill>
                          <a:srgbClr val="000000"/>
                        </a:solidFill>
                        <a:effectLst/>
                        <a:uFillTx/>
                        <a:latin typeface="Arial"/>
                      </a:endParaRPr>
                    </a:p>
                  </a:txBody>
                  <a:tcPr anchor="ctr" marL="42480" marR="42480" marT="21240" marB="21240">
                    <a:lnL w="12240">
                      <a:noFill/>
                      <a:prstDash val="solid"/>
                    </a:lnL>
                    <a:lnR w="12240">
                      <a:noFill/>
                      <a:prstDash val="solid"/>
                    </a:lnR>
                    <a:lnT w="12240">
                      <a:noFill/>
                      <a:prstDash val="solid"/>
                    </a:lnT>
                    <a:lnB w="12240">
                      <a:noFill/>
                      <a:prstDash val="solid"/>
                    </a:lnB>
                    <a:noFill/>
                  </a:tcPr>
                </a:tc>
                <a:tc>
                  <a:txBody>
                    <a:bodyPr lIns="42480" tIns="21240" rIns="42480" bIns="21240" anchor="ctr">
                      <a:noAutofit/>
                    </a:bodyPr>
                    <a:p>
                      <a:pPr defTabSz="914400">
                        <a:lnSpc>
                          <a:spcPct val="100000"/>
                        </a:lnSpc>
                      </a:pPr>
                      <a:r>
                        <a:rPr lang="en-US" sz="1400" b="0" u="none" strike="noStrike">
                          <a:solidFill>
                            <a:schemeClr val="dk1"/>
                          </a:solidFill>
                          <a:effectLst/>
                          <a:uFillTx/>
                          <a:latin typeface="SRH"/>
                        </a:rPr>
                        <a:t>Unsupervised</a:t>
                      </a:r>
                      <a:endParaRPr lang="en-US" sz="1400" b="0" u="none" strike="noStrike">
                        <a:solidFill>
                          <a:srgbClr val="000000"/>
                        </a:solidFill>
                        <a:effectLst/>
                        <a:uFillTx/>
                        <a:latin typeface="Arial"/>
                      </a:endParaRPr>
                    </a:p>
                  </a:txBody>
                  <a:tcPr anchor="ctr" marL="42480" marR="42480" marT="21240" marB="21240">
                    <a:lnL w="12240">
                      <a:noFill/>
                      <a:prstDash val="solid"/>
                    </a:lnL>
                    <a:lnR w="12240">
                      <a:noFill/>
                      <a:prstDash val="solid"/>
                    </a:lnR>
                    <a:lnT w="12240">
                      <a:noFill/>
                      <a:prstDash val="solid"/>
                    </a:lnT>
                    <a:lnB w="12240">
                      <a:noFill/>
                      <a:prstDash val="solid"/>
                    </a:lnB>
                    <a:noFill/>
                  </a:tcPr>
                </a:tc>
                <a:tc>
                  <a:txBody>
                    <a:bodyPr lIns="42480" tIns="21240" rIns="42480" bIns="21240" anchor="ctr">
                      <a:noAutofit/>
                    </a:bodyPr>
                    <a:p>
                      <a:pPr defTabSz="914400">
                        <a:lnSpc>
                          <a:spcPct val="100000"/>
                        </a:lnSpc>
                      </a:pPr>
                      <a:r>
                        <a:rPr lang="en-US" sz="1400" b="0" u="none" strike="noStrike">
                          <a:solidFill>
                            <a:schemeClr val="dk1"/>
                          </a:solidFill>
                          <a:effectLst/>
                          <a:uFillTx/>
                          <a:latin typeface="SRH"/>
                        </a:rPr>
                        <a:t>Useful for grouping patterns, but not directly predictive</a:t>
                      </a:r>
                      <a:endParaRPr lang="en-US" sz="1400" b="0" u="none" strike="noStrike">
                        <a:solidFill>
                          <a:srgbClr val="000000"/>
                        </a:solidFill>
                        <a:effectLst/>
                        <a:uFillTx/>
                        <a:latin typeface="Arial"/>
                      </a:endParaRPr>
                    </a:p>
                  </a:txBody>
                  <a:tcPr anchor="ctr" marL="42480" marR="42480" marT="21240" marB="21240">
                    <a:lnL w="12240">
                      <a:noFill/>
                      <a:prstDash val="solid"/>
                    </a:lnL>
                    <a:lnR w="12240">
                      <a:noFill/>
                      <a:prstDash val="solid"/>
                    </a:lnR>
                    <a:lnT w="12240">
                      <a:noFill/>
                      <a:prstDash val="solid"/>
                    </a:lnT>
                    <a:lnB w="12240">
                      <a:noFill/>
                      <a:prstDash val="solid"/>
                    </a:lnB>
                    <a:noFill/>
                  </a:tcPr>
                </a:tc>
              </a:tr>
            </a:tbl>
          </a:graphicData>
        </a:graphic>
      </p:graphicFrame>
      <p:sp>
        <p:nvSpPr>
          <p:cNvPr id="245" name="Rectangle 2"/>
          <p:cNvSpPr/>
          <p:nvPr/>
        </p:nvSpPr>
        <p:spPr>
          <a:xfrm>
            <a:off x="2225880" y="1174680"/>
            <a:ext cx="12191400" cy="456480"/>
          </a:xfrm>
          <a:prstGeom prst="rect">
            <a:avLst/>
          </a:prstGeom>
          <a:noFill/>
          <a:ln w="0">
            <a:noFill/>
          </a:ln>
        </p:spPr>
        <p:style>
          <a:lnRef idx="0"/>
          <a:fillRef idx="0"/>
          <a:effectRef idx="0"/>
          <a:fontRef idx="minor"/>
        </p:style>
        <p:txBody>
          <a:bodyPr numCol="1" spcCol="0" wrap="none" lIns="90000" tIns="45000" rIns="90000" bIns="45000" anchor="ctr">
            <a:spAutoFit/>
          </a:bodyPr>
          <a:p>
            <a:pPr defTabSz="914400">
              <a:lnSpc>
                <a:spcPct val="100000"/>
              </a:lnSpc>
              <a:tabLst>
                <a:tab pos="0" algn="l"/>
              </a:tabLst>
            </a:pPr>
            <a:r>
              <a:rPr lang="en-US" sz="1300" b="1" u="none" strike="noStrike">
                <a:solidFill>
                  <a:schemeClr val="dk1"/>
                </a:solidFill>
                <a:effectLst/>
                <a:uFillTx/>
                <a:latin typeface="Arial"/>
              </a:rPr>
              <a:t>Comparison of Machine Learning Algorithms for Residential Buildings</a:t>
            </a:r>
            <a:endParaRPr lang="en-US" sz="1300" b="0" u="none" strike="noStrike">
              <a:solidFill>
                <a:srgbClr val="000000"/>
              </a:solidFill>
              <a:effectLst/>
              <a:uFillTx/>
              <a:latin typeface="Arial"/>
            </a:endParaRPr>
          </a:p>
          <a:p>
            <a:pPr defTabSz="914400">
              <a:lnSpc>
                <a:spcPct val="100000"/>
              </a:lnSpc>
              <a:tabLst>
                <a:tab pos="0" algn="l"/>
              </a:tabLst>
            </a:pPr>
            <a:endParaRPr lang="en-US" sz="1800" b="0" u="none" strike="noStrike">
              <a:solidFill>
                <a:srgbClr val="000000"/>
              </a:solidFill>
              <a:effectLst/>
              <a:uFillTx/>
              <a:latin typeface="Arial"/>
            </a:endParaRPr>
          </a:p>
        </p:txBody>
      </p:sp>
      <p:sp>
        <p:nvSpPr>
          <p:cNvPr id="3" name="PlaceHolder 2"/>
          <p:cNvSpPr>
            <a:spLocks noGrp="1"/>
          </p:cNvSpPr>
          <p:nvPr>
            <p:ph type="ftr" idx="20"/>
          </p:nvPr>
        </p:nvSpPr>
        <p:spPr/>
        <p:txBody>
          <a:bodyPr/>
          <a:p>
            <a:r>
              <a:t>SRH Hochschule Heidelberg</a:t>
            </a:r>
          </a:p>
        </p:txBody>
      </p:sp>
      <p:sp>
        <p:nvSpPr>
          <p:cNvPr id="4" name="PlaceHolder 3"/>
          <p:cNvSpPr>
            <a:spLocks noGrp="1"/>
          </p:cNvSpPr>
          <p:nvPr>
            <p:ph type="sldNum" idx="21"/>
          </p:nvPr>
        </p:nvSpPr>
        <p:spPr/>
        <p:txBody>
          <a:bodyPr/>
          <a:p>
            <a:fld id="{8C256B4B-0F34-4A28-A4E2-9E882D611F5D}" type="slidenum">
              <a:t>20</a:t>
            </a:fld>
          </a:p>
        </p:txBody>
      </p:sp>
      <p:sp>
        <p:nvSpPr>
          <p:cNvPr id="5" name="PlaceHolder 4"/>
          <p:cNvSpPr>
            <a:spLocks noGrp="1"/>
          </p:cNvSpPr>
          <p:nvPr>
            <p:ph type="dt" idx="19"/>
          </p:nvPr>
        </p:nvSpPr>
        <p:spPr/>
        <p:txBody>
          <a:bodyPr/>
          <a:p>
            <a:fld id="{B44DEDB8-DA5F-49F1-8DC2-B07329D547FF}" type="datetime1">
              <a:rPr lang="en-US"/>
              <a:t>08/08/2026</a:t>
            </a:fld>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6" name="PlaceHolder 1"/>
          <p:cNvSpPr>
            <a:spLocks noGrp="1"/>
          </p:cNvSpPr>
          <p:nvPr>
            <p:ph type="title"/>
          </p:nvPr>
        </p:nvSpPr>
        <p:spPr>
          <a:xfrm>
            <a:off x="426600" y="-77040"/>
            <a:ext cx="9285840" cy="834480"/>
          </a:xfrm>
          <a:prstGeom prst="rect">
            <a:avLst/>
          </a:prstGeom>
          <a:noFill/>
          <a:ln w="0">
            <a:noFill/>
          </a:ln>
        </p:spPr>
        <p:txBody>
          <a:bodyPr lIns="0" tIns="0" rIns="0" bIns="0" anchor="b">
            <a:noAutofit/>
          </a:bodyPr>
          <a:p>
            <a:pPr indent="0" algn="l" defTabSz="914400">
              <a:lnSpc>
                <a:spcPct val="100000"/>
              </a:lnSpc>
              <a:buNone/>
              <a:tabLst>
                <a:tab pos="0" algn="l"/>
              </a:tabLst>
            </a:pPr>
            <a:r>
              <a:rPr lang="en-US" sz="3000" b="1" u="none" strike="noStrike">
                <a:solidFill>
                  <a:srgbClr val="C00000"/>
                </a:solidFill>
                <a:effectLst/>
                <a:uFillTx/>
                <a:latin typeface="SRH Headline"/>
                <a:ea typeface="SRH Headline"/>
              </a:rPr>
              <a:t>Algorithms</a:t>
            </a:r>
            <a:endParaRPr lang="de-DE" sz="3000" b="1" u="none" strike="noStrike">
              <a:solidFill>
                <a:schemeClr val="dk1"/>
              </a:solidFill>
              <a:effectLst/>
              <a:uFillTx/>
              <a:latin typeface="SRH Headline"/>
            </a:endParaRPr>
          </a:p>
        </p:txBody>
      </p:sp>
      <p:sp>
        <p:nvSpPr>
          <p:cNvPr id="247" name="PlaceHolder 2"/>
          <p:cNvSpPr>
            <a:spLocks noGrp="1"/>
          </p:cNvSpPr>
          <p:nvPr>
            <p:ph/>
          </p:nvPr>
        </p:nvSpPr>
        <p:spPr>
          <a:xfrm>
            <a:off x="359280" y="1048680"/>
            <a:ext cx="10149480" cy="4908600"/>
          </a:xfrm>
          <a:prstGeom prst="rect">
            <a:avLst/>
          </a:prstGeom>
          <a:noFill/>
          <a:ln w="0">
            <a:noFill/>
          </a:ln>
        </p:spPr>
        <p:txBody>
          <a:bodyPr lIns="0" tIns="0" rIns="0" bIns="0" anchor="t">
            <a:noAutofit/>
          </a:bodyPr>
          <a:p>
            <a:pPr indent="0" algn="l" defTabSz="914400">
              <a:lnSpc>
                <a:spcPct val="110000"/>
              </a:lnSpc>
              <a:spcBef>
                <a:spcPts val="1199"/>
              </a:spcBef>
              <a:buNone/>
              <a:tabLst>
                <a:tab pos="0" algn="l"/>
              </a:tabLst>
            </a:pPr>
            <a:r>
              <a:rPr lang="en-US" sz="1800" b="1" u="none" strike="noStrike">
                <a:solidFill>
                  <a:schemeClr val="dk1"/>
                </a:solidFill>
                <a:effectLst/>
                <a:uFillTx/>
                <a:latin typeface="SRH Text"/>
                <a:ea typeface="SRH Text"/>
              </a:rPr>
              <a:t>1. Prophet (by Facebook/Meta)</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1" u="none" strike="noStrike">
                <a:solidFill>
                  <a:schemeClr val="dk1"/>
                </a:solidFill>
                <a:effectLst/>
                <a:uFillTx/>
                <a:latin typeface="SRH Text"/>
                <a:ea typeface="SRH Text"/>
              </a:rPr>
              <a:t>What it is</a:t>
            </a:r>
            <a:r>
              <a:rPr lang="en-US" sz="1800" b="0" u="none" strike="noStrike">
                <a:solidFill>
                  <a:schemeClr val="dk1"/>
                </a:solidFill>
                <a:effectLst/>
                <a:uFillTx/>
                <a:latin typeface="SRH Text"/>
                <a:ea typeface="SRH Text"/>
              </a:rPr>
              <a:t>: A statistical forecasting model specialized for </a:t>
            </a:r>
            <a:r>
              <a:rPr lang="en-US" sz="1800" b="1" u="none" strike="noStrike">
                <a:solidFill>
                  <a:schemeClr val="dk1"/>
                </a:solidFill>
                <a:effectLst/>
                <a:uFillTx/>
                <a:latin typeface="SRH Text"/>
                <a:ea typeface="SRH Text"/>
              </a:rPr>
              <a:t>time series</a:t>
            </a:r>
            <a:r>
              <a:rPr lang="en-US" sz="1800" b="0" u="none" strike="noStrike">
                <a:solidFill>
                  <a:schemeClr val="dk1"/>
                </a:solidFill>
                <a:effectLst/>
                <a:uFillTx/>
                <a:latin typeface="SRH Text"/>
                <a:ea typeface="SRH Text"/>
              </a:rPr>
              <a:t>.</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1" u="none" strike="noStrike">
                <a:solidFill>
                  <a:schemeClr val="dk1"/>
                </a:solidFill>
                <a:effectLst/>
                <a:uFillTx/>
                <a:latin typeface="SRH Text"/>
                <a:ea typeface="SRH Text"/>
              </a:rPr>
              <a:t>What it does</a:t>
            </a:r>
            <a:r>
              <a:rPr lang="en-US" sz="1800" b="0" u="none" strike="noStrike">
                <a:solidFill>
                  <a:schemeClr val="dk1"/>
                </a:solidFill>
                <a:effectLst/>
                <a:uFillTx/>
                <a:latin typeface="SRH Text"/>
                <a:ea typeface="SRH Text"/>
              </a:rPr>
              <a:t>: Decomposes the data into</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en-US" sz="1800" b="1" u="none" strike="noStrike">
                <a:solidFill>
                  <a:schemeClr val="dk1"/>
                </a:solidFill>
                <a:effectLst/>
                <a:uFillTx/>
                <a:latin typeface="SRH Text"/>
                <a:ea typeface="SRH Text"/>
              </a:rPr>
              <a:t>Trend</a:t>
            </a:r>
            <a:r>
              <a:rPr lang="en-US" sz="1800" b="0" u="none" strike="noStrike">
                <a:solidFill>
                  <a:schemeClr val="dk1"/>
                </a:solidFill>
                <a:effectLst/>
                <a:uFillTx/>
                <a:latin typeface="SRH Text"/>
                <a:ea typeface="SRH Text"/>
              </a:rPr>
              <a:t> (long-term growth/decline),</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en-US" sz="1800" b="1" u="none" strike="noStrike">
                <a:solidFill>
                  <a:schemeClr val="dk1"/>
                </a:solidFill>
                <a:effectLst/>
                <a:uFillTx/>
                <a:latin typeface="SRH Text"/>
                <a:ea typeface="SRH Text"/>
              </a:rPr>
              <a:t>Seasonality</a:t>
            </a:r>
            <a:r>
              <a:rPr lang="en-US" sz="1800" b="0" u="none" strike="noStrike">
                <a:solidFill>
                  <a:schemeClr val="dk1"/>
                </a:solidFill>
                <a:effectLst/>
                <a:uFillTx/>
                <a:latin typeface="SRH Text"/>
                <a:ea typeface="SRH Text"/>
              </a:rPr>
              <a:t> (daily, weekly, yearly patterns),</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en-US" sz="1800" b="1" u="none" strike="noStrike">
                <a:solidFill>
                  <a:schemeClr val="dk1"/>
                </a:solidFill>
                <a:effectLst/>
                <a:uFillTx/>
                <a:latin typeface="SRH Text"/>
                <a:ea typeface="SRH Text"/>
              </a:rPr>
              <a:t>Holidays/Events</a:t>
            </a:r>
            <a:r>
              <a:rPr lang="en-US" sz="1800" b="0" u="none" strike="noStrike">
                <a:solidFill>
                  <a:schemeClr val="dk1"/>
                </a:solidFill>
                <a:effectLst/>
                <a:uFillTx/>
                <a:latin typeface="SRH Text"/>
                <a:ea typeface="SRH Text"/>
              </a:rPr>
              <a:t>.</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1" u="none" strike="noStrike">
                <a:solidFill>
                  <a:schemeClr val="dk1"/>
                </a:solidFill>
                <a:effectLst/>
                <a:uFillTx/>
                <a:latin typeface="SRH Text"/>
                <a:ea typeface="SRH Text"/>
              </a:rPr>
              <a:t>Why we use it</a:t>
            </a:r>
            <a:r>
              <a:rPr lang="en-US" sz="1800" b="0" u="none" strike="noStrike">
                <a:solidFill>
                  <a:schemeClr val="dk1"/>
                </a:solidFill>
                <a:effectLst/>
                <a:uFillTx/>
                <a:latin typeface="SRH Text"/>
                <a:ea typeface="SRH Text"/>
              </a:rPr>
              <a:t>: Very good at capturing </a:t>
            </a:r>
            <a:r>
              <a:rPr lang="en-US" sz="1800" b="1" u="none" strike="noStrike">
                <a:solidFill>
                  <a:schemeClr val="dk1"/>
                </a:solidFill>
                <a:effectLst/>
                <a:uFillTx/>
                <a:latin typeface="SRH Text"/>
                <a:ea typeface="SRH Text"/>
              </a:rPr>
              <a:t>seasonal patterns</a:t>
            </a:r>
            <a:r>
              <a:rPr lang="en-US" sz="1800" b="0" u="none" strike="noStrike">
                <a:solidFill>
                  <a:schemeClr val="dk1"/>
                </a:solidFill>
                <a:effectLst/>
                <a:uFillTx/>
                <a:latin typeface="SRH Text"/>
                <a:ea typeface="SRH Text"/>
              </a:rPr>
              <a:t> in building energy (e.g., weekday vs weekend, summer vs winter).</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endParaRPr lang="de-DE" sz="1800" b="0" u="none" strike="noStrike">
              <a:solidFill>
                <a:schemeClr val="dk1"/>
              </a:solidFill>
              <a:effectLst/>
              <a:uFillTx/>
              <a:latin typeface="SRH Text"/>
            </a:endParaRPr>
          </a:p>
        </p:txBody>
      </p:sp>
      <p:sp>
        <p:nvSpPr>
          <p:cNvPr id="4" name="PlaceHolder 3"/>
          <p:cNvSpPr>
            <a:spLocks noGrp="1"/>
          </p:cNvSpPr>
          <p:nvPr>
            <p:ph type="ftr" idx="20"/>
          </p:nvPr>
        </p:nvSpPr>
        <p:spPr/>
        <p:txBody>
          <a:bodyPr/>
          <a:p>
            <a:r>
              <a:t>SRH Hochschule Heidelberg</a:t>
            </a:r>
          </a:p>
        </p:txBody>
      </p:sp>
      <p:sp>
        <p:nvSpPr>
          <p:cNvPr id="5" name="PlaceHolder 4"/>
          <p:cNvSpPr>
            <a:spLocks noGrp="1"/>
          </p:cNvSpPr>
          <p:nvPr>
            <p:ph type="sldNum" idx="21"/>
          </p:nvPr>
        </p:nvSpPr>
        <p:spPr/>
        <p:txBody>
          <a:bodyPr/>
          <a:p>
            <a:fld id="{BC81F1E0-9AC5-4341-90B8-607FD3D84BEA}" type="slidenum">
              <a:t>21</a:t>
            </a:fld>
          </a:p>
        </p:txBody>
      </p:sp>
      <p:sp>
        <p:nvSpPr>
          <p:cNvPr id="6" name="PlaceHolder 5"/>
          <p:cNvSpPr>
            <a:spLocks noGrp="1"/>
          </p:cNvSpPr>
          <p:nvPr>
            <p:ph type="dt" idx="19"/>
          </p:nvPr>
        </p:nvSpPr>
        <p:spPr/>
        <p:txBody>
          <a:bodyPr/>
          <a:p>
            <a:fld id="{E59462EB-256E-4FA3-95F4-23C2E1CBCC1C}" type="datetime1">
              <a:rPr lang="en-US"/>
              <a:t>08/08/2026</a:t>
            </a:fld>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8" name="PlaceHolder 1"/>
          <p:cNvSpPr>
            <a:spLocks noGrp="1"/>
          </p:cNvSpPr>
          <p:nvPr>
            <p:ph type="title"/>
          </p:nvPr>
        </p:nvSpPr>
        <p:spPr>
          <a:xfrm>
            <a:off x="170640" y="-77040"/>
            <a:ext cx="9541800" cy="834480"/>
          </a:xfrm>
          <a:prstGeom prst="rect">
            <a:avLst/>
          </a:prstGeom>
          <a:noFill/>
          <a:ln w="0">
            <a:noFill/>
          </a:ln>
        </p:spPr>
        <p:txBody>
          <a:bodyPr lIns="0" tIns="0" rIns="0" bIns="0" anchor="b">
            <a:noAutofit/>
          </a:bodyPr>
          <a:p>
            <a:pPr indent="0" algn="l" defTabSz="914400">
              <a:lnSpc>
                <a:spcPct val="100000"/>
              </a:lnSpc>
              <a:buNone/>
              <a:tabLst>
                <a:tab pos="0" algn="l"/>
              </a:tabLst>
            </a:pPr>
            <a:r>
              <a:rPr lang="en-US" sz="3000" b="1" u="none" strike="noStrike">
                <a:solidFill>
                  <a:srgbClr val="C00000"/>
                </a:solidFill>
                <a:effectLst/>
                <a:uFillTx/>
                <a:latin typeface="SRH Headline"/>
                <a:ea typeface="SRH Headline"/>
              </a:rPr>
              <a:t>LSTM (Long Short-Term Memory – Deep Learning)</a:t>
            </a:r>
            <a:endParaRPr lang="de-DE" sz="3000" b="1" u="none" strike="noStrike">
              <a:solidFill>
                <a:schemeClr val="dk1"/>
              </a:solidFill>
              <a:effectLst/>
              <a:uFillTx/>
              <a:latin typeface="SRH Headline"/>
            </a:endParaRPr>
          </a:p>
        </p:txBody>
      </p:sp>
      <p:sp>
        <p:nvSpPr>
          <p:cNvPr id="249" name="PlaceHolder 2"/>
          <p:cNvSpPr>
            <a:spLocks noGrp="1"/>
          </p:cNvSpPr>
          <p:nvPr>
            <p:ph/>
          </p:nvPr>
        </p:nvSpPr>
        <p:spPr>
          <a:xfrm>
            <a:off x="249840" y="1264680"/>
            <a:ext cx="10344600" cy="4229280"/>
          </a:xfrm>
          <a:prstGeom prst="rect">
            <a:avLst/>
          </a:prstGeom>
          <a:noFill/>
          <a:ln w="0">
            <a:noFill/>
          </a:ln>
        </p:spPr>
        <p:txBody>
          <a:bodyPr lIns="0" tIns="0" rIns="0" bIns="0" anchor="t">
            <a:noAutofit/>
          </a:bodyPr>
          <a:p>
            <a:pPr indent="0" algn="l" defTabSz="914400">
              <a:lnSpc>
                <a:spcPct val="110000"/>
              </a:lnSpc>
              <a:spcBef>
                <a:spcPts val="1199"/>
              </a:spcBef>
              <a:buNone/>
              <a:tabLst>
                <a:tab pos="0" algn="l"/>
              </a:tabLst>
            </a:pPr>
            <a:r>
              <a:rPr lang="en-US" sz="1800" b="1" u="none" strike="noStrike">
                <a:solidFill>
                  <a:schemeClr val="dk1"/>
                </a:solidFill>
                <a:effectLst/>
                <a:uFillTx/>
                <a:latin typeface="SRH Text"/>
                <a:ea typeface="SRH Text"/>
              </a:rPr>
              <a:t>LSTM (Long Short-Term Memory – Deep Learning)</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1" u="none" strike="noStrike">
                <a:solidFill>
                  <a:schemeClr val="dk1"/>
                </a:solidFill>
                <a:effectLst/>
                <a:uFillTx/>
                <a:latin typeface="SRH Text"/>
                <a:ea typeface="SRH Text"/>
              </a:rPr>
              <a:t>What it is</a:t>
            </a:r>
            <a:r>
              <a:rPr lang="en-US" sz="1800" b="0" u="none" strike="noStrike">
                <a:solidFill>
                  <a:schemeClr val="dk1"/>
                </a:solidFill>
                <a:effectLst/>
                <a:uFillTx/>
                <a:latin typeface="SRH Text"/>
                <a:ea typeface="SRH Text"/>
              </a:rPr>
              <a:t>:</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0" u="none" strike="noStrike">
                <a:solidFill>
                  <a:schemeClr val="dk1"/>
                </a:solidFill>
                <a:effectLst/>
                <a:uFillTx/>
                <a:latin typeface="SRH Text"/>
                <a:ea typeface="SRH Text"/>
              </a:rPr>
              <a:t> A type of </a:t>
            </a:r>
            <a:r>
              <a:rPr lang="en-US" sz="1800" b="1" u="none" strike="noStrike">
                <a:solidFill>
                  <a:schemeClr val="dk1"/>
                </a:solidFill>
                <a:effectLst/>
                <a:uFillTx/>
                <a:latin typeface="SRH Text"/>
                <a:ea typeface="SRH Text"/>
              </a:rPr>
              <a:t>Recurrent Neural Network (RNN)</a:t>
            </a:r>
            <a:r>
              <a:rPr lang="en-US" sz="1800" b="0" u="none" strike="noStrike">
                <a:solidFill>
                  <a:schemeClr val="dk1"/>
                </a:solidFill>
                <a:effectLst/>
                <a:uFillTx/>
                <a:latin typeface="SRH Text"/>
                <a:ea typeface="SRH Text"/>
              </a:rPr>
              <a:t> designed for sequential data.</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1" u="none" strike="noStrike">
                <a:solidFill>
                  <a:schemeClr val="dk1"/>
                </a:solidFill>
                <a:effectLst/>
                <a:uFillTx/>
                <a:latin typeface="SRH Text"/>
                <a:ea typeface="SRH Text"/>
              </a:rPr>
              <a:t>What it does</a:t>
            </a:r>
            <a:r>
              <a:rPr lang="en-US" sz="1800" b="0" u="none" strike="noStrike">
                <a:solidFill>
                  <a:schemeClr val="dk1"/>
                </a:solidFill>
                <a:effectLst/>
                <a:uFillTx/>
                <a:latin typeface="SRH Text"/>
                <a:ea typeface="SRH Text"/>
              </a:rPr>
              <a:t>:</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0" u="none" strike="noStrike">
                <a:solidFill>
                  <a:schemeClr val="dk1"/>
                </a:solidFill>
                <a:effectLst/>
                <a:uFillTx/>
                <a:latin typeface="SRH Text"/>
                <a:ea typeface="SRH Text"/>
              </a:rPr>
              <a:t> Learns </a:t>
            </a:r>
            <a:r>
              <a:rPr lang="en-US" sz="1800" b="1" u="none" strike="noStrike">
                <a:solidFill>
                  <a:schemeClr val="dk1"/>
                </a:solidFill>
                <a:effectLst/>
                <a:uFillTx/>
                <a:latin typeface="SRH Text"/>
                <a:ea typeface="SRH Text"/>
              </a:rPr>
              <a:t>short-term and long-term dependencies</a:t>
            </a:r>
            <a:r>
              <a:rPr lang="en-US" sz="1800" b="0" u="none" strike="noStrike">
                <a:solidFill>
                  <a:schemeClr val="dk1"/>
                </a:solidFill>
                <a:effectLst/>
                <a:uFillTx/>
                <a:latin typeface="SRH Text"/>
                <a:ea typeface="SRH Text"/>
              </a:rPr>
              <a:t> in the time series by remembering past information over long horizons.</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1" u="none" strike="noStrike">
                <a:solidFill>
                  <a:schemeClr val="dk1"/>
                </a:solidFill>
                <a:effectLst/>
                <a:uFillTx/>
                <a:latin typeface="SRH Text"/>
                <a:ea typeface="SRH Text"/>
              </a:rPr>
              <a:t>Why we use it:</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0" u="none" strike="noStrike">
                <a:solidFill>
                  <a:schemeClr val="dk1"/>
                </a:solidFill>
                <a:effectLst/>
                <a:uFillTx/>
                <a:latin typeface="SRH Text"/>
                <a:ea typeface="SRH Text"/>
              </a:rPr>
              <a:t>: Energy data has </a:t>
            </a:r>
            <a:r>
              <a:rPr lang="en-US" sz="1800" b="1" u="none" strike="noStrike">
                <a:solidFill>
                  <a:schemeClr val="dk1"/>
                </a:solidFill>
                <a:effectLst/>
                <a:uFillTx/>
                <a:latin typeface="SRH Text"/>
                <a:ea typeface="SRH Text"/>
              </a:rPr>
              <a:t>complex fluctuations</a:t>
            </a:r>
            <a:r>
              <a:rPr lang="en-US" sz="1800" b="0" u="none" strike="noStrike">
                <a:solidFill>
                  <a:schemeClr val="dk1"/>
                </a:solidFill>
                <a:effectLst/>
                <a:uFillTx/>
                <a:latin typeface="SRH Text"/>
                <a:ea typeface="SRH Text"/>
              </a:rPr>
              <a:t> (hourly changes, sudden peaks due to appliances, AC, etc.). LSTM can capture these non-linear, dynamic patterns better than Prophet</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endParaRPr lang="de-DE" sz="1800" b="0" u="none" strike="noStrike">
              <a:solidFill>
                <a:schemeClr val="dk1"/>
              </a:solidFill>
              <a:effectLst/>
              <a:uFillTx/>
              <a:latin typeface="SRH Text"/>
            </a:endParaRPr>
          </a:p>
        </p:txBody>
      </p:sp>
      <p:sp>
        <p:nvSpPr>
          <p:cNvPr id="4" name="PlaceHolder 3"/>
          <p:cNvSpPr>
            <a:spLocks noGrp="1"/>
          </p:cNvSpPr>
          <p:nvPr>
            <p:ph type="ftr" idx="20"/>
          </p:nvPr>
        </p:nvSpPr>
        <p:spPr/>
        <p:txBody>
          <a:bodyPr/>
          <a:p>
            <a:r>
              <a:t>SRH Hochschule Heidelberg</a:t>
            </a:r>
          </a:p>
        </p:txBody>
      </p:sp>
      <p:sp>
        <p:nvSpPr>
          <p:cNvPr id="5" name="PlaceHolder 4"/>
          <p:cNvSpPr>
            <a:spLocks noGrp="1"/>
          </p:cNvSpPr>
          <p:nvPr>
            <p:ph type="sldNum" idx="21"/>
          </p:nvPr>
        </p:nvSpPr>
        <p:spPr/>
        <p:txBody>
          <a:bodyPr/>
          <a:p>
            <a:fld id="{45AE7822-6E94-4C48-81B0-C605DCA2289F}" type="slidenum">
              <a:t>22</a:t>
            </a:fld>
          </a:p>
        </p:txBody>
      </p:sp>
      <p:sp>
        <p:nvSpPr>
          <p:cNvPr id="6" name="PlaceHolder 5"/>
          <p:cNvSpPr>
            <a:spLocks noGrp="1"/>
          </p:cNvSpPr>
          <p:nvPr>
            <p:ph type="dt" idx="19"/>
          </p:nvPr>
        </p:nvSpPr>
        <p:spPr/>
        <p:txBody>
          <a:bodyPr/>
          <a:p>
            <a:fld id="{479714DC-9203-495E-9649-35F00CC2CC6B}" type="datetime1">
              <a:rPr lang="en-US"/>
              <a:t>08/08/2026</a:t>
            </a:fld>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0" name="PlaceHolder 1"/>
          <p:cNvSpPr>
            <a:spLocks noGrp="1"/>
          </p:cNvSpPr>
          <p:nvPr>
            <p:ph type="title"/>
          </p:nvPr>
        </p:nvSpPr>
        <p:spPr>
          <a:xfrm>
            <a:off x="426600" y="-77040"/>
            <a:ext cx="10143000" cy="834480"/>
          </a:xfrm>
          <a:prstGeom prst="rect">
            <a:avLst/>
          </a:prstGeom>
          <a:noFill/>
          <a:ln w="0">
            <a:noFill/>
          </a:ln>
        </p:spPr>
        <p:txBody>
          <a:bodyPr lIns="0" tIns="0" rIns="0" bIns="0" anchor="b">
            <a:noAutofit/>
          </a:bodyPr>
          <a:p>
            <a:pPr indent="0" algn="l" defTabSz="914400">
              <a:lnSpc>
                <a:spcPct val="100000"/>
              </a:lnSpc>
              <a:buNone/>
              <a:tabLst>
                <a:tab pos="0" algn="l"/>
              </a:tabLst>
            </a:pPr>
            <a:r>
              <a:rPr lang="en-US" sz="3000" b="1" u="none" strike="noStrike">
                <a:solidFill>
                  <a:srgbClr val="C00000"/>
                </a:solidFill>
                <a:effectLst/>
                <a:uFillTx/>
                <a:latin typeface="SRH Headline"/>
                <a:ea typeface="SRH Headline"/>
              </a:rPr>
              <a:t>XGBoost (Extreme Gradient Boosting) as Meta-Learner</a:t>
            </a:r>
            <a:endParaRPr lang="de-DE" sz="3000" b="1" u="none" strike="noStrike">
              <a:solidFill>
                <a:schemeClr val="dk1"/>
              </a:solidFill>
              <a:effectLst/>
              <a:uFillTx/>
              <a:latin typeface="SRH Headline"/>
            </a:endParaRPr>
          </a:p>
        </p:txBody>
      </p:sp>
      <p:sp>
        <p:nvSpPr>
          <p:cNvPr id="251" name="PlaceHolder 2"/>
          <p:cNvSpPr>
            <a:spLocks noGrp="1"/>
          </p:cNvSpPr>
          <p:nvPr>
            <p:ph/>
          </p:nvPr>
        </p:nvSpPr>
        <p:spPr>
          <a:xfrm>
            <a:off x="359280" y="1048680"/>
            <a:ext cx="10149480" cy="4908600"/>
          </a:xfrm>
          <a:prstGeom prst="rect">
            <a:avLst/>
          </a:prstGeom>
          <a:noFill/>
          <a:ln w="0">
            <a:noFill/>
          </a:ln>
        </p:spPr>
        <p:txBody>
          <a:bodyPr lIns="0" tIns="0" rIns="0" bIns="0" anchor="t">
            <a:noAutofit/>
          </a:bodyPr>
          <a:p>
            <a:pPr indent="0" algn="l" defTabSz="914400">
              <a:lnSpc>
                <a:spcPct val="100000"/>
              </a:lnSpc>
              <a:spcBef>
                <a:spcPts val="1199"/>
              </a:spcBef>
              <a:buNone/>
              <a:tabLst>
                <a:tab pos="0" algn="l"/>
              </a:tabLst>
            </a:pPr>
            <a:r>
              <a:rPr lang="en-US" sz="1800" b="1" u="none" strike="noStrike">
                <a:solidFill>
                  <a:schemeClr val="dk1"/>
                </a:solidFill>
                <a:effectLst/>
                <a:uFillTx/>
                <a:latin typeface="SRH Text"/>
                <a:ea typeface="SRH Text"/>
              </a:rPr>
              <a:t>What it is</a:t>
            </a:r>
            <a:r>
              <a:rPr lang="en-US" sz="1800" b="0" u="none" strike="noStrike">
                <a:solidFill>
                  <a:schemeClr val="dk1"/>
                </a:solidFill>
                <a:effectLst/>
                <a:uFillTx/>
                <a:latin typeface="SRH Text"/>
                <a:ea typeface="SRH Text"/>
              </a:rPr>
              <a:t>: A powerful </a:t>
            </a:r>
            <a:r>
              <a:rPr lang="en-US" sz="1800" b="1" u="none" strike="noStrike">
                <a:solidFill>
                  <a:schemeClr val="dk1"/>
                </a:solidFill>
                <a:effectLst/>
                <a:uFillTx/>
                <a:latin typeface="SRH Text"/>
                <a:ea typeface="SRH Text"/>
              </a:rPr>
              <a:t>tree-based machine learning algorithm</a:t>
            </a:r>
            <a:r>
              <a:rPr lang="en-US" sz="1800" b="0" u="none" strike="noStrike">
                <a:solidFill>
                  <a:schemeClr val="dk1"/>
                </a:solidFill>
                <a:effectLst/>
                <a:uFillTx/>
                <a:latin typeface="SRH Text"/>
                <a:ea typeface="SRH Text"/>
              </a:rPr>
              <a:t>.</a:t>
            </a:r>
            <a:endParaRPr lang="de-DE" sz="1800" b="0" u="none" strike="noStrike">
              <a:solidFill>
                <a:schemeClr val="dk1"/>
              </a:solidFill>
              <a:effectLst/>
              <a:uFillTx/>
              <a:latin typeface="SRH Text"/>
            </a:endParaRPr>
          </a:p>
          <a:p>
            <a:pPr indent="0" algn="l" defTabSz="914400">
              <a:lnSpc>
                <a:spcPct val="100000"/>
              </a:lnSpc>
              <a:spcBef>
                <a:spcPts val="1199"/>
              </a:spcBef>
              <a:buNone/>
              <a:tabLst>
                <a:tab pos="0" algn="l"/>
              </a:tabLst>
            </a:pPr>
            <a:r>
              <a:rPr lang="en-US" sz="1800" b="1" u="none" strike="noStrike">
                <a:solidFill>
                  <a:schemeClr val="dk1"/>
                </a:solidFill>
                <a:effectLst/>
                <a:uFillTx/>
                <a:latin typeface="SRH Text"/>
                <a:ea typeface="SRH Text"/>
              </a:rPr>
              <a:t>What it does</a:t>
            </a:r>
            <a:r>
              <a:rPr lang="en-US" sz="1800" b="0" u="none" strike="noStrike">
                <a:solidFill>
                  <a:schemeClr val="dk1"/>
                </a:solidFill>
                <a:effectLst/>
                <a:uFillTx/>
                <a:latin typeface="SRH Text"/>
                <a:ea typeface="SRH Text"/>
              </a:rPr>
              <a:t>: Takes predictions from Prophet and LSTM as input features, then learns how to combine them optimally.</a:t>
            </a:r>
            <a:endParaRPr lang="de-DE" sz="1800" b="0" u="none" strike="noStrike">
              <a:solidFill>
                <a:schemeClr val="dk1"/>
              </a:solidFill>
              <a:effectLst/>
              <a:uFillTx/>
              <a:latin typeface="SRH Text"/>
            </a:endParaRPr>
          </a:p>
          <a:p>
            <a:pPr indent="0" algn="l" defTabSz="914400">
              <a:lnSpc>
                <a:spcPct val="100000"/>
              </a:lnSpc>
              <a:spcBef>
                <a:spcPts val="1199"/>
              </a:spcBef>
              <a:buNone/>
              <a:tabLst>
                <a:tab pos="0" algn="l"/>
              </a:tabLst>
            </a:pPr>
            <a:r>
              <a:rPr lang="en-US" sz="1800" b="1" u="none" strike="noStrike">
                <a:solidFill>
                  <a:schemeClr val="dk1"/>
                </a:solidFill>
                <a:effectLst/>
                <a:uFillTx/>
                <a:latin typeface="SRH Text"/>
                <a:ea typeface="SRH Text"/>
              </a:rPr>
              <a:t>Why we use it</a:t>
            </a:r>
            <a:r>
              <a:rPr lang="en-US" sz="1800" b="0" u="none" strike="noStrike">
                <a:solidFill>
                  <a:schemeClr val="dk1"/>
                </a:solidFill>
                <a:effectLst/>
                <a:uFillTx/>
                <a:latin typeface="SRH Text"/>
                <a:ea typeface="SRH Text"/>
              </a:rPr>
              <a:t>: Instead of choosing one model, we let XGBoost decide how much weight to give to each prediction. This creates a </a:t>
            </a:r>
            <a:r>
              <a:rPr lang="en-US" sz="1800" b="1" u="none" strike="noStrike">
                <a:solidFill>
                  <a:schemeClr val="dk1"/>
                </a:solidFill>
                <a:effectLst/>
                <a:uFillTx/>
                <a:latin typeface="SRH Text"/>
                <a:ea typeface="SRH Text"/>
              </a:rPr>
              <a:t>hybrid ensemble model</a:t>
            </a:r>
            <a:r>
              <a:rPr lang="en-US" sz="1800" b="0" u="none" strike="noStrike">
                <a:solidFill>
                  <a:schemeClr val="dk1"/>
                </a:solidFill>
                <a:effectLst/>
                <a:uFillTx/>
                <a:latin typeface="SRH Text"/>
                <a:ea typeface="SRH Text"/>
              </a:rPr>
              <a:t> → usually better performance (lower error, higher R²).</a:t>
            </a:r>
            <a:endParaRPr lang="de-DE" sz="1800" b="0" u="none" strike="noStrike">
              <a:solidFill>
                <a:schemeClr val="dk1"/>
              </a:solidFill>
              <a:effectLst/>
              <a:uFillTx/>
              <a:latin typeface="SRH Text"/>
            </a:endParaRPr>
          </a:p>
          <a:p>
            <a:pPr indent="0" algn="l" defTabSz="914400">
              <a:lnSpc>
                <a:spcPct val="100000"/>
              </a:lnSpc>
              <a:spcBef>
                <a:spcPts val="1199"/>
              </a:spcBef>
              <a:buNone/>
              <a:tabLst>
                <a:tab pos="0" algn="l"/>
              </a:tabLst>
            </a:pPr>
            <a:endParaRPr lang="de-DE" sz="1800" b="0" u="none" strike="noStrike">
              <a:solidFill>
                <a:schemeClr val="dk1"/>
              </a:solidFill>
              <a:effectLst/>
              <a:uFillTx/>
              <a:latin typeface="SRH Text"/>
            </a:endParaRPr>
          </a:p>
          <a:p>
            <a:pPr indent="0" algn="l" defTabSz="914400">
              <a:lnSpc>
                <a:spcPct val="100000"/>
              </a:lnSpc>
              <a:spcBef>
                <a:spcPts val="1199"/>
              </a:spcBef>
              <a:buNone/>
              <a:tabLst>
                <a:tab pos="0" algn="l"/>
              </a:tabLst>
            </a:pPr>
            <a:r>
              <a:rPr lang="en-US" sz="1800" b="1" u="none" strike="noStrike">
                <a:solidFill>
                  <a:srgbClr val="C00000"/>
                </a:solidFill>
                <a:effectLst/>
                <a:uFillTx/>
                <a:latin typeface="SRH Text"/>
                <a:ea typeface="SRH Text"/>
              </a:rPr>
              <a:t>Why Combine Them</a:t>
            </a:r>
            <a:endParaRPr lang="de-DE" sz="1800" b="0" u="none" strike="noStrike">
              <a:solidFill>
                <a:schemeClr val="dk1"/>
              </a:solidFill>
              <a:effectLst/>
              <a:uFillTx/>
              <a:latin typeface="SRH Text"/>
            </a:endParaRPr>
          </a:p>
          <a:p>
            <a:pPr indent="0" algn="l" defTabSz="914400">
              <a:lnSpc>
                <a:spcPct val="100000"/>
              </a:lnSpc>
              <a:spcBef>
                <a:spcPts val="1199"/>
              </a:spcBef>
              <a:buNone/>
              <a:tabLst>
                <a:tab pos="0" algn="l"/>
              </a:tabLst>
            </a:pPr>
            <a:r>
              <a:rPr lang="en-US" sz="1800" b="1" u="none" strike="noStrike">
                <a:solidFill>
                  <a:schemeClr val="dk1"/>
                </a:solidFill>
                <a:effectLst/>
                <a:uFillTx/>
                <a:latin typeface="SRH Text"/>
                <a:ea typeface="SRH Text"/>
              </a:rPr>
              <a:t>Prophet</a:t>
            </a:r>
            <a:r>
              <a:rPr lang="en-US" sz="1800" b="0" u="none" strike="noStrike">
                <a:solidFill>
                  <a:schemeClr val="dk1"/>
                </a:solidFill>
                <a:effectLst/>
                <a:uFillTx/>
                <a:latin typeface="SRH Text"/>
                <a:ea typeface="SRH Text"/>
              </a:rPr>
              <a:t> → Captures </a:t>
            </a:r>
            <a:r>
              <a:rPr lang="en-US" sz="1800" b="1" u="none" strike="noStrike">
                <a:solidFill>
                  <a:schemeClr val="dk1"/>
                </a:solidFill>
                <a:effectLst/>
                <a:uFillTx/>
                <a:latin typeface="SRH Text"/>
                <a:ea typeface="SRH Text"/>
              </a:rPr>
              <a:t>trend &amp; seasonality</a:t>
            </a:r>
            <a:r>
              <a:rPr lang="en-US" sz="1800" b="0" u="none" strike="noStrike">
                <a:solidFill>
                  <a:schemeClr val="dk1"/>
                </a:solidFill>
                <a:effectLst/>
                <a:uFillTx/>
                <a:latin typeface="SRH Text"/>
                <a:ea typeface="SRH Text"/>
              </a:rPr>
              <a:t> well.</a:t>
            </a:r>
            <a:endParaRPr lang="de-DE" sz="1800" b="0" u="none" strike="noStrike">
              <a:solidFill>
                <a:schemeClr val="dk1"/>
              </a:solidFill>
              <a:effectLst/>
              <a:uFillTx/>
              <a:latin typeface="SRH Text"/>
            </a:endParaRPr>
          </a:p>
          <a:p>
            <a:pPr indent="0" algn="l" defTabSz="914400">
              <a:lnSpc>
                <a:spcPct val="100000"/>
              </a:lnSpc>
              <a:spcBef>
                <a:spcPts val="1199"/>
              </a:spcBef>
              <a:buNone/>
              <a:tabLst>
                <a:tab pos="0" algn="l"/>
              </a:tabLst>
            </a:pPr>
            <a:r>
              <a:rPr lang="en-US" sz="1800" b="1" u="none" strike="noStrike">
                <a:solidFill>
                  <a:schemeClr val="dk1"/>
                </a:solidFill>
                <a:effectLst/>
                <a:uFillTx/>
                <a:latin typeface="SRH Text"/>
                <a:ea typeface="SRH Text"/>
              </a:rPr>
              <a:t>LSTM</a:t>
            </a:r>
            <a:r>
              <a:rPr lang="en-US" sz="1800" b="0" u="none" strike="noStrike">
                <a:solidFill>
                  <a:schemeClr val="dk1"/>
                </a:solidFill>
                <a:effectLst/>
                <a:uFillTx/>
                <a:latin typeface="SRH Text"/>
                <a:ea typeface="SRH Text"/>
              </a:rPr>
              <a:t> → Captures </a:t>
            </a:r>
            <a:r>
              <a:rPr lang="en-US" sz="1800" b="1" u="none" strike="noStrike">
                <a:solidFill>
                  <a:schemeClr val="dk1"/>
                </a:solidFill>
                <a:effectLst/>
                <a:uFillTx/>
                <a:latin typeface="SRH Text"/>
                <a:ea typeface="SRH Text"/>
              </a:rPr>
              <a:t>short-term fluctuations &amp; complex patterns</a:t>
            </a:r>
            <a:r>
              <a:rPr lang="en-US" sz="1800" b="0" u="none" strike="noStrike">
                <a:solidFill>
                  <a:schemeClr val="dk1"/>
                </a:solidFill>
                <a:effectLst/>
                <a:uFillTx/>
                <a:latin typeface="SRH Text"/>
                <a:ea typeface="SRH Text"/>
              </a:rPr>
              <a:t>.</a:t>
            </a:r>
            <a:endParaRPr lang="de-DE" sz="1800" b="0" u="none" strike="noStrike">
              <a:solidFill>
                <a:schemeClr val="dk1"/>
              </a:solidFill>
              <a:effectLst/>
              <a:uFillTx/>
              <a:latin typeface="SRH Text"/>
            </a:endParaRPr>
          </a:p>
          <a:p>
            <a:pPr indent="0" algn="l" defTabSz="914400">
              <a:lnSpc>
                <a:spcPct val="100000"/>
              </a:lnSpc>
              <a:spcBef>
                <a:spcPts val="1199"/>
              </a:spcBef>
              <a:buNone/>
              <a:tabLst>
                <a:tab pos="0" algn="l"/>
              </a:tabLst>
            </a:pPr>
            <a:r>
              <a:rPr lang="en-US" sz="1800" b="1" u="none" strike="noStrike">
                <a:solidFill>
                  <a:schemeClr val="dk1"/>
                </a:solidFill>
                <a:effectLst/>
                <a:uFillTx/>
                <a:latin typeface="SRH Text"/>
                <a:ea typeface="SRH Text"/>
              </a:rPr>
              <a:t>XGBoost</a:t>
            </a:r>
            <a:r>
              <a:rPr lang="en-US" sz="1800" b="0" u="none" strike="noStrike">
                <a:solidFill>
                  <a:schemeClr val="dk1"/>
                </a:solidFill>
                <a:effectLst/>
                <a:uFillTx/>
                <a:latin typeface="SRH Text"/>
                <a:ea typeface="SRH Text"/>
              </a:rPr>
              <a:t> → Learns the </a:t>
            </a:r>
            <a:r>
              <a:rPr lang="en-US" sz="1800" b="1" u="none" strike="noStrike">
                <a:solidFill>
                  <a:schemeClr val="dk1"/>
                </a:solidFill>
                <a:effectLst/>
                <a:uFillTx/>
                <a:latin typeface="SRH Text"/>
                <a:ea typeface="SRH Text"/>
              </a:rPr>
              <a:t>best mix</a:t>
            </a:r>
            <a:r>
              <a:rPr lang="en-US" sz="1800" b="0" u="none" strike="noStrike">
                <a:solidFill>
                  <a:schemeClr val="dk1"/>
                </a:solidFill>
                <a:effectLst/>
                <a:uFillTx/>
                <a:latin typeface="SRH Text"/>
                <a:ea typeface="SRH Text"/>
              </a:rPr>
              <a:t> of Prophet + LSTM predictions.</a:t>
            </a:r>
            <a:endParaRPr lang="de-DE" sz="1800" b="0" u="none" strike="noStrike">
              <a:solidFill>
                <a:schemeClr val="dk1"/>
              </a:solidFill>
              <a:effectLst/>
              <a:uFillTx/>
              <a:latin typeface="SRH Text"/>
            </a:endParaRPr>
          </a:p>
          <a:p>
            <a:pPr indent="0" algn="l" defTabSz="914400">
              <a:lnSpc>
                <a:spcPct val="100000"/>
              </a:lnSpc>
              <a:spcBef>
                <a:spcPts val="1199"/>
              </a:spcBef>
              <a:buNone/>
              <a:tabLst>
                <a:tab pos="0" algn="l"/>
              </a:tabLst>
            </a:pPr>
            <a:r>
              <a:rPr lang="en-US" sz="1800" b="0" u="none" strike="noStrike">
                <a:solidFill>
                  <a:schemeClr val="dk1"/>
                </a:solidFill>
                <a:effectLst/>
                <a:uFillTx/>
                <a:latin typeface="SRH Text"/>
                <a:ea typeface="SRH Text"/>
              </a:rPr>
              <a:t>👉 This combination balances </a:t>
            </a:r>
            <a:r>
              <a:rPr lang="en-US" sz="1800" b="1" u="none" strike="noStrike">
                <a:solidFill>
                  <a:schemeClr val="dk1"/>
                </a:solidFill>
                <a:effectLst/>
                <a:uFillTx/>
                <a:latin typeface="SRH Text"/>
                <a:ea typeface="SRH Text"/>
              </a:rPr>
              <a:t>interpretability (Prophet)</a:t>
            </a:r>
            <a:r>
              <a:rPr lang="en-US" sz="1800" b="0" u="none" strike="noStrike">
                <a:solidFill>
                  <a:schemeClr val="dk1"/>
                </a:solidFill>
                <a:effectLst/>
                <a:uFillTx/>
                <a:latin typeface="SRH Text"/>
                <a:ea typeface="SRH Text"/>
              </a:rPr>
              <a:t>, </a:t>
            </a:r>
            <a:r>
              <a:rPr lang="en-US" sz="1800" b="1" u="none" strike="noStrike">
                <a:solidFill>
                  <a:schemeClr val="dk1"/>
                </a:solidFill>
                <a:effectLst/>
                <a:uFillTx/>
                <a:latin typeface="SRH Text"/>
                <a:ea typeface="SRH Text"/>
              </a:rPr>
              <a:t>deep learning power (LSTM)</a:t>
            </a:r>
            <a:r>
              <a:rPr lang="en-US" sz="1800" b="0" u="none" strike="noStrike">
                <a:solidFill>
                  <a:schemeClr val="dk1"/>
                </a:solidFill>
                <a:effectLst/>
                <a:uFillTx/>
                <a:latin typeface="SRH Text"/>
                <a:ea typeface="SRH Text"/>
              </a:rPr>
              <a:t>, and </a:t>
            </a:r>
            <a:r>
              <a:rPr lang="en-US" sz="1800" b="1" u="none" strike="noStrike">
                <a:solidFill>
                  <a:schemeClr val="dk1"/>
                </a:solidFill>
                <a:effectLst/>
                <a:uFillTx/>
                <a:latin typeface="SRH Text"/>
                <a:ea typeface="SRH Text"/>
              </a:rPr>
              <a:t>flexibility (XGBoost)</a:t>
            </a:r>
            <a:r>
              <a:rPr lang="en-US" sz="1800" b="0" u="none" strike="noStrike">
                <a:solidFill>
                  <a:schemeClr val="dk1"/>
                </a:solidFill>
                <a:effectLst/>
                <a:uFillTx/>
                <a:latin typeface="SRH Text"/>
                <a:ea typeface="SRH Text"/>
              </a:rPr>
              <a:t> → resulting in more accurate and robust forecasts</a:t>
            </a:r>
            <a:endParaRPr lang="de-DE" sz="1800" b="0" u="none" strike="noStrike">
              <a:solidFill>
                <a:schemeClr val="dk1"/>
              </a:solidFill>
              <a:effectLst/>
              <a:uFillTx/>
              <a:latin typeface="SRH Text"/>
            </a:endParaRPr>
          </a:p>
          <a:p>
            <a:pPr indent="0" algn="l" defTabSz="914400">
              <a:lnSpc>
                <a:spcPct val="150000"/>
              </a:lnSpc>
              <a:spcBef>
                <a:spcPts val="1199"/>
              </a:spcBef>
              <a:buNone/>
              <a:tabLst>
                <a:tab pos="0" algn="l"/>
              </a:tabLst>
            </a:pPr>
            <a:endParaRPr lang="de-DE" sz="1800" b="0" u="none" strike="noStrike">
              <a:solidFill>
                <a:schemeClr val="dk1"/>
              </a:solidFill>
              <a:effectLst/>
              <a:uFillTx/>
              <a:latin typeface="SRH Text"/>
            </a:endParaRPr>
          </a:p>
          <a:p>
            <a:pPr indent="0" algn="l" defTabSz="914400">
              <a:lnSpc>
                <a:spcPct val="150000"/>
              </a:lnSpc>
              <a:spcBef>
                <a:spcPts val="1199"/>
              </a:spcBef>
              <a:buNone/>
              <a:tabLst>
                <a:tab pos="0" algn="l"/>
              </a:tabLst>
            </a:pP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endParaRPr lang="de-DE" sz="1800" b="0" u="none" strike="noStrike">
              <a:solidFill>
                <a:schemeClr val="dk1"/>
              </a:solidFill>
              <a:effectLst/>
              <a:uFillTx/>
              <a:latin typeface="SRH Text"/>
            </a:endParaRPr>
          </a:p>
        </p:txBody>
      </p:sp>
      <p:sp>
        <p:nvSpPr>
          <p:cNvPr id="4" name="PlaceHolder 3"/>
          <p:cNvSpPr>
            <a:spLocks noGrp="1"/>
          </p:cNvSpPr>
          <p:nvPr>
            <p:ph type="ftr" idx="20"/>
          </p:nvPr>
        </p:nvSpPr>
        <p:spPr/>
        <p:txBody>
          <a:bodyPr/>
          <a:p>
            <a:r>
              <a:t>SRH Hochschule Heidelberg</a:t>
            </a:r>
          </a:p>
        </p:txBody>
      </p:sp>
      <p:sp>
        <p:nvSpPr>
          <p:cNvPr id="5" name="PlaceHolder 4"/>
          <p:cNvSpPr>
            <a:spLocks noGrp="1"/>
          </p:cNvSpPr>
          <p:nvPr>
            <p:ph type="sldNum" idx="21"/>
          </p:nvPr>
        </p:nvSpPr>
        <p:spPr/>
        <p:txBody>
          <a:bodyPr/>
          <a:p>
            <a:fld id="{99C7DBB0-CCD3-4C66-8362-585254F8AC46}" type="slidenum">
              <a:t>23</a:t>
            </a:fld>
          </a:p>
        </p:txBody>
      </p:sp>
      <p:sp>
        <p:nvSpPr>
          <p:cNvPr id="6" name="PlaceHolder 5"/>
          <p:cNvSpPr>
            <a:spLocks noGrp="1"/>
          </p:cNvSpPr>
          <p:nvPr>
            <p:ph type="dt" idx="19"/>
          </p:nvPr>
        </p:nvSpPr>
        <p:spPr/>
        <p:txBody>
          <a:bodyPr/>
          <a:p>
            <a:fld id="{D3837F0B-18DC-453E-BB37-3D92272F898B}" type="datetime1">
              <a:rPr lang="en-US"/>
              <a:t>08/08/2026</a:t>
            </a:fld>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2" name="PlaceHolder 1"/>
          <p:cNvSpPr>
            <a:spLocks noGrp="1"/>
          </p:cNvSpPr>
          <p:nvPr>
            <p:ph type="title"/>
          </p:nvPr>
        </p:nvSpPr>
        <p:spPr>
          <a:xfrm>
            <a:off x="367560" y="136440"/>
            <a:ext cx="9156960" cy="834480"/>
          </a:xfrm>
          <a:prstGeom prst="rect">
            <a:avLst/>
          </a:prstGeom>
          <a:noFill/>
          <a:ln w="0">
            <a:noFill/>
          </a:ln>
        </p:spPr>
        <p:txBody>
          <a:bodyPr lIns="0" tIns="0" rIns="0" bIns="0" anchor="b">
            <a:noAutofit/>
          </a:bodyPr>
          <a:p>
            <a:pPr indent="0" algn="l" defTabSz="914400">
              <a:lnSpc>
                <a:spcPct val="100000"/>
              </a:lnSpc>
              <a:buNone/>
              <a:tabLst>
                <a:tab pos="0" algn="l"/>
              </a:tabLst>
            </a:pPr>
            <a:r>
              <a:rPr lang="en-IN" sz="3000" b="1" u="none" strike="noStrike">
                <a:solidFill>
                  <a:srgbClr val="C00000"/>
                </a:solidFill>
                <a:effectLst/>
                <a:uFillTx/>
                <a:latin typeface="SRH Headline"/>
                <a:ea typeface="SRH Headline"/>
              </a:rPr>
              <a:t>Conclusion</a:t>
            </a:r>
            <a:endParaRPr lang="de-DE" sz="3000" b="1" u="none" strike="noStrike">
              <a:solidFill>
                <a:schemeClr val="dk1"/>
              </a:solidFill>
              <a:effectLst/>
              <a:uFillTx/>
              <a:latin typeface="SRH Headline"/>
            </a:endParaRPr>
          </a:p>
        </p:txBody>
      </p:sp>
      <p:sp>
        <p:nvSpPr>
          <p:cNvPr id="253" name="PlaceHolder 2"/>
          <p:cNvSpPr>
            <a:spLocks noGrp="1"/>
          </p:cNvSpPr>
          <p:nvPr>
            <p:ph/>
          </p:nvPr>
        </p:nvSpPr>
        <p:spPr>
          <a:xfrm>
            <a:off x="366840" y="1197720"/>
            <a:ext cx="10349280" cy="4532040"/>
          </a:xfrm>
          <a:prstGeom prst="rect">
            <a:avLst/>
          </a:prstGeom>
          <a:noFill/>
          <a:ln w="0">
            <a:noFill/>
          </a:ln>
        </p:spPr>
        <p:txBody>
          <a:bodyPr lIns="0" tIns="0" rIns="0" bIns="0" anchor="t">
            <a:noAutofit/>
          </a:bodyPr>
          <a:p>
            <a:pPr indent="0" algn="just" defTabSz="914400">
              <a:lnSpc>
                <a:spcPct val="200000"/>
              </a:lnSpc>
              <a:spcBef>
                <a:spcPts val="1199"/>
              </a:spcBef>
              <a:buNone/>
              <a:tabLst>
                <a:tab pos="0" algn="l"/>
              </a:tabLst>
            </a:pPr>
            <a:r>
              <a:rPr lang="en-US" sz="1800" b="0" u="none" strike="noStrike">
                <a:solidFill>
                  <a:schemeClr val="dk1"/>
                </a:solidFill>
                <a:effectLst/>
                <a:uFillTx/>
                <a:latin typeface="SRH Text"/>
                <a:ea typeface="SRH Text"/>
              </a:rPr>
              <a:t>The project successfully demonstrated the potential of machine learning in predicting building energy consumption. By combining </a:t>
            </a:r>
            <a:r>
              <a:rPr lang="en-US" sz="1800" b="1" u="none" strike="noStrike">
                <a:solidFill>
                  <a:schemeClr val="dk1"/>
                </a:solidFill>
                <a:effectLst/>
                <a:uFillTx/>
                <a:latin typeface="SRH Text"/>
                <a:ea typeface="SRH Text"/>
              </a:rPr>
              <a:t>Prophet</a:t>
            </a:r>
            <a:r>
              <a:rPr lang="en-US" sz="1800" b="0" u="none" strike="noStrike">
                <a:solidFill>
                  <a:schemeClr val="dk1"/>
                </a:solidFill>
                <a:effectLst/>
                <a:uFillTx/>
                <a:latin typeface="SRH Text"/>
                <a:ea typeface="SRH Text"/>
              </a:rPr>
              <a:t>, </a:t>
            </a:r>
            <a:r>
              <a:rPr lang="en-US" sz="1800" b="1" u="none" strike="noStrike">
                <a:solidFill>
                  <a:schemeClr val="dk1"/>
                </a:solidFill>
                <a:effectLst/>
                <a:uFillTx/>
                <a:latin typeface="SRH Text"/>
                <a:ea typeface="SRH Text"/>
              </a:rPr>
              <a:t>LSTM</a:t>
            </a:r>
            <a:r>
              <a:rPr lang="en-US" sz="1800" b="0" u="none" strike="noStrike">
                <a:solidFill>
                  <a:schemeClr val="dk1"/>
                </a:solidFill>
                <a:effectLst/>
                <a:uFillTx/>
                <a:latin typeface="SRH Text"/>
                <a:ea typeface="SRH Text"/>
              </a:rPr>
              <a:t>, and </a:t>
            </a:r>
            <a:r>
              <a:rPr lang="en-US" sz="1800" b="1" u="none" strike="noStrike">
                <a:solidFill>
                  <a:schemeClr val="dk1"/>
                </a:solidFill>
                <a:effectLst/>
                <a:uFillTx/>
                <a:latin typeface="SRH Text"/>
                <a:ea typeface="SRH Text"/>
              </a:rPr>
              <a:t>XGBoost</a:t>
            </a:r>
            <a:r>
              <a:rPr lang="en-US" sz="1800" b="0" u="none" strike="noStrike">
                <a:solidFill>
                  <a:schemeClr val="dk1"/>
                </a:solidFill>
                <a:effectLst/>
                <a:uFillTx/>
                <a:latin typeface="SRH Text"/>
                <a:ea typeface="SRH Text"/>
              </a:rPr>
              <a:t> in a hybrid ensemble, the model captured both long-term seasonal trends and short-term fluctuations with improved accuracy. Exploratory Data Analysis and feature selection methods highlighted the importance of environmental factors (e.g., temperature, humidity) and operational variables (e.g., building type, occupancy). The results show that advanced ML methods can support </a:t>
            </a:r>
            <a:r>
              <a:rPr lang="en-US" sz="1800" b="1" u="none" strike="noStrike">
                <a:solidFill>
                  <a:schemeClr val="dk1"/>
                </a:solidFill>
                <a:effectLst/>
                <a:uFillTx/>
                <a:latin typeface="SRH Text"/>
                <a:ea typeface="SRH Text"/>
              </a:rPr>
              <a:t>energy managers, policymakers, and occupants</a:t>
            </a:r>
            <a:r>
              <a:rPr lang="en-US" sz="1800" b="0" u="none" strike="noStrike">
                <a:solidFill>
                  <a:schemeClr val="dk1"/>
                </a:solidFill>
                <a:effectLst/>
                <a:uFillTx/>
                <a:latin typeface="SRH Text"/>
                <a:ea typeface="SRH Text"/>
              </a:rPr>
              <a:t> in making informed decisions, reducing costs, and promoting sustainable energy use.</a:t>
            </a:r>
            <a:endParaRPr lang="de-DE" sz="1800" b="0" u="none" strike="noStrike">
              <a:solidFill>
                <a:schemeClr val="dk1"/>
              </a:solidFill>
              <a:effectLst/>
              <a:uFillTx/>
              <a:latin typeface="SRH Text"/>
            </a:endParaRPr>
          </a:p>
        </p:txBody>
      </p:sp>
      <p:sp>
        <p:nvSpPr>
          <p:cNvPr id="4" name="PlaceHolder 3"/>
          <p:cNvSpPr>
            <a:spLocks noGrp="1"/>
          </p:cNvSpPr>
          <p:nvPr>
            <p:ph type="ftr" idx="20"/>
          </p:nvPr>
        </p:nvSpPr>
        <p:spPr/>
        <p:txBody>
          <a:bodyPr/>
          <a:p>
            <a:r>
              <a:t>SRH Hochschule Heidelberg</a:t>
            </a:r>
          </a:p>
        </p:txBody>
      </p:sp>
      <p:sp>
        <p:nvSpPr>
          <p:cNvPr id="5" name="PlaceHolder 4"/>
          <p:cNvSpPr>
            <a:spLocks noGrp="1"/>
          </p:cNvSpPr>
          <p:nvPr>
            <p:ph type="sldNum" idx="21"/>
          </p:nvPr>
        </p:nvSpPr>
        <p:spPr/>
        <p:txBody>
          <a:bodyPr/>
          <a:p>
            <a:fld id="{95FCCD84-5618-4CC5-BB49-B90F9FC8A947}" type="slidenum">
              <a:t>24</a:t>
            </a:fld>
          </a:p>
        </p:txBody>
      </p:sp>
      <p:sp>
        <p:nvSpPr>
          <p:cNvPr id="6" name="PlaceHolder 5"/>
          <p:cNvSpPr>
            <a:spLocks noGrp="1"/>
          </p:cNvSpPr>
          <p:nvPr>
            <p:ph type="dt" idx="19"/>
          </p:nvPr>
        </p:nvSpPr>
        <p:spPr/>
        <p:txBody>
          <a:bodyPr/>
          <a:p>
            <a:fld id="{45295126-15DB-4AB8-9D62-6134631D1792}" type="datetime1">
              <a:rPr lang="en-US"/>
              <a:t>08/08/2026</a:t>
            </a:fld>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4" name="PlaceHolder 1"/>
          <p:cNvSpPr>
            <a:spLocks noGrp="1"/>
          </p:cNvSpPr>
          <p:nvPr>
            <p:ph type="title"/>
          </p:nvPr>
        </p:nvSpPr>
        <p:spPr>
          <a:xfrm>
            <a:off x="367560" y="136440"/>
            <a:ext cx="9156960" cy="834480"/>
          </a:xfrm>
          <a:prstGeom prst="rect">
            <a:avLst/>
          </a:prstGeom>
          <a:noFill/>
          <a:ln w="0">
            <a:noFill/>
          </a:ln>
        </p:spPr>
        <p:txBody>
          <a:bodyPr lIns="0" tIns="0" rIns="0" bIns="0" anchor="b">
            <a:noAutofit/>
          </a:bodyPr>
          <a:p>
            <a:pPr indent="0" algn="l" defTabSz="914400">
              <a:lnSpc>
                <a:spcPct val="100000"/>
              </a:lnSpc>
              <a:buNone/>
              <a:tabLst>
                <a:tab pos="0" algn="l"/>
              </a:tabLst>
            </a:pPr>
            <a:r>
              <a:rPr lang="en-IN" sz="3000" b="1" u="none" strike="noStrike">
                <a:solidFill>
                  <a:srgbClr val="C00000"/>
                </a:solidFill>
                <a:effectLst/>
                <a:uFillTx/>
                <a:latin typeface="SRH Headline"/>
                <a:ea typeface="SRH Headline"/>
              </a:rPr>
              <a:t>Learnings</a:t>
            </a:r>
            <a:endParaRPr lang="de-DE" sz="3000" b="1" u="none" strike="noStrike">
              <a:solidFill>
                <a:schemeClr val="dk1"/>
              </a:solidFill>
              <a:effectLst/>
              <a:uFillTx/>
              <a:latin typeface="SRH Headline"/>
            </a:endParaRPr>
          </a:p>
        </p:txBody>
      </p:sp>
      <p:sp>
        <p:nvSpPr>
          <p:cNvPr id="255" name="PlaceHolder 2"/>
          <p:cNvSpPr>
            <a:spLocks noGrp="1"/>
          </p:cNvSpPr>
          <p:nvPr>
            <p:ph/>
          </p:nvPr>
        </p:nvSpPr>
        <p:spPr>
          <a:xfrm>
            <a:off x="366840" y="1197720"/>
            <a:ext cx="10568520" cy="4824360"/>
          </a:xfrm>
          <a:prstGeom prst="rect">
            <a:avLst/>
          </a:prstGeom>
          <a:noFill/>
          <a:ln w="0">
            <a:noFill/>
          </a:ln>
        </p:spPr>
        <p:txBody>
          <a:bodyPr lIns="0" tIns="0" rIns="0" bIns="0" anchor="t">
            <a:noAutofit/>
          </a:bodyPr>
          <a:p>
            <a:pPr indent="0" algn="just" defTabSz="914400">
              <a:lnSpc>
                <a:spcPct val="90000"/>
              </a:lnSpc>
              <a:spcBef>
                <a:spcPts val="1199"/>
              </a:spcBef>
              <a:buNone/>
              <a:tabLst>
                <a:tab pos="0" algn="l"/>
              </a:tabLst>
            </a:pP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1" u="none" strike="noStrike">
                <a:solidFill>
                  <a:schemeClr val="dk1"/>
                </a:solidFill>
                <a:effectLst/>
                <a:uFillTx/>
                <a:latin typeface="SRH Text"/>
                <a:ea typeface="SRH Text"/>
              </a:rPr>
              <a:t>Data Understanding:</a:t>
            </a:r>
            <a:r>
              <a:rPr lang="en-US" sz="1800" b="0" u="none" strike="noStrike">
                <a:solidFill>
                  <a:schemeClr val="dk1"/>
                </a:solidFill>
                <a:effectLst/>
                <a:uFillTx/>
                <a:latin typeface="SRH Text"/>
                <a:ea typeface="SRH Text"/>
              </a:rPr>
              <a:t> Importance of handling missing values, outliers, and skewed distributions before modeling.</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1" u="none" strike="noStrike">
                <a:solidFill>
                  <a:schemeClr val="dk1"/>
                </a:solidFill>
                <a:effectLst/>
                <a:uFillTx/>
                <a:latin typeface="SRH Text"/>
                <a:ea typeface="SRH Text"/>
              </a:rPr>
              <a:t>Feature Engineering:</a:t>
            </a:r>
            <a:r>
              <a:rPr lang="en-US" sz="1800" b="0" u="none" strike="noStrike">
                <a:solidFill>
                  <a:schemeClr val="dk1"/>
                </a:solidFill>
                <a:effectLst/>
                <a:uFillTx/>
                <a:latin typeface="SRH Text"/>
                <a:ea typeface="SRH Text"/>
              </a:rPr>
              <a:t> Learned how feature importance techniques (Permutation, Mutual Information, ACF) influence model interpretability.</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1" u="none" strike="noStrike">
                <a:solidFill>
                  <a:schemeClr val="dk1"/>
                </a:solidFill>
                <a:effectLst/>
                <a:uFillTx/>
                <a:latin typeface="SRH Text"/>
                <a:ea typeface="SRH Text"/>
              </a:rPr>
              <a:t>Modeling Skills:</a:t>
            </a:r>
            <a:r>
              <a:rPr lang="en-US" sz="1800" b="0" u="none" strike="noStrike">
                <a:solidFill>
                  <a:schemeClr val="dk1"/>
                </a:solidFill>
                <a:effectLst/>
                <a:uFillTx/>
                <a:latin typeface="SRH Text"/>
                <a:ea typeface="SRH Text"/>
              </a:rPr>
              <a:t> Gained experience in applying statistical (Prophet), deep learning (LSTM), and ensemble (XGBoost) methods for time series forecasting.</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1" u="none" strike="noStrike">
                <a:solidFill>
                  <a:schemeClr val="dk1"/>
                </a:solidFill>
                <a:effectLst/>
                <a:uFillTx/>
                <a:latin typeface="SRH Text"/>
                <a:ea typeface="SRH Text"/>
              </a:rPr>
              <a:t>Hybrid Approach:</a:t>
            </a:r>
            <a:r>
              <a:rPr lang="en-US" sz="1800" b="0" u="none" strike="noStrike">
                <a:solidFill>
                  <a:schemeClr val="dk1"/>
                </a:solidFill>
                <a:effectLst/>
                <a:uFillTx/>
                <a:latin typeface="SRH Text"/>
                <a:ea typeface="SRH Text"/>
              </a:rPr>
              <a:t> Understood the value of combining models to leverage complementary strengths.</a:t>
            </a:r>
            <a:endParaRPr lang="de-DE" sz="18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en-US" sz="1800" b="1" u="none" strike="noStrike">
                <a:solidFill>
                  <a:schemeClr val="dk1"/>
                </a:solidFill>
                <a:effectLst/>
                <a:uFillTx/>
                <a:latin typeface="SRH Text"/>
                <a:ea typeface="SRH Text"/>
              </a:rPr>
              <a:t>Practical Insights:</a:t>
            </a:r>
            <a:r>
              <a:rPr lang="en-US" sz="1800" b="0" u="none" strike="noStrike">
                <a:solidFill>
                  <a:schemeClr val="dk1"/>
                </a:solidFill>
                <a:effectLst/>
                <a:uFillTx/>
                <a:latin typeface="SRH Text"/>
                <a:ea typeface="SRH Text"/>
              </a:rPr>
              <a:t> Realized the impact of weather, occupancy, and building type as key drivers of energy consumption.</a:t>
            </a:r>
            <a:endParaRPr lang="de-DE" sz="1800" b="0" u="none" strike="noStrike">
              <a:solidFill>
                <a:schemeClr val="dk1"/>
              </a:solidFill>
              <a:effectLst/>
              <a:uFillTx/>
              <a:latin typeface="SRH Text"/>
            </a:endParaRPr>
          </a:p>
          <a:p>
            <a:pPr indent="0" algn="just" defTabSz="914400">
              <a:lnSpc>
                <a:spcPct val="90000"/>
              </a:lnSpc>
              <a:spcBef>
                <a:spcPts val="1199"/>
              </a:spcBef>
              <a:buNone/>
              <a:tabLst>
                <a:tab pos="0" algn="l"/>
              </a:tabLst>
            </a:pPr>
            <a:endParaRPr lang="de-DE" sz="1800" b="0" u="none" strike="noStrike">
              <a:solidFill>
                <a:schemeClr val="dk1"/>
              </a:solidFill>
              <a:effectLst/>
              <a:uFillTx/>
              <a:latin typeface="SRH Text"/>
            </a:endParaRPr>
          </a:p>
          <a:p>
            <a:pPr indent="0" algn="just" defTabSz="914400">
              <a:lnSpc>
                <a:spcPct val="90000"/>
              </a:lnSpc>
              <a:spcBef>
                <a:spcPts val="1199"/>
              </a:spcBef>
              <a:buNone/>
              <a:tabLst>
                <a:tab pos="0" algn="l"/>
              </a:tabLst>
            </a:pPr>
            <a:endParaRPr lang="de-DE" sz="1800" b="0" u="none" strike="noStrike">
              <a:solidFill>
                <a:schemeClr val="dk1"/>
              </a:solidFill>
              <a:effectLst/>
              <a:uFillTx/>
              <a:latin typeface="SRH Text"/>
            </a:endParaRPr>
          </a:p>
        </p:txBody>
      </p:sp>
      <p:sp>
        <p:nvSpPr>
          <p:cNvPr id="4" name="PlaceHolder 3"/>
          <p:cNvSpPr>
            <a:spLocks noGrp="1"/>
          </p:cNvSpPr>
          <p:nvPr>
            <p:ph type="ftr" idx="20"/>
          </p:nvPr>
        </p:nvSpPr>
        <p:spPr/>
        <p:txBody>
          <a:bodyPr/>
          <a:p>
            <a:r>
              <a:t>SRH Hochschule Heidelberg</a:t>
            </a:r>
          </a:p>
        </p:txBody>
      </p:sp>
      <p:sp>
        <p:nvSpPr>
          <p:cNvPr id="5" name="PlaceHolder 4"/>
          <p:cNvSpPr>
            <a:spLocks noGrp="1"/>
          </p:cNvSpPr>
          <p:nvPr>
            <p:ph type="sldNum" idx="21"/>
          </p:nvPr>
        </p:nvSpPr>
        <p:spPr/>
        <p:txBody>
          <a:bodyPr/>
          <a:p>
            <a:fld id="{E35BC9F8-2E06-4570-B201-623F8654B324}" type="slidenum">
              <a:t>25</a:t>
            </a:fld>
          </a:p>
        </p:txBody>
      </p:sp>
      <p:sp>
        <p:nvSpPr>
          <p:cNvPr id="6" name="PlaceHolder 5"/>
          <p:cNvSpPr>
            <a:spLocks noGrp="1"/>
          </p:cNvSpPr>
          <p:nvPr>
            <p:ph type="dt" idx="19"/>
          </p:nvPr>
        </p:nvSpPr>
        <p:spPr/>
        <p:txBody>
          <a:bodyPr/>
          <a:p>
            <a:fld id="{6E40FBF6-8E03-4A94-A3AD-A8AEB35FB391}" type="datetime1">
              <a:rPr lang="en-US"/>
              <a:t>08/08/2026</a:t>
            </a:fld>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6" name="PlaceHolder 1"/>
          <p:cNvSpPr>
            <a:spLocks noGrp="1"/>
          </p:cNvSpPr>
          <p:nvPr>
            <p:ph type="title"/>
          </p:nvPr>
        </p:nvSpPr>
        <p:spPr>
          <a:xfrm>
            <a:off x="367560" y="136440"/>
            <a:ext cx="9156960" cy="834480"/>
          </a:xfrm>
          <a:prstGeom prst="rect">
            <a:avLst/>
          </a:prstGeom>
          <a:noFill/>
          <a:ln w="0">
            <a:noFill/>
          </a:ln>
        </p:spPr>
        <p:txBody>
          <a:bodyPr lIns="0" tIns="0" rIns="0" bIns="0" anchor="b">
            <a:noAutofit/>
          </a:bodyPr>
          <a:p>
            <a:pPr indent="0" algn="l" defTabSz="914400">
              <a:lnSpc>
                <a:spcPct val="100000"/>
              </a:lnSpc>
              <a:buNone/>
              <a:tabLst>
                <a:tab pos="0" algn="l"/>
              </a:tabLst>
            </a:pPr>
            <a:r>
              <a:rPr lang="en-IN" sz="3000" b="1" u="none" strike="noStrike">
                <a:solidFill>
                  <a:srgbClr val="C00000"/>
                </a:solidFill>
                <a:effectLst/>
                <a:uFillTx/>
                <a:latin typeface="SRH Headline"/>
                <a:ea typeface="SRH Headline"/>
              </a:rPr>
              <a:t>Further Improvements</a:t>
            </a:r>
            <a:endParaRPr lang="de-DE" sz="3000" b="1" u="none" strike="noStrike">
              <a:solidFill>
                <a:schemeClr val="dk1"/>
              </a:solidFill>
              <a:effectLst/>
              <a:uFillTx/>
              <a:latin typeface="SRH Headline"/>
            </a:endParaRPr>
          </a:p>
        </p:txBody>
      </p:sp>
      <p:sp>
        <p:nvSpPr>
          <p:cNvPr id="257" name="PlaceHolder 2"/>
          <p:cNvSpPr>
            <a:spLocks noGrp="1"/>
          </p:cNvSpPr>
          <p:nvPr>
            <p:ph/>
          </p:nvPr>
        </p:nvSpPr>
        <p:spPr>
          <a:xfrm>
            <a:off x="366840" y="1197720"/>
            <a:ext cx="10190520" cy="4300200"/>
          </a:xfrm>
          <a:prstGeom prst="rect">
            <a:avLst/>
          </a:prstGeom>
          <a:noFill/>
          <a:ln w="0">
            <a:noFill/>
          </a:ln>
        </p:spPr>
        <p:txBody>
          <a:bodyPr lIns="0" tIns="0" rIns="0" bIns="0" anchor="t">
            <a:noAutofit/>
          </a:bodyPr>
          <a:p>
            <a:pPr marL="360000" lvl="1" indent="-360000" algn="just" defTabSz="914400">
              <a:lnSpc>
                <a:spcPct val="150000"/>
              </a:lnSpc>
              <a:spcBef>
                <a:spcPts val="1199"/>
              </a:spcBef>
              <a:buClr>
                <a:srgbClr val="DF4807"/>
              </a:buClr>
              <a:buFont typeface="Arial"/>
              <a:buChar char="•"/>
              <a:tabLst>
                <a:tab pos="0" algn="l"/>
              </a:tabLst>
            </a:pPr>
            <a:r>
              <a:rPr lang="en-US" sz="1800" b="1" u="none" strike="noStrike">
                <a:solidFill>
                  <a:schemeClr val="dk1"/>
                </a:solidFill>
                <a:effectLst/>
                <a:uFillTx/>
                <a:latin typeface="SRH Text"/>
                <a:ea typeface="SRH Text"/>
              </a:rPr>
              <a:t>Model Accuracy</a:t>
            </a:r>
            <a:r>
              <a:rPr lang="en-US" sz="1800" b="0" u="none" strike="noStrike">
                <a:solidFill>
                  <a:schemeClr val="dk1"/>
                </a:solidFill>
                <a:effectLst/>
                <a:uFillTx/>
                <a:latin typeface="SRH Text"/>
                <a:ea typeface="SRH Text"/>
              </a:rPr>
              <a:t>: Enhance the predictive model's accuracy by incorporating </a:t>
            </a:r>
            <a:r>
              <a:rPr lang="en-US" sz="1800" b="1" u="none" strike="noStrike">
                <a:solidFill>
                  <a:schemeClr val="dk1"/>
                </a:solidFill>
                <a:effectLst/>
                <a:uFillTx/>
                <a:latin typeface="SRH Text"/>
                <a:ea typeface="SRH Text"/>
              </a:rPr>
              <a:t>more features </a:t>
            </a:r>
            <a:r>
              <a:rPr lang="en-US" sz="1800" b="0" u="none" strike="noStrike">
                <a:solidFill>
                  <a:schemeClr val="dk1"/>
                </a:solidFill>
                <a:effectLst/>
                <a:uFillTx/>
                <a:latin typeface="SRH Text"/>
                <a:ea typeface="SRH Text"/>
              </a:rPr>
              <a:t>and experimenting with advanced ML algorithms.</a:t>
            </a:r>
            <a:endParaRPr lang="de-DE" sz="1800" b="0" u="none" strike="noStrike">
              <a:solidFill>
                <a:schemeClr val="dk1"/>
              </a:solidFill>
              <a:effectLst/>
              <a:uFillTx/>
              <a:latin typeface="SRH Text"/>
            </a:endParaRPr>
          </a:p>
          <a:p>
            <a:pPr marL="360000" lvl="1" indent="-360000" algn="just" defTabSz="914400">
              <a:lnSpc>
                <a:spcPct val="150000"/>
              </a:lnSpc>
              <a:spcBef>
                <a:spcPts val="1199"/>
              </a:spcBef>
              <a:buClr>
                <a:srgbClr val="DF4807"/>
              </a:buClr>
              <a:buFont typeface="Arial"/>
              <a:buChar char="•"/>
              <a:tabLst>
                <a:tab pos="0" algn="l"/>
              </a:tabLst>
            </a:pPr>
            <a:r>
              <a:rPr lang="en-US" sz="1800" b="1" u="none" strike="noStrike">
                <a:solidFill>
                  <a:schemeClr val="dk1"/>
                </a:solidFill>
                <a:effectLst/>
                <a:uFillTx/>
                <a:latin typeface="SRH Text"/>
                <a:ea typeface="SRH Text"/>
              </a:rPr>
              <a:t>Real-Time Alerts</a:t>
            </a:r>
            <a:r>
              <a:rPr lang="en-US" sz="1800" b="0" u="none" strike="noStrike">
                <a:solidFill>
                  <a:schemeClr val="dk1"/>
                </a:solidFill>
                <a:effectLst/>
                <a:uFillTx/>
                <a:latin typeface="SRH Text"/>
                <a:ea typeface="SRH Text"/>
              </a:rPr>
              <a:t>: Add </a:t>
            </a:r>
            <a:r>
              <a:rPr lang="en-US" sz="1800" b="1" u="none" strike="noStrike">
                <a:solidFill>
                  <a:schemeClr val="dk1"/>
                </a:solidFill>
                <a:effectLst/>
                <a:uFillTx/>
                <a:latin typeface="SRH Text"/>
                <a:ea typeface="SRH Text"/>
              </a:rPr>
              <a:t>real-time alerting mechanisms </a:t>
            </a:r>
            <a:r>
              <a:rPr lang="en-US" sz="1800" b="0" u="none" strike="noStrike">
                <a:solidFill>
                  <a:schemeClr val="dk1"/>
                </a:solidFill>
                <a:effectLst/>
                <a:uFillTx/>
                <a:latin typeface="SRH Text"/>
                <a:ea typeface="SRH Text"/>
              </a:rPr>
              <a:t>for critical weather conditions.</a:t>
            </a:r>
            <a:endParaRPr lang="de-DE" sz="1800" b="0" u="none" strike="noStrike">
              <a:solidFill>
                <a:schemeClr val="dk1"/>
              </a:solidFill>
              <a:effectLst/>
              <a:uFillTx/>
              <a:latin typeface="SRH Text"/>
            </a:endParaRPr>
          </a:p>
          <a:p>
            <a:pPr marL="360000" lvl="1" indent="-360000" algn="just" defTabSz="914400">
              <a:lnSpc>
                <a:spcPct val="150000"/>
              </a:lnSpc>
              <a:spcBef>
                <a:spcPts val="1199"/>
              </a:spcBef>
              <a:buClr>
                <a:srgbClr val="DF4807"/>
              </a:buClr>
              <a:buFont typeface="Arial"/>
              <a:buChar char="•"/>
              <a:tabLst>
                <a:tab pos="0" algn="l"/>
              </a:tabLst>
            </a:pPr>
            <a:r>
              <a:rPr lang="en-US" sz="1800" b="1" u="none" strike="noStrike">
                <a:solidFill>
                  <a:schemeClr val="dk1"/>
                </a:solidFill>
                <a:effectLst/>
                <a:uFillTx/>
                <a:latin typeface="SRH Text"/>
                <a:ea typeface="SRH Text"/>
              </a:rPr>
              <a:t>User Experience</a:t>
            </a:r>
            <a:r>
              <a:rPr lang="en-US" sz="1800" b="0" u="none" strike="noStrike">
                <a:solidFill>
                  <a:schemeClr val="dk1"/>
                </a:solidFill>
                <a:effectLst/>
                <a:uFillTx/>
                <a:latin typeface="SRH Text"/>
                <a:ea typeface="SRH Text"/>
              </a:rPr>
              <a:t>: Improve the design and interactivity of </a:t>
            </a:r>
            <a:r>
              <a:rPr lang="en-US" sz="1800" b="1" u="none" strike="noStrike">
                <a:solidFill>
                  <a:schemeClr val="dk1"/>
                </a:solidFill>
                <a:effectLst/>
                <a:uFillTx/>
                <a:latin typeface="SRH Text"/>
                <a:ea typeface="SRH Text"/>
              </a:rPr>
              <a:t>Tableau dashboards </a:t>
            </a:r>
            <a:r>
              <a:rPr lang="en-US" sz="1800" b="0" u="none" strike="noStrike">
                <a:solidFill>
                  <a:schemeClr val="dk1"/>
                </a:solidFill>
                <a:effectLst/>
                <a:uFillTx/>
                <a:latin typeface="SRH Text"/>
                <a:ea typeface="SRH Text"/>
              </a:rPr>
              <a:t>to better cater to end-user needs.</a:t>
            </a:r>
            <a:endParaRPr lang="de-DE" sz="1800" b="0" u="none" strike="noStrike">
              <a:solidFill>
                <a:schemeClr val="dk1"/>
              </a:solidFill>
              <a:effectLst/>
              <a:uFillTx/>
              <a:latin typeface="SRH Text"/>
            </a:endParaRPr>
          </a:p>
        </p:txBody>
      </p:sp>
      <p:sp>
        <p:nvSpPr>
          <p:cNvPr id="4" name="PlaceHolder 3"/>
          <p:cNvSpPr>
            <a:spLocks noGrp="1"/>
          </p:cNvSpPr>
          <p:nvPr>
            <p:ph type="ftr" idx="20"/>
          </p:nvPr>
        </p:nvSpPr>
        <p:spPr/>
        <p:txBody>
          <a:bodyPr/>
          <a:p>
            <a:r>
              <a:t>SRH Hochschule Heidelberg</a:t>
            </a:r>
          </a:p>
        </p:txBody>
      </p:sp>
      <p:sp>
        <p:nvSpPr>
          <p:cNvPr id="5" name="PlaceHolder 4"/>
          <p:cNvSpPr>
            <a:spLocks noGrp="1"/>
          </p:cNvSpPr>
          <p:nvPr>
            <p:ph type="sldNum" idx="21"/>
          </p:nvPr>
        </p:nvSpPr>
        <p:spPr/>
        <p:txBody>
          <a:bodyPr/>
          <a:p>
            <a:fld id="{1E958089-5A6B-47BC-A4BF-65B058A870D2}" type="slidenum">
              <a:t>26</a:t>
            </a:fld>
          </a:p>
        </p:txBody>
      </p:sp>
      <p:sp>
        <p:nvSpPr>
          <p:cNvPr id="6" name="PlaceHolder 5"/>
          <p:cNvSpPr>
            <a:spLocks noGrp="1"/>
          </p:cNvSpPr>
          <p:nvPr>
            <p:ph type="dt" idx="19"/>
          </p:nvPr>
        </p:nvSpPr>
        <p:spPr/>
        <p:txBody>
          <a:bodyPr/>
          <a:p>
            <a:fld id="{96A8C267-8EF3-41D1-AEA5-1C4AD35354F1}" type="datetime1">
              <a:rPr lang="en-US"/>
              <a:t>08/08/2026</a:t>
            </a:fld>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58" name="Picture 10"/>
          <p:cNvPicPr/>
          <p:nvPr/>
        </p:nvPicPr>
        <p:blipFill>
          <a:blip r:embed="rId1"/>
          <a:stretch/>
        </p:blipFill>
        <p:spPr>
          <a:xfrm>
            <a:off x="101880" y="1472760"/>
            <a:ext cx="9450000" cy="1732320"/>
          </a:xfrm>
          <a:prstGeom prst="rect">
            <a:avLst/>
          </a:prstGeom>
          <a:noFill/>
          <a:ln w="0">
            <a:noFill/>
          </a:ln>
        </p:spPr>
      </p:pic>
      <p:pic>
        <p:nvPicPr>
          <p:cNvPr id="259" name="Picture 11"/>
          <p:cNvPicPr/>
          <p:nvPr/>
        </p:nvPicPr>
        <p:blipFill>
          <a:blip r:embed="rId2"/>
          <a:stretch/>
        </p:blipFill>
        <p:spPr>
          <a:xfrm>
            <a:off x="1455840" y="2780280"/>
            <a:ext cx="7670160" cy="850320"/>
          </a:xfrm>
          <a:prstGeom prst="rect">
            <a:avLst/>
          </a:prstGeom>
          <a:noFill/>
          <a:ln w="0">
            <a:noFill/>
          </a:ln>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SRH">
  <a:themeElements>
    <a:clrScheme name="SRH Bildung">
      <a:dk1>
        <a:srgbClr val="575756"/>
      </a:dk1>
      <a:lt1>
        <a:srgbClr val="FFFFFF"/>
      </a:lt1>
      <a:dk2>
        <a:srgbClr val="00699A"/>
      </a:dk2>
      <a:lt2>
        <a:srgbClr val="AAA39D"/>
      </a:lt2>
      <a:accent1>
        <a:srgbClr val="DF4807"/>
      </a:accent1>
      <a:accent2>
        <a:srgbClr val="AAA39D"/>
      </a:accent2>
      <a:accent3>
        <a:srgbClr val="FCC61E"/>
      </a:accent3>
      <a:accent4>
        <a:srgbClr val="35B4A0"/>
      </a:accent4>
      <a:accent5>
        <a:srgbClr val="CA007F"/>
      </a:accent5>
      <a:accent6>
        <a:srgbClr val="021E30"/>
      </a:accent6>
      <a:hlink>
        <a:srgbClr val="000000"/>
      </a:hlink>
      <a:folHlink>
        <a:srgbClr val="000000"/>
      </a:folHlink>
    </a:clrScheme>
    <a:fontScheme name="SRH">
      <a:majorFont>
        <a:latin typeface="SRH Display" pitchFamily="0" charset="1"/>
        <a:ea typeface=""/>
        <a:cs typeface=""/>
      </a:majorFont>
      <a:minorFont>
        <a:latin typeface="SRH"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4.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customXml/_rels/item1.xml.rels><?xml version="1.0" encoding="UTF-8"?>
<Relationships xmlns="http://schemas.openxmlformats.org/package/2006/relationships"><Relationship Id="rId1" Type="http://schemas.openxmlformats.org/officeDocument/2006/relationships/customXmlProps" Target="itemProps1.xml"/>
</Relationships>
</file>

<file path=customXml/_rels/item2.xml.rels><?xml version="1.0" encoding="UTF-8"?>
<Relationships xmlns="http://schemas.openxmlformats.org/package/2006/relationships"><Relationship Id="rId1" Type="http://schemas.openxmlformats.org/officeDocument/2006/relationships/customXmlProps" Target="itemProps2.xml"/>
</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19AC650D127C1943841983BA797B7B40" ma:contentTypeVersion="13" ma:contentTypeDescription="Create a new document." ma:contentTypeScope="" ma:versionID="58f50f58712277dacfc9d8d3e5f11936">
  <xsd:schema xmlns:xsd="http://www.w3.org/2001/XMLSchema" xmlns:xs="http://www.w3.org/2001/XMLSchema" xmlns:p="http://schemas.microsoft.com/office/2006/metadata/properties" xmlns:ns2="5a3b61bd-4313-46e3-b6d8-843ac17cb113" xmlns:ns3="189ec81c-5fe5-43b2-9f00-d5cfe7672b6f" targetNamespace="http://schemas.microsoft.com/office/2006/metadata/properties" ma:root="true" ma:fieldsID="82091000bb12f4a8bd213cb0602ba83e" ns2:_="" ns3:_="">
    <xsd:import namespace="5a3b61bd-4313-46e3-b6d8-843ac17cb113"/>
    <xsd:import namespace="189ec81c-5fe5-43b2-9f00-d5cfe7672b6f"/>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SearchProperties" minOccurs="0"/>
                <xsd:element ref="ns3:MediaServiceObjectDetectorVersions" minOccurs="0"/>
                <xsd:element ref="ns3:lcf76f155ced4ddcb4097134ff3c332f" minOccurs="0"/>
                <xsd:element ref="ns2:TaxCatchAll" minOccurs="0"/>
                <xsd:element ref="ns3:MediaServiceDateTaken"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a3b61bd-4313-46e3-b6d8-843ac17cb113"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5005c3e6-41c8-4236-b537-f6702bd0c9cc}" ma:internalName="TaxCatchAll" ma:showField="CatchAllData" ma:web="5a3b61bd-4313-46e3-b6d8-843ac17cb11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189ec81c-5fe5-43b2-9f00-d5cfe7672b6f"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SearchProperties" ma:index="12" nillable="true" ma:displayName="MediaServiceSearchProperties" ma:hidden="true" ma:internalName="MediaServiceSearchProperties" ma:readOnly="true">
      <xsd:simpleType>
        <xsd:restriction base="dms:Note"/>
      </xsd:simpleType>
    </xsd:element>
    <xsd:element name="MediaServiceObjectDetectorVersions" ma:index="13"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e5745c0f-c6d2-4807-bc81-eae786d256f4"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96C67AA5-CE4D-42A5-803E-8D7A5EC545D2}">
  <ds:schemaRefs>
    <ds:schemaRef ds:uri="http://schemas.microsoft.com/sharepoint/v3/contenttype/forms"/>
  </ds:schemaRefs>
</ds:datastoreItem>
</file>

<file path=customXml/itemProps2.xml><?xml version="1.0" encoding="utf-8"?>
<ds:datastoreItem xmlns:ds="http://schemas.openxmlformats.org/officeDocument/2006/customXml" ds:itemID="{CED9B137-6C4D-4093-99EE-901F61F6B7B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a3b61bd-4313-46e3-b6d8-843ac17cb113"/>
    <ds:schemaRef ds:uri="189ec81c-5fe5-43b2-9f00-d5cfe7672b6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17460</TotalTime>
  <Application>LibreOffice/26.2.5.2$Windows_X86_64 LibreOffice_project/cd7284b4cbbfeb507e630c1aac019f4157393acb</Application>
  <AppVersion>15.0000</AppVersion>
  <Words>2098</Words>
  <Paragraphs>286</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2020-06-05T16:20:53Z</dcterms:created>
  <dc:creator>Henrike Voelker</dc:creator>
  <dc:description/>
  <dc:language>en-US</dc:language>
  <cp:lastModifiedBy/>
  <dcterms:modified xsi:type="dcterms:W3CDTF">2026-08-08T10:29:49Z</dcterms:modified>
  <cp:revision>637</cp:revision>
  <dc:subject/>
  <dc:title>PowerPoint-Präsentation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vt:i4>
  </property>
  <property fmtid="{D5CDD505-2E9C-101B-9397-08002B2CF9AE}" pid="3" name="PresentationFormat">
    <vt:lpwstr>Custom</vt:lpwstr>
  </property>
  <property fmtid="{D5CDD505-2E9C-101B-9397-08002B2CF9AE}" pid="4" name="Slides">
    <vt:i4>27</vt:i4>
  </property>
</Properties>
</file>